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 id="2147483757" r:id="rId5"/>
  </p:sldMasterIdLst>
  <p:notesMasterIdLst>
    <p:notesMasterId r:id="rId146"/>
  </p:notesMasterIdLst>
  <p:handoutMasterIdLst>
    <p:handoutMasterId r:id="rId147"/>
  </p:handoutMasterIdLst>
  <p:sldIdLst>
    <p:sldId id="4743" r:id="rId6"/>
    <p:sldId id="537" r:id="rId7"/>
    <p:sldId id="536" r:id="rId8"/>
    <p:sldId id="257" r:id="rId9"/>
    <p:sldId id="508" r:id="rId10"/>
    <p:sldId id="285" r:id="rId11"/>
    <p:sldId id="258" r:id="rId12"/>
    <p:sldId id="259" r:id="rId13"/>
    <p:sldId id="262" r:id="rId14"/>
    <p:sldId id="263" r:id="rId15"/>
    <p:sldId id="264" r:id="rId16"/>
    <p:sldId id="265" r:id="rId17"/>
    <p:sldId id="505" r:id="rId18"/>
    <p:sldId id="266" r:id="rId19"/>
    <p:sldId id="545" r:id="rId20"/>
    <p:sldId id="267" r:id="rId21"/>
    <p:sldId id="268" r:id="rId22"/>
    <p:sldId id="269" r:id="rId23"/>
    <p:sldId id="270" r:id="rId24"/>
    <p:sldId id="347" r:id="rId25"/>
    <p:sldId id="348" r:id="rId26"/>
    <p:sldId id="309" r:id="rId27"/>
    <p:sldId id="393" r:id="rId28"/>
    <p:sldId id="290" r:id="rId29"/>
    <p:sldId id="467" r:id="rId30"/>
    <p:sldId id="292" r:id="rId31"/>
    <p:sldId id="327" r:id="rId32"/>
    <p:sldId id="460" r:id="rId33"/>
    <p:sldId id="329" r:id="rId34"/>
    <p:sldId id="330" r:id="rId35"/>
    <p:sldId id="461" r:id="rId36"/>
    <p:sldId id="350" r:id="rId37"/>
    <p:sldId id="394" r:id="rId38"/>
    <p:sldId id="462" r:id="rId39"/>
    <p:sldId id="359" r:id="rId40"/>
    <p:sldId id="396" r:id="rId41"/>
    <p:sldId id="397" r:id="rId42"/>
    <p:sldId id="463" r:id="rId43"/>
    <p:sldId id="464" r:id="rId44"/>
    <p:sldId id="532" r:id="rId45"/>
    <p:sldId id="533" r:id="rId46"/>
    <p:sldId id="534" r:id="rId47"/>
    <p:sldId id="535" r:id="rId48"/>
    <p:sldId id="468" r:id="rId49"/>
    <p:sldId id="333" r:id="rId50"/>
    <p:sldId id="427" r:id="rId51"/>
    <p:sldId id="428" r:id="rId52"/>
    <p:sldId id="429" r:id="rId53"/>
    <p:sldId id="430" r:id="rId54"/>
    <p:sldId id="542" r:id="rId55"/>
    <p:sldId id="431" r:id="rId56"/>
    <p:sldId id="521" r:id="rId57"/>
    <p:sldId id="522" r:id="rId58"/>
    <p:sldId id="523" r:id="rId59"/>
    <p:sldId id="524" r:id="rId60"/>
    <p:sldId id="525" r:id="rId61"/>
    <p:sldId id="515" r:id="rId62"/>
    <p:sldId id="516" r:id="rId63"/>
    <p:sldId id="517" r:id="rId64"/>
    <p:sldId id="518" r:id="rId65"/>
    <p:sldId id="519" r:id="rId66"/>
    <p:sldId id="520" r:id="rId67"/>
    <p:sldId id="432" r:id="rId68"/>
    <p:sldId id="526" r:id="rId69"/>
    <p:sldId id="527" r:id="rId70"/>
    <p:sldId id="491" r:id="rId71"/>
    <p:sldId id="4744" r:id="rId72"/>
    <p:sldId id="4745" r:id="rId73"/>
    <p:sldId id="506" r:id="rId74"/>
    <p:sldId id="528" r:id="rId75"/>
    <p:sldId id="529" r:id="rId76"/>
    <p:sldId id="530" r:id="rId77"/>
    <p:sldId id="531" r:id="rId78"/>
    <p:sldId id="546" r:id="rId79"/>
    <p:sldId id="547" r:id="rId80"/>
    <p:sldId id="400" r:id="rId81"/>
    <p:sldId id="407" r:id="rId82"/>
    <p:sldId id="401" r:id="rId83"/>
    <p:sldId id="402" r:id="rId84"/>
    <p:sldId id="439" r:id="rId85"/>
    <p:sldId id="404" r:id="rId86"/>
    <p:sldId id="471" r:id="rId87"/>
    <p:sldId id="409" r:id="rId88"/>
    <p:sldId id="411" r:id="rId89"/>
    <p:sldId id="472" r:id="rId90"/>
    <p:sldId id="447" r:id="rId91"/>
    <p:sldId id="414" r:id="rId92"/>
    <p:sldId id="415" r:id="rId93"/>
    <p:sldId id="417" r:id="rId94"/>
    <p:sldId id="500" r:id="rId95"/>
    <p:sldId id="487" r:id="rId96"/>
    <p:sldId id="488" r:id="rId97"/>
    <p:sldId id="473" r:id="rId98"/>
    <p:sldId id="501" r:id="rId99"/>
    <p:sldId id="502" r:id="rId100"/>
    <p:sldId id="413" r:id="rId101"/>
    <p:sldId id="416" r:id="rId102"/>
    <p:sldId id="444" r:id="rId103"/>
    <p:sldId id="481" r:id="rId104"/>
    <p:sldId id="541" r:id="rId105"/>
    <p:sldId id="484" r:id="rId106"/>
    <p:sldId id="418" r:id="rId107"/>
    <p:sldId id="477" r:id="rId108"/>
    <p:sldId id="480" r:id="rId109"/>
    <p:sldId id="449" r:id="rId110"/>
    <p:sldId id="450" r:id="rId111"/>
    <p:sldId id="451" r:id="rId112"/>
    <p:sldId id="452" r:id="rId113"/>
    <p:sldId id="454" r:id="rId114"/>
    <p:sldId id="455" r:id="rId115"/>
    <p:sldId id="456" r:id="rId116"/>
    <p:sldId id="440" r:id="rId117"/>
    <p:sldId id="441" r:id="rId118"/>
    <p:sldId id="442" r:id="rId119"/>
    <p:sldId id="478" r:id="rId120"/>
    <p:sldId id="489" r:id="rId121"/>
    <p:sldId id="494" r:id="rId122"/>
    <p:sldId id="495" r:id="rId123"/>
    <p:sldId id="496" r:id="rId124"/>
    <p:sldId id="497" r:id="rId125"/>
    <p:sldId id="498" r:id="rId126"/>
    <p:sldId id="499" r:id="rId127"/>
    <p:sldId id="503" r:id="rId128"/>
    <p:sldId id="504" r:id="rId129"/>
    <p:sldId id="419" r:id="rId130"/>
    <p:sldId id="486" r:id="rId131"/>
    <p:sldId id="544" r:id="rId132"/>
    <p:sldId id="424" r:id="rId133"/>
    <p:sldId id="425" r:id="rId134"/>
    <p:sldId id="422" r:id="rId135"/>
    <p:sldId id="443" r:id="rId136"/>
    <p:sldId id="475" r:id="rId137"/>
    <p:sldId id="476" r:id="rId138"/>
    <p:sldId id="343" r:id="rId139"/>
    <p:sldId id="538" r:id="rId140"/>
    <p:sldId id="453" r:id="rId141"/>
    <p:sldId id="342" r:id="rId142"/>
    <p:sldId id="540" r:id="rId143"/>
    <p:sldId id="356" r:id="rId144"/>
    <p:sldId id="4790" r:id="rId145"/>
  </p:sldIdLst>
  <p:sldSz cx="12192000" cy="6858000"/>
  <p:notesSz cx="7315200" cy="9601200"/>
  <p:custDataLst>
    <p:tags r:id="rId14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537"/>
            <p14:sldId id="536"/>
            <p14:sldId id="257"/>
            <p14:sldId id="508"/>
            <p14:sldId id="285"/>
            <p14:sldId id="258"/>
            <p14:sldId id="259"/>
            <p14:sldId id="262"/>
            <p14:sldId id="263"/>
            <p14:sldId id="264"/>
            <p14:sldId id="265"/>
            <p14:sldId id="505"/>
            <p14:sldId id="266"/>
            <p14:sldId id="545"/>
            <p14:sldId id="267"/>
            <p14:sldId id="268"/>
            <p14:sldId id="269"/>
            <p14:sldId id="270"/>
            <p14:sldId id="347"/>
            <p14:sldId id="348"/>
            <p14:sldId id="309"/>
            <p14:sldId id="393"/>
            <p14:sldId id="290"/>
            <p14:sldId id="467"/>
            <p14:sldId id="292"/>
            <p14:sldId id="327"/>
            <p14:sldId id="460"/>
            <p14:sldId id="329"/>
            <p14:sldId id="330"/>
            <p14:sldId id="461"/>
            <p14:sldId id="350"/>
            <p14:sldId id="394"/>
            <p14:sldId id="462"/>
            <p14:sldId id="359"/>
            <p14:sldId id="396"/>
            <p14:sldId id="397"/>
            <p14:sldId id="463"/>
            <p14:sldId id="464"/>
            <p14:sldId id="532"/>
            <p14:sldId id="533"/>
            <p14:sldId id="534"/>
            <p14:sldId id="535"/>
            <p14:sldId id="468"/>
            <p14:sldId id="333"/>
            <p14:sldId id="427"/>
            <p14:sldId id="428"/>
            <p14:sldId id="429"/>
            <p14:sldId id="430"/>
            <p14:sldId id="542"/>
            <p14:sldId id="431"/>
            <p14:sldId id="521"/>
            <p14:sldId id="522"/>
            <p14:sldId id="523"/>
            <p14:sldId id="524"/>
            <p14:sldId id="525"/>
            <p14:sldId id="515"/>
            <p14:sldId id="516"/>
            <p14:sldId id="517"/>
            <p14:sldId id="518"/>
            <p14:sldId id="519"/>
            <p14:sldId id="520"/>
            <p14:sldId id="432"/>
            <p14:sldId id="526"/>
            <p14:sldId id="527"/>
            <p14:sldId id="491"/>
            <p14:sldId id="4744"/>
            <p14:sldId id="4745"/>
            <p14:sldId id="506"/>
            <p14:sldId id="528"/>
            <p14:sldId id="529"/>
            <p14:sldId id="530"/>
            <p14:sldId id="531"/>
            <p14:sldId id="546"/>
            <p14:sldId id="547"/>
            <p14:sldId id="400"/>
            <p14:sldId id="407"/>
            <p14:sldId id="401"/>
            <p14:sldId id="402"/>
            <p14:sldId id="439"/>
            <p14:sldId id="404"/>
            <p14:sldId id="471"/>
            <p14:sldId id="409"/>
            <p14:sldId id="411"/>
            <p14:sldId id="472"/>
            <p14:sldId id="447"/>
            <p14:sldId id="414"/>
            <p14:sldId id="415"/>
            <p14:sldId id="417"/>
            <p14:sldId id="500"/>
            <p14:sldId id="487"/>
            <p14:sldId id="488"/>
            <p14:sldId id="473"/>
            <p14:sldId id="501"/>
            <p14:sldId id="502"/>
            <p14:sldId id="413"/>
            <p14:sldId id="416"/>
            <p14:sldId id="444"/>
            <p14:sldId id="481"/>
            <p14:sldId id="541"/>
            <p14:sldId id="484"/>
            <p14:sldId id="418"/>
            <p14:sldId id="477"/>
            <p14:sldId id="480"/>
            <p14:sldId id="449"/>
            <p14:sldId id="450"/>
            <p14:sldId id="451"/>
            <p14:sldId id="452"/>
            <p14:sldId id="454"/>
            <p14:sldId id="455"/>
            <p14:sldId id="456"/>
            <p14:sldId id="440"/>
            <p14:sldId id="441"/>
            <p14:sldId id="442"/>
            <p14:sldId id="478"/>
            <p14:sldId id="489"/>
            <p14:sldId id="494"/>
            <p14:sldId id="495"/>
            <p14:sldId id="496"/>
            <p14:sldId id="497"/>
            <p14:sldId id="498"/>
            <p14:sldId id="499"/>
            <p14:sldId id="503"/>
            <p14:sldId id="504"/>
            <p14:sldId id="419"/>
            <p14:sldId id="486"/>
            <p14:sldId id="544"/>
            <p14:sldId id="424"/>
            <p14:sldId id="425"/>
            <p14:sldId id="422"/>
            <p14:sldId id="443"/>
            <p14:sldId id="475"/>
            <p14:sldId id="476"/>
            <p14:sldId id="343"/>
            <p14:sldId id="538"/>
            <p14:sldId id="453"/>
            <p14:sldId id="342"/>
            <p14:sldId id="540"/>
            <p14:sldId id="356"/>
            <p14:sldId id="479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D5DB9"/>
    <a:srgbClr val="3366FF"/>
    <a:srgbClr val="D723BD"/>
    <a:srgbClr val="C1C6CC"/>
    <a:srgbClr val="5A84FF"/>
    <a:srgbClr val="BDBDBD"/>
    <a:srgbClr val="5858FF"/>
    <a:srgbClr val="BBCDE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956622-E112-4737-ACE9-C888D468760D}" v="266" dt="2023-12-26T12:58:19.252"/>
    <p1510:client id="{F542D2B9-31A9-4DE4-859A-CAD915E8FA3F}" v="94" dt="2023-12-27T10:55:20.3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38" Type="http://schemas.openxmlformats.org/officeDocument/2006/relationships/slide" Target="slides/slide133.xml"/><Relationship Id="rId154" Type="http://schemas.microsoft.com/office/2016/11/relationships/changesInfo" Target="changesInfos/changesInfo1.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144" Type="http://schemas.openxmlformats.org/officeDocument/2006/relationships/slide" Target="slides/slide139.xml"/><Relationship Id="rId149" Type="http://schemas.openxmlformats.org/officeDocument/2006/relationships/commentAuthors" Target="commentAuthors.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slide" Target="slides/slide113.xml"/><Relationship Id="rId134" Type="http://schemas.openxmlformats.org/officeDocument/2006/relationships/slide" Target="slides/slide129.xml"/><Relationship Id="rId139" Type="http://schemas.openxmlformats.org/officeDocument/2006/relationships/slide" Target="slides/slide134.xml"/><Relationship Id="rId80" Type="http://schemas.openxmlformats.org/officeDocument/2006/relationships/slide" Target="slides/slide75.xml"/><Relationship Id="rId85" Type="http://schemas.openxmlformats.org/officeDocument/2006/relationships/slide" Target="slides/slide80.xml"/><Relationship Id="rId150" Type="http://schemas.openxmlformats.org/officeDocument/2006/relationships/presProps" Target="presProps.xml"/><Relationship Id="rId155" Type="http://schemas.microsoft.com/office/2015/10/relationships/revisionInfo" Target="revisionInfo.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slide" Target="slides/slide98.xml"/><Relationship Id="rId108" Type="http://schemas.openxmlformats.org/officeDocument/2006/relationships/slide" Target="slides/slide103.xml"/><Relationship Id="rId116" Type="http://schemas.openxmlformats.org/officeDocument/2006/relationships/slide" Target="slides/slide111.xml"/><Relationship Id="rId124" Type="http://schemas.openxmlformats.org/officeDocument/2006/relationships/slide" Target="slides/slide119.xml"/><Relationship Id="rId129" Type="http://schemas.openxmlformats.org/officeDocument/2006/relationships/slide" Target="slides/slide124.xml"/><Relationship Id="rId137" Type="http://schemas.openxmlformats.org/officeDocument/2006/relationships/slide" Target="slides/slide13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32" Type="http://schemas.openxmlformats.org/officeDocument/2006/relationships/slide" Target="slides/slide127.xml"/><Relationship Id="rId140" Type="http://schemas.openxmlformats.org/officeDocument/2006/relationships/slide" Target="slides/slide135.xml"/><Relationship Id="rId145" Type="http://schemas.openxmlformats.org/officeDocument/2006/relationships/slide" Target="slides/slide140.xml"/><Relationship Id="rId15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slide" Target="slides/slide109.xml"/><Relationship Id="rId119" Type="http://schemas.openxmlformats.org/officeDocument/2006/relationships/slide" Target="slides/slide114.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30" Type="http://schemas.openxmlformats.org/officeDocument/2006/relationships/slide" Target="slides/slide125.xml"/><Relationship Id="rId135" Type="http://schemas.openxmlformats.org/officeDocument/2006/relationships/slide" Target="slides/slide130.xml"/><Relationship Id="rId143" Type="http://schemas.openxmlformats.org/officeDocument/2006/relationships/slide" Target="slides/slide138.xml"/><Relationship Id="rId148" Type="http://schemas.openxmlformats.org/officeDocument/2006/relationships/tags" Target="tags/tag1.xml"/><Relationship Id="rId15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141" Type="http://schemas.openxmlformats.org/officeDocument/2006/relationships/slide" Target="slides/slide136.xml"/><Relationship Id="rId146" Type="http://schemas.openxmlformats.org/officeDocument/2006/relationships/notesMaster" Target="notesMasters/notesMaster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61" Type="http://schemas.openxmlformats.org/officeDocument/2006/relationships/slide" Target="slides/slide56.xml"/><Relationship Id="rId82" Type="http://schemas.openxmlformats.org/officeDocument/2006/relationships/slide" Target="slides/slide77.xml"/><Relationship Id="rId152" Type="http://schemas.openxmlformats.org/officeDocument/2006/relationships/theme" Target="theme/theme1.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garit Meroyan" userId="630a6349-7c61-463e-804c-816773a1019c" providerId="ADAL" clId="{F542D2B9-31A9-4DE4-859A-CAD915E8FA3F}"/>
    <pc:docChg chg="undo custSel addSld delSld modSld modSection">
      <pc:chgData name="Margarit Meroyan" userId="630a6349-7c61-463e-804c-816773a1019c" providerId="ADAL" clId="{F542D2B9-31A9-4DE4-859A-CAD915E8FA3F}" dt="2023-12-27T10:57:03.979" v="190" actId="5793"/>
      <pc:docMkLst>
        <pc:docMk/>
      </pc:docMkLst>
      <pc:sldChg chg="addSp delSp modSp mod">
        <pc:chgData name="Margarit Meroyan" userId="630a6349-7c61-463e-804c-816773a1019c" providerId="ADAL" clId="{F542D2B9-31A9-4DE4-859A-CAD915E8FA3F}" dt="2023-12-27T10:39:29.185" v="21" actId="207"/>
        <pc:sldMkLst>
          <pc:docMk/>
          <pc:sldMk cId="0" sldId="264"/>
        </pc:sldMkLst>
        <pc:spChg chg="add del">
          <ac:chgData name="Margarit Meroyan" userId="630a6349-7c61-463e-804c-816773a1019c" providerId="ADAL" clId="{F542D2B9-31A9-4DE4-859A-CAD915E8FA3F}" dt="2023-12-27T10:39:01.136" v="10" actId="11529"/>
          <ac:spMkLst>
            <pc:docMk/>
            <pc:sldMk cId="0" sldId="264"/>
            <ac:spMk id="2" creationId="{13760F6A-2B01-3610-DBA8-3DC215B47E7D}"/>
          </ac:spMkLst>
        </pc:spChg>
        <pc:spChg chg="add del mod">
          <ac:chgData name="Margarit Meroyan" userId="630a6349-7c61-463e-804c-816773a1019c" providerId="ADAL" clId="{F542D2B9-31A9-4DE4-859A-CAD915E8FA3F}" dt="2023-12-27T10:39:22.652" v="18" actId="1076"/>
          <ac:spMkLst>
            <pc:docMk/>
            <pc:sldMk cId="0" sldId="264"/>
            <ac:spMk id="16386" creationId="{5AB9E949-7333-761E-C6A5-0C660B5C1BD2}"/>
          </ac:spMkLst>
        </pc:spChg>
        <pc:spChg chg="mod">
          <ac:chgData name="Margarit Meroyan" userId="630a6349-7c61-463e-804c-816773a1019c" providerId="ADAL" clId="{F542D2B9-31A9-4DE4-859A-CAD915E8FA3F}" dt="2023-12-27T10:39:17.178" v="16" actId="207"/>
          <ac:spMkLst>
            <pc:docMk/>
            <pc:sldMk cId="0" sldId="264"/>
            <ac:spMk id="16394" creationId="{B1F43154-930A-F99D-F2F1-F7C8A01B0870}"/>
          </ac:spMkLst>
        </pc:spChg>
        <pc:spChg chg="mod">
          <ac:chgData name="Margarit Meroyan" userId="630a6349-7c61-463e-804c-816773a1019c" providerId="ADAL" clId="{F542D2B9-31A9-4DE4-859A-CAD915E8FA3F}" dt="2023-12-27T10:39:17.178" v="16" actId="207"/>
          <ac:spMkLst>
            <pc:docMk/>
            <pc:sldMk cId="0" sldId="264"/>
            <ac:spMk id="16395" creationId="{34F7F573-CDFE-07B8-DD88-8243A5C48675}"/>
          </ac:spMkLst>
        </pc:spChg>
        <pc:spChg chg="mod">
          <ac:chgData name="Margarit Meroyan" userId="630a6349-7c61-463e-804c-816773a1019c" providerId="ADAL" clId="{F542D2B9-31A9-4DE4-859A-CAD915E8FA3F}" dt="2023-12-27T10:39:17.178" v="16" actId="207"/>
          <ac:spMkLst>
            <pc:docMk/>
            <pc:sldMk cId="0" sldId="264"/>
            <ac:spMk id="16400" creationId="{FF431CE0-12BD-11B4-0E29-1281A5903A12}"/>
          </ac:spMkLst>
        </pc:spChg>
        <pc:spChg chg="mod">
          <ac:chgData name="Margarit Meroyan" userId="630a6349-7c61-463e-804c-816773a1019c" providerId="ADAL" clId="{F542D2B9-31A9-4DE4-859A-CAD915E8FA3F}" dt="2023-12-27T10:39:17.178" v="16" actId="207"/>
          <ac:spMkLst>
            <pc:docMk/>
            <pc:sldMk cId="0" sldId="264"/>
            <ac:spMk id="16401" creationId="{548AFD3A-703E-9442-56D7-53E01BA5A8C0}"/>
          </ac:spMkLst>
        </pc:spChg>
        <pc:spChg chg="mod">
          <ac:chgData name="Margarit Meroyan" userId="630a6349-7c61-463e-804c-816773a1019c" providerId="ADAL" clId="{F542D2B9-31A9-4DE4-859A-CAD915E8FA3F}" dt="2023-12-27T10:39:21.415" v="17" actId="207"/>
          <ac:spMkLst>
            <pc:docMk/>
            <pc:sldMk cId="0" sldId="264"/>
            <ac:spMk id="16404" creationId="{E6470534-3FF6-5C22-82AF-7C72785BD53B}"/>
          </ac:spMkLst>
        </pc:spChg>
        <pc:spChg chg="mod">
          <ac:chgData name="Margarit Meroyan" userId="630a6349-7c61-463e-804c-816773a1019c" providerId="ADAL" clId="{F542D2B9-31A9-4DE4-859A-CAD915E8FA3F}" dt="2023-12-27T10:39:24.602" v="19" actId="207"/>
          <ac:spMkLst>
            <pc:docMk/>
            <pc:sldMk cId="0" sldId="264"/>
            <ac:spMk id="16409" creationId="{8BF93C22-C198-AB3B-EFDB-5B938429D8C5}"/>
          </ac:spMkLst>
        </pc:spChg>
        <pc:spChg chg="mod">
          <ac:chgData name="Margarit Meroyan" userId="630a6349-7c61-463e-804c-816773a1019c" providerId="ADAL" clId="{F542D2B9-31A9-4DE4-859A-CAD915E8FA3F}" dt="2023-12-27T10:39:29.185" v="21" actId="207"/>
          <ac:spMkLst>
            <pc:docMk/>
            <pc:sldMk cId="0" sldId="264"/>
            <ac:spMk id="16426" creationId="{24BC65E9-A387-31A8-70B6-926DB3E6E8D0}"/>
          </ac:spMkLst>
        </pc:spChg>
        <pc:spChg chg="mod">
          <ac:chgData name="Margarit Meroyan" userId="630a6349-7c61-463e-804c-816773a1019c" providerId="ADAL" clId="{F542D2B9-31A9-4DE4-859A-CAD915E8FA3F}" dt="2023-12-27T10:39:26.956" v="20" actId="207"/>
          <ac:spMkLst>
            <pc:docMk/>
            <pc:sldMk cId="0" sldId="264"/>
            <ac:spMk id="16435" creationId="{AD3D471D-CAB2-FA89-D046-03567E006C09}"/>
          </ac:spMkLst>
        </pc:spChg>
      </pc:sldChg>
      <pc:sldChg chg="modSp mod">
        <pc:chgData name="Margarit Meroyan" userId="630a6349-7c61-463e-804c-816773a1019c" providerId="ADAL" clId="{F542D2B9-31A9-4DE4-859A-CAD915E8FA3F}" dt="2023-12-27T10:43:22.723" v="27" actId="207"/>
        <pc:sldMkLst>
          <pc:docMk/>
          <pc:sldMk cId="0" sldId="265"/>
        </pc:sldMkLst>
        <pc:spChg chg="mod">
          <ac:chgData name="Margarit Meroyan" userId="630a6349-7c61-463e-804c-816773a1019c" providerId="ADAL" clId="{F542D2B9-31A9-4DE4-859A-CAD915E8FA3F}" dt="2023-12-27T10:43:22.723" v="27" actId="207"/>
          <ac:spMkLst>
            <pc:docMk/>
            <pc:sldMk cId="0" sldId="265"/>
            <ac:spMk id="17417" creationId="{B8F8B266-2F54-8DDA-7996-0DBD68A8B571}"/>
          </ac:spMkLst>
        </pc:spChg>
        <pc:spChg chg="mod">
          <ac:chgData name="Margarit Meroyan" userId="630a6349-7c61-463e-804c-816773a1019c" providerId="ADAL" clId="{F542D2B9-31A9-4DE4-859A-CAD915E8FA3F}" dt="2023-12-27T10:43:16.063" v="25" actId="207"/>
          <ac:spMkLst>
            <pc:docMk/>
            <pc:sldMk cId="0" sldId="265"/>
            <ac:spMk id="17425" creationId="{17AB28C1-2D41-B4C9-1372-389DB6CE90F4}"/>
          </ac:spMkLst>
        </pc:spChg>
        <pc:spChg chg="mod">
          <ac:chgData name="Margarit Meroyan" userId="630a6349-7c61-463e-804c-816773a1019c" providerId="ADAL" clId="{F542D2B9-31A9-4DE4-859A-CAD915E8FA3F}" dt="2023-12-27T10:43:13.791" v="24" actId="207"/>
          <ac:spMkLst>
            <pc:docMk/>
            <pc:sldMk cId="0" sldId="265"/>
            <ac:spMk id="17426" creationId="{24ABE92E-A16C-DC0D-A63A-7C6F7AF7F503}"/>
          </ac:spMkLst>
        </pc:spChg>
        <pc:spChg chg="mod">
          <ac:chgData name="Margarit Meroyan" userId="630a6349-7c61-463e-804c-816773a1019c" providerId="ADAL" clId="{F542D2B9-31A9-4DE4-859A-CAD915E8FA3F}" dt="2023-12-27T10:43:11.095" v="23" actId="207"/>
          <ac:spMkLst>
            <pc:docMk/>
            <pc:sldMk cId="0" sldId="265"/>
            <ac:spMk id="17435" creationId="{1F1A78BF-1869-A282-16BA-5E60A12E3CB7}"/>
          </ac:spMkLst>
        </pc:spChg>
        <pc:spChg chg="mod">
          <ac:chgData name="Margarit Meroyan" userId="630a6349-7c61-463e-804c-816773a1019c" providerId="ADAL" clId="{F542D2B9-31A9-4DE4-859A-CAD915E8FA3F}" dt="2023-12-27T10:43:11.095" v="23" actId="207"/>
          <ac:spMkLst>
            <pc:docMk/>
            <pc:sldMk cId="0" sldId="265"/>
            <ac:spMk id="17436" creationId="{97AC9950-F11D-80F3-BE96-686CEC284646}"/>
          </ac:spMkLst>
        </pc:spChg>
        <pc:spChg chg="mod">
          <ac:chgData name="Margarit Meroyan" userId="630a6349-7c61-463e-804c-816773a1019c" providerId="ADAL" clId="{F542D2B9-31A9-4DE4-859A-CAD915E8FA3F}" dt="2023-12-27T10:43:11.095" v="23" actId="207"/>
          <ac:spMkLst>
            <pc:docMk/>
            <pc:sldMk cId="0" sldId="265"/>
            <ac:spMk id="17441" creationId="{2EB8EA37-D42F-495E-D89E-3C511BDA1B0F}"/>
          </ac:spMkLst>
        </pc:spChg>
        <pc:spChg chg="mod">
          <ac:chgData name="Margarit Meroyan" userId="630a6349-7c61-463e-804c-816773a1019c" providerId="ADAL" clId="{F542D2B9-31A9-4DE4-859A-CAD915E8FA3F}" dt="2023-12-27T10:43:11.095" v="23" actId="207"/>
          <ac:spMkLst>
            <pc:docMk/>
            <pc:sldMk cId="0" sldId="265"/>
            <ac:spMk id="17442" creationId="{28B399F7-7706-FC1C-9E0F-A1767C32296C}"/>
          </ac:spMkLst>
        </pc:spChg>
        <pc:spChg chg="mod">
          <ac:chgData name="Margarit Meroyan" userId="630a6349-7c61-463e-804c-816773a1019c" providerId="ADAL" clId="{F542D2B9-31A9-4DE4-859A-CAD915E8FA3F}" dt="2023-12-27T10:39:35.053" v="22" actId="207"/>
          <ac:spMkLst>
            <pc:docMk/>
            <pc:sldMk cId="0" sldId="265"/>
            <ac:spMk id="17445" creationId="{FC06D4FD-1658-9F99-D07C-091ED1385CBA}"/>
          </ac:spMkLst>
        </pc:spChg>
        <pc:spChg chg="mod">
          <ac:chgData name="Margarit Meroyan" userId="630a6349-7c61-463e-804c-816773a1019c" providerId="ADAL" clId="{F542D2B9-31A9-4DE4-859A-CAD915E8FA3F}" dt="2023-12-27T10:43:20.307" v="26" actId="207"/>
          <ac:spMkLst>
            <pc:docMk/>
            <pc:sldMk cId="0" sldId="265"/>
            <ac:spMk id="17467" creationId="{A3159731-4442-C889-F480-DEB9EB7547A6}"/>
          </ac:spMkLst>
        </pc:spChg>
      </pc:sldChg>
      <pc:sldChg chg="modSp">
        <pc:chgData name="Margarit Meroyan" userId="630a6349-7c61-463e-804c-816773a1019c" providerId="ADAL" clId="{F542D2B9-31A9-4DE4-859A-CAD915E8FA3F}" dt="2023-12-27T10:44:21.641" v="38" actId="207"/>
        <pc:sldMkLst>
          <pc:docMk/>
          <pc:sldMk cId="0" sldId="290"/>
        </pc:sldMkLst>
        <pc:spChg chg="mod">
          <ac:chgData name="Margarit Meroyan" userId="630a6349-7c61-463e-804c-816773a1019c" providerId="ADAL" clId="{F542D2B9-31A9-4DE4-859A-CAD915E8FA3F}" dt="2023-12-27T10:44:16.924" v="37" actId="207"/>
          <ac:spMkLst>
            <pc:docMk/>
            <pc:sldMk cId="0" sldId="290"/>
            <ac:spMk id="29712" creationId="{7F8DEF35-28C9-9D50-313C-D5E69D2B8372}"/>
          </ac:spMkLst>
        </pc:spChg>
        <pc:spChg chg="mod">
          <ac:chgData name="Margarit Meroyan" userId="630a6349-7c61-463e-804c-816773a1019c" providerId="ADAL" clId="{F542D2B9-31A9-4DE4-859A-CAD915E8FA3F}" dt="2023-12-27T10:44:16.924" v="37" actId="207"/>
          <ac:spMkLst>
            <pc:docMk/>
            <pc:sldMk cId="0" sldId="290"/>
            <ac:spMk id="29713" creationId="{CF7B8635-8162-ADBA-22FB-0D7C2D43A54F}"/>
          </ac:spMkLst>
        </pc:spChg>
        <pc:spChg chg="mod">
          <ac:chgData name="Margarit Meroyan" userId="630a6349-7c61-463e-804c-816773a1019c" providerId="ADAL" clId="{F542D2B9-31A9-4DE4-859A-CAD915E8FA3F}" dt="2023-12-27T10:44:08.086" v="35" actId="207"/>
          <ac:spMkLst>
            <pc:docMk/>
            <pc:sldMk cId="0" sldId="290"/>
            <ac:spMk id="29714" creationId="{5C587A2C-A552-25BC-D86B-DC2EBCB6457A}"/>
          </ac:spMkLst>
        </pc:spChg>
        <pc:spChg chg="mod">
          <ac:chgData name="Margarit Meroyan" userId="630a6349-7c61-463e-804c-816773a1019c" providerId="ADAL" clId="{F542D2B9-31A9-4DE4-859A-CAD915E8FA3F}" dt="2023-12-27T10:44:21.641" v="38" actId="207"/>
          <ac:spMkLst>
            <pc:docMk/>
            <pc:sldMk cId="0" sldId="290"/>
            <ac:spMk id="29715" creationId="{769C1A30-4E56-A4B1-503F-1E252C2378AE}"/>
          </ac:spMkLst>
        </pc:spChg>
        <pc:spChg chg="mod">
          <ac:chgData name="Margarit Meroyan" userId="630a6349-7c61-463e-804c-816773a1019c" providerId="ADAL" clId="{F542D2B9-31A9-4DE4-859A-CAD915E8FA3F}" dt="2023-12-27T10:44:08.086" v="35" actId="207"/>
          <ac:spMkLst>
            <pc:docMk/>
            <pc:sldMk cId="0" sldId="290"/>
            <ac:spMk id="29716" creationId="{F42223C9-51AF-3F12-E36D-9253C6228D29}"/>
          </ac:spMkLst>
        </pc:spChg>
        <pc:spChg chg="mod">
          <ac:chgData name="Margarit Meroyan" userId="630a6349-7c61-463e-804c-816773a1019c" providerId="ADAL" clId="{F542D2B9-31A9-4DE4-859A-CAD915E8FA3F}" dt="2023-12-27T10:44:16.924" v="37" actId="207"/>
          <ac:spMkLst>
            <pc:docMk/>
            <pc:sldMk cId="0" sldId="290"/>
            <ac:spMk id="29717" creationId="{DC10DB69-6903-5D02-6B97-5B8FA953C0EB}"/>
          </ac:spMkLst>
        </pc:spChg>
        <pc:spChg chg="mod">
          <ac:chgData name="Margarit Meroyan" userId="630a6349-7c61-463e-804c-816773a1019c" providerId="ADAL" clId="{F542D2B9-31A9-4DE4-859A-CAD915E8FA3F}" dt="2023-12-27T10:44:21.641" v="38" actId="207"/>
          <ac:spMkLst>
            <pc:docMk/>
            <pc:sldMk cId="0" sldId="290"/>
            <ac:spMk id="29718" creationId="{EFC6B1D9-8312-92A0-C6A9-68326437CB8B}"/>
          </ac:spMkLst>
        </pc:spChg>
        <pc:spChg chg="mod">
          <ac:chgData name="Margarit Meroyan" userId="630a6349-7c61-463e-804c-816773a1019c" providerId="ADAL" clId="{F542D2B9-31A9-4DE4-859A-CAD915E8FA3F}" dt="2023-12-27T10:44:12.117" v="36" actId="207"/>
          <ac:spMkLst>
            <pc:docMk/>
            <pc:sldMk cId="0" sldId="290"/>
            <ac:spMk id="29719" creationId="{7267CDD2-4A8A-8403-682A-26CC07AEFFB1}"/>
          </ac:spMkLst>
        </pc:spChg>
        <pc:spChg chg="mod">
          <ac:chgData name="Margarit Meroyan" userId="630a6349-7c61-463e-804c-816773a1019c" providerId="ADAL" clId="{F542D2B9-31A9-4DE4-859A-CAD915E8FA3F}" dt="2023-12-27T10:44:12.117" v="36" actId="207"/>
          <ac:spMkLst>
            <pc:docMk/>
            <pc:sldMk cId="0" sldId="290"/>
            <ac:spMk id="29720" creationId="{24FA948F-D91C-45F0-D7BA-FE3248A91656}"/>
          </ac:spMkLst>
        </pc:spChg>
        <pc:spChg chg="mod">
          <ac:chgData name="Margarit Meroyan" userId="630a6349-7c61-463e-804c-816773a1019c" providerId="ADAL" clId="{F542D2B9-31A9-4DE4-859A-CAD915E8FA3F}" dt="2023-12-27T10:44:12.117" v="36" actId="207"/>
          <ac:spMkLst>
            <pc:docMk/>
            <pc:sldMk cId="0" sldId="290"/>
            <ac:spMk id="29721" creationId="{14D65B20-1C22-D235-33CF-EE3484737255}"/>
          </ac:spMkLst>
        </pc:spChg>
        <pc:spChg chg="mod">
          <ac:chgData name="Margarit Meroyan" userId="630a6349-7c61-463e-804c-816773a1019c" providerId="ADAL" clId="{F542D2B9-31A9-4DE4-859A-CAD915E8FA3F}" dt="2023-12-27T10:43:54.838" v="32" actId="207"/>
          <ac:spMkLst>
            <pc:docMk/>
            <pc:sldMk cId="0" sldId="290"/>
            <ac:spMk id="29731" creationId="{DCCAEFF3-BC93-C3EC-0C15-5F0362973B84}"/>
          </ac:spMkLst>
        </pc:spChg>
        <pc:spChg chg="mod">
          <ac:chgData name="Margarit Meroyan" userId="630a6349-7c61-463e-804c-816773a1019c" providerId="ADAL" clId="{F542D2B9-31A9-4DE4-859A-CAD915E8FA3F}" dt="2023-12-27T10:43:59.122" v="33" actId="207"/>
          <ac:spMkLst>
            <pc:docMk/>
            <pc:sldMk cId="0" sldId="290"/>
            <ac:spMk id="29732" creationId="{DD667FC8-1694-19DE-A665-2D0D06DDFB03}"/>
          </ac:spMkLst>
        </pc:spChg>
        <pc:spChg chg="mod">
          <ac:chgData name="Margarit Meroyan" userId="630a6349-7c61-463e-804c-816773a1019c" providerId="ADAL" clId="{F542D2B9-31A9-4DE4-859A-CAD915E8FA3F}" dt="2023-12-27T10:43:59.122" v="33" actId="207"/>
          <ac:spMkLst>
            <pc:docMk/>
            <pc:sldMk cId="0" sldId="290"/>
            <ac:spMk id="29733" creationId="{2A092FDE-B2D8-308C-A10E-FFD53D883A78}"/>
          </ac:spMkLst>
        </pc:spChg>
        <pc:spChg chg="mod">
          <ac:chgData name="Margarit Meroyan" userId="630a6349-7c61-463e-804c-816773a1019c" providerId="ADAL" clId="{F542D2B9-31A9-4DE4-859A-CAD915E8FA3F}" dt="2023-12-27T10:43:54.838" v="32" actId="207"/>
          <ac:spMkLst>
            <pc:docMk/>
            <pc:sldMk cId="0" sldId="290"/>
            <ac:spMk id="29734" creationId="{80BA00F1-402D-87B0-5504-14C98235A35E}"/>
          </ac:spMkLst>
        </pc:spChg>
        <pc:spChg chg="mod">
          <ac:chgData name="Margarit Meroyan" userId="630a6349-7c61-463e-804c-816773a1019c" providerId="ADAL" clId="{F542D2B9-31A9-4DE4-859A-CAD915E8FA3F}" dt="2023-12-27T10:44:01.874" v="34" actId="207"/>
          <ac:spMkLst>
            <pc:docMk/>
            <pc:sldMk cId="0" sldId="290"/>
            <ac:spMk id="29735" creationId="{AD0CA00D-AEFB-51F7-EA61-9F298CB72882}"/>
          </ac:spMkLst>
        </pc:spChg>
        <pc:spChg chg="mod">
          <ac:chgData name="Margarit Meroyan" userId="630a6349-7c61-463e-804c-816773a1019c" providerId="ADAL" clId="{F542D2B9-31A9-4DE4-859A-CAD915E8FA3F}" dt="2023-12-27T10:43:54.838" v="32" actId="207"/>
          <ac:spMkLst>
            <pc:docMk/>
            <pc:sldMk cId="0" sldId="290"/>
            <ac:spMk id="29736" creationId="{6098B58E-6E1D-D014-005B-1A4B3CB2DF44}"/>
          </ac:spMkLst>
        </pc:spChg>
        <pc:spChg chg="mod">
          <ac:chgData name="Margarit Meroyan" userId="630a6349-7c61-463e-804c-816773a1019c" providerId="ADAL" clId="{F542D2B9-31A9-4DE4-859A-CAD915E8FA3F}" dt="2023-12-27T10:44:01.874" v="34" actId="207"/>
          <ac:spMkLst>
            <pc:docMk/>
            <pc:sldMk cId="0" sldId="290"/>
            <ac:spMk id="29737" creationId="{793F7737-5DC8-CA14-8A0F-5A4877C7CD6D}"/>
          </ac:spMkLst>
        </pc:spChg>
        <pc:spChg chg="mod">
          <ac:chgData name="Margarit Meroyan" userId="630a6349-7c61-463e-804c-816773a1019c" providerId="ADAL" clId="{F542D2B9-31A9-4DE4-859A-CAD915E8FA3F}" dt="2023-12-27T10:43:54.838" v="32" actId="207"/>
          <ac:spMkLst>
            <pc:docMk/>
            <pc:sldMk cId="0" sldId="290"/>
            <ac:spMk id="29738" creationId="{0683C1A5-2A25-0D3E-5FA4-387DE0D217F7}"/>
          </ac:spMkLst>
        </pc:spChg>
      </pc:sldChg>
      <pc:sldChg chg="modSp mod">
        <pc:chgData name="Margarit Meroyan" userId="630a6349-7c61-463e-804c-816773a1019c" providerId="ADAL" clId="{F542D2B9-31A9-4DE4-859A-CAD915E8FA3F}" dt="2023-12-27T10:44:33.738" v="42" actId="207"/>
        <pc:sldMkLst>
          <pc:docMk/>
          <pc:sldMk cId="0" sldId="292"/>
        </pc:sldMkLst>
        <pc:spChg chg="mod">
          <ac:chgData name="Margarit Meroyan" userId="630a6349-7c61-463e-804c-816773a1019c" providerId="ADAL" clId="{F542D2B9-31A9-4DE4-859A-CAD915E8FA3F}" dt="2023-12-27T10:44:31.204" v="41" actId="1076"/>
          <ac:spMkLst>
            <pc:docMk/>
            <pc:sldMk cId="0" sldId="292"/>
            <ac:spMk id="104" creationId="{DE291EC9-29FD-41AC-9148-947FA8F5C04B}"/>
          </ac:spMkLst>
        </pc:spChg>
        <pc:spChg chg="mod">
          <ac:chgData name="Margarit Meroyan" userId="630a6349-7c61-463e-804c-816773a1019c" providerId="ADAL" clId="{F542D2B9-31A9-4DE4-859A-CAD915E8FA3F}" dt="2023-12-27T10:44:31.204" v="41" actId="1076"/>
          <ac:spMkLst>
            <pc:docMk/>
            <pc:sldMk cId="0" sldId="292"/>
            <ac:spMk id="106" creationId="{0E6473D3-5D41-4BA0-A7F5-8AB08658907D}"/>
          </ac:spMkLst>
        </pc:spChg>
        <pc:spChg chg="mod">
          <ac:chgData name="Margarit Meroyan" userId="630a6349-7c61-463e-804c-816773a1019c" providerId="ADAL" clId="{F542D2B9-31A9-4DE4-859A-CAD915E8FA3F}" dt="2023-12-27T10:44:31.204" v="41" actId="1076"/>
          <ac:spMkLst>
            <pc:docMk/>
            <pc:sldMk cId="0" sldId="292"/>
            <ac:spMk id="107" creationId="{AFF267CC-0831-4950-BCAD-14081974FFD4}"/>
          </ac:spMkLst>
        </pc:spChg>
        <pc:spChg chg="mod">
          <ac:chgData name="Margarit Meroyan" userId="630a6349-7c61-463e-804c-816773a1019c" providerId="ADAL" clId="{F542D2B9-31A9-4DE4-859A-CAD915E8FA3F}" dt="2023-12-27T10:44:31.204" v="41" actId="1076"/>
          <ac:spMkLst>
            <pc:docMk/>
            <pc:sldMk cId="0" sldId="292"/>
            <ac:spMk id="108" creationId="{15CB930C-28DE-4EC9-AF5C-8E1F3AC51E5C}"/>
          </ac:spMkLst>
        </pc:spChg>
        <pc:spChg chg="mod">
          <ac:chgData name="Margarit Meroyan" userId="630a6349-7c61-463e-804c-816773a1019c" providerId="ADAL" clId="{F542D2B9-31A9-4DE4-859A-CAD915E8FA3F}" dt="2023-12-27T10:44:31.204" v="41" actId="1076"/>
          <ac:spMkLst>
            <pc:docMk/>
            <pc:sldMk cId="0" sldId="292"/>
            <ac:spMk id="109" creationId="{BAA69B43-6A80-4C6D-BD4C-3D434C2BFFAF}"/>
          </ac:spMkLst>
        </pc:spChg>
        <pc:spChg chg="mod">
          <ac:chgData name="Margarit Meroyan" userId="630a6349-7c61-463e-804c-816773a1019c" providerId="ADAL" clId="{F542D2B9-31A9-4DE4-859A-CAD915E8FA3F}" dt="2023-12-27T10:44:31.204" v="41" actId="1076"/>
          <ac:spMkLst>
            <pc:docMk/>
            <pc:sldMk cId="0" sldId="292"/>
            <ac:spMk id="110" creationId="{0D0A57FF-8E67-42AE-AE6B-FC16F6AAC455}"/>
          </ac:spMkLst>
        </pc:spChg>
        <pc:spChg chg="mod">
          <ac:chgData name="Margarit Meroyan" userId="630a6349-7c61-463e-804c-816773a1019c" providerId="ADAL" clId="{F542D2B9-31A9-4DE4-859A-CAD915E8FA3F}" dt="2023-12-27T10:44:31.204" v="41" actId="1076"/>
          <ac:spMkLst>
            <pc:docMk/>
            <pc:sldMk cId="0" sldId="292"/>
            <ac:spMk id="111" creationId="{AACA1634-6AE8-42E7-AA29-D3A6281B5BFE}"/>
          </ac:spMkLst>
        </pc:spChg>
        <pc:spChg chg="mod">
          <ac:chgData name="Margarit Meroyan" userId="630a6349-7c61-463e-804c-816773a1019c" providerId="ADAL" clId="{F542D2B9-31A9-4DE4-859A-CAD915E8FA3F}" dt="2023-12-27T10:44:31.204" v="41" actId="1076"/>
          <ac:spMkLst>
            <pc:docMk/>
            <pc:sldMk cId="0" sldId="292"/>
            <ac:spMk id="112" creationId="{3F330BB5-9687-4342-A4BC-327487722AED}"/>
          </ac:spMkLst>
        </pc:spChg>
        <pc:spChg chg="mod">
          <ac:chgData name="Margarit Meroyan" userId="630a6349-7c61-463e-804c-816773a1019c" providerId="ADAL" clId="{F542D2B9-31A9-4DE4-859A-CAD915E8FA3F}" dt="2023-12-27T10:44:31.204" v="41" actId="1076"/>
          <ac:spMkLst>
            <pc:docMk/>
            <pc:sldMk cId="0" sldId="292"/>
            <ac:spMk id="31749" creationId="{EE143560-A6FA-4194-9129-4B627075A1F3}"/>
          </ac:spMkLst>
        </pc:spChg>
        <pc:spChg chg="mod">
          <ac:chgData name="Margarit Meroyan" userId="630a6349-7c61-463e-804c-816773a1019c" providerId="ADAL" clId="{F542D2B9-31A9-4DE4-859A-CAD915E8FA3F}" dt="2023-12-27T10:44:31.204" v="41" actId="1076"/>
          <ac:spMkLst>
            <pc:docMk/>
            <pc:sldMk cId="0" sldId="292"/>
            <ac:spMk id="31758" creationId="{227A6770-DABC-3305-D6F5-850DD033A752}"/>
          </ac:spMkLst>
        </pc:spChg>
        <pc:spChg chg="mod">
          <ac:chgData name="Margarit Meroyan" userId="630a6349-7c61-463e-804c-816773a1019c" providerId="ADAL" clId="{F542D2B9-31A9-4DE4-859A-CAD915E8FA3F}" dt="2023-12-27T10:44:31.204" v="41" actId="1076"/>
          <ac:spMkLst>
            <pc:docMk/>
            <pc:sldMk cId="0" sldId="292"/>
            <ac:spMk id="31760" creationId="{82D5594B-E0F3-5909-62C5-20C5E1117530}"/>
          </ac:spMkLst>
        </pc:spChg>
        <pc:spChg chg="mod">
          <ac:chgData name="Margarit Meroyan" userId="630a6349-7c61-463e-804c-816773a1019c" providerId="ADAL" clId="{F542D2B9-31A9-4DE4-859A-CAD915E8FA3F}" dt="2023-12-27T10:44:31.204" v="41" actId="1076"/>
          <ac:spMkLst>
            <pc:docMk/>
            <pc:sldMk cId="0" sldId="292"/>
            <ac:spMk id="31761" creationId="{B05CCF8B-461B-BCE0-73B3-468FA5BEBC0C}"/>
          </ac:spMkLst>
        </pc:spChg>
        <pc:spChg chg="mod">
          <ac:chgData name="Margarit Meroyan" userId="630a6349-7c61-463e-804c-816773a1019c" providerId="ADAL" clId="{F542D2B9-31A9-4DE4-859A-CAD915E8FA3F}" dt="2023-12-27T10:44:31.204" v="41" actId="1076"/>
          <ac:spMkLst>
            <pc:docMk/>
            <pc:sldMk cId="0" sldId="292"/>
            <ac:spMk id="31762" creationId="{CAE8080A-E34C-2337-29A3-0E535AC6FC43}"/>
          </ac:spMkLst>
        </pc:spChg>
        <pc:spChg chg="mod">
          <ac:chgData name="Margarit Meroyan" userId="630a6349-7c61-463e-804c-816773a1019c" providerId="ADAL" clId="{F542D2B9-31A9-4DE4-859A-CAD915E8FA3F}" dt="2023-12-27T10:44:31.204" v="41" actId="1076"/>
          <ac:spMkLst>
            <pc:docMk/>
            <pc:sldMk cId="0" sldId="292"/>
            <ac:spMk id="31763" creationId="{B463F56D-F175-F683-AA48-0AE6C1F85223}"/>
          </ac:spMkLst>
        </pc:spChg>
        <pc:spChg chg="mod">
          <ac:chgData name="Margarit Meroyan" userId="630a6349-7c61-463e-804c-816773a1019c" providerId="ADAL" clId="{F542D2B9-31A9-4DE4-859A-CAD915E8FA3F}" dt="2023-12-27T10:44:31.204" v="41" actId="1076"/>
          <ac:spMkLst>
            <pc:docMk/>
            <pc:sldMk cId="0" sldId="292"/>
            <ac:spMk id="31764" creationId="{43BC058F-0FDA-7B48-3FF1-A786E872F2CB}"/>
          </ac:spMkLst>
        </pc:spChg>
        <pc:spChg chg="mod">
          <ac:chgData name="Margarit Meroyan" userId="630a6349-7c61-463e-804c-816773a1019c" providerId="ADAL" clId="{F542D2B9-31A9-4DE4-859A-CAD915E8FA3F}" dt="2023-12-27T10:44:31.204" v="41" actId="1076"/>
          <ac:spMkLst>
            <pc:docMk/>
            <pc:sldMk cId="0" sldId="292"/>
            <ac:spMk id="31765" creationId="{5B1F273E-0209-6A9B-62CD-3903EF7E6CD7}"/>
          </ac:spMkLst>
        </pc:spChg>
        <pc:spChg chg="mod">
          <ac:chgData name="Margarit Meroyan" userId="630a6349-7c61-463e-804c-816773a1019c" providerId="ADAL" clId="{F542D2B9-31A9-4DE4-859A-CAD915E8FA3F}" dt="2023-12-27T10:44:31.204" v="41" actId="1076"/>
          <ac:spMkLst>
            <pc:docMk/>
            <pc:sldMk cId="0" sldId="292"/>
            <ac:spMk id="31766" creationId="{482CCAB1-CF8F-0CF7-0B59-2CE226AC33C3}"/>
          </ac:spMkLst>
        </pc:spChg>
        <pc:spChg chg="mod">
          <ac:chgData name="Margarit Meroyan" userId="630a6349-7c61-463e-804c-816773a1019c" providerId="ADAL" clId="{F542D2B9-31A9-4DE4-859A-CAD915E8FA3F}" dt="2023-12-27T10:44:31.204" v="41" actId="1076"/>
          <ac:spMkLst>
            <pc:docMk/>
            <pc:sldMk cId="0" sldId="292"/>
            <ac:spMk id="31767" creationId="{27D6B6B2-2663-F53A-2D9A-78D4B3DCD630}"/>
          </ac:spMkLst>
        </pc:spChg>
        <pc:spChg chg="mod">
          <ac:chgData name="Margarit Meroyan" userId="630a6349-7c61-463e-804c-816773a1019c" providerId="ADAL" clId="{F542D2B9-31A9-4DE4-859A-CAD915E8FA3F}" dt="2023-12-27T10:44:31.204" v="41" actId="1076"/>
          <ac:spMkLst>
            <pc:docMk/>
            <pc:sldMk cId="0" sldId="292"/>
            <ac:spMk id="31768" creationId="{245F0821-2AB5-454A-21A1-38E9DB2BE651}"/>
          </ac:spMkLst>
        </pc:spChg>
        <pc:spChg chg="mod">
          <ac:chgData name="Margarit Meroyan" userId="630a6349-7c61-463e-804c-816773a1019c" providerId="ADAL" clId="{F542D2B9-31A9-4DE4-859A-CAD915E8FA3F}" dt="2023-12-27T10:44:31.204" v="41" actId="1076"/>
          <ac:spMkLst>
            <pc:docMk/>
            <pc:sldMk cId="0" sldId="292"/>
            <ac:spMk id="31769" creationId="{925EE40D-5095-B0A4-996D-48711D20A71B}"/>
          </ac:spMkLst>
        </pc:spChg>
        <pc:spChg chg="mod">
          <ac:chgData name="Margarit Meroyan" userId="630a6349-7c61-463e-804c-816773a1019c" providerId="ADAL" clId="{F542D2B9-31A9-4DE4-859A-CAD915E8FA3F}" dt="2023-12-27T10:44:31.204" v="41" actId="1076"/>
          <ac:spMkLst>
            <pc:docMk/>
            <pc:sldMk cId="0" sldId="292"/>
            <ac:spMk id="31770" creationId="{6CD3D111-B39A-3F0D-526D-61C90C978748}"/>
          </ac:spMkLst>
        </pc:spChg>
        <pc:spChg chg="mod">
          <ac:chgData name="Margarit Meroyan" userId="630a6349-7c61-463e-804c-816773a1019c" providerId="ADAL" clId="{F542D2B9-31A9-4DE4-859A-CAD915E8FA3F}" dt="2023-12-27T10:44:31.204" v="41" actId="1076"/>
          <ac:spMkLst>
            <pc:docMk/>
            <pc:sldMk cId="0" sldId="292"/>
            <ac:spMk id="31771" creationId="{617D2591-DFB0-9889-6A35-307BE117AC0B}"/>
          </ac:spMkLst>
        </pc:spChg>
        <pc:spChg chg="mod">
          <ac:chgData name="Margarit Meroyan" userId="630a6349-7c61-463e-804c-816773a1019c" providerId="ADAL" clId="{F542D2B9-31A9-4DE4-859A-CAD915E8FA3F}" dt="2023-12-27T10:44:31.204" v="41" actId="1076"/>
          <ac:spMkLst>
            <pc:docMk/>
            <pc:sldMk cId="0" sldId="292"/>
            <ac:spMk id="31772" creationId="{F697084D-64C1-5F5A-D63B-B24C50317F37}"/>
          </ac:spMkLst>
        </pc:spChg>
        <pc:spChg chg="mod">
          <ac:chgData name="Margarit Meroyan" userId="630a6349-7c61-463e-804c-816773a1019c" providerId="ADAL" clId="{F542D2B9-31A9-4DE4-859A-CAD915E8FA3F}" dt="2023-12-27T10:44:31.204" v="41" actId="1076"/>
          <ac:spMkLst>
            <pc:docMk/>
            <pc:sldMk cId="0" sldId="292"/>
            <ac:spMk id="31773" creationId="{5571A9EE-BD34-FE0B-4B5C-80498150AF91}"/>
          </ac:spMkLst>
        </pc:spChg>
        <pc:spChg chg="mod">
          <ac:chgData name="Margarit Meroyan" userId="630a6349-7c61-463e-804c-816773a1019c" providerId="ADAL" clId="{F542D2B9-31A9-4DE4-859A-CAD915E8FA3F}" dt="2023-12-27T10:44:31.204" v="41" actId="1076"/>
          <ac:spMkLst>
            <pc:docMk/>
            <pc:sldMk cId="0" sldId="292"/>
            <ac:spMk id="31774" creationId="{0454AF7B-7497-79C2-AC3A-A1B7977126A2}"/>
          </ac:spMkLst>
        </pc:spChg>
        <pc:spChg chg="mod">
          <ac:chgData name="Margarit Meroyan" userId="630a6349-7c61-463e-804c-816773a1019c" providerId="ADAL" clId="{F542D2B9-31A9-4DE4-859A-CAD915E8FA3F}" dt="2023-12-27T10:44:31.204" v="41" actId="1076"/>
          <ac:spMkLst>
            <pc:docMk/>
            <pc:sldMk cId="0" sldId="292"/>
            <ac:spMk id="31775" creationId="{38B04892-4BA3-9EBC-6DD5-1F038F2B4AE2}"/>
          </ac:spMkLst>
        </pc:spChg>
        <pc:spChg chg="mod">
          <ac:chgData name="Margarit Meroyan" userId="630a6349-7c61-463e-804c-816773a1019c" providerId="ADAL" clId="{F542D2B9-31A9-4DE4-859A-CAD915E8FA3F}" dt="2023-12-27T10:44:31.204" v="41" actId="1076"/>
          <ac:spMkLst>
            <pc:docMk/>
            <pc:sldMk cId="0" sldId="292"/>
            <ac:spMk id="31776" creationId="{95BEE15A-8171-EE03-CB15-F4E3AB813AC6}"/>
          </ac:spMkLst>
        </pc:spChg>
        <pc:spChg chg="mod">
          <ac:chgData name="Margarit Meroyan" userId="630a6349-7c61-463e-804c-816773a1019c" providerId="ADAL" clId="{F542D2B9-31A9-4DE4-859A-CAD915E8FA3F}" dt="2023-12-27T10:44:31.204" v="41" actId="1076"/>
          <ac:spMkLst>
            <pc:docMk/>
            <pc:sldMk cId="0" sldId="292"/>
            <ac:spMk id="31777" creationId="{B899206C-F2C1-C6B2-0B23-05C61ECDE9C6}"/>
          </ac:spMkLst>
        </pc:spChg>
        <pc:spChg chg="mod">
          <ac:chgData name="Margarit Meroyan" userId="630a6349-7c61-463e-804c-816773a1019c" providerId="ADAL" clId="{F542D2B9-31A9-4DE4-859A-CAD915E8FA3F}" dt="2023-12-27T10:44:31.204" v="41" actId="1076"/>
          <ac:spMkLst>
            <pc:docMk/>
            <pc:sldMk cId="0" sldId="292"/>
            <ac:spMk id="31778" creationId="{4910799D-5524-E4C4-4B70-1391F88E3558}"/>
          </ac:spMkLst>
        </pc:spChg>
        <pc:spChg chg="mod">
          <ac:chgData name="Margarit Meroyan" userId="630a6349-7c61-463e-804c-816773a1019c" providerId="ADAL" clId="{F542D2B9-31A9-4DE4-859A-CAD915E8FA3F}" dt="2023-12-27T10:44:31.204" v="41" actId="1076"/>
          <ac:spMkLst>
            <pc:docMk/>
            <pc:sldMk cId="0" sldId="292"/>
            <ac:spMk id="31779" creationId="{51F84098-5B84-C0F0-9623-0A063B7E166C}"/>
          </ac:spMkLst>
        </pc:spChg>
        <pc:spChg chg="mod">
          <ac:chgData name="Margarit Meroyan" userId="630a6349-7c61-463e-804c-816773a1019c" providerId="ADAL" clId="{F542D2B9-31A9-4DE4-859A-CAD915E8FA3F}" dt="2023-12-27T10:44:31.204" v="41" actId="1076"/>
          <ac:spMkLst>
            <pc:docMk/>
            <pc:sldMk cId="0" sldId="292"/>
            <ac:spMk id="31780" creationId="{FFCE5521-E0E1-09C8-0EFC-56757791552D}"/>
          </ac:spMkLst>
        </pc:spChg>
        <pc:spChg chg="mod">
          <ac:chgData name="Margarit Meroyan" userId="630a6349-7c61-463e-804c-816773a1019c" providerId="ADAL" clId="{F542D2B9-31A9-4DE4-859A-CAD915E8FA3F}" dt="2023-12-27T10:44:31.204" v="41" actId="1076"/>
          <ac:spMkLst>
            <pc:docMk/>
            <pc:sldMk cId="0" sldId="292"/>
            <ac:spMk id="31781" creationId="{3699BB05-09E5-A883-833D-EA3BCA81300B}"/>
          </ac:spMkLst>
        </pc:spChg>
        <pc:spChg chg="mod">
          <ac:chgData name="Margarit Meroyan" userId="630a6349-7c61-463e-804c-816773a1019c" providerId="ADAL" clId="{F542D2B9-31A9-4DE4-859A-CAD915E8FA3F}" dt="2023-12-27T10:44:31.204" v="41" actId="1076"/>
          <ac:spMkLst>
            <pc:docMk/>
            <pc:sldMk cId="0" sldId="292"/>
            <ac:spMk id="31782" creationId="{0383A47A-1E51-D672-FDD1-6B286C103916}"/>
          </ac:spMkLst>
        </pc:spChg>
        <pc:spChg chg="mod">
          <ac:chgData name="Margarit Meroyan" userId="630a6349-7c61-463e-804c-816773a1019c" providerId="ADAL" clId="{F542D2B9-31A9-4DE4-859A-CAD915E8FA3F}" dt="2023-12-27T10:44:31.204" v="41" actId="1076"/>
          <ac:spMkLst>
            <pc:docMk/>
            <pc:sldMk cId="0" sldId="292"/>
            <ac:spMk id="31783" creationId="{6E313C4C-AC50-FAB0-BBCB-1C0EFB3DBE9B}"/>
          </ac:spMkLst>
        </pc:spChg>
        <pc:spChg chg="mod">
          <ac:chgData name="Margarit Meroyan" userId="630a6349-7c61-463e-804c-816773a1019c" providerId="ADAL" clId="{F542D2B9-31A9-4DE4-859A-CAD915E8FA3F}" dt="2023-12-27T10:44:31.204" v="41" actId="1076"/>
          <ac:spMkLst>
            <pc:docMk/>
            <pc:sldMk cId="0" sldId="292"/>
            <ac:spMk id="31784" creationId="{0D36E00E-B58E-20B6-140D-D1431D95225D}"/>
          </ac:spMkLst>
        </pc:spChg>
        <pc:spChg chg="mod">
          <ac:chgData name="Margarit Meroyan" userId="630a6349-7c61-463e-804c-816773a1019c" providerId="ADAL" clId="{F542D2B9-31A9-4DE4-859A-CAD915E8FA3F}" dt="2023-12-27T10:44:31.204" v="41" actId="1076"/>
          <ac:spMkLst>
            <pc:docMk/>
            <pc:sldMk cId="0" sldId="292"/>
            <ac:spMk id="31785" creationId="{0BE2F210-0DCE-6E44-5C35-39C54F0EFF59}"/>
          </ac:spMkLst>
        </pc:spChg>
        <pc:spChg chg="mod">
          <ac:chgData name="Margarit Meroyan" userId="630a6349-7c61-463e-804c-816773a1019c" providerId="ADAL" clId="{F542D2B9-31A9-4DE4-859A-CAD915E8FA3F}" dt="2023-12-27T10:44:31.204" v="41" actId="1076"/>
          <ac:spMkLst>
            <pc:docMk/>
            <pc:sldMk cId="0" sldId="292"/>
            <ac:spMk id="31786" creationId="{CA38850D-F0B9-934C-58C4-0F866362B2C9}"/>
          </ac:spMkLst>
        </pc:spChg>
        <pc:spChg chg="mod">
          <ac:chgData name="Margarit Meroyan" userId="630a6349-7c61-463e-804c-816773a1019c" providerId="ADAL" clId="{F542D2B9-31A9-4DE4-859A-CAD915E8FA3F}" dt="2023-12-27T10:44:31.204" v="41" actId="1076"/>
          <ac:spMkLst>
            <pc:docMk/>
            <pc:sldMk cId="0" sldId="292"/>
            <ac:spMk id="31787" creationId="{707ED312-F022-0C54-B3EA-374DEEFE2E48}"/>
          </ac:spMkLst>
        </pc:spChg>
        <pc:spChg chg="mod">
          <ac:chgData name="Margarit Meroyan" userId="630a6349-7c61-463e-804c-816773a1019c" providerId="ADAL" clId="{F542D2B9-31A9-4DE4-859A-CAD915E8FA3F}" dt="2023-12-27T10:44:31.204" v="41" actId="1076"/>
          <ac:spMkLst>
            <pc:docMk/>
            <pc:sldMk cId="0" sldId="292"/>
            <ac:spMk id="31788" creationId="{B3C43B39-F9F6-747B-0FC3-D24409DFD044}"/>
          </ac:spMkLst>
        </pc:spChg>
        <pc:spChg chg="mod">
          <ac:chgData name="Margarit Meroyan" userId="630a6349-7c61-463e-804c-816773a1019c" providerId="ADAL" clId="{F542D2B9-31A9-4DE4-859A-CAD915E8FA3F}" dt="2023-12-27T10:44:31.204" v="41" actId="1076"/>
          <ac:spMkLst>
            <pc:docMk/>
            <pc:sldMk cId="0" sldId="292"/>
            <ac:spMk id="31789" creationId="{5E1F3FE9-69CF-37D8-8430-D1C9B8A539C8}"/>
          </ac:spMkLst>
        </pc:spChg>
        <pc:spChg chg="mod">
          <ac:chgData name="Margarit Meroyan" userId="630a6349-7c61-463e-804c-816773a1019c" providerId="ADAL" clId="{F542D2B9-31A9-4DE4-859A-CAD915E8FA3F}" dt="2023-12-27T10:44:31.204" v="41" actId="1076"/>
          <ac:spMkLst>
            <pc:docMk/>
            <pc:sldMk cId="0" sldId="292"/>
            <ac:spMk id="31790" creationId="{FE6F1660-A9BC-EFD7-FF69-EECCE6701EBE}"/>
          </ac:spMkLst>
        </pc:spChg>
        <pc:spChg chg="mod">
          <ac:chgData name="Margarit Meroyan" userId="630a6349-7c61-463e-804c-816773a1019c" providerId="ADAL" clId="{F542D2B9-31A9-4DE4-859A-CAD915E8FA3F}" dt="2023-12-27T10:44:31.204" v="41" actId="1076"/>
          <ac:spMkLst>
            <pc:docMk/>
            <pc:sldMk cId="0" sldId="292"/>
            <ac:spMk id="31791" creationId="{94785A9A-FD25-DBCF-0AEE-50F6C4468058}"/>
          </ac:spMkLst>
        </pc:spChg>
        <pc:spChg chg="mod">
          <ac:chgData name="Margarit Meroyan" userId="630a6349-7c61-463e-804c-816773a1019c" providerId="ADAL" clId="{F542D2B9-31A9-4DE4-859A-CAD915E8FA3F}" dt="2023-12-27T10:44:31.204" v="41" actId="1076"/>
          <ac:spMkLst>
            <pc:docMk/>
            <pc:sldMk cId="0" sldId="292"/>
            <ac:spMk id="31792" creationId="{8F5BF537-05FE-F21D-E691-D9C9304B0B74}"/>
          </ac:spMkLst>
        </pc:spChg>
        <pc:spChg chg="mod">
          <ac:chgData name="Margarit Meroyan" userId="630a6349-7c61-463e-804c-816773a1019c" providerId="ADAL" clId="{F542D2B9-31A9-4DE4-859A-CAD915E8FA3F}" dt="2023-12-27T10:44:31.204" v="41" actId="1076"/>
          <ac:spMkLst>
            <pc:docMk/>
            <pc:sldMk cId="0" sldId="292"/>
            <ac:spMk id="31793" creationId="{06AD6882-AEE6-0A2B-30F3-20DB3FF3E99A}"/>
          </ac:spMkLst>
        </pc:spChg>
        <pc:spChg chg="mod">
          <ac:chgData name="Margarit Meroyan" userId="630a6349-7c61-463e-804c-816773a1019c" providerId="ADAL" clId="{F542D2B9-31A9-4DE4-859A-CAD915E8FA3F}" dt="2023-12-27T10:44:31.204" v="41" actId="1076"/>
          <ac:spMkLst>
            <pc:docMk/>
            <pc:sldMk cId="0" sldId="292"/>
            <ac:spMk id="31794" creationId="{64B88F70-B477-8833-49D9-37395EE98AC1}"/>
          </ac:spMkLst>
        </pc:spChg>
        <pc:spChg chg="mod">
          <ac:chgData name="Margarit Meroyan" userId="630a6349-7c61-463e-804c-816773a1019c" providerId="ADAL" clId="{F542D2B9-31A9-4DE4-859A-CAD915E8FA3F}" dt="2023-12-27T10:44:31.204" v="41" actId="1076"/>
          <ac:spMkLst>
            <pc:docMk/>
            <pc:sldMk cId="0" sldId="292"/>
            <ac:spMk id="31795" creationId="{8B1BF866-6D26-3C76-F6C6-C93409F69F51}"/>
          </ac:spMkLst>
        </pc:spChg>
        <pc:spChg chg="mod">
          <ac:chgData name="Margarit Meroyan" userId="630a6349-7c61-463e-804c-816773a1019c" providerId="ADAL" clId="{F542D2B9-31A9-4DE4-859A-CAD915E8FA3F}" dt="2023-12-27T10:44:31.204" v="41" actId="1076"/>
          <ac:spMkLst>
            <pc:docMk/>
            <pc:sldMk cId="0" sldId="292"/>
            <ac:spMk id="31796" creationId="{F75CEFE6-4F9E-6DCE-F0A6-99C5F0279573}"/>
          </ac:spMkLst>
        </pc:spChg>
        <pc:spChg chg="mod">
          <ac:chgData name="Margarit Meroyan" userId="630a6349-7c61-463e-804c-816773a1019c" providerId="ADAL" clId="{F542D2B9-31A9-4DE4-859A-CAD915E8FA3F}" dt="2023-12-27T10:44:31.204" v="41" actId="1076"/>
          <ac:spMkLst>
            <pc:docMk/>
            <pc:sldMk cId="0" sldId="292"/>
            <ac:spMk id="31797" creationId="{C48C4F1F-DCAE-3AFB-3696-45E189C19611}"/>
          </ac:spMkLst>
        </pc:spChg>
        <pc:spChg chg="mod">
          <ac:chgData name="Margarit Meroyan" userId="630a6349-7c61-463e-804c-816773a1019c" providerId="ADAL" clId="{F542D2B9-31A9-4DE4-859A-CAD915E8FA3F}" dt="2023-12-27T10:44:31.204" v="41" actId="1076"/>
          <ac:spMkLst>
            <pc:docMk/>
            <pc:sldMk cId="0" sldId="292"/>
            <ac:spMk id="31798" creationId="{9E758748-0D1A-E11C-2B0A-7A373EBB8FDD}"/>
          </ac:spMkLst>
        </pc:spChg>
        <pc:spChg chg="mod">
          <ac:chgData name="Margarit Meroyan" userId="630a6349-7c61-463e-804c-816773a1019c" providerId="ADAL" clId="{F542D2B9-31A9-4DE4-859A-CAD915E8FA3F}" dt="2023-12-27T10:44:31.204" v="41" actId="1076"/>
          <ac:spMkLst>
            <pc:docMk/>
            <pc:sldMk cId="0" sldId="292"/>
            <ac:spMk id="31799" creationId="{DA8F01A3-3C6B-F4D9-DC79-1F720709A505}"/>
          </ac:spMkLst>
        </pc:spChg>
        <pc:spChg chg="mod">
          <ac:chgData name="Margarit Meroyan" userId="630a6349-7c61-463e-804c-816773a1019c" providerId="ADAL" clId="{F542D2B9-31A9-4DE4-859A-CAD915E8FA3F}" dt="2023-12-27T10:44:31.204" v="41" actId="1076"/>
          <ac:spMkLst>
            <pc:docMk/>
            <pc:sldMk cId="0" sldId="292"/>
            <ac:spMk id="31800" creationId="{D5B848BD-23C8-66A7-C13D-AEDBC31AAE05}"/>
          </ac:spMkLst>
        </pc:spChg>
        <pc:spChg chg="mod">
          <ac:chgData name="Margarit Meroyan" userId="630a6349-7c61-463e-804c-816773a1019c" providerId="ADAL" clId="{F542D2B9-31A9-4DE4-859A-CAD915E8FA3F}" dt="2023-12-27T10:44:31.204" v="41" actId="1076"/>
          <ac:spMkLst>
            <pc:docMk/>
            <pc:sldMk cId="0" sldId="292"/>
            <ac:spMk id="31801" creationId="{3559F0D3-DFAB-F5F1-FF9C-35504662C7C5}"/>
          </ac:spMkLst>
        </pc:spChg>
        <pc:spChg chg="mod">
          <ac:chgData name="Margarit Meroyan" userId="630a6349-7c61-463e-804c-816773a1019c" providerId="ADAL" clId="{F542D2B9-31A9-4DE4-859A-CAD915E8FA3F}" dt="2023-12-27T10:44:31.204" v="41" actId="1076"/>
          <ac:spMkLst>
            <pc:docMk/>
            <pc:sldMk cId="0" sldId="292"/>
            <ac:spMk id="31802" creationId="{11580676-0269-623C-E3AF-6B0A88A41835}"/>
          </ac:spMkLst>
        </pc:spChg>
        <pc:spChg chg="mod">
          <ac:chgData name="Margarit Meroyan" userId="630a6349-7c61-463e-804c-816773a1019c" providerId="ADAL" clId="{F542D2B9-31A9-4DE4-859A-CAD915E8FA3F}" dt="2023-12-27T10:44:31.204" v="41" actId="1076"/>
          <ac:spMkLst>
            <pc:docMk/>
            <pc:sldMk cId="0" sldId="292"/>
            <ac:spMk id="31803" creationId="{36ED9FC3-8546-1280-69A2-E05A21910459}"/>
          </ac:spMkLst>
        </pc:spChg>
        <pc:spChg chg="mod">
          <ac:chgData name="Margarit Meroyan" userId="630a6349-7c61-463e-804c-816773a1019c" providerId="ADAL" clId="{F542D2B9-31A9-4DE4-859A-CAD915E8FA3F}" dt="2023-12-27T10:44:31.204" v="41" actId="1076"/>
          <ac:spMkLst>
            <pc:docMk/>
            <pc:sldMk cId="0" sldId="292"/>
            <ac:spMk id="31804" creationId="{957D4AE7-2AE4-1146-BCBB-ED4A8799087B}"/>
          </ac:spMkLst>
        </pc:spChg>
        <pc:spChg chg="mod">
          <ac:chgData name="Margarit Meroyan" userId="630a6349-7c61-463e-804c-816773a1019c" providerId="ADAL" clId="{F542D2B9-31A9-4DE4-859A-CAD915E8FA3F}" dt="2023-12-27T10:44:31.204" v="41" actId="1076"/>
          <ac:spMkLst>
            <pc:docMk/>
            <pc:sldMk cId="0" sldId="292"/>
            <ac:spMk id="31805" creationId="{BD528EB9-9477-CCA8-265A-4554E920B02B}"/>
          </ac:spMkLst>
        </pc:spChg>
        <pc:spChg chg="mod">
          <ac:chgData name="Margarit Meroyan" userId="630a6349-7c61-463e-804c-816773a1019c" providerId="ADAL" clId="{F542D2B9-31A9-4DE4-859A-CAD915E8FA3F}" dt="2023-12-27T10:44:31.204" v="41" actId="1076"/>
          <ac:spMkLst>
            <pc:docMk/>
            <pc:sldMk cId="0" sldId="292"/>
            <ac:spMk id="31806" creationId="{306A1CF9-083D-1558-2206-23950D467320}"/>
          </ac:spMkLst>
        </pc:spChg>
        <pc:spChg chg="mod">
          <ac:chgData name="Margarit Meroyan" userId="630a6349-7c61-463e-804c-816773a1019c" providerId="ADAL" clId="{F542D2B9-31A9-4DE4-859A-CAD915E8FA3F}" dt="2023-12-27T10:44:31.204" v="41" actId="1076"/>
          <ac:spMkLst>
            <pc:docMk/>
            <pc:sldMk cId="0" sldId="292"/>
            <ac:spMk id="31807" creationId="{7FF0699F-1BFB-9BF1-0B05-0EB1068AD9E2}"/>
          </ac:spMkLst>
        </pc:spChg>
        <pc:spChg chg="mod">
          <ac:chgData name="Margarit Meroyan" userId="630a6349-7c61-463e-804c-816773a1019c" providerId="ADAL" clId="{F542D2B9-31A9-4DE4-859A-CAD915E8FA3F}" dt="2023-12-27T10:44:31.204" v="41" actId="1076"/>
          <ac:spMkLst>
            <pc:docMk/>
            <pc:sldMk cId="0" sldId="292"/>
            <ac:spMk id="31808" creationId="{B32806CF-846A-20A8-EB3F-08762BC1DD25}"/>
          </ac:spMkLst>
        </pc:spChg>
        <pc:spChg chg="mod">
          <ac:chgData name="Margarit Meroyan" userId="630a6349-7c61-463e-804c-816773a1019c" providerId="ADAL" clId="{F542D2B9-31A9-4DE4-859A-CAD915E8FA3F}" dt="2023-12-27T10:44:31.204" v="41" actId="1076"/>
          <ac:spMkLst>
            <pc:docMk/>
            <pc:sldMk cId="0" sldId="292"/>
            <ac:spMk id="31809" creationId="{5F2F1F3A-C073-DC99-549C-12F8DAD9990D}"/>
          </ac:spMkLst>
        </pc:spChg>
        <pc:spChg chg="mod">
          <ac:chgData name="Margarit Meroyan" userId="630a6349-7c61-463e-804c-816773a1019c" providerId="ADAL" clId="{F542D2B9-31A9-4DE4-859A-CAD915E8FA3F}" dt="2023-12-27T10:44:33.738" v="42" actId="207"/>
          <ac:spMkLst>
            <pc:docMk/>
            <pc:sldMk cId="0" sldId="292"/>
            <ac:spMk id="31810" creationId="{405261C2-D401-61C3-458B-AF6E7324A2A6}"/>
          </ac:spMkLst>
        </pc:spChg>
        <pc:spChg chg="mod">
          <ac:chgData name="Margarit Meroyan" userId="630a6349-7c61-463e-804c-816773a1019c" providerId="ADAL" clId="{F542D2B9-31A9-4DE4-859A-CAD915E8FA3F}" dt="2023-12-27T10:44:31.204" v="41" actId="1076"/>
          <ac:spMkLst>
            <pc:docMk/>
            <pc:sldMk cId="0" sldId="292"/>
            <ac:spMk id="31811" creationId="{2E510FD6-4AA5-C7F8-EBA0-38FD4D05A4F0}"/>
          </ac:spMkLst>
        </pc:spChg>
        <pc:spChg chg="mod">
          <ac:chgData name="Margarit Meroyan" userId="630a6349-7c61-463e-804c-816773a1019c" providerId="ADAL" clId="{F542D2B9-31A9-4DE4-859A-CAD915E8FA3F}" dt="2023-12-27T10:44:31.204" v="41" actId="1076"/>
          <ac:spMkLst>
            <pc:docMk/>
            <pc:sldMk cId="0" sldId="292"/>
            <ac:spMk id="31812" creationId="{B5C1D6A6-DE50-BC05-4766-148DAF939D0A}"/>
          </ac:spMkLst>
        </pc:spChg>
        <pc:spChg chg="mod">
          <ac:chgData name="Margarit Meroyan" userId="630a6349-7c61-463e-804c-816773a1019c" providerId="ADAL" clId="{F542D2B9-31A9-4DE4-859A-CAD915E8FA3F}" dt="2023-12-27T10:44:31.204" v="41" actId="1076"/>
          <ac:spMkLst>
            <pc:docMk/>
            <pc:sldMk cId="0" sldId="292"/>
            <ac:spMk id="31813" creationId="{836575CF-ED77-F040-09AC-1F7ED7ACADB1}"/>
          </ac:spMkLst>
        </pc:spChg>
        <pc:spChg chg="mod">
          <ac:chgData name="Margarit Meroyan" userId="630a6349-7c61-463e-804c-816773a1019c" providerId="ADAL" clId="{F542D2B9-31A9-4DE4-859A-CAD915E8FA3F}" dt="2023-12-27T10:44:31.204" v="41" actId="1076"/>
          <ac:spMkLst>
            <pc:docMk/>
            <pc:sldMk cId="0" sldId="292"/>
            <ac:spMk id="31814" creationId="{2E128458-C1ED-B907-75A4-9ACA17D89B6C}"/>
          </ac:spMkLst>
        </pc:spChg>
        <pc:spChg chg="mod">
          <ac:chgData name="Margarit Meroyan" userId="630a6349-7c61-463e-804c-816773a1019c" providerId="ADAL" clId="{F542D2B9-31A9-4DE4-859A-CAD915E8FA3F}" dt="2023-12-27T10:44:31.204" v="41" actId="1076"/>
          <ac:spMkLst>
            <pc:docMk/>
            <pc:sldMk cId="0" sldId="292"/>
            <ac:spMk id="31815" creationId="{B7B63F8C-07C2-2153-18AC-49A95E97D1ED}"/>
          </ac:spMkLst>
        </pc:spChg>
        <pc:spChg chg="mod">
          <ac:chgData name="Margarit Meroyan" userId="630a6349-7c61-463e-804c-816773a1019c" providerId="ADAL" clId="{F542D2B9-31A9-4DE4-859A-CAD915E8FA3F}" dt="2023-12-27T10:44:31.204" v="41" actId="1076"/>
          <ac:spMkLst>
            <pc:docMk/>
            <pc:sldMk cId="0" sldId="292"/>
            <ac:spMk id="31816" creationId="{A5660FD1-8F75-5CBA-767C-B759392A9DE5}"/>
          </ac:spMkLst>
        </pc:spChg>
        <pc:spChg chg="mod">
          <ac:chgData name="Margarit Meroyan" userId="630a6349-7c61-463e-804c-816773a1019c" providerId="ADAL" clId="{F542D2B9-31A9-4DE4-859A-CAD915E8FA3F}" dt="2023-12-27T10:44:31.204" v="41" actId="1076"/>
          <ac:spMkLst>
            <pc:docMk/>
            <pc:sldMk cId="0" sldId="292"/>
            <ac:spMk id="31817" creationId="{4F5125FF-6876-BEA1-AF0A-630F6A1D7383}"/>
          </ac:spMkLst>
        </pc:spChg>
        <pc:spChg chg="mod">
          <ac:chgData name="Margarit Meroyan" userId="630a6349-7c61-463e-804c-816773a1019c" providerId="ADAL" clId="{F542D2B9-31A9-4DE4-859A-CAD915E8FA3F}" dt="2023-12-27T10:44:31.204" v="41" actId="1076"/>
          <ac:spMkLst>
            <pc:docMk/>
            <pc:sldMk cId="0" sldId="292"/>
            <ac:spMk id="31818" creationId="{701B04F9-E7C8-1E55-A3FD-92410A7A03AE}"/>
          </ac:spMkLst>
        </pc:spChg>
        <pc:spChg chg="mod">
          <ac:chgData name="Margarit Meroyan" userId="630a6349-7c61-463e-804c-816773a1019c" providerId="ADAL" clId="{F542D2B9-31A9-4DE4-859A-CAD915E8FA3F}" dt="2023-12-27T10:44:31.204" v="41" actId="1076"/>
          <ac:spMkLst>
            <pc:docMk/>
            <pc:sldMk cId="0" sldId="292"/>
            <ac:spMk id="31819" creationId="{C1E06271-609C-09DE-BF95-0567FAED699B}"/>
          </ac:spMkLst>
        </pc:spChg>
        <pc:spChg chg="mod">
          <ac:chgData name="Margarit Meroyan" userId="630a6349-7c61-463e-804c-816773a1019c" providerId="ADAL" clId="{F542D2B9-31A9-4DE4-859A-CAD915E8FA3F}" dt="2023-12-27T10:44:31.204" v="41" actId="1076"/>
          <ac:spMkLst>
            <pc:docMk/>
            <pc:sldMk cId="0" sldId="292"/>
            <ac:spMk id="31820" creationId="{ADEABC75-A1CA-CF46-B057-D5C21A42B233}"/>
          </ac:spMkLst>
        </pc:spChg>
        <pc:spChg chg="mod">
          <ac:chgData name="Margarit Meroyan" userId="630a6349-7c61-463e-804c-816773a1019c" providerId="ADAL" clId="{F542D2B9-31A9-4DE4-859A-CAD915E8FA3F}" dt="2023-12-27T10:44:31.204" v="41" actId="1076"/>
          <ac:spMkLst>
            <pc:docMk/>
            <pc:sldMk cId="0" sldId="292"/>
            <ac:spMk id="31821" creationId="{CBAEE36C-A183-B24D-66B9-6DD75A3B7D12}"/>
          </ac:spMkLst>
        </pc:spChg>
        <pc:spChg chg="mod">
          <ac:chgData name="Margarit Meroyan" userId="630a6349-7c61-463e-804c-816773a1019c" providerId="ADAL" clId="{F542D2B9-31A9-4DE4-859A-CAD915E8FA3F}" dt="2023-12-27T10:44:31.204" v="41" actId="1076"/>
          <ac:spMkLst>
            <pc:docMk/>
            <pc:sldMk cId="0" sldId="292"/>
            <ac:spMk id="31822" creationId="{F59EB1B0-AEBD-23F8-589F-FA7D69DC10E6}"/>
          </ac:spMkLst>
        </pc:spChg>
        <pc:grpChg chg="mod">
          <ac:chgData name="Margarit Meroyan" userId="630a6349-7c61-463e-804c-816773a1019c" providerId="ADAL" clId="{F542D2B9-31A9-4DE4-859A-CAD915E8FA3F}" dt="2023-12-27T10:44:31.204" v="41" actId="1076"/>
          <ac:grpSpMkLst>
            <pc:docMk/>
            <pc:sldMk cId="0" sldId="292"/>
            <ac:grpSpMk id="31747" creationId="{DA6B7725-08EC-D102-6422-8258B65CCC91}"/>
          </ac:grpSpMkLst>
        </pc:grpChg>
        <pc:grpChg chg="mod">
          <ac:chgData name="Margarit Meroyan" userId="630a6349-7c61-463e-804c-816773a1019c" providerId="ADAL" clId="{F542D2B9-31A9-4DE4-859A-CAD915E8FA3F}" dt="2023-12-27T10:44:31.204" v="41" actId="1076"/>
          <ac:grpSpMkLst>
            <pc:docMk/>
            <pc:sldMk cId="0" sldId="292"/>
            <ac:grpSpMk id="31748" creationId="{A8F8D827-0154-C0AB-46F3-5087C25CE3AE}"/>
          </ac:grpSpMkLst>
        </pc:grpChg>
        <pc:grpChg chg="mod">
          <ac:chgData name="Margarit Meroyan" userId="630a6349-7c61-463e-804c-816773a1019c" providerId="ADAL" clId="{F542D2B9-31A9-4DE4-859A-CAD915E8FA3F}" dt="2023-12-27T10:44:31.204" v="41" actId="1076"/>
          <ac:grpSpMkLst>
            <pc:docMk/>
            <pc:sldMk cId="0" sldId="292"/>
            <ac:grpSpMk id="31759" creationId="{05E7A603-155F-5A4B-5AC0-14AAB885C7CA}"/>
          </ac:grpSpMkLst>
        </pc:grpChg>
      </pc:sldChg>
      <pc:sldChg chg="modSp mod">
        <pc:chgData name="Margarit Meroyan" userId="630a6349-7c61-463e-804c-816773a1019c" providerId="ADAL" clId="{F542D2B9-31A9-4DE4-859A-CAD915E8FA3F}" dt="2023-12-27T10:45:39.946" v="77" actId="207"/>
        <pc:sldMkLst>
          <pc:docMk/>
          <pc:sldMk cId="0" sldId="327"/>
        </pc:sldMkLst>
        <pc:spChg chg="mod">
          <ac:chgData name="Margarit Meroyan" userId="630a6349-7c61-463e-804c-816773a1019c" providerId="ADAL" clId="{F542D2B9-31A9-4DE4-859A-CAD915E8FA3F}" dt="2023-12-27T10:45:36.814" v="76" actId="1076"/>
          <ac:spMkLst>
            <pc:docMk/>
            <pc:sldMk cId="0" sldId="327"/>
            <ac:spMk id="32794" creationId="{D3F4224D-1101-BD0A-0FA8-AFE4D3471AA2}"/>
          </ac:spMkLst>
        </pc:spChg>
        <pc:spChg chg="mod">
          <ac:chgData name="Margarit Meroyan" userId="630a6349-7c61-463e-804c-816773a1019c" providerId="ADAL" clId="{F542D2B9-31A9-4DE4-859A-CAD915E8FA3F}" dt="2023-12-27T10:45:36.814" v="76" actId="1076"/>
          <ac:spMkLst>
            <pc:docMk/>
            <pc:sldMk cId="0" sldId="327"/>
            <ac:spMk id="32795" creationId="{239A5E77-5E33-963C-74C1-4E9EB5B16FE0}"/>
          </ac:spMkLst>
        </pc:spChg>
        <pc:spChg chg="mod">
          <ac:chgData name="Margarit Meroyan" userId="630a6349-7c61-463e-804c-816773a1019c" providerId="ADAL" clId="{F542D2B9-31A9-4DE4-859A-CAD915E8FA3F}" dt="2023-12-27T10:45:36.814" v="76" actId="1076"/>
          <ac:spMkLst>
            <pc:docMk/>
            <pc:sldMk cId="0" sldId="327"/>
            <ac:spMk id="32804" creationId="{72CE3DF7-B367-B110-8EAA-EDF27CB461FE}"/>
          </ac:spMkLst>
        </pc:spChg>
        <pc:spChg chg="mod">
          <ac:chgData name="Margarit Meroyan" userId="630a6349-7c61-463e-804c-816773a1019c" providerId="ADAL" clId="{F542D2B9-31A9-4DE4-859A-CAD915E8FA3F}" dt="2023-12-27T10:45:36.814" v="76" actId="1076"/>
          <ac:spMkLst>
            <pc:docMk/>
            <pc:sldMk cId="0" sldId="327"/>
            <ac:spMk id="32805" creationId="{810C080D-3C60-CD58-2643-ADF4F415D78E}"/>
          </ac:spMkLst>
        </pc:spChg>
        <pc:spChg chg="mod">
          <ac:chgData name="Margarit Meroyan" userId="630a6349-7c61-463e-804c-816773a1019c" providerId="ADAL" clId="{F542D2B9-31A9-4DE4-859A-CAD915E8FA3F}" dt="2023-12-27T10:45:36.814" v="76" actId="1076"/>
          <ac:spMkLst>
            <pc:docMk/>
            <pc:sldMk cId="0" sldId="327"/>
            <ac:spMk id="32806" creationId="{DEAAA815-7C11-24E0-99C4-5009DEA8066E}"/>
          </ac:spMkLst>
        </pc:spChg>
        <pc:spChg chg="mod">
          <ac:chgData name="Margarit Meroyan" userId="630a6349-7c61-463e-804c-816773a1019c" providerId="ADAL" clId="{F542D2B9-31A9-4DE4-859A-CAD915E8FA3F}" dt="2023-12-27T10:45:36.814" v="76" actId="1076"/>
          <ac:spMkLst>
            <pc:docMk/>
            <pc:sldMk cId="0" sldId="327"/>
            <ac:spMk id="32807" creationId="{A2E050A2-512F-F4F3-9789-C2431A870E35}"/>
          </ac:spMkLst>
        </pc:spChg>
        <pc:spChg chg="mod">
          <ac:chgData name="Margarit Meroyan" userId="630a6349-7c61-463e-804c-816773a1019c" providerId="ADAL" clId="{F542D2B9-31A9-4DE4-859A-CAD915E8FA3F}" dt="2023-12-27T10:45:36.814" v="76" actId="1076"/>
          <ac:spMkLst>
            <pc:docMk/>
            <pc:sldMk cId="0" sldId="327"/>
            <ac:spMk id="32808" creationId="{41BCCFE2-68E0-1247-3261-C7DA5BC26B18}"/>
          </ac:spMkLst>
        </pc:spChg>
        <pc:spChg chg="mod">
          <ac:chgData name="Margarit Meroyan" userId="630a6349-7c61-463e-804c-816773a1019c" providerId="ADAL" clId="{F542D2B9-31A9-4DE4-859A-CAD915E8FA3F}" dt="2023-12-27T10:45:36.814" v="76" actId="1076"/>
          <ac:spMkLst>
            <pc:docMk/>
            <pc:sldMk cId="0" sldId="327"/>
            <ac:spMk id="32809" creationId="{0F42D971-94A7-80C6-18BA-2ABC439BD6AC}"/>
          </ac:spMkLst>
        </pc:spChg>
        <pc:spChg chg="mod">
          <ac:chgData name="Margarit Meroyan" userId="630a6349-7c61-463e-804c-816773a1019c" providerId="ADAL" clId="{F542D2B9-31A9-4DE4-859A-CAD915E8FA3F}" dt="2023-12-27T10:45:36.814" v="76" actId="1076"/>
          <ac:spMkLst>
            <pc:docMk/>
            <pc:sldMk cId="0" sldId="327"/>
            <ac:spMk id="32810" creationId="{03208E50-5566-72A3-5D99-CA54ABD4CA68}"/>
          </ac:spMkLst>
        </pc:spChg>
        <pc:spChg chg="mod">
          <ac:chgData name="Margarit Meroyan" userId="630a6349-7c61-463e-804c-816773a1019c" providerId="ADAL" clId="{F542D2B9-31A9-4DE4-859A-CAD915E8FA3F}" dt="2023-12-27T10:45:36.814" v="76" actId="1076"/>
          <ac:spMkLst>
            <pc:docMk/>
            <pc:sldMk cId="0" sldId="327"/>
            <ac:spMk id="32811" creationId="{81E06038-2B55-0011-0D9F-FF2E0EA28B47}"/>
          </ac:spMkLst>
        </pc:spChg>
        <pc:spChg chg="mod">
          <ac:chgData name="Margarit Meroyan" userId="630a6349-7c61-463e-804c-816773a1019c" providerId="ADAL" clId="{F542D2B9-31A9-4DE4-859A-CAD915E8FA3F}" dt="2023-12-27T10:45:36.814" v="76" actId="1076"/>
          <ac:spMkLst>
            <pc:docMk/>
            <pc:sldMk cId="0" sldId="327"/>
            <ac:spMk id="32812" creationId="{14A29221-4C36-E0F5-7693-16C37556A861}"/>
          </ac:spMkLst>
        </pc:spChg>
        <pc:spChg chg="mod">
          <ac:chgData name="Margarit Meroyan" userId="630a6349-7c61-463e-804c-816773a1019c" providerId="ADAL" clId="{F542D2B9-31A9-4DE4-859A-CAD915E8FA3F}" dt="2023-12-27T10:45:36.814" v="76" actId="1076"/>
          <ac:spMkLst>
            <pc:docMk/>
            <pc:sldMk cId="0" sldId="327"/>
            <ac:spMk id="32813" creationId="{7236F103-2691-CE26-B886-DA6473240CFE}"/>
          </ac:spMkLst>
        </pc:spChg>
        <pc:spChg chg="mod">
          <ac:chgData name="Margarit Meroyan" userId="630a6349-7c61-463e-804c-816773a1019c" providerId="ADAL" clId="{F542D2B9-31A9-4DE4-859A-CAD915E8FA3F}" dt="2023-12-27T10:45:36.814" v="76" actId="1076"/>
          <ac:spMkLst>
            <pc:docMk/>
            <pc:sldMk cId="0" sldId="327"/>
            <ac:spMk id="32822" creationId="{0904BCF2-119B-2849-CD2E-D57DCA9E7119}"/>
          </ac:spMkLst>
        </pc:spChg>
        <pc:spChg chg="mod">
          <ac:chgData name="Margarit Meroyan" userId="630a6349-7c61-463e-804c-816773a1019c" providerId="ADAL" clId="{F542D2B9-31A9-4DE4-859A-CAD915E8FA3F}" dt="2023-12-27T10:45:36.814" v="76" actId="1076"/>
          <ac:spMkLst>
            <pc:docMk/>
            <pc:sldMk cId="0" sldId="327"/>
            <ac:spMk id="32823" creationId="{9923F472-79F0-BD36-B8EB-7E220890B794}"/>
          </ac:spMkLst>
        </pc:spChg>
        <pc:spChg chg="mod">
          <ac:chgData name="Margarit Meroyan" userId="630a6349-7c61-463e-804c-816773a1019c" providerId="ADAL" clId="{F542D2B9-31A9-4DE4-859A-CAD915E8FA3F}" dt="2023-12-27T10:45:36.814" v="76" actId="1076"/>
          <ac:spMkLst>
            <pc:docMk/>
            <pc:sldMk cId="0" sldId="327"/>
            <ac:spMk id="32824" creationId="{8F629392-207E-8B35-98D9-E29AD601B674}"/>
          </ac:spMkLst>
        </pc:spChg>
        <pc:spChg chg="mod">
          <ac:chgData name="Margarit Meroyan" userId="630a6349-7c61-463e-804c-816773a1019c" providerId="ADAL" clId="{F542D2B9-31A9-4DE4-859A-CAD915E8FA3F}" dt="2023-12-27T10:45:36.814" v="76" actId="1076"/>
          <ac:spMkLst>
            <pc:docMk/>
            <pc:sldMk cId="0" sldId="327"/>
            <ac:spMk id="32825" creationId="{2D8A0E7B-69AC-2632-C8FC-EA5D2FC3D57D}"/>
          </ac:spMkLst>
        </pc:spChg>
        <pc:spChg chg="mod">
          <ac:chgData name="Margarit Meroyan" userId="630a6349-7c61-463e-804c-816773a1019c" providerId="ADAL" clId="{F542D2B9-31A9-4DE4-859A-CAD915E8FA3F}" dt="2023-12-27T10:45:36.814" v="76" actId="1076"/>
          <ac:spMkLst>
            <pc:docMk/>
            <pc:sldMk cId="0" sldId="327"/>
            <ac:spMk id="32826" creationId="{4F142408-F011-A460-F34D-1F2249E93493}"/>
          </ac:spMkLst>
        </pc:spChg>
        <pc:spChg chg="mod">
          <ac:chgData name="Margarit Meroyan" userId="630a6349-7c61-463e-804c-816773a1019c" providerId="ADAL" clId="{F542D2B9-31A9-4DE4-859A-CAD915E8FA3F}" dt="2023-12-27T10:45:36.814" v="76" actId="1076"/>
          <ac:spMkLst>
            <pc:docMk/>
            <pc:sldMk cId="0" sldId="327"/>
            <ac:spMk id="32827" creationId="{BF01F088-CFB7-5BE7-4DDA-96FE4E521A19}"/>
          </ac:spMkLst>
        </pc:spChg>
        <pc:spChg chg="mod">
          <ac:chgData name="Margarit Meroyan" userId="630a6349-7c61-463e-804c-816773a1019c" providerId="ADAL" clId="{F542D2B9-31A9-4DE4-859A-CAD915E8FA3F}" dt="2023-12-27T10:45:36.814" v="76" actId="1076"/>
          <ac:spMkLst>
            <pc:docMk/>
            <pc:sldMk cId="0" sldId="327"/>
            <ac:spMk id="32828" creationId="{CBF7D817-312B-665E-9CA3-C110F08C9EDE}"/>
          </ac:spMkLst>
        </pc:spChg>
        <pc:spChg chg="mod">
          <ac:chgData name="Margarit Meroyan" userId="630a6349-7c61-463e-804c-816773a1019c" providerId="ADAL" clId="{F542D2B9-31A9-4DE4-859A-CAD915E8FA3F}" dt="2023-12-27T10:45:36.814" v="76" actId="1076"/>
          <ac:spMkLst>
            <pc:docMk/>
            <pc:sldMk cId="0" sldId="327"/>
            <ac:spMk id="32829" creationId="{DAABDF61-BBA0-ADBC-B09B-659C124BE864}"/>
          </ac:spMkLst>
        </pc:spChg>
        <pc:spChg chg="mod">
          <ac:chgData name="Margarit Meroyan" userId="630a6349-7c61-463e-804c-816773a1019c" providerId="ADAL" clId="{F542D2B9-31A9-4DE4-859A-CAD915E8FA3F}" dt="2023-12-27T10:45:36.814" v="76" actId="1076"/>
          <ac:spMkLst>
            <pc:docMk/>
            <pc:sldMk cId="0" sldId="327"/>
            <ac:spMk id="32830" creationId="{26698D78-A70B-C779-77E7-63E257B6A9F4}"/>
          </ac:spMkLst>
        </pc:spChg>
        <pc:spChg chg="mod">
          <ac:chgData name="Margarit Meroyan" userId="630a6349-7c61-463e-804c-816773a1019c" providerId="ADAL" clId="{F542D2B9-31A9-4DE4-859A-CAD915E8FA3F}" dt="2023-12-27T10:45:36.814" v="76" actId="1076"/>
          <ac:spMkLst>
            <pc:docMk/>
            <pc:sldMk cId="0" sldId="327"/>
            <ac:spMk id="32831" creationId="{2DAB31CA-AEAE-B219-921D-08A082F46A5C}"/>
          </ac:spMkLst>
        </pc:spChg>
        <pc:spChg chg="mod">
          <ac:chgData name="Margarit Meroyan" userId="630a6349-7c61-463e-804c-816773a1019c" providerId="ADAL" clId="{F542D2B9-31A9-4DE4-859A-CAD915E8FA3F}" dt="2023-12-27T10:45:36.814" v="76" actId="1076"/>
          <ac:spMkLst>
            <pc:docMk/>
            <pc:sldMk cId="0" sldId="327"/>
            <ac:spMk id="32832" creationId="{DB65604A-AC8F-FD06-CCC4-C8F8E3C9A481}"/>
          </ac:spMkLst>
        </pc:spChg>
        <pc:spChg chg="mod">
          <ac:chgData name="Margarit Meroyan" userId="630a6349-7c61-463e-804c-816773a1019c" providerId="ADAL" clId="{F542D2B9-31A9-4DE4-859A-CAD915E8FA3F}" dt="2023-12-27T10:45:36.814" v="76" actId="1076"/>
          <ac:spMkLst>
            <pc:docMk/>
            <pc:sldMk cId="0" sldId="327"/>
            <ac:spMk id="32833" creationId="{34628A3F-8FF2-1E1F-891E-ED040D0164B2}"/>
          </ac:spMkLst>
        </pc:spChg>
        <pc:spChg chg="mod">
          <ac:chgData name="Margarit Meroyan" userId="630a6349-7c61-463e-804c-816773a1019c" providerId="ADAL" clId="{F542D2B9-31A9-4DE4-859A-CAD915E8FA3F}" dt="2023-12-27T10:45:36.814" v="76" actId="1076"/>
          <ac:spMkLst>
            <pc:docMk/>
            <pc:sldMk cId="0" sldId="327"/>
            <ac:spMk id="32835" creationId="{6F0EA1F3-E46E-85FF-C147-9DB29E2168F5}"/>
          </ac:spMkLst>
        </pc:spChg>
        <pc:spChg chg="mod">
          <ac:chgData name="Margarit Meroyan" userId="630a6349-7c61-463e-804c-816773a1019c" providerId="ADAL" clId="{F542D2B9-31A9-4DE4-859A-CAD915E8FA3F}" dt="2023-12-27T10:45:36.814" v="76" actId="1076"/>
          <ac:spMkLst>
            <pc:docMk/>
            <pc:sldMk cId="0" sldId="327"/>
            <ac:spMk id="32836" creationId="{71B0953B-EFF3-6597-E07C-8CC3A5F4BFBA}"/>
          </ac:spMkLst>
        </pc:spChg>
        <pc:spChg chg="mod">
          <ac:chgData name="Margarit Meroyan" userId="630a6349-7c61-463e-804c-816773a1019c" providerId="ADAL" clId="{F542D2B9-31A9-4DE4-859A-CAD915E8FA3F}" dt="2023-12-27T10:45:36.814" v="76" actId="1076"/>
          <ac:spMkLst>
            <pc:docMk/>
            <pc:sldMk cId="0" sldId="327"/>
            <ac:spMk id="32837" creationId="{4CA606E4-D91D-3E44-2D89-18CDFCC76502}"/>
          </ac:spMkLst>
        </pc:spChg>
        <pc:spChg chg="mod">
          <ac:chgData name="Margarit Meroyan" userId="630a6349-7c61-463e-804c-816773a1019c" providerId="ADAL" clId="{F542D2B9-31A9-4DE4-859A-CAD915E8FA3F}" dt="2023-12-27T10:45:36.814" v="76" actId="1076"/>
          <ac:spMkLst>
            <pc:docMk/>
            <pc:sldMk cId="0" sldId="327"/>
            <ac:spMk id="32838" creationId="{609E426F-21E2-113E-5E26-5A2CF696A983}"/>
          </ac:spMkLst>
        </pc:spChg>
        <pc:spChg chg="mod">
          <ac:chgData name="Margarit Meroyan" userId="630a6349-7c61-463e-804c-816773a1019c" providerId="ADAL" clId="{F542D2B9-31A9-4DE4-859A-CAD915E8FA3F}" dt="2023-12-27T10:45:36.814" v="76" actId="1076"/>
          <ac:spMkLst>
            <pc:docMk/>
            <pc:sldMk cId="0" sldId="327"/>
            <ac:spMk id="32839" creationId="{22160E6B-1C91-020E-7336-ADBF93F062E6}"/>
          </ac:spMkLst>
        </pc:spChg>
        <pc:spChg chg="mod">
          <ac:chgData name="Margarit Meroyan" userId="630a6349-7c61-463e-804c-816773a1019c" providerId="ADAL" clId="{F542D2B9-31A9-4DE4-859A-CAD915E8FA3F}" dt="2023-12-27T10:45:36.814" v="76" actId="1076"/>
          <ac:spMkLst>
            <pc:docMk/>
            <pc:sldMk cId="0" sldId="327"/>
            <ac:spMk id="32840" creationId="{9BD32313-0F26-4F87-3841-1424AC0B5141}"/>
          </ac:spMkLst>
        </pc:spChg>
        <pc:spChg chg="mod">
          <ac:chgData name="Margarit Meroyan" userId="630a6349-7c61-463e-804c-816773a1019c" providerId="ADAL" clId="{F542D2B9-31A9-4DE4-859A-CAD915E8FA3F}" dt="2023-12-27T10:45:36.814" v="76" actId="1076"/>
          <ac:spMkLst>
            <pc:docMk/>
            <pc:sldMk cId="0" sldId="327"/>
            <ac:spMk id="32841" creationId="{C13847FD-4A27-2842-F67E-1FC39966E50C}"/>
          </ac:spMkLst>
        </pc:spChg>
        <pc:spChg chg="mod">
          <ac:chgData name="Margarit Meroyan" userId="630a6349-7c61-463e-804c-816773a1019c" providerId="ADAL" clId="{F542D2B9-31A9-4DE4-859A-CAD915E8FA3F}" dt="2023-12-27T10:45:39.946" v="77" actId="207"/>
          <ac:spMkLst>
            <pc:docMk/>
            <pc:sldMk cId="0" sldId="327"/>
            <ac:spMk id="32842" creationId="{187AD19B-3CB2-D952-0798-D992124AD4CB}"/>
          </ac:spMkLst>
        </pc:spChg>
        <pc:spChg chg="mod">
          <ac:chgData name="Margarit Meroyan" userId="630a6349-7c61-463e-804c-816773a1019c" providerId="ADAL" clId="{F542D2B9-31A9-4DE4-859A-CAD915E8FA3F}" dt="2023-12-27T10:45:36.814" v="76" actId="1076"/>
          <ac:spMkLst>
            <pc:docMk/>
            <pc:sldMk cId="0" sldId="327"/>
            <ac:spMk id="32845" creationId="{4DFD7D23-CB49-ABD8-4150-EEF55FE21831}"/>
          </ac:spMkLst>
        </pc:spChg>
        <pc:spChg chg="mod">
          <ac:chgData name="Margarit Meroyan" userId="630a6349-7c61-463e-804c-816773a1019c" providerId="ADAL" clId="{F542D2B9-31A9-4DE4-859A-CAD915E8FA3F}" dt="2023-12-27T10:45:36.814" v="76" actId="1076"/>
          <ac:spMkLst>
            <pc:docMk/>
            <pc:sldMk cId="0" sldId="327"/>
            <ac:spMk id="32846" creationId="{84DD7B65-1AF1-A6FE-A320-979DDAA6107F}"/>
          </ac:spMkLst>
        </pc:spChg>
        <pc:spChg chg="mod">
          <ac:chgData name="Margarit Meroyan" userId="630a6349-7c61-463e-804c-816773a1019c" providerId="ADAL" clId="{F542D2B9-31A9-4DE4-859A-CAD915E8FA3F}" dt="2023-12-27T10:45:36.814" v="76" actId="1076"/>
          <ac:spMkLst>
            <pc:docMk/>
            <pc:sldMk cId="0" sldId="327"/>
            <ac:spMk id="32847" creationId="{FB0C49DA-7A9A-E673-81D1-2AE6119B3381}"/>
          </ac:spMkLst>
        </pc:spChg>
        <pc:spChg chg="mod">
          <ac:chgData name="Margarit Meroyan" userId="630a6349-7c61-463e-804c-816773a1019c" providerId="ADAL" clId="{F542D2B9-31A9-4DE4-859A-CAD915E8FA3F}" dt="2023-12-27T10:45:36.814" v="76" actId="1076"/>
          <ac:spMkLst>
            <pc:docMk/>
            <pc:sldMk cId="0" sldId="327"/>
            <ac:spMk id="32848" creationId="{7C8A43B7-A5E5-F199-C1CB-D1F79E152EF5}"/>
          </ac:spMkLst>
        </pc:spChg>
        <pc:spChg chg="mod">
          <ac:chgData name="Margarit Meroyan" userId="630a6349-7c61-463e-804c-816773a1019c" providerId="ADAL" clId="{F542D2B9-31A9-4DE4-859A-CAD915E8FA3F}" dt="2023-12-27T10:45:36.814" v="76" actId="1076"/>
          <ac:spMkLst>
            <pc:docMk/>
            <pc:sldMk cId="0" sldId="327"/>
            <ac:spMk id="32849" creationId="{D71ECC07-7352-D3DD-7491-7CE5BA2BE18C}"/>
          </ac:spMkLst>
        </pc:spChg>
        <pc:spChg chg="mod">
          <ac:chgData name="Margarit Meroyan" userId="630a6349-7c61-463e-804c-816773a1019c" providerId="ADAL" clId="{F542D2B9-31A9-4DE4-859A-CAD915E8FA3F}" dt="2023-12-27T10:45:36.814" v="76" actId="1076"/>
          <ac:spMkLst>
            <pc:docMk/>
            <pc:sldMk cId="0" sldId="327"/>
            <ac:spMk id="32850" creationId="{0C088BA3-30CD-EFC1-BF2B-E343E75FF29E}"/>
          </ac:spMkLst>
        </pc:spChg>
        <pc:spChg chg="mod">
          <ac:chgData name="Margarit Meroyan" userId="630a6349-7c61-463e-804c-816773a1019c" providerId="ADAL" clId="{F542D2B9-31A9-4DE4-859A-CAD915E8FA3F}" dt="2023-12-27T10:45:36.814" v="76" actId="1076"/>
          <ac:spMkLst>
            <pc:docMk/>
            <pc:sldMk cId="0" sldId="327"/>
            <ac:spMk id="32851" creationId="{AF079C6B-BA25-9D2D-4B7E-7912BD50A665}"/>
          </ac:spMkLst>
        </pc:spChg>
        <pc:spChg chg="mod">
          <ac:chgData name="Margarit Meroyan" userId="630a6349-7c61-463e-804c-816773a1019c" providerId="ADAL" clId="{F542D2B9-31A9-4DE4-859A-CAD915E8FA3F}" dt="2023-12-27T10:45:36.814" v="76" actId="1076"/>
          <ac:spMkLst>
            <pc:docMk/>
            <pc:sldMk cId="0" sldId="327"/>
            <ac:spMk id="32852" creationId="{0A332834-A10C-7CF7-3EC1-B83B87A869FF}"/>
          </ac:spMkLst>
        </pc:spChg>
        <pc:spChg chg="mod">
          <ac:chgData name="Margarit Meroyan" userId="630a6349-7c61-463e-804c-816773a1019c" providerId="ADAL" clId="{F542D2B9-31A9-4DE4-859A-CAD915E8FA3F}" dt="2023-12-27T10:45:36.814" v="76" actId="1076"/>
          <ac:spMkLst>
            <pc:docMk/>
            <pc:sldMk cId="0" sldId="327"/>
            <ac:spMk id="32853" creationId="{8F144E80-405C-0592-EFDB-A826E74A3C3E}"/>
          </ac:spMkLst>
        </pc:spChg>
        <pc:spChg chg="mod">
          <ac:chgData name="Margarit Meroyan" userId="630a6349-7c61-463e-804c-816773a1019c" providerId="ADAL" clId="{F542D2B9-31A9-4DE4-859A-CAD915E8FA3F}" dt="2023-12-27T10:45:36.814" v="76" actId="1076"/>
          <ac:spMkLst>
            <pc:docMk/>
            <pc:sldMk cId="0" sldId="327"/>
            <ac:spMk id="32854" creationId="{FB4455BC-7C40-25CD-DB5B-0805977CB078}"/>
          </ac:spMkLst>
        </pc:spChg>
        <pc:spChg chg="mod">
          <ac:chgData name="Margarit Meroyan" userId="630a6349-7c61-463e-804c-816773a1019c" providerId="ADAL" clId="{F542D2B9-31A9-4DE4-859A-CAD915E8FA3F}" dt="2023-12-27T10:45:36.814" v="76" actId="1076"/>
          <ac:spMkLst>
            <pc:docMk/>
            <pc:sldMk cId="0" sldId="327"/>
            <ac:spMk id="32855" creationId="{B1F43F43-A39D-8FDA-28B4-D2A7027E548D}"/>
          </ac:spMkLst>
        </pc:spChg>
        <pc:spChg chg="mod">
          <ac:chgData name="Margarit Meroyan" userId="630a6349-7c61-463e-804c-816773a1019c" providerId="ADAL" clId="{F542D2B9-31A9-4DE4-859A-CAD915E8FA3F}" dt="2023-12-27T10:45:36.814" v="76" actId="1076"/>
          <ac:spMkLst>
            <pc:docMk/>
            <pc:sldMk cId="0" sldId="327"/>
            <ac:spMk id="32857" creationId="{B5CDE133-05AC-96FD-B4BE-60D47F521105}"/>
          </ac:spMkLst>
        </pc:spChg>
        <pc:spChg chg="mod">
          <ac:chgData name="Margarit Meroyan" userId="630a6349-7c61-463e-804c-816773a1019c" providerId="ADAL" clId="{F542D2B9-31A9-4DE4-859A-CAD915E8FA3F}" dt="2023-12-27T10:45:36.814" v="76" actId="1076"/>
          <ac:spMkLst>
            <pc:docMk/>
            <pc:sldMk cId="0" sldId="327"/>
            <ac:spMk id="32858" creationId="{1745556B-8B03-26B7-7EC6-5FF16C37BAC6}"/>
          </ac:spMkLst>
        </pc:spChg>
        <pc:spChg chg="mod">
          <ac:chgData name="Margarit Meroyan" userId="630a6349-7c61-463e-804c-816773a1019c" providerId="ADAL" clId="{F542D2B9-31A9-4DE4-859A-CAD915E8FA3F}" dt="2023-12-27T10:45:36.814" v="76" actId="1076"/>
          <ac:spMkLst>
            <pc:docMk/>
            <pc:sldMk cId="0" sldId="327"/>
            <ac:spMk id="32859" creationId="{169C37FE-D691-88D2-510E-437BC81BBF1F}"/>
          </ac:spMkLst>
        </pc:spChg>
        <pc:spChg chg="mod">
          <ac:chgData name="Margarit Meroyan" userId="630a6349-7c61-463e-804c-816773a1019c" providerId="ADAL" clId="{F542D2B9-31A9-4DE4-859A-CAD915E8FA3F}" dt="2023-12-27T10:45:36.814" v="76" actId="1076"/>
          <ac:spMkLst>
            <pc:docMk/>
            <pc:sldMk cId="0" sldId="327"/>
            <ac:spMk id="32860" creationId="{95E6CCF1-DBA6-14DB-0B5F-E8A1FE182851}"/>
          </ac:spMkLst>
        </pc:spChg>
        <pc:spChg chg="mod">
          <ac:chgData name="Margarit Meroyan" userId="630a6349-7c61-463e-804c-816773a1019c" providerId="ADAL" clId="{F542D2B9-31A9-4DE4-859A-CAD915E8FA3F}" dt="2023-12-27T10:45:36.814" v="76" actId="1076"/>
          <ac:spMkLst>
            <pc:docMk/>
            <pc:sldMk cId="0" sldId="327"/>
            <ac:spMk id="32861" creationId="{7D3E8BE0-ABA4-D1B6-82E2-D9E160EFFE6A}"/>
          </ac:spMkLst>
        </pc:spChg>
        <pc:spChg chg="mod">
          <ac:chgData name="Margarit Meroyan" userId="630a6349-7c61-463e-804c-816773a1019c" providerId="ADAL" clId="{F542D2B9-31A9-4DE4-859A-CAD915E8FA3F}" dt="2023-12-27T10:45:36.814" v="76" actId="1076"/>
          <ac:spMkLst>
            <pc:docMk/>
            <pc:sldMk cId="0" sldId="327"/>
            <ac:spMk id="32862" creationId="{BE7E5A60-E02F-E581-3734-2CD1166BBAE5}"/>
          </ac:spMkLst>
        </pc:spChg>
        <pc:spChg chg="mod">
          <ac:chgData name="Margarit Meroyan" userId="630a6349-7c61-463e-804c-816773a1019c" providerId="ADAL" clId="{F542D2B9-31A9-4DE4-859A-CAD915E8FA3F}" dt="2023-12-27T10:45:36.814" v="76" actId="1076"/>
          <ac:spMkLst>
            <pc:docMk/>
            <pc:sldMk cId="0" sldId="327"/>
            <ac:spMk id="32863" creationId="{DE8F05E3-3224-8096-5472-52B0C90D1324}"/>
          </ac:spMkLst>
        </pc:spChg>
        <pc:spChg chg="mod">
          <ac:chgData name="Margarit Meroyan" userId="630a6349-7c61-463e-804c-816773a1019c" providerId="ADAL" clId="{F542D2B9-31A9-4DE4-859A-CAD915E8FA3F}" dt="2023-12-27T10:45:36.814" v="76" actId="1076"/>
          <ac:spMkLst>
            <pc:docMk/>
            <pc:sldMk cId="0" sldId="327"/>
            <ac:spMk id="32864" creationId="{023AA3E8-D836-ED57-DC1D-C58DA24CBBC7}"/>
          </ac:spMkLst>
        </pc:spChg>
        <pc:spChg chg="mod">
          <ac:chgData name="Margarit Meroyan" userId="630a6349-7c61-463e-804c-816773a1019c" providerId="ADAL" clId="{F542D2B9-31A9-4DE4-859A-CAD915E8FA3F}" dt="2023-12-27T10:45:36.814" v="76" actId="1076"/>
          <ac:spMkLst>
            <pc:docMk/>
            <pc:sldMk cId="0" sldId="327"/>
            <ac:spMk id="32865" creationId="{12CFC08A-1C12-B0BC-A061-CC12BCB3D58F}"/>
          </ac:spMkLst>
        </pc:spChg>
        <pc:spChg chg="mod">
          <ac:chgData name="Margarit Meroyan" userId="630a6349-7c61-463e-804c-816773a1019c" providerId="ADAL" clId="{F542D2B9-31A9-4DE4-859A-CAD915E8FA3F}" dt="2023-12-27T10:45:36.814" v="76" actId="1076"/>
          <ac:spMkLst>
            <pc:docMk/>
            <pc:sldMk cId="0" sldId="327"/>
            <ac:spMk id="32867" creationId="{5EB1723B-601A-0A97-F8C2-7470D4EB52FE}"/>
          </ac:spMkLst>
        </pc:spChg>
        <pc:spChg chg="mod">
          <ac:chgData name="Margarit Meroyan" userId="630a6349-7c61-463e-804c-816773a1019c" providerId="ADAL" clId="{F542D2B9-31A9-4DE4-859A-CAD915E8FA3F}" dt="2023-12-27T10:45:36.814" v="76" actId="1076"/>
          <ac:spMkLst>
            <pc:docMk/>
            <pc:sldMk cId="0" sldId="327"/>
            <ac:spMk id="32868" creationId="{14C475A7-79E1-0375-837E-E7FE54EE6F61}"/>
          </ac:spMkLst>
        </pc:spChg>
        <pc:spChg chg="mod">
          <ac:chgData name="Margarit Meroyan" userId="630a6349-7c61-463e-804c-816773a1019c" providerId="ADAL" clId="{F542D2B9-31A9-4DE4-859A-CAD915E8FA3F}" dt="2023-12-27T10:45:36.814" v="76" actId="1076"/>
          <ac:spMkLst>
            <pc:docMk/>
            <pc:sldMk cId="0" sldId="327"/>
            <ac:spMk id="32869" creationId="{5CF123CF-4A1B-0523-1BB9-A25B0044DD55}"/>
          </ac:spMkLst>
        </pc:spChg>
        <pc:spChg chg="mod">
          <ac:chgData name="Margarit Meroyan" userId="630a6349-7c61-463e-804c-816773a1019c" providerId="ADAL" clId="{F542D2B9-31A9-4DE4-859A-CAD915E8FA3F}" dt="2023-12-27T10:45:36.814" v="76" actId="1076"/>
          <ac:spMkLst>
            <pc:docMk/>
            <pc:sldMk cId="0" sldId="327"/>
            <ac:spMk id="32870" creationId="{207F77B5-8C31-8DB2-C860-15F92FC8B191}"/>
          </ac:spMkLst>
        </pc:spChg>
        <pc:spChg chg="mod">
          <ac:chgData name="Margarit Meroyan" userId="630a6349-7c61-463e-804c-816773a1019c" providerId="ADAL" clId="{F542D2B9-31A9-4DE4-859A-CAD915E8FA3F}" dt="2023-12-27T10:45:36.814" v="76" actId="1076"/>
          <ac:spMkLst>
            <pc:docMk/>
            <pc:sldMk cId="0" sldId="327"/>
            <ac:spMk id="32871" creationId="{14A175AE-39E2-6872-4524-82C1F5402D23}"/>
          </ac:spMkLst>
        </pc:spChg>
        <pc:spChg chg="mod">
          <ac:chgData name="Margarit Meroyan" userId="630a6349-7c61-463e-804c-816773a1019c" providerId="ADAL" clId="{F542D2B9-31A9-4DE4-859A-CAD915E8FA3F}" dt="2023-12-27T10:45:36.814" v="76" actId="1076"/>
          <ac:spMkLst>
            <pc:docMk/>
            <pc:sldMk cId="0" sldId="327"/>
            <ac:spMk id="32872" creationId="{72CC077B-6C67-125C-0CE8-85B1260EA858}"/>
          </ac:spMkLst>
        </pc:spChg>
        <pc:spChg chg="mod">
          <ac:chgData name="Margarit Meroyan" userId="630a6349-7c61-463e-804c-816773a1019c" providerId="ADAL" clId="{F542D2B9-31A9-4DE4-859A-CAD915E8FA3F}" dt="2023-12-27T10:45:36.814" v="76" actId="1076"/>
          <ac:spMkLst>
            <pc:docMk/>
            <pc:sldMk cId="0" sldId="327"/>
            <ac:spMk id="32873" creationId="{6CD881B3-4401-9989-0B1B-96718C8069D3}"/>
          </ac:spMkLst>
        </pc:spChg>
        <pc:spChg chg="mod">
          <ac:chgData name="Margarit Meroyan" userId="630a6349-7c61-463e-804c-816773a1019c" providerId="ADAL" clId="{F542D2B9-31A9-4DE4-859A-CAD915E8FA3F}" dt="2023-12-27T10:45:36.814" v="76" actId="1076"/>
          <ac:spMkLst>
            <pc:docMk/>
            <pc:sldMk cId="0" sldId="327"/>
            <ac:spMk id="32874" creationId="{AC3BBC10-9C58-F1AB-F4D6-8174D68096F2}"/>
          </ac:spMkLst>
        </pc:spChg>
        <pc:spChg chg="mod">
          <ac:chgData name="Margarit Meroyan" userId="630a6349-7c61-463e-804c-816773a1019c" providerId="ADAL" clId="{F542D2B9-31A9-4DE4-859A-CAD915E8FA3F}" dt="2023-12-27T10:45:36.814" v="76" actId="1076"/>
          <ac:spMkLst>
            <pc:docMk/>
            <pc:sldMk cId="0" sldId="327"/>
            <ac:spMk id="32875" creationId="{83BD9762-3E7C-FA98-F9F0-7DB9F5357CC3}"/>
          </ac:spMkLst>
        </pc:spChg>
        <pc:spChg chg="mod">
          <ac:chgData name="Margarit Meroyan" userId="630a6349-7c61-463e-804c-816773a1019c" providerId="ADAL" clId="{F542D2B9-31A9-4DE4-859A-CAD915E8FA3F}" dt="2023-12-27T10:45:36.814" v="76" actId="1076"/>
          <ac:spMkLst>
            <pc:docMk/>
            <pc:sldMk cId="0" sldId="327"/>
            <ac:spMk id="32876" creationId="{9A73423B-D121-DEB8-56B5-F3B0C1C578A0}"/>
          </ac:spMkLst>
        </pc:spChg>
        <pc:spChg chg="mod">
          <ac:chgData name="Margarit Meroyan" userId="630a6349-7c61-463e-804c-816773a1019c" providerId="ADAL" clId="{F542D2B9-31A9-4DE4-859A-CAD915E8FA3F}" dt="2023-12-27T10:45:36.814" v="76" actId="1076"/>
          <ac:spMkLst>
            <pc:docMk/>
            <pc:sldMk cId="0" sldId="327"/>
            <ac:spMk id="32878" creationId="{E646BE7D-2AC8-81BB-6017-0F3439A31F68}"/>
          </ac:spMkLst>
        </pc:spChg>
        <pc:spChg chg="mod">
          <ac:chgData name="Margarit Meroyan" userId="630a6349-7c61-463e-804c-816773a1019c" providerId="ADAL" clId="{F542D2B9-31A9-4DE4-859A-CAD915E8FA3F}" dt="2023-12-27T10:45:36.814" v="76" actId="1076"/>
          <ac:spMkLst>
            <pc:docMk/>
            <pc:sldMk cId="0" sldId="327"/>
            <ac:spMk id="32879" creationId="{9C2DAFFC-45D3-0843-DABE-D0B072EFC9CF}"/>
          </ac:spMkLst>
        </pc:spChg>
        <pc:spChg chg="mod">
          <ac:chgData name="Margarit Meroyan" userId="630a6349-7c61-463e-804c-816773a1019c" providerId="ADAL" clId="{F542D2B9-31A9-4DE4-859A-CAD915E8FA3F}" dt="2023-12-27T10:45:36.814" v="76" actId="1076"/>
          <ac:spMkLst>
            <pc:docMk/>
            <pc:sldMk cId="0" sldId="327"/>
            <ac:spMk id="32880" creationId="{78D13B8E-0C98-3B6C-CFB8-A988925C46C3}"/>
          </ac:spMkLst>
        </pc:spChg>
        <pc:spChg chg="mod">
          <ac:chgData name="Margarit Meroyan" userId="630a6349-7c61-463e-804c-816773a1019c" providerId="ADAL" clId="{F542D2B9-31A9-4DE4-859A-CAD915E8FA3F}" dt="2023-12-27T10:45:36.814" v="76" actId="1076"/>
          <ac:spMkLst>
            <pc:docMk/>
            <pc:sldMk cId="0" sldId="327"/>
            <ac:spMk id="32881" creationId="{87C052DB-F5C6-D404-9AFD-0504381AC1C2}"/>
          </ac:spMkLst>
        </pc:spChg>
        <pc:spChg chg="mod">
          <ac:chgData name="Margarit Meroyan" userId="630a6349-7c61-463e-804c-816773a1019c" providerId="ADAL" clId="{F542D2B9-31A9-4DE4-859A-CAD915E8FA3F}" dt="2023-12-27T10:45:36.814" v="76" actId="1076"/>
          <ac:spMkLst>
            <pc:docMk/>
            <pc:sldMk cId="0" sldId="327"/>
            <ac:spMk id="32882" creationId="{9651830D-D88E-9A9C-EEB6-3DF3854700F0}"/>
          </ac:spMkLst>
        </pc:spChg>
        <pc:spChg chg="mod">
          <ac:chgData name="Margarit Meroyan" userId="630a6349-7c61-463e-804c-816773a1019c" providerId="ADAL" clId="{F542D2B9-31A9-4DE4-859A-CAD915E8FA3F}" dt="2023-12-27T10:45:36.814" v="76" actId="1076"/>
          <ac:spMkLst>
            <pc:docMk/>
            <pc:sldMk cId="0" sldId="327"/>
            <ac:spMk id="32883" creationId="{A202EB67-D626-12EC-FC29-B6E1B6FFED6D}"/>
          </ac:spMkLst>
        </pc:spChg>
        <pc:spChg chg="mod">
          <ac:chgData name="Margarit Meroyan" userId="630a6349-7c61-463e-804c-816773a1019c" providerId="ADAL" clId="{F542D2B9-31A9-4DE4-859A-CAD915E8FA3F}" dt="2023-12-27T10:45:36.814" v="76" actId="1076"/>
          <ac:spMkLst>
            <pc:docMk/>
            <pc:sldMk cId="0" sldId="327"/>
            <ac:spMk id="32884" creationId="{682DEA3E-FD94-3F01-0C32-EA6CCEF761B9}"/>
          </ac:spMkLst>
        </pc:spChg>
        <pc:spChg chg="mod">
          <ac:chgData name="Margarit Meroyan" userId="630a6349-7c61-463e-804c-816773a1019c" providerId="ADAL" clId="{F542D2B9-31A9-4DE4-859A-CAD915E8FA3F}" dt="2023-12-27T10:45:36.814" v="76" actId="1076"/>
          <ac:spMkLst>
            <pc:docMk/>
            <pc:sldMk cId="0" sldId="327"/>
            <ac:spMk id="32885" creationId="{ECE9E587-0105-E819-B886-DB254F0A1399}"/>
          </ac:spMkLst>
        </pc:spChg>
        <pc:spChg chg="mod">
          <ac:chgData name="Margarit Meroyan" userId="630a6349-7c61-463e-804c-816773a1019c" providerId="ADAL" clId="{F542D2B9-31A9-4DE4-859A-CAD915E8FA3F}" dt="2023-12-27T10:45:36.814" v="76" actId="1076"/>
          <ac:spMkLst>
            <pc:docMk/>
            <pc:sldMk cId="0" sldId="327"/>
            <ac:spMk id="32886" creationId="{09A06F85-A133-A04C-BA9F-821F1AD0789C}"/>
          </ac:spMkLst>
        </pc:spChg>
        <pc:spChg chg="mod">
          <ac:chgData name="Margarit Meroyan" userId="630a6349-7c61-463e-804c-816773a1019c" providerId="ADAL" clId="{F542D2B9-31A9-4DE4-859A-CAD915E8FA3F}" dt="2023-12-27T10:45:36.814" v="76" actId="1076"/>
          <ac:spMkLst>
            <pc:docMk/>
            <pc:sldMk cId="0" sldId="327"/>
            <ac:spMk id="32887" creationId="{B2A747EA-3267-7DF7-D9F6-B550BE2A7796}"/>
          </ac:spMkLst>
        </pc:spChg>
        <pc:spChg chg="mod">
          <ac:chgData name="Margarit Meroyan" userId="630a6349-7c61-463e-804c-816773a1019c" providerId="ADAL" clId="{F542D2B9-31A9-4DE4-859A-CAD915E8FA3F}" dt="2023-12-27T10:45:36.814" v="76" actId="1076"/>
          <ac:spMkLst>
            <pc:docMk/>
            <pc:sldMk cId="0" sldId="327"/>
            <ac:spMk id="32888" creationId="{33E8BBB9-F1FD-0656-8C61-C8CD0D66FB6D}"/>
          </ac:spMkLst>
        </pc:spChg>
        <pc:spChg chg="mod">
          <ac:chgData name="Margarit Meroyan" userId="630a6349-7c61-463e-804c-816773a1019c" providerId="ADAL" clId="{F542D2B9-31A9-4DE4-859A-CAD915E8FA3F}" dt="2023-12-27T10:45:36.814" v="76" actId="1076"/>
          <ac:spMkLst>
            <pc:docMk/>
            <pc:sldMk cId="0" sldId="327"/>
            <ac:spMk id="32889" creationId="{5FD30F40-19FD-DCFF-DCCF-FCDF43D75FCE}"/>
          </ac:spMkLst>
        </pc:spChg>
        <pc:spChg chg="mod">
          <ac:chgData name="Margarit Meroyan" userId="630a6349-7c61-463e-804c-816773a1019c" providerId="ADAL" clId="{F542D2B9-31A9-4DE4-859A-CAD915E8FA3F}" dt="2023-12-27T10:45:36.814" v="76" actId="1076"/>
          <ac:spMkLst>
            <pc:docMk/>
            <pc:sldMk cId="0" sldId="327"/>
            <ac:spMk id="32890" creationId="{5FE4F05A-FDB0-2C05-A72D-92428B35FCFC}"/>
          </ac:spMkLst>
        </pc:spChg>
        <pc:spChg chg="mod">
          <ac:chgData name="Margarit Meroyan" userId="630a6349-7c61-463e-804c-816773a1019c" providerId="ADAL" clId="{F542D2B9-31A9-4DE4-859A-CAD915E8FA3F}" dt="2023-12-27T10:45:36.814" v="76" actId="1076"/>
          <ac:spMkLst>
            <pc:docMk/>
            <pc:sldMk cId="0" sldId="327"/>
            <ac:spMk id="32891" creationId="{2D329440-EDA2-3B98-EC87-61978653E59D}"/>
          </ac:spMkLst>
        </pc:spChg>
        <pc:spChg chg="mod">
          <ac:chgData name="Margarit Meroyan" userId="630a6349-7c61-463e-804c-816773a1019c" providerId="ADAL" clId="{F542D2B9-31A9-4DE4-859A-CAD915E8FA3F}" dt="2023-12-27T10:45:36.814" v="76" actId="1076"/>
          <ac:spMkLst>
            <pc:docMk/>
            <pc:sldMk cId="0" sldId="327"/>
            <ac:spMk id="32893" creationId="{39A8C75F-9C83-0A03-D5CB-709EC9591D97}"/>
          </ac:spMkLst>
        </pc:spChg>
        <pc:spChg chg="mod">
          <ac:chgData name="Margarit Meroyan" userId="630a6349-7c61-463e-804c-816773a1019c" providerId="ADAL" clId="{F542D2B9-31A9-4DE4-859A-CAD915E8FA3F}" dt="2023-12-27T10:45:36.814" v="76" actId="1076"/>
          <ac:spMkLst>
            <pc:docMk/>
            <pc:sldMk cId="0" sldId="327"/>
            <ac:spMk id="32894" creationId="{C37605AA-54F3-7415-261F-949251AEEA21}"/>
          </ac:spMkLst>
        </pc:spChg>
        <pc:spChg chg="mod">
          <ac:chgData name="Margarit Meroyan" userId="630a6349-7c61-463e-804c-816773a1019c" providerId="ADAL" clId="{F542D2B9-31A9-4DE4-859A-CAD915E8FA3F}" dt="2023-12-27T10:45:36.814" v="76" actId="1076"/>
          <ac:spMkLst>
            <pc:docMk/>
            <pc:sldMk cId="0" sldId="327"/>
            <ac:spMk id="32895" creationId="{726358F1-AB40-1F5E-1592-7519AE2A9D68}"/>
          </ac:spMkLst>
        </pc:spChg>
        <pc:spChg chg="mod">
          <ac:chgData name="Margarit Meroyan" userId="630a6349-7c61-463e-804c-816773a1019c" providerId="ADAL" clId="{F542D2B9-31A9-4DE4-859A-CAD915E8FA3F}" dt="2023-12-27T10:45:36.814" v="76" actId="1076"/>
          <ac:spMkLst>
            <pc:docMk/>
            <pc:sldMk cId="0" sldId="327"/>
            <ac:spMk id="32896" creationId="{B65BBEF7-7FE9-BF00-3AE0-6F262EDA41DF}"/>
          </ac:spMkLst>
        </pc:spChg>
        <pc:spChg chg="mod">
          <ac:chgData name="Margarit Meroyan" userId="630a6349-7c61-463e-804c-816773a1019c" providerId="ADAL" clId="{F542D2B9-31A9-4DE4-859A-CAD915E8FA3F}" dt="2023-12-27T10:45:36.814" v="76" actId="1076"/>
          <ac:spMkLst>
            <pc:docMk/>
            <pc:sldMk cId="0" sldId="327"/>
            <ac:spMk id="32897" creationId="{5D18073A-886B-56F7-BE4B-DE64583E7D8A}"/>
          </ac:spMkLst>
        </pc:spChg>
        <pc:spChg chg="mod">
          <ac:chgData name="Margarit Meroyan" userId="630a6349-7c61-463e-804c-816773a1019c" providerId="ADAL" clId="{F542D2B9-31A9-4DE4-859A-CAD915E8FA3F}" dt="2023-12-27T10:45:36.814" v="76" actId="1076"/>
          <ac:spMkLst>
            <pc:docMk/>
            <pc:sldMk cId="0" sldId="327"/>
            <ac:spMk id="32898" creationId="{3A12A5D5-0BF7-0274-6C42-4A7BBBCAAFCF}"/>
          </ac:spMkLst>
        </pc:spChg>
        <pc:spChg chg="mod">
          <ac:chgData name="Margarit Meroyan" userId="630a6349-7c61-463e-804c-816773a1019c" providerId="ADAL" clId="{F542D2B9-31A9-4DE4-859A-CAD915E8FA3F}" dt="2023-12-27T10:45:36.814" v="76" actId="1076"/>
          <ac:spMkLst>
            <pc:docMk/>
            <pc:sldMk cId="0" sldId="327"/>
            <ac:spMk id="32899" creationId="{35A1D848-9BCE-3D69-5152-5743FA27ECC6}"/>
          </ac:spMkLst>
        </pc:spChg>
        <pc:spChg chg="mod">
          <ac:chgData name="Margarit Meroyan" userId="630a6349-7c61-463e-804c-816773a1019c" providerId="ADAL" clId="{F542D2B9-31A9-4DE4-859A-CAD915E8FA3F}" dt="2023-12-27T10:45:36.814" v="76" actId="1076"/>
          <ac:spMkLst>
            <pc:docMk/>
            <pc:sldMk cId="0" sldId="327"/>
            <ac:spMk id="32900" creationId="{E1F2FF09-FA24-09B0-4DE4-76CFDC471D9A}"/>
          </ac:spMkLst>
        </pc:spChg>
        <pc:spChg chg="mod">
          <ac:chgData name="Margarit Meroyan" userId="630a6349-7c61-463e-804c-816773a1019c" providerId="ADAL" clId="{F542D2B9-31A9-4DE4-859A-CAD915E8FA3F}" dt="2023-12-27T10:45:36.814" v="76" actId="1076"/>
          <ac:spMkLst>
            <pc:docMk/>
            <pc:sldMk cId="0" sldId="327"/>
            <ac:spMk id="32901" creationId="{C633DBD4-C1B4-B185-82CE-54639E957B7C}"/>
          </ac:spMkLst>
        </pc:spChg>
        <pc:spChg chg="mod">
          <ac:chgData name="Margarit Meroyan" userId="630a6349-7c61-463e-804c-816773a1019c" providerId="ADAL" clId="{F542D2B9-31A9-4DE4-859A-CAD915E8FA3F}" dt="2023-12-27T10:45:36.814" v="76" actId="1076"/>
          <ac:spMkLst>
            <pc:docMk/>
            <pc:sldMk cId="0" sldId="327"/>
            <ac:spMk id="32902" creationId="{B0A0B5B4-B37A-8C4B-800B-9657F4E4BD88}"/>
          </ac:spMkLst>
        </pc:spChg>
        <pc:spChg chg="mod">
          <ac:chgData name="Margarit Meroyan" userId="630a6349-7c61-463e-804c-816773a1019c" providerId="ADAL" clId="{F542D2B9-31A9-4DE4-859A-CAD915E8FA3F}" dt="2023-12-27T10:45:36.814" v="76" actId="1076"/>
          <ac:spMkLst>
            <pc:docMk/>
            <pc:sldMk cId="0" sldId="327"/>
            <ac:spMk id="32903" creationId="{094659DD-9427-983B-E7D0-02713624B5B9}"/>
          </ac:spMkLst>
        </pc:spChg>
        <pc:spChg chg="mod">
          <ac:chgData name="Margarit Meroyan" userId="630a6349-7c61-463e-804c-816773a1019c" providerId="ADAL" clId="{F542D2B9-31A9-4DE4-859A-CAD915E8FA3F}" dt="2023-12-27T10:45:36.814" v="76" actId="1076"/>
          <ac:spMkLst>
            <pc:docMk/>
            <pc:sldMk cId="0" sldId="327"/>
            <ac:spMk id="32904" creationId="{3C568A31-98FA-E8AE-3D94-4C390E5271EF}"/>
          </ac:spMkLst>
        </pc:spChg>
        <pc:spChg chg="mod">
          <ac:chgData name="Margarit Meroyan" userId="630a6349-7c61-463e-804c-816773a1019c" providerId="ADAL" clId="{F542D2B9-31A9-4DE4-859A-CAD915E8FA3F}" dt="2023-12-27T10:45:36.814" v="76" actId="1076"/>
          <ac:spMkLst>
            <pc:docMk/>
            <pc:sldMk cId="0" sldId="327"/>
            <ac:spMk id="32905" creationId="{B03B7982-A112-42C7-C60B-4599FE97FA6C}"/>
          </ac:spMkLst>
        </pc:spChg>
        <pc:spChg chg="mod">
          <ac:chgData name="Margarit Meroyan" userId="630a6349-7c61-463e-804c-816773a1019c" providerId="ADAL" clId="{F542D2B9-31A9-4DE4-859A-CAD915E8FA3F}" dt="2023-12-27T10:45:36.814" v="76" actId="1076"/>
          <ac:spMkLst>
            <pc:docMk/>
            <pc:sldMk cId="0" sldId="327"/>
            <ac:spMk id="32906" creationId="{2F6A8AA5-3F22-4B25-6EB5-31C646B71269}"/>
          </ac:spMkLst>
        </pc:spChg>
        <pc:spChg chg="mod">
          <ac:chgData name="Margarit Meroyan" userId="630a6349-7c61-463e-804c-816773a1019c" providerId="ADAL" clId="{F542D2B9-31A9-4DE4-859A-CAD915E8FA3F}" dt="2023-12-27T10:45:36.814" v="76" actId="1076"/>
          <ac:spMkLst>
            <pc:docMk/>
            <pc:sldMk cId="0" sldId="327"/>
            <ac:spMk id="32907" creationId="{0D7BADD4-65B5-FBFB-9AB8-1DD382352AAB}"/>
          </ac:spMkLst>
        </pc:spChg>
        <pc:spChg chg="mod">
          <ac:chgData name="Margarit Meroyan" userId="630a6349-7c61-463e-804c-816773a1019c" providerId="ADAL" clId="{F542D2B9-31A9-4DE4-859A-CAD915E8FA3F}" dt="2023-12-27T10:45:36.814" v="76" actId="1076"/>
          <ac:spMkLst>
            <pc:docMk/>
            <pc:sldMk cId="0" sldId="327"/>
            <ac:spMk id="32908" creationId="{EA783E19-9451-9190-3C1D-C8947AB17304}"/>
          </ac:spMkLst>
        </pc:spChg>
        <pc:spChg chg="mod">
          <ac:chgData name="Margarit Meroyan" userId="630a6349-7c61-463e-804c-816773a1019c" providerId="ADAL" clId="{F542D2B9-31A9-4DE4-859A-CAD915E8FA3F}" dt="2023-12-27T10:45:36.814" v="76" actId="1076"/>
          <ac:spMkLst>
            <pc:docMk/>
            <pc:sldMk cId="0" sldId="327"/>
            <ac:spMk id="32909" creationId="{38A7E2E2-0D2E-DA83-35DA-08A4F0CB396E}"/>
          </ac:spMkLst>
        </pc:spChg>
        <pc:spChg chg="mod">
          <ac:chgData name="Margarit Meroyan" userId="630a6349-7c61-463e-804c-816773a1019c" providerId="ADAL" clId="{F542D2B9-31A9-4DE4-859A-CAD915E8FA3F}" dt="2023-12-27T10:45:36.814" v="76" actId="1076"/>
          <ac:spMkLst>
            <pc:docMk/>
            <pc:sldMk cId="0" sldId="327"/>
            <ac:spMk id="32910" creationId="{4F59B401-E5D7-F960-039D-BEF110425E86}"/>
          </ac:spMkLst>
        </pc:spChg>
        <pc:spChg chg="mod">
          <ac:chgData name="Margarit Meroyan" userId="630a6349-7c61-463e-804c-816773a1019c" providerId="ADAL" clId="{F542D2B9-31A9-4DE4-859A-CAD915E8FA3F}" dt="2023-12-27T10:45:36.814" v="76" actId="1076"/>
          <ac:spMkLst>
            <pc:docMk/>
            <pc:sldMk cId="0" sldId="327"/>
            <ac:spMk id="32911" creationId="{7C61D790-1C47-68B8-38D4-207AE631C0D2}"/>
          </ac:spMkLst>
        </pc:spChg>
        <pc:spChg chg="mod">
          <ac:chgData name="Margarit Meroyan" userId="630a6349-7c61-463e-804c-816773a1019c" providerId="ADAL" clId="{F542D2B9-31A9-4DE4-859A-CAD915E8FA3F}" dt="2023-12-27T10:45:36.814" v="76" actId="1076"/>
          <ac:spMkLst>
            <pc:docMk/>
            <pc:sldMk cId="0" sldId="327"/>
            <ac:spMk id="32912" creationId="{F623C6FA-E1AB-4090-C8DF-0D4175776C20}"/>
          </ac:spMkLst>
        </pc:spChg>
        <pc:spChg chg="mod">
          <ac:chgData name="Margarit Meroyan" userId="630a6349-7c61-463e-804c-816773a1019c" providerId="ADAL" clId="{F542D2B9-31A9-4DE4-859A-CAD915E8FA3F}" dt="2023-12-27T10:45:36.814" v="76" actId="1076"/>
          <ac:spMkLst>
            <pc:docMk/>
            <pc:sldMk cId="0" sldId="327"/>
            <ac:spMk id="32913" creationId="{053FFF04-0E8E-BF82-EB87-317DCF7CE832}"/>
          </ac:spMkLst>
        </pc:spChg>
        <pc:spChg chg="mod">
          <ac:chgData name="Margarit Meroyan" userId="630a6349-7c61-463e-804c-816773a1019c" providerId="ADAL" clId="{F542D2B9-31A9-4DE4-859A-CAD915E8FA3F}" dt="2023-12-27T10:45:36.814" v="76" actId="1076"/>
          <ac:spMkLst>
            <pc:docMk/>
            <pc:sldMk cId="0" sldId="327"/>
            <ac:spMk id="32914" creationId="{20305081-A08D-8176-BE5A-44EF1EA6A100}"/>
          </ac:spMkLst>
        </pc:spChg>
        <pc:spChg chg="mod">
          <ac:chgData name="Margarit Meroyan" userId="630a6349-7c61-463e-804c-816773a1019c" providerId="ADAL" clId="{F542D2B9-31A9-4DE4-859A-CAD915E8FA3F}" dt="2023-12-27T10:45:36.814" v="76" actId="1076"/>
          <ac:spMkLst>
            <pc:docMk/>
            <pc:sldMk cId="0" sldId="327"/>
            <ac:spMk id="32915" creationId="{5B4E1A0F-BF3F-1339-9E9E-2BEBCC4BE43F}"/>
          </ac:spMkLst>
        </pc:spChg>
        <pc:spChg chg="mod">
          <ac:chgData name="Margarit Meroyan" userId="630a6349-7c61-463e-804c-816773a1019c" providerId="ADAL" clId="{F542D2B9-31A9-4DE4-859A-CAD915E8FA3F}" dt="2023-12-27T10:45:36.814" v="76" actId="1076"/>
          <ac:spMkLst>
            <pc:docMk/>
            <pc:sldMk cId="0" sldId="327"/>
            <ac:spMk id="32916" creationId="{CF760C2B-3489-7F7A-E98F-875FECC2F753}"/>
          </ac:spMkLst>
        </pc:spChg>
        <pc:spChg chg="mod">
          <ac:chgData name="Margarit Meroyan" userId="630a6349-7c61-463e-804c-816773a1019c" providerId="ADAL" clId="{F542D2B9-31A9-4DE4-859A-CAD915E8FA3F}" dt="2023-12-27T10:45:36.814" v="76" actId="1076"/>
          <ac:spMkLst>
            <pc:docMk/>
            <pc:sldMk cId="0" sldId="327"/>
            <ac:spMk id="32917" creationId="{02F225BA-F025-C5BC-02E4-F533D3C730B1}"/>
          </ac:spMkLst>
        </pc:spChg>
        <pc:spChg chg="mod">
          <ac:chgData name="Margarit Meroyan" userId="630a6349-7c61-463e-804c-816773a1019c" providerId="ADAL" clId="{F542D2B9-31A9-4DE4-859A-CAD915E8FA3F}" dt="2023-12-27T10:45:36.814" v="76" actId="1076"/>
          <ac:spMkLst>
            <pc:docMk/>
            <pc:sldMk cId="0" sldId="327"/>
            <ac:spMk id="32918" creationId="{AFF597A2-8B3E-213A-16C5-B2EFA29EB093}"/>
          </ac:spMkLst>
        </pc:spChg>
        <pc:spChg chg="mod">
          <ac:chgData name="Margarit Meroyan" userId="630a6349-7c61-463e-804c-816773a1019c" providerId="ADAL" clId="{F542D2B9-31A9-4DE4-859A-CAD915E8FA3F}" dt="2023-12-27T10:45:36.814" v="76" actId="1076"/>
          <ac:spMkLst>
            <pc:docMk/>
            <pc:sldMk cId="0" sldId="327"/>
            <ac:spMk id="32919" creationId="{796B16E2-1D29-29D6-32DA-F768E95AE31A}"/>
          </ac:spMkLst>
        </pc:spChg>
        <pc:spChg chg="mod">
          <ac:chgData name="Margarit Meroyan" userId="630a6349-7c61-463e-804c-816773a1019c" providerId="ADAL" clId="{F542D2B9-31A9-4DE4-859A-CAD915E8FA3F}" dt="2023-12-27T10:45:36.814" v="76" actId="1076"/>
          <ac:spMkLst>
            <pc:docMk/>
            <pc:sldMk cId="0" sldId="327"/>
            <ac:spMk id="32920" creationId="{1A94E288-5AD9-0C56-28DA-D5BF45286611}"/>
          </ac:spMkLst>
        </pc:spChg>
        <pc:spChg chg="mod">
          <ac:chgData name="Margarit Meroyan" userId="630a6349-7c61-463e-804c-816773a1019c" providerId="ADAL" clId="{F542D2B9-31A9-4DE4-859A-CAD915E8FA3F}" dt="2023-12-27T10:45:36.814" v="76" actId="1076"/>
          <ac:spMkLst>
            <pc:docMk/>
            <pc:sldMk cId="0" sldId="327"/>
            <ac:spMk id="32921" creationId="{6D769ED4-2D8D-2D1A-3499-B2BB479174C0}"/>
          </ac:spMkLst>
        </pc:spChg>
        <pc:spChg chg="mod">
          <ac:chgData name="Margarit Meroyan" userId="630a6349-7c61-463e-804c-816773a1019c" providerId="ADAL" clId="{F542D2B9-31A9-4DE4-859A-CAD915E8FA3F}" dt="2023-12-27T10:45:36.814" v="76" actId="1076"/>
          <ac:spMkLst>
            <pc:docMk/>
            <pc:sldMk cId="0" sldId="327"/>
            <ac:spMk id="32922" creationId="{D6F8A97B-C70F-3B75-DD60-054B894BA141}"/>
          </ac:spMkLst>
        </pc:spChg>
        <pc:spChg chg="mod">
          <ac:chgData name="Margarit Meroyan" userId="630a6349-7c61-463e-804c-816773a1019c" providerId="ADAL" clId="{F542D2B9-31A9-4DE4-859A-CAD915E8FA3F}" dt="2023-12-27T10:45:36.814" v="76" actId="1076"/>
          <ac:spMkLst>
            <pc:docMk/>
            <pc:sldMk cId="0" sldId="327"/>
            <ac:spMk id="32923" creationId="{A82595EB-00D9-0E8C-AB04-C6F0A34C2BB5}"/>
          </ac:spMkLst>
        </pc:spChg>
        <pc:spChg chg="mod">
          <ac:chgData name="Margarit Meroyan" userId="630a6349-7c61-463e-804c-816773a1019c" providerId="ADAL" clId="{F542D2B9-31A9-4DE4-859A-CAD915E8FA3F}" dt="2023-12-27T10:45:36.814" v="76" actId="1076"/>
          <ac:spMkLst>
            <pc:docMk/>
            <pc:sldMk cId="0" sldId="327"/>
            <ac:spMk id="32924" creationId="{1DF16E22-3772-CCB1-2F3E-55E40A4DBFCD}"/>
          </ac:spMkLst>
        </pc:spChg>
        <pc:spChg chg="mod">
          <ac:chgData name="Margarit Meroyan" userId="630a6349-7c61-463e-804c-816773a1019c" providerId="ADAL" clId="{F542D2B9-31A9-4DE4-859A-CAD915E8FA3F}" dt="2023-12-27T10:45:36.814" v="76" actId="1076"/>
          <ac:spMkLst>
            <pc:docMk/>
            <pc:sldMk cId="0" sldId="327"/>
            <ac:spMk id="32925" creationId="{9A20E845-AD0F-96D5-BEBA-6AE86DFC5F55}"/>
          </ac:spMkLst>
        </pc:spChg>
        <pc:spChg chg="mod">
          <ac:chgData name="Margarit Meroyan" userId="630a6349-7c61-463e-804c-816773a1019c" providerId="ADAL" clId="{F542D2B9-31A9-4DE4-859A-CAD915E8FA3F}" dt="2023-12-27T10:45:36.814" v="76" actId="1076"/>
          <ac:spMkLst>
            <pc:docMk/>
            <pc:sldMk cId="0" sldId="327"/>
            <ac:spMk id="32926" creationId="{4297F0DB-FB27-D360-8EDF-10EC8544E88E}"/>
          </ac:spMkLst>
        </pc:spChg>
        <pc:spChg chg="mod">
          <ac:chgData name="Margarit Meroyan" userId="630a6349-7c61-463e-804c-816773a1019c" providerId="ADAL" clId="{F542D2B9-31A9-4DE4-859A-CAD915E8FA3F}" dt="2023-12-27T10:45:36.814" v="76" actId="1076"/>
          <ac:spMkLst>
            <pc:docMk/>
            <pc:sldMk cId="0" sldId="327"/>
            <ac:spMk id="32927" creationId="{62AA7161-EA73-0771-0825-51A85A8259B6}"/>
          </ac:spMkLst>
        </pc:spChg>
        <pc:spChg chg="mod">
          <ac:chgData name="Margarit Meroyan" userId="630a6349-7c61-463e-804c-816773a1019c" providerId="ADAL" clId="{F542D2B9-31A9-4DE4-859A-CAD915E8FA3F}" dt="2023-12-27T10:45:36.814" v="76" actId="1076"/>
          <ac:spMkLst>
            <pc:docMk/>
            <pc:sldMk cId="0" sldId="327"/>
            <ac:spMk id="32928" creationId="{E2A58262-D4C8-9FC3-DE29-7D027436A1E4}"/>
          </ac:spMkLst>
        </pc:spChg>
        <pc:spChg chg="mod">
          <ac:chgData name="Margarit Meroyan" userId="630a6349-7c61-463e-804c-816773a1019c" providerId="ADAL" clId="{F542D2B9-31A9-4DE4-859A-CAD915E8FA3F}" dt="2023-12-27T10:45:36.814" v="76" actId="1076"/>
          <ac:spMkLst>
            <pc:docMk/>
            <pc:sldMk cId="0" sldId="327"/>
            <ac:spMk id="32929" creationId="{65FC4F84-1CBC-0562-ADCC-7025305F76CB}"/>
          </ac:spMkLst>
        </pc:spChg>
        <pc:spChg chg="mod">
          <ac:chgData name="Margarit Meroyan" userId="630a6349-7c61-463e-804c-816773a1019c" providerId="ADAL" clId="{F542D2B9-31A9-4DE4-859A-CAD915E8FA3F}" dt="2023-12-27T10:45:36.814" v="76" actId="1076"/>
          <ac:spMkLst>
            <pc:docMk/>
            <pc:sldMk cId="0" sldId="327"/>
            <ac:spMk id="32930" creationId="{6D3ECA82-2F4B-EA50-1F03-55BD7BFB25BC}"/>
          </ac:spMkLst>
        </pc:spChg>
        <pc:spChg chg="mod">
          <ac:chgData name="Margarit Meroyan" userId="630a6349-7c61-463e-804c-816773a1019c" providerId="ADAL" clId="{F542D2B9-31A9-4DE4-859A-CAD915E8FA3F}" dt="2023-12-27T10:45:36.814" v="76" actId="1076"/>
          <ac:spMkLst>
            <pc:docMk/>
            <pc:sldMk cId="0" sldId="327"/>
            <ac:spMk id="32931" creationId="{B89D0BE5-F940-7594-D7E5-B375AD91D050}"/>
          </ac:spMkLst>
        </pc:spChg>
        <pc:spChg chg="mod">
          <ac:chgData name="Margarit Meroyan" userId="630a6349-7c61-463e-804c-816773a1019c" providerId="ADAL" clId="{F542D2B9-31A9-4DE4-859A-CAD915E8FA3F}" dt="2023-12-27T10:45:36.814" v="76" actId="1076"/>
          <ac:spMkLst>
            <pc:docMk/>
            <pc:sldMk cId="0" sldId="327"/>
            <ac:spMk id="32932" creationId="{A516FE4C-15E8-C4E3-43BF-C5D29D8187BA}"/>
          </ac:spMkLst>
        </pc:spChg>
        <pc:spChg chg="mod">
          <ac:chgData name="Margarit Meroyan" userId="630a6349-7c61-463e-804c-816773a1019c" providerId="ADAL" clId="{F542D2B9-31A9-4DE4-859A-CAD915E8FA3F}" dt="2023-12-27T10:45:36.814" v="76" actId="1076"/>
          <ac:spMkLst>
            <pc:docMk/>
            <pc:sldMk cId="0" sldId="327"/>
            <ac:spMk id="32933" creationId="{F0305BDD-F3CA-6570-8C1A-FF323F70F5D7}"/>
          </ac:spMkLst>
        </pc:spChg>
        <pc:spChg chg="mod">
          <ac:chgData name="Margarit Meroyan" userId="630a6349-7c61-463e-804c-816773a1019c" providerId="ADAL" clId="{F542D2B9-31A9-4DE4-859A-CAD915E8FA3F}" dt="2023-12-27T10:45:36.814" v="76" actId="1076"/>
          <ac:spMkLst>
            <pc:docMk/>
            <pc:sldMk cId="0" sldId="327"/>
            <ac:spMk id="32934" creationId="{8946EC92-5BDC-92D6-B8E1-43BDC1FF39BA}"/>
          </ac:spMkLst>
        </pc:spChg>
        <pc:spChg chg="mod">
          <ac:chgData name="Margarit Meroyan" userId="630a6349-7c61-463e-804c-816773a1019c" providerId="ADAL" clId="{F542D2B9-31A9-4DE4-859A-CAD915E8FA3F}" dt="2023-12-27T10:45:36.814" v="76" actId="1076"/>
          <ac:spMkLst>
            <pc:docMk/>
            <pc:sldMk cId="0" sldId="327"/>
            <ac:spMk id="32935" creationId="{D8A23A78-E328-95FD-ABC1-CC004E3B9C02}"/>
          </ac:spMkLst>
        </pc:spChg>
        <pc:spChg chg="mod">
          <ac:chgData name="Margarit Meroyan" userId="630a6349-7c61-463e-804c-816773a1019c" providerId="ADAL" clId="{F542D2B9-31A9-4DE4-859A-CAD915E8FA3F}" dt="2023-12-27T10:45:36.814" v="76" actId="1076"/>
          <ac:spMkLst>
            <pc:docMk/>
            <pc:sldMk cId="0" sldId="327"/>
            <ac:spMk id="32936" creationId="{4E81D4A8-F4D4-E6DC-4460-2B03178FA3F8}"/>
          </ac:spMkLst>
        </pc:spChg>
        <pc:spChg chg="mod">
          <ac:chgData name="Margarit Meroyan" userId="630a6349-7c61-463e-804c-816773a1019c" providerId="ADAL" clId="{F542D2B9-31A9-4DE4-859A-CAD915E8FA3F}" dt="2023-12-27T10:45:36.814" v="76" actId="1076"/>
          <ac:spMkLst>
            <pc:docMk/>
            <pc:sldMk cId="0" sldId="327"/>
            <ac:spMk id="32937" creationId="{62B57871-3ACB-0682-134F-A41A492B65AF}"/>
          </ac:spMkLst>
        </pc:spChg>
        <pc:spChg chg="mod">
          <ac:chgData name="Margarit Meroyan" userId="630a6349-7c61-463e-804c-816773a1019c" providerId="ADAL" clId="{F542D2B9-31A9-4DE4-859A-CAD915E8FA3F}" dt="2023-12-27T10:45:36.814" v="76" actId="1076"/>
          <ac:spMkLst>
            <pc:docMk/>
            <pc:sldMk cId="0" sldId="327"/>
            <ac:spMk id="32938" creationId="{321F605F-7841-E194-E26A-CFC2673ACF2C}"/>
          </ac:spMkLst>
        </pc:spChg>
        <pc:spChg chg="mod">
          <ac:chgData name="Margarit Meroyan" userId="630a6349-7c61-463e-804c-816773a1019c" providerId="ADAL" clId="{F542D2B9-31A9-4DE4-859A-CAD915E8FA3F}" dt="2023-12-27T10:45:36.814" v="76" actId="1076"/>
          <ac:spMkLst>
            <pc:docMk/>
            <pc:sldMk cId="0" sldId="327"/>
            <ac:spMk id="32939" creationId="{D57F1683-40AB-CFA2-3576-C2B6450230A4}"/>
          </ac:spMkLst>
        </pc:spChg>
        <pc:spChg chg="mod">
          <ac:chgData name="Margarit Meroyan" userId="630a6349-7c61-463e-804c-816773a1019c" providerId="ADAL" clId="{F542D2B9-31A9-4DE4-859A-CAD915E8FA3F}" dt="2023-12-27T10:45:36.814" v="76" actId="1076"/>
          <ac:spMkLst>
            <pc:docMk/>
            <pc:sldMk cId="0" sldId="327"/>
            <ac:spMk id="32940" creationId="{798DA882-1D28-BC7A-77BD-C3B598B0A69D}"/>
          </ac:spMkLst>
        </pc:spChg>
        <pc:spChg chg="mod">
          <ac:chgData name="Margarit Meroyan" userId="630a6349-7c61-463e-804c-816773a1019c" providerId="ADAL" clId="{F542D2B9-31A9-4DE4-859A-CAD915E8FA3F}" dt="2023-12-27T10:45:36.814" v="76" actId="1076"/>
          <ac:spMkLst>
            <pc:docMk/>
            <pc:sldMk cId="0" sldId="327"/>
            <ac:spMk id="32941" creationId="{D9B49B81-1526-8036-DE06-3DFFE56D4AE8}"/>
          </ac:spMkLst>
        </pc:spChg>
        <pc:spChg chg="mod">
          <ac:chgData name="Margarit Meroyan" userId="630a6349-7c61-463e-804c-816773a1019c" providerId="ADAL" clId="{F542D2B9-31A9-4DE4-859A-CAD915E8FA3F}" dt="2023-12-27T10:45:36.814" v="76" actId="1076"/>
          <ac:spMkLst>
            <pc:docMk/>
            <pc:sldMk cId="0" sldId="327"/>
            <ac:spMk id="32942" creationId="{5BE82198-12C2-816E-67FD-7ACBCADB44C5}"/>
          </ac:spMkLst>
        </pc:spChg>
        <pc:spChg chg="mod">
          <ac:chgData name="Margarit Meroyan" userId="630a6349-7c61-463e-804c-816773a1019c" providerId="ADAL" clId="{F542D2B9-31A9-4DE4-859A-CAD915E8FA3F}" dt="2023-12-27T10:45:36.814" v="76" actId="1076"/>
          <ac:spMkLst>
            <pc:docMk/>
            <pc:sldMk cId="0" sldId="327"/>
            <ac:spMk id="32943" creationId="{9BBFBABC-3D71-C9A5-51F7-9802BD26E643}"/>
          </ac:spMkLst>
        </pc:spChg>
        <pc:spChg chg="mod">
          <ac:chgData name="Margarit Meroyan" userId="630a6349-7c61-463e-804c-816773a1019c" providerId="ADAL" clId="{F542D2B9-31A9-4DE4-859A-CAD915E8FA3F}" dt="2023-12-27T10:45:36.814" v="76" actId="1076"/>
          <ac:spMkLst>
            <pc:docMk/>
            <pc:sldMk cId="0" sldId="327"/>
            <ac:spMk id="32944" creationId="{CF933AC9-C28D-DFB7-C442-62DDA52DA219}"/>
          </ac:spMkLst>
        </pc:spChg>
        <pc:spChg chg="mod">
          <ac:chgData name="Margarit Meroyan" userId="630a6349-7c61-463e-804c-816773a1019c" providerId="ADAL" clId="{F542D2B9-31A9-4DE4-859A-CAD915E8FA3F}" dt="2023-12-27T10:45:36.814" v="76" actId="1076"/>
          <ac:spMkLst>
            <pc:docMk/>
            <pc:sldMk cId="0" sldId="327"/>
            <ac:spMk id="32945" creationId="{6C591B28-B1DF-1301-D3DE-9CCE3BD168F5}"/>
          </ac:spMkLst>
        </pc:spChg>
        <pc:spChg chg="mod">
          <ac:chgData name="Margarit Meroyan" userId="630a6349-7c61-463e-804c-816773a1019c" providerId="ADAL" clId="{F542D2B9-31A9-4DE4-859A-CAD915E8FA3F}" dt="2023-12-27T10:45:36.814" v="76" actId="1076"/>
          <ac:spMkLst>
            <pc:docMk/>
            <pc:sldMk cId="0" sldId="327"/>
            <ac:spMk id="32946" creationId="{E2F40EAA-4230-5609-6406-5193D8508710}"/>
          </ac:spMkLst>
        </pc:spChg>
        <pc:spChg chg="mod">
          <ac:chgData name="Margarit Meroyan" userId="630a6349-7c61-463e-804c-816773a1019c" providerId="ADAL" clId="{F542D2B9-31A9-4DE4-859A-CAD915E8FA3F}" dt="2023-12-27T10:45:36.814" v="76" actId="1076"/>
          <ac:spMkLst>
            <pc:docMk/>
            <pc:sldMk cId="0" sldId="327"/>
            <ac:spMk id="32947" creationId="{BC5E8E5C-6AC8-3F1C-BFF3-4A45284B4A17}"/>
          </ac:spMkLst>
        </pc:spChg>
        <pc:spChg chg="mod">
          <ac:chgData name="Margarit Meroyan" userId="630a6349-7c61-463e-804c-816773a1019c" providerId="ADAL" clId="{F542D2B9-31A9-4DE4-859A-CAD915E8FA3F}" dt="2023-12-27T10:45:36.814" v="76" actId="1076"/>
          <ac:spMkLst>
            <pc:docMk/>
            <pc:sldMk cId="0" sldId="327"/>
            <ac:spMk id="32948" creationId="{9F625562-E1F1-2348-F0B2-CE8061BACA62}"/>
          </ac:spMkLst>
        </pc:spChg>
        <pc:spChg chg="mod">
          <ac:chgData name="Margarit Meroyan" userId="630a6349-7c61-463e-804c-816773a1019c" providerId="ADAL" clId="{F542D2B9-31A9-4DE4-859A-CAD915E8FA3F}" dt="2023-12-27T10:45:36.814" v="76" actId="1076"/>
          <ac:spMkLst>
            <pc:docMk/>
            <pc:sldMk cId="0" sldId="327"/>
            <ac:spMk id="32949" creationId="{66473B5A-8E23-8684-82C0-EE9DC3ACBA1F}"/>
          </ac:spMkLst>
        </pc:spChg>
        <pc:spChg chg="mod">
          <ac:chgData name="Margarit Meroyan" userId="630a6349-7c61-463e-804c-816773a1019c" providerId="ADAL" clId="{F542D2B9-31A9-4DE4-859A-CAD915E8FA3F}" dt="2023-12-27T10:45:36.814" v="76" actId="1076"/>
          <ac:spMkLst>
            <pc:docMk/>
            <pc:sldMk cId="0" sldId="327"/>
            <ac:spMk id="32950" creationId="{BB23DFA9-6AC4-8E07-C468-F20ABB26BD35}"/>
          </ac:spMkLst>
        </pc:spChg>
        <pc:spChg chg="mod">
          <ac:chgData name="Margarit Meroyan" userId="630a6349-7c61-463e-804c-816773a1019c" providerId="ADAL" clId="{F542D2B9-31A9-4DE4-859A-CAD915E8FA3F}" dt="2023-12-27T10:45:36.814" v="76" actId="1076"/>
          <ac:spMkLst>
            <pc:docMk/>
            <pc:sldMk cId="0" sldId="327"/>
            <ac:spMk id="32951" creationId="{E53B9257-5582-33AF-4882-31F23E66B8D4}"/>
          </ac:spMkLst>
        </pc:spChg>
        <pc:spChg chg="mod">
          <ac:chgData name="Margarit Meroyan" userId="630a6349-7c61-463e-804c-816773a1019c" providerId="ADAL" clId="{F542D2B9-31A9-4DE4-859A-CAD915E8FA3F}" dt="2023-12-27T10:45:36.814" v="76" actId="1076"/>
          <ac:spMkLst>
            <pc:docMk/>
            <pc:sldMk cId="0" sldId="327"/>
            <ac:spMk id="32952" creationId="{235931F9-CAD0-8CC2-8EF5-0EB578093E27}"/>
          </ac:spMkLst>
        </pc:spChg>
        <pc:spChg chg="mod">
          <ac:chgData name="Margarit Meroyan" userId="630a6349-7c61-463e-804c-816773a1019c" providerId="ADAL" clId="{F542D2B9-31A9-4DE4-859A-CAD915E8FA3F}" dt="2023-12-27T10:45:36.814" v="76" actId="1076"/>
          <ac:spMkLst>
            <pc:docMk/>
            <pc:sldMk cId="0" sldId="327"/>
            <ac:spMk id="32953" creationId="{3191A7F6-25BD-D61A-8F0C-749E9ADBA9B6}"/>
          </ac:spMkLst>
        </pc:spChg>
        <pc:spChg chg="mod">
          <ac:chgData name="Margarit Meroyan" userId="630a6349-7c61-463e-804c-816773a1019c" providerId="ADAL" clId="{F542D2B9-31A9-4DE4-859A-CAD915E8FA3F}" dt="2023-12-27T10:45:36.814" v="76" actId="1076"/>
          <ac:spMkLst>
            <pc:docMk/>
            <pc:sldMk cId="0" sldId="327"/>
            <ac:spMk id="32954" creationId="{D2BA30D2-978B-D0A7-F5BE-895474D68EEB}"/>
          </ac:spMkLst>
        </pc:spChg>
        <pc:spChg chg="mod">
          <ac:chgData name="Margarit Meroyan" userId="630a6349-7c61-463e-804c-816773a1019c" providerId="ADAL" clId="{F542D2B9-31A9-4DE4-859A-CAD915E8FA3F}" dt="2023-12-27T10:45:36.814" v="76" actId="1076"/>
          <ac:spMkLst>
            <pc:docMk/>
            <pc:sldMk cId="0" sldId="327"/>
            <ac:spMk id="32955" creationId="{F59BA396-C905-22BA-BB16-37D9DFF71A64}"/>
          </ac:spMkLst>
        </pc:spChg>
        <pc:spChg chg="mod">
          <ac:chgData name="Margarit Meroyan" userId="630a6349-7c61-463e-804c-816773a1019c" providerId="ADAL" clId="{F542D2B9-31A9-4DE4-859A-CAD915E8FA3F}" dt="2023-12-27T10:45:36.814" v="76" actId="1076"/>
          <ac:spMkLst>
            <pc:docMk/>
            <pc:sldMk cId="0" sldId="327"/>
            <ac:spMk id="32956" creationId="{68414065-F2A1-45FE-9273-AD3C76FD1C93}"/>
          </ac:spMkLst>
        </pc:spChg>
        <pc:spChg chg="mod">
          <ac:chgData name="Margarit Meroyan" userId="630a6349-7c61-463e-804c-816773a1019c" providerId="ADAL" clId="{F542D2B9-31A9-4DE4-859A-CAD915E8FA3F}" dt="2023-12-27T10:45:36.814" v="76" actId="1076"/>
          <ac:spMkLst>
            <pc:docMk/>
            <pc:sldMk cId="0" sldId="327"/>
            <ac:spMk id="32957" creationId="{7ABB4AE0-B6C5-2763-8C98-A9FFC1C03AE8}"/>
          </ac:spMkLst>
        </pc:spChg>
        <pc:spChg chg="mod">
          <ac:chgData name="Margarit Meroyan" userId="630a6349-7c61-463e-804c-816773a1019c" providerId="ADAL" clId="{F542D2B9-31A9-4DE4-859A-CAD915E8FA3F}" dt="2023-12-27T10:45:36.814" v="76" actId="1076"/>
          <ac:spMkLst>
            <pc:docMk/>
            <pc:sldMk cId="0" sldId="327"/>
            <ac:spMk id="32958" creationId="{B76AB1D6-346E-81EF-4AC2-AC0477CBCAFE}"/>
          </ac:spMkLst>
        </pc:spChg>
        <pc:spChg chg="mod">
          <ac:chgData name="Margarit Meroyan" userId="630a6349-7c61-463e-804c-816773a1019c" providerId="ADAL" clId="{F542D2B9-31A9-4DE4-859A-CAD915E8FA3F}" dt="2023-12-27T10:45:36.814" v="76" actId="1076"/>
          <ac:spMkLst>
            <pc:docMk/>
            <pc:sldMk cId="0" sldId="327"/>
            <ac:spMk id="32959" creationId="{670773A9-3305-F4E5-85F7-D110B06EE90D}"/>
          </ac:spMkLst>
        </pc:spChg>
        <pc:spChg chg="mod">
          <ac:chgData name="Margarit Meroyan" userId="630a6349-7c61-463e-804c-816773a1019c" providerId="ADAL" clId="{F542D2B9-31A9-4DE4-859A-CAD915E8FA3F}" dt="2023-12-27T10:45:36.814" v="76" actId="1076"/>
          <ac:spMkLst>
            <pc:docMk/>
            <pc:sldMk cId="0" sldId="327"/>
            <ac:spMk id="32960" creationId="{FB8E2C30-609D-6F43-AA72-869FF7E88686}"/>
          </ac:spMkLst>
        </pc:spChg>
        <pc:spChg chg="mod">
          <ac:chgData name="Margarit Meroyan" userId="630a6349-7c61-463e-804c-816773a1019c" providerId="ADAL" clId="{F542D2B9-31A9-4DE4-859A-CAD915E8FA3F}" dt="2023-12-27T10:45:36.814" v="76" actId="1076"/>
          <ac:spMkLst>
            <pc:docMk/>
            <pc:sldMk cId="0" sldId="327"/>
            <ac:spMk id="32961" creationId="{14E533B4-0C88-94DF-3A6C-DC4C81C864DB}"/>
          </ac:spMkLst>
        </pc:spChg>
        <pc:spChg chg="mod">
          <ac:chgData name="Margarit Meroyan" userId="630a6349-7c61-463e-804c-816773a1019c" providerId="ADAL" clId="{F542D2B9-31A9-4DE4-859A-CAD915E8FA3F}" dt="2023-12-27T10:45:36.814" v="76" actId="1076"/>
          <ac:spMkLst>
            <pc:docMk/>
            <pc:sldMk cId="0" sldId="327"/>
            <ac:spMk id="32962" creationId="{A140AA7F-C802-7677-2771-7F5A389C5FA2}"/>
          </ac:spMkLst>
        </pc:spChg>
        <pc:spChg chg="mod">
          <ac:chgData name="Margarit Meroyan" userId="630a6349-7c61-463e-804c-816773a1019c" providerId="ADAL" clId="{F542D2B9-31A9-4DE4-859A-CAD915E8FA3F}" dt="2023-12-27T10:45:36.814" v="76" actId="1076"/>
          <ac:spMkLst>
            <pc:docMk/>
            <pc:sldMk cId="0" sldId="327"/>
            <ac:spMk id="32963" creationId="{2B3EF54F-41DC-0E5E-299E-CA0772216759}"/>
          </ac:spMkLst>
        </pc:spChg>
        <pc:spChg chg="mod">
          <ac:chgData name="Margarit Meroyan" userId="630a6349-7c61-463e-804c-816773a1019c" providerId="ADAL" clId="{F542D2B9-31A9-4DE4-859A-CAD915E8FA3F}" dt="2023-12-27T10:45:36.814" v="76" actId="1076"/>
          <ac:spMkLst>
            <pc:docMk/>
            <pc:sldMk cId="0" sldId="327"/>
            <ac:spMk id="32964" creationId="{369268BE-C6D1-0DE8-FDFC-5D7DF5E5B8AE}"/>
          </ac:spMkLst>
        </pc:spChg>
        <pc:spChg chg="mod">
          <ac:chgData name="Margarit Meroyan" userId="630a6349-7c61-463e-804c-816773a1019c" providerId="ADAL" clId="{F542D2B9-31A9-4DE4-859A-CAD915E8FA3F}" dt="2023-12-27T10:45:36.814" v="76" actId="1076"/>
          <ac:spMkLst>
            <pc:docMk/>
            <pc:sldMk cId="0" sldId="327"/>
            <ac:spMk id="32965" creationId="{0556B1CF-C154-324E-BBA5-74E957F6923C}"/>
          </ac:spMkLst>
        </pc:spChg>
        <pc:spChg chg="mod">
          <ac:chgData name="Margarit Meroyan" userId="630a6349-7c61-463e-804c-816773a1019c" providerId="ADAL" clId="{F542D2B9-31A9-4DE4-859A-CAD915E8FA3F}" dt="2023-12-27T10:45:36.814" v="76" actId="1076"/>
          <ac:spMkLst>
            <pc:docMk/>
            <pc:sldMk cId="0" sldId="327"/>
            <ac:spMk id="32966" creationId="{98BF2186-AC00-B784-D380-612C9373A220}"/>
          </ac:spMkLst>
        </pc:spChg>
        <pc:spChg chg="mod">
          <ac:chgData name="Margarit Meroyan" userId="630a6349-7c61-463e-804c-816773a1019c" providerId="ADAL" clId="{F542D2B9-31A9-4DE4-859A-CAD915E8FA3F}" dt="2023-12-27T10:45:36.814" v="76" actId="1076"/>
          <ac:spMkLst>
            <pc:docMk/>
            <pc:sldMk cId="0" sldId="327"/>
            <ac:spMk id="32967" creationId="{50C60F19-D1C2-E42F-263C-7AB8CF71C0C6}"/>
          </ac:spMkLst>
        </pc:spChg>
        <pc:spChg chg="mod">
          <ac:chgData name="Margarit Meroyan" userId="630a6349-7c61-463e-804c-816773a1019c" providerId="ADAL" clId="{F542D2B9-31A9-4DE4-859A-CAD915E8FA3F}" dt="2023-12-27T10:45:36.814" v="76" actId="1076"/>
          <ac:spMkLst>
            <pc:docMk/>
            <pc:sldMk cId="0" sldId="327"/>
            <ac:spMk id="32968" creationId="{15AF22D4-4575-3E7D-F2AC-D0A3631AFE73}"/>
          </ac:spMkLst>
        </pc:spChg>
        <pc:spChg chg="mod">
          <ac:chgData name="Margarit Meroyan" userId="630a6349-7c61-463e-804c-816773a1019c" providerId="ADAL" clId="{F542D2B9-31A9-4DE4-859A-CAD915E8FA3F}" dt="2023-12-27T10:45:36.814" v="76" actId="1076"/>
          <ac:spMkLst>
            <pc:docMk/>
            <pc:sldMk cId="0" sldId="327"/>
            <ac:spMk id="32969" creationId="{4CC31F14-059A-D6F7-9C46-0848504BDAED}"/>
          </ac:spMkLst>
        </pc:spChg>
        <pc:spChg chg="mod">
          <ac:chgData name="Margarit Meroyan" userId="630a6349-7c61-463e-804c-816773a1019c" providerId="ADAL" clId="{F542D2B9-31A9-4DE4-859A-CAD915E8FA3F}" dt="2023-12-27T10:45:36.814" v="76" actId="1076"/>
          <ac:spMkLst>
            <pc:docMk/>
            <pc:sldMk cId="0" sldId="327"/>
            <ac:spMk id="32970" creationId="{E5F86320-DC83-7014-B817-E43D886A9986}"/>
          </ac:spMkLst>
        </pc:spChg>
        <pc:spChg chg="mod">
          <ac:chgData name="Margarit Meroyan" userId="630a6349-7c61-463e-804c-816773a1019c" providerId="ADAL" clId="{F542D2B9-31A9-4DE4-859A-CAD915E8FA3F}" dt="2023-12-27T10:45:36.814" v="76" actId="1076"/>
          <ac:spMkLst>
            <pc:docMk/>
            <pc:sldMk cId="0" sldId="327"/>
            <ac:spMk id="32971" creationId="{FDCEFF6D-62F0-FF8A-C325-18EFB4490BCC}"/>
          </ac:spMkLst>
        </pc:spChg>
        <pc:spChg chg="mod">
          <ac:chgData name="Margarit Meroyan" userId="630a6349-7c61-463e-804c-816773a1019c" providerId="ADAL" clId="{F542D2B9-31A9-4DE4-859A-CAD915E8FA3F}" dt="2023-12-27T10:45:36.814" v="76" actId="1076"/>
          <ac:spMkLst>
            <pc:docMk/>
            <pc:sldMk cId="0" sldId="327"/>
            <ac:spMk id="32972" creationId="{4999C92C-9026-B9AC-A2BB-0D73C6D4F6BE}"/>
          </ac:spMkLst>
        </pc:spChg>
        <pc:spChg chg="mod">
          <ac:chgData name="Margarit Meroyan" userId="630a6349-7c61-463e-804c-816773a1019c" providerId="ADAL" clId="{F542D2B9-31A9-4DE4-859A-CAD915E8FA3F}" dt="2023-12-27T10:45:36.814" v="76" actId="1076"/>
          <ac:spMkLst>
            <pc:docMk/>
            <pc:sldMk cId="0" sldId="327"/>
            <ac:spMk id="32973" creationId="{F4047641-F912-505F-D35A-AD5D998AFDF7}"/>
          </ac:spMkLst>
        </pc:spChg>
        <pc:spChg chg="mod">
          <ac:chgData name="Margarit Meroyan" userId="630a6349-7c61-463e-804c-816773a1019c" providerId="ADAL" clId="{F542D2B9-31A9-4DE4-859A-CAD915E8FA3F}" dt="2023-12-27T10:45:36.814" v="76" actId="1076"/>
          <ac:spMkLst>
            <pc:docMk/>
            <pc:sldMk cId="0" sldId="327"/>
            <ac:spMk id="32974" creationId="{14A27786-10AB-7FB2-8C86-B9C915206657}"/>
          </ac:spMkLst>
        </pc:spChg>
        <pc:spChg chg="mod">
          <ac:chgData name="Margarit Meroyan" userId="630a6349-7c61-463e-804c-816773a1019c" providerId="ADAL" clId="{F542D2B9-31A9-4DE4-859A-CAD915E8FA3F}" dt="2023-12-27T10:45:36.814" v="76" actId="1076"/>
          <ac:spMkLst>
            <pc:docMk/>
            <pc:sldMk cId="0" sldId="327"/>
            <ac:spMk id="32975" creationId="{FFFA8611-CED5-0DDB-8BA9-80773D4A9813}"/>
          </ac:spMkLst>
        </pc:spChg>
        <pc:spChg chg="mod">
          <ac:chgData name="Margarit Meroyan" userId="630a6349-7c61-463e-804c-816773a1019c" providerId="ADAL" clId="{F542D2B9-31A9-4DE4-859A-CAD915E8FA3F}" dt="2023-12-27T10:45:36.814" v="76" actId="1076"/>
          <ac:spMkLst>
            <pc:docMk/>
            <pc:sldMk cId="0" sldId="327"/>
            <ac:spMk id="32976" creationId="{9DEE2643-7015-49DB-17DE-6843A148812E}"/>
          </ac:spMkLst>
        </pc:spChg>
        <pc:spChg chg="mod">
          <ac:chgData name="Margarit Meroyan" userId="630a6349-7c61-463e-804c-816773a1019c" providerId="ADAL" clId="{F542D2B9-31A9-4DE4-859A-CAD915E8FA3F}" dt="2023-12-27T10:45:36.814" v="76" actId="1076"/>
          <ac:spMkLst>
            <pc:docMk/>
            <pc:sldMk cId="0" sldId="327"/>
            <ac:spMk id="32977" creationId="{D7282DA3-F96F-25D2-69B0-B97E5F1DCB20}"/>
          </ac:spMkLst>
        </pc:spChg>
        <pc:spChg chg="mod">
          <ac:chgData name="Margarit Meroyan" userId="630a6349-7c61-463e-804c-816773a1019c" providerId="ADAL" clId="{F542D2B9-31A9-4DE4-859A-CAD915E8FA3F}" dt="2023-12-27T10:45:36.814" v="76" actId="1076"/>
          <ac:spMkLst>
            <pc:docMk/>
            <pc:sldMk cId="0" sldId="327"/>
            <ac:spMk id="32978" creationId="{084FFA86-810C-FDB2-CE86-F48BB6D774D9}"/>
          </ac:spMkLst>
        </pc:spChg>
        <pc:spChg chg="mod">
          <ac:chgData name="Margarit Meroyan" userId="630a6349-7c61-463e-804c-816773a1019c" providerId="ADAL" clId="{F542D2B9-31A9-4DE4-859A-CAD915E8FA3F}" dt="2023-12-27T10:45:36.814" v="76" actId="1076"/>
          <ac:spMkLst>
            <pc:docMk/>
            <pc:sldMk cId="0" sldId="327"/>
            <ac:spMk id="32979" creationId="{97A461EC-2F2F-5A78-30FF-2C1A5559D80C}"/>
          </ac:spMkLst>
        </pc:spChg>
        <pc:spChg chg="mod">
          <ac:chgData name="Margarit Meroyan" userId="630a6349-7c61-463e-804c-816773a1019c" providerId="ADAL" clId="{F542D2B9-31A9-4DE4-859A-CAD915E8FA3F}" dt="2023-12-27T10:45:36.814" v="76" actId="1076"/>
          <ac:spMkLst>
            <pc:docMk/>
            <pc:sldMk cId="0" sldId="327"/>
            <ac:spMk id="32980" creationId="{7D0B59A1-D8AB-AEDD-1F3C-E0B5CAAFE944}"/>
          </ac:spMkLst>
        </pc:spChg>
        <pc:spChg chg="mod">
          <ac:chgData name="Margarit Meroyan" userId="630a6349-7c61-463e-804c-816773a1019c" providerId="ADAL" clId="{F542D2B9-31A9-4DE4-859A-CAD915E8FA3F}" dt="2023-12-27T10:45:36.814" v="76" actId="1076"/>
          <ac:spMkLst>
            <pc:docMk/>
            <pc:sldMk cId="0" sldId="327"/>
            <ac:spMk id="32981" creationId="{9EFD6323-ED01-83D5-3E53-C5831668DD02}"/>
          </ac:spMkLst>
        </pc:spChg>
        <pc:spChg chg="mod">
          <ac:chgData name="Margarit Meroyan" userId="630a6349-7c61-463e-804c-816773a1019c" providerId="ADAL" clId="{F542D2B9-31A9-4DE4-859A-CAD915E8FA3F}" dt="2023-12-27T10:45:36.814" v="76" actId="1076"/>
          <ac:spMkLst>
            <pc:docMk/>
            <pc:sldMk cId="0" sldId="327"/>
            <ac:spMk id="32982" creationId="{868089C6-FDA2-481F-171B-7FF9B5B28EE9}"/>
          </ac:spMkLst>
        </pc:spChg>
        <pc:spChg chg="mod">
          <ac:chgData name="Margarit Meroyan" userId="630a6349-7c61-463e-804c-816773a1019c" providerId="ADAL" clId="{F542D2B9-31A9-4DE4-859A-CAD915E8FA3F}" dt="2023-12-27T10:45:36.814" v="76" actId="1076"/>
          <ac:spMkLst>
            <pc:docMk/>
            <pc:sldMk cId="0" sldId="327"/>
            <ac:spMk id="32983" creationId="{22FA3372-E797-EE67-4465-F861C32A58B6}"/>
          </ac:spMkLst>
        </pc:spChg>
        <pc:spChg chg="mod">
          <ac:chgData name="Margarit Meroyan" userId="630a6349-7c61-463e-804c-816773a1019c" providerId="ADAL" clId="{F542D2B9-31A9-4DE4-859A-CAD915E8FA3F}" dt="2023-12-27T10:45:36.814" v="76" actId="1076"/>
          <ac:spMkLst>
            <pc:docMk/>
            <pc:sldMk cId="0" sldId="327"/>
            <ac:spMk id="32984" creationId="{D497C32C-AC1B-CBFB-B276-51499E6172F4}"/>
          </ac:spMkLst>
        </pc:spChg>
        <pc:spChg chg="mod">
          <ac:chgData name="Margarit Meroyan" userId="630a6349-7c61-463e-804c-816773a1019c" providerId="ADAL" clId="{F542D2B9-31A9-4DE4-859A-CAD915E8FA3F}" dt="2023-12-27T10:45:36.814" v="76" actId="1076"/>
          <ac:spMkLst>
            <pc:docMk/>
            <pc:sldMk cId="0" sldId="327"/>
            <ac:spMk id="32985" creationId="{9744BF3B-EB15-C23C-8416-0BBBE8CDB16E}"/>
          </ac:spMkLst>
        </pc:spChg>
        <pc:spChg chg="mod">
          <ac:chgData name="Margarit Meroyan" userId="630a6349-7c61-463e-804c-816773a1019c" providerId="ADAL" clId="{F542D2B9-31A9-4DE4-859A-CAD915E8FA3F}" dt="2023-12-27T10:45:36.814" v="76" actId="1076"/>
          <ac:spMkLst>
            <pc:docMk/>
            <pc:sldMk cId="0" sldId="327"/>
            <ac:spMk id="32986" creationId="{8E6FEFD8-959E-AC0A-C12F-B026DA29DBDB}"/>
          </ac:spMkLst>
        </pc:spChg>
        <pc:spChg chg="mod">
          <ac:chgData name="Margarit Meroyan" userId="630a6349-7c61-463e-804c-816773a1019c" providerId="ADAL" clId="{F542D2B9-31A9-4DE4-859A-CAD915E8FA3F}" dt="2023-12-27T10:45:36.814" v="76" actId="1076"/>
          <ac:spMkLst>
            <pc:docMk/>
            <pc:sldMk cId="0" sldId="327"/>
            <ac:spMk id="32987" creationId="{D8B0036F-B0FF-8958-AFA2-D9FC0EE31332}"/>
          </ac:spMkLst>
        </pc:spChg>
        <pc:spChg chg="mod">
          <ac:chgData name="Margarit Meroyan" userId="630a6349-7c61-463e-804c-816773a1019c" providerId="ADAL" clId="{F542D2B9-31A9-4DE4-859A-CAD915E8FA3F}" dt="2023-12-27T10:45:36.814" v="76" actId="1076"/>
          <ac:spMkLst>
            <pc:docMk/>
            <pc:sldMk cId="0" sldId="327"/>
            <ac:spMk id="32988" creationId="{1510CCFB-0946-0329-D337-76868FD5BE41}"/>
          </ac:spMkLst>
        </pc:spChg>
        <pc:spChg chg="mod">
          <ac:chgData name="Margarit Meroyan" userId="630a6349-7c61-463e-804c-816773a1019c" providerId="ADAL" clId="{F542D2B9-31A9-4DE4-859A-CAD915E8FA3F}" dt="2023-12-27T10:45:36.814" v="76" actId="1076"/>
          <ac:spMkLst>
            <pc:docMk/>
            <pc:sldMk cId="0" sldId="327"/>
            <ac:spMk id="32989" creationId="{29D0620C-A5E2-CECA-1E86-3C667500254F}"/>
          </ac:spMkLst>
        </pc:spChg>
        <pc:spChg chg="mod">
          <ac:chgData name="Margarit Meroyan" userId="630a6349-7c61-463e-804c-816773a1019c" providerId="ADAL" clId="{F542D2B9-31A9-4DE4-859A-CAD915E8FA3F}" dt="2023-12-27T10:45:36.814" v="76" actId="1076"/>
          <ac:spMkLst>
            <pc:docMk/>
            <pc:sldMk cId="0" sldId="327"/>
            <ac:spMk id="32990" creationId="{BAF610DB-BB84-59E5-CCB6-EFF8E0680696}"/>
          </ac:spMkLst>
        </pc:spChg>
        <pc:spChg chg="mod">
          <ac:chgData name="Margarit Meroyan" userId="630a6349-7c61-463e-804c-816773a1019c" providerId="ADAL" clId="{F542D2B9-31A9-4DE4-859A-CAD915E8FA3F}" dt="2023-12-27T10:45:36.814" v="76" actId="1076"/>
          <ac:spMkLst>
            <pc:docMk/>
            <pc:sldMk cId="0" sldId="327"/>
            <ac:spMk id="32991" creationId="{7BD5E1AB-AE18-BDA6-9054-11104971B258}"/>
          </ac:spMkLst>
        </pc:spChg>
        <pc:grpChg chg="mod">
          <ac:chgData name="Margarit Meroyan" userId="630a6349-7c61-463e-804c-816773a1019c" providerId="ADAL" clId="{F542D2B9-31A9-4DE4-859A-CAD915E8FA3F}" dt="2023-12-27T10:45:36.814" v="76" actId="1076"/>
          <ac:grpSpMkLst>
            <pc:docMk/>
            <pc:sldMk cId="0" sldId="327"/>
            <ac:grpSpMk id="32771" creationId="{57EE38D8-B44A-BC36-CBC6-40250489664F}"/>
          </ac:grpSpMkLst>
        </pc:grpChg>
        <pc:grpChg chg="mod">
          <ac:chgData name="Margarit Meroyan" userId="630a6349-7c61-463e-804c-816773a1019c" providerId="ADAL" clId="{F542D2B9-31A9-4DE4-859A-CAD915E8FA3F}" dt="2023-12-27T10:45:36.814" v="76" actId="1076"/>
          <ac:grpSpMkLst>
            <pc:docMk/>
            <pc:sldMk cId="0" sldId="327"/>
            <ac:grpSpMk id="32793" creationId="{5AB77D4D-5960-2FE7-1483-34D54AA71830}"/>
          </ac:grpSpMkLst>
        </pc:grpChg>
        <pc:grpChg chg="mod">
          <ac:chgData name="Margarit Meroyan" userId="630a6349-7c61-463e-804c-816773a1019c" providerId="ADAL" clId="{F542D2B9-31A9-4DE4-859A-CAD915E8FA3F}" dt="2023-12-27T10:45:36.814" v="76" actId="1076"/>
          <ac:grpSpMkLst>
            <pc:docMk/>
            <pc:sldMk cId="0" sldId="327"/>
            <ac:grpSpMk id="32796" creationId="{FEF5B048-3E0F-1829-C1E6-18A04477DA7C}"/>
          </ac:grpSpMkLst>
        </pc:grpChg>
        <pc:grpChg chg="mod">
          <ac:chgData name="Margarit Meroyan" userId="630a6349-7c61-463e-804c-816773a1019c" providerId="ADAL" clId="{F542D2B9-31A9-4DE4-859A-CAD915E8FA3F}" dt="2023-12-27T10:45:36.814" v="76" actId="1076"/>
          <ac:grpSpMkLst>
            <pc:docMk/>
            <pc:sldMk cId="0" sldId="327"/>
            <ac:grpSpMk id="32797" creationId="{3C6D684A-E110-0313-3BB6-6C0E3776EEFA}"/>
          </ac:grpSpMkLst>
        </pc:grpChg>
        <pc:grpChg chg="mod">
          <ac:chgData name="Margarit Meroyan" userId="630a6349-7c61-463e-804c-816773a1019c" providerId="ADAL" clId="{F542D2B9-31A9-4DE4-859A-CAD915E8FA3F}" dt="2023-12-27T10:45:36.814" v="76" actId="1076"/>
          <ac:grpSpMkLst>
            <pc:docMk/>
            <pc:sldMk cId="0" sldId="327"/>
            <ac:grpSpMk id="32798" creationId="{50A04647-1ED5-B84D-DF6E-92780B792D29}"/>
          </ac:grpSpMkLst>
        </pc:grpChg>
        <pc:grpChg chg="mod">
          <ac:chgData name="Margarit Meroyan" userId="630a6349-7c61-463e-804c-816773a1019c" providerId="ADAL" clId="{F542D2B9-31A9-4DE4-859A-CAD915E8FA3F}" dt="2023-12-27T10:45:36.814" v="76" actId="1076"/>
          <ac:grpSpMkLst>
            <pc:docMk/>
            <pc:sldMk cId="0" sldId="327"/>
            <ac:grpSpMk id="32799" creationId="{D1599077-1296-23CD-0F1F-0DB559ED5708}"/>
          </ac:grpSpMkLst>
        </pc:grpChg>
        <pc:grpChg chg="mod">
          <ac:chgData name="Margarit Meroyan" userId="630a6349-7c61-463e-804c-816773a1019c" providerId="ADAL" clId="{F542D2B9-31A9-4DE4-859A-CAD915E8FA3F}" dt="2023-12-27T10:45:36.814" v="76" actId="1076"/>
          <ac:grpSpMkLst>
            <pc:docMk/>
            <pc:sldMk cId="0" sldId="327"/>
            <ac:grpSpMk id="32800" creationId="{26AB8A02-F3BD-4A48-74C6-B1F0A6A63C41}"/>
          </ac:grpSpMkLst>
        </pc:grpChg>
        <pc:grpChg chg="mod">
          <ac:chgData name="Margarit Meroyan" userId="630a6349-7c61-463e-804c-816773a1019c" providerId="ADAL" clId="{F542D2B9-31A9-4DE4-859A-CAD915E8FA3F}" dt="2023-12-27T10:45:36.814" v="76" actId="1076"/>
          <ac:grpSpMkLst>
            <pc:docMk/>
            <pc:sldMk cId="0" sldId="327"/>
            <ac:grpSpMk id="32801" creationId="{6A1737BD-0BB5-EBF2-5DB2-06E9206AF35A}"/>
          </ac:grpSpMkLst>
        </pc:grpChg>
        <pc:grpChg chg="mod">
          <ac:chgData name="Margarit Meroyan" userId="630a6349-7c61-463e-804c-816773a1019c" providerId="ADAL" clId="{F542D2B9-31A9-4DE4-859A-CAD915E8FA3F}" dt="2023-12-27T10:45:36.814" v="76" actId="1076"/>
          <ac:grpSpMkLst>
            <pc:docMk/>
            <pc:sldMk cId="0" sldId="327"/>
            <ac:grpSpMk id="32802" creationId="{77192925-6D24-F399-5D34-FDC30A90345B}"/>
          </ac:grpSpMkLst>
        </pc:grpChg>
        <pc:grpChg chg="mod">
          <ac:chgData name="Margarit Meroyan" userId="630a6349-7c61-463e-804c-816773a1019c" providerId="ADAL" clId="{F542D2B9-31A9-4DE4-859A-CAD915E8FA3F}" dt="2023-12-27T10:45:36.814" v="76" actId="1076"/>
          <ac:grpSpMkLst>
            <pc:docMk/>
            <pc:sldMk cId="0" sldId="327"/>
            <ac:grpSpMk id="32803" creationId="{AB490B80-03CF-ADBB-364D-F7B6B2D308A7}"/>
          </ac:grpSpMkLst>
        </pc:grpChg>
        <pc:grpChg chg="mod">
          <ac:chgData name="Margarit Meroyan" userId="630a6349-7c61-463e-804c-816773a1019c" providerId="ADAL" clId="{F542D2B9-31A9-4DE4-859A-CAD915E8FA3F}" dt="2023-12-27T10:45:36.814" v="76" actId="1076"/>
          <ac:grpSpMkLst>
            <pc:docMk/>
            <pc:sldMk cId="0" sldId="327"/>
            <ac:grpSpMk id="32814" creationId="{37EF54F5-E1F1-3CDD-8AD3-BFDF0F733D05}"/>
          </ac:grpSpMkLst>
        </pc:grpChg>
        <pc:grpChg chg="mod">
          <ac:chgData name="Margarit Meroyan" userId="630a6349-7c61-463e-804c-816773a1019c" providerId="ADAL" clId="{F542D2B9-31A9-4DE4-859A-CAD915E8FA3F}" dt="2023-12-27T10:45:36.814" v="76" actId="1076"/>
          <ac:grpSpMkLst>
            <pc:docMk/>
            <pc:sldMk cId="0" sldId="327"/>
            <ac:grpSpMk id="32815" creationId="{76084A59-AAD3-3CA4-E35A-FC93E789187D}"/>
          </ac:grpSpMkLst>
        </pc:grpChg>
        <pc:grpChg chg="mod">
          <ac:chgData name="Margarit Meroyan" userId="630a6349-7c61-463e-804c-816773a1019c" providerId="ADAL" clId="{F542D2B9-31A9-4DE4-859A-CAD915E8FA3F}" dt="2023-12-27T10:45:36.814" v="76" actId="1076"/>
          <ac:grpSpMkLst>
            <pc:docMk/>
            <pc:sldMk cId="0" sldId="327"/>
            <ac:grpSpMk id="32816" creationId="{503058CF-0C84-D3D0-1EDC-E784F6F5B742}"/>
          </ac:grpSpMkLst>
        </pc:grpChg>
        <pc:grpChg chg="mod">
          <ac:chgData name="Margarit Meroyan" userId="630a6349-7c61-463e-804c-816773a1019c" providerId="ADAL" clId="{F542D2B9-31A9-4DE4-859A-CAD915E8FA3F}" dt="2023-12-27T10:45:36.814" v="76" actId="1076"/>
          <ac:grpSpMkLst>
            <pc:docMk/>
            <pc:sldMk cId="0" sldId="327"/>
            <ac:grpSpMk id="32817" creationId="{B3DC6CE1-0FDF-5036-4BDC-6C6A1CB439BE}"/>
          </ac:grpSpMkLst>
        </pc:grpChg>
        <pc:grpChg chg="mod">
          <ac:chgData name="Margarit Meroyan" userId="630a6349-7c61-463e-804c-816773a1019c" providerId="ADAL" clId="{F542D2B9-31A9-4DE4-859A-CAD915E8FA3F}" dt="2023-12-27T10:45:36.814" v="76" actId="1076"/>
          <ac:grpSpMkLst>
            <pc:docMk/>
            <pc:sldMk cId="0" sldId="327"/>
            <ac:grpSpMk id="32818" creationId="{3E4F7AD1-E55E-928C-86FB-3CF28DC53407}"/>
          </ac:grpSpMkLst>
        </pc:grpChg>
        <pc:grpChg chg="mod">
          <ac:chgData name="Margarit Meroyan" userId="630a6349-7c61-463e-804c-816773a1019c" providerId="ADAL" clId="{F542D2B9-31A9-4DE4-859A-CAD915E8FA3F}" dt="2023-12-27T10:45:36.814" v="76" actId="1076"/>
          <ac:grpSpMkLst>
            <pc:docMk/>
            <pc:sldMk cId="0" sldId="327"/>
            <ac:grpSpMk id="32819" creationId="{8D694C5B-B893-F147-32A0-8DC1819FB05B}"/>
          </ac:grpSpMkLst>
        </pc:grpChg>
        <pc:grpChg chg="mod">
          <ac:chgData name="Margarit Meroyan" userId="630a6349-7c61-463e-804c-816773a1019c" providerId="ADAL" clId="{F542D2B9-31A9-4DE4-859A-CAD915E8FA3F}" dt="2023-12-27T10:45:36.814" v="76" actId="1076"/>
          <ac:grpSpMkLst>
            <pc:docMk/>
            <pc:sldMk cId="0" sldId="327"/>
            <ac:grpSpMk id="32820" creationId="{078BD288-2BF0-1F9E-444B-E31924C729D0}"/>
          </ac:grpSpMkLst>
        </pc:grpChg>
        <pc:grpChg chg="mod">
          <ac:chgData name="Margarit Meroyan" userId="630a6349-7c61-463e-804c-816773a1019c" providerId="ADAL" clId="{F542D2B9-31A9-4DE4-859A-CAD915E8FA3F}" dt="2023-12-27T10:45:36.814" v="76" actId="1076"/>
          <ac:grpSpMkLst>
            <pc:docMk/>
            <pc:sldMk cId="0" sldId="327"/>
            <ac:grpSpMk id="32821" creationId="{E314CADB-E663-B5CB-3215-B4CE83DAC617}"/>
          </ac:grpSpMkLst>
        </pc:grpChg>
        <pc:grpChg chg="mod">
          <ac:chgData name="Margarit Meroyan" userId="630a6349-7c61-463e-804c-816773a1019c" providerId="ADAL" clId="{F542D2B9-31A9-4DE4-859A-CAD915E8FA3F}" dt="2023-12-27T10:45:36.814" v="76" actId="1076"/>
          <ac:grpSpMkLst>
            <pc:docMk/>
            <pc:sldMk cId="0" sldId="327"/>
            <ac:grpSpMk id="32834" creationId="{8CB2A988-C1E2-1F80-12F7-9C1596C0A426}"/>
          </ac:grpSpMkLst>
        </pc:grpChg>
        <pc:grpChg chg="mod">
          <ac:chgData name="Margarit Meroyan" userId="630a6349-7c61-463e-804c-816773a1019c" providerId="ADAL" clId="{F542D2B9-31A9-4DE4-859A-CAD915E8FA3F}" dt="2023-12-27T10:45:36.814" v="76" actId="1076"/>
          <ac:grpSpMkLst>
            <pc:docMk/>
            <pc:sldMk cId="0" sldId="327"/>
            <ac:grpSpMk id="32843" creationId="{3C011AD9-1C01-8ABA-3F30-1E8CA89322BE}"/>
          </ac:grpSpMkLst>
        </pc:grpChg>
        <pc:grpChg chg="mod">
          <ac:chgData name="Margarit Meroyan" userId="630a6349-7c61-463e-804c-816773a1019c" providerId="ADAL" clId="{F542D2B9-31A9-4DE4-859A-CAD915E8FA3F}" dt="2023-12-27T10:45:36.814" v="76" actId="1076"/>
          <ac:grpSpMkLst>
            <pc:docMk/>
            <pc:sldMk cId="0" sldId="327"/>
            <ac:grpSpMk id="32844" creationId="{2115513E-8391-0554-6E09-5838D5FD4190}"/>
          </ac:grpSpMkLst>
        </pc:grpChg>
        <pc:grpChg chg="mod">
          <ac:chgData name="Margarit Meroyan" userId="630a6349-7c61-463e-804c-816773a1019c" providerId="ADAL" clId="{F542D2B9-31A9-4DE4-859A-CAD915E8FA3F}" dt="2023-12-27T10:45:36.814" v="76" actId="1076"/>
          <ac:grpSpMkLst>
            <pc:docMk/>
            <pc:sldMk cId="0" sldId="327"/>
            <ac:grpSpMk id="32856" creationId="{B74B3ECD-A4C7-904A-DD86-07A1E6963990}"/>
          </ac:grpSpMkLst>
        </pc:grpChg>
        <pc:grpChg chg="mod">
          <ac:chgData name="Margarit Meroyan" userId="630a6349-7c61-463e-804c-816773a1019c" providerId="ADAL" clId="{F542D2B9-31A9-4DE4-859A-CAD915E8FA3F}" dt="2023-12-27T10:45:36.814" v="76" actId="1076"/>
          <ac:grpSpMkLst>
            <pc:docMk/>
            <pc:sldMk cId="0" sldId="327"/>
            <ac:grpSpMk id="32866" creationId="{7DA8FF5F-805A-7524-9ECB-754CFB96A3C4}"/>
          </ac:grpSpMkLst>
        </pc:grpChg>
        <pc:grpChg chg="mod">
          <ac:chgData name="Margarit Meroyan" userId="630a6349-7c61-463e-804c-816773a1019c" providerId="ADAL" clId="{F542D2B9-31A9-4DE4-859A-CAD915E8FA3F}" dt="2023-12-27T10:45:36.814" v="76" actId="1076"/>
          <ac:grpSpMkLst>
            <pc:docMk/>
            <pc:sldMk cId="0" sldId="327"/>
            <ac:grpSpMk id="32877" creationId="{F0A267AD-5879-E0AC-662B-8CE881523545}"/>
          </ac:grpSpMkLst>
        </pc:grpChg>
        <pc:grpChg chg="mod">
          <ac:chgData name="Margarit Meroyan" userId="630a6349-7c61-463e-804c-816773a1019c" providerId="ADAL" clId="{F542D2B9-31A9-4DE4-859A-CAD915E8FA3F}" dt="2023-12-27T10:45:36.814" v="76" actId="1076"/>
          <ac:grpSpMkLst>
            <pc:docMk/>
            <pc:sldMk cId="0" sldId="327"/>
            <ac:grpSpMk id="32892" creationId="{7FE6CAA2-53DB-CCAB-D0EE-CC4C89227906}"/>
          </ac:grpSpMkLst>
        </pc:grpChg>
      </pc:sldChg>
      <pc:sldChg chg="modSp mod">
        <pc:chgData name="Margarit Meroyan" userId="630a6349-7c61-463e-804c-816773a1019c" providerId="ADAL" clId="{F542D2B9-31A9-4DE4-859A-CAD915E8FA3F}" dt="2023-12-27T10:45:55.347" v="80" actId="207"/>
        <pc:sldMkLst>
          <pc:docMk/>
          <pc:sldMk cId="0" sldId="329"/>
        </pc:sldMkLst>
        <pc:spChg chg="mod">
          <ac:chgData name="Margarit Meroyan" userId="630a6349-7c61-463e-804c-816773a1019c" providerId="ADAL" clId="{F542D2B9-31A9-4DE4-859A-CAD915E8FA3F}" dt="2023-12-27T10:45:47.077" v="78" actId="207"/>
          <ac:spMkLst>
            <pc:docMk/>
            <pc:sldMk cId="0" sldId="329"/>
            <ac:spMk id="34976" creationId="{3AA0F3E0-8FFB-411E-4780-547FE44BADDA}"/>
          </ac:spMkLst>
        </pc:spChg>
        <pc:spChg chg="mod">
          <ac:chgData name="Margarit Meroyan" userId="630a6349-7c61-463e-804c-816773a1019c" providerId="ADAL" clId="{F542D2B9-31A9-4DE4-859A-CAD915E8FA3F}" dt="2023-12-27T10:45:52.316" v="79" actId="207"/>
          <ac:spMkLst>
            <pc:docMk/>
            <pc:sldMk cId="0" sldId="329"/>
            <ac:spMk id="34989" creationId="{9A461ABE-B933-916F-CE0E-20B48B8BF84E}"/>
          </ac:spMkLst>
        </pc:spChg>
        <pc:spChg chg="mod">
          <ac:chgData name="Margarit Meroyan" userId="630a6349-7c61-463e-804c-816773a1019c" providerId="ADAL" clId="{F542D2B9-31A9-4DE4-859A-CAD915E8FA3F}" dt="2023-12-27T10:45:55.347" v="80" actId="207"/>
          <ac:spMkLst>
            <pc:docMk/>
            <pc:sldMk cId="0" sldId="329"/>
            <ac:spMk id="35008" creationId="{D2909744-7890-0A39-86A8-9EC2FEF54615}"/>
          </ac:spMkLst>
        </pc:spChg>
      </pc:sldChg>
      <pc:sldChg chg="modSp">
        <pc:chgData name="Margarit Meroyan" userId="630a6349-7c61-463e-804c-816773a1019c" providerId="ADAL" clId="{F542D2B9-31A9-4DE4-859A-CAD915E8FA3F}" dt="2023-12-27T10:46:50.858" v="98" actId="14100"/>
        <pc:sldMkLst>
          <pc:docMk/>
          <pc:sldMk cId="0" sldId="330"/>
        </pc:sldMkLst>
        <pc:spChg chg="mod">
          <ac:chgData name="Margarit Meroyan" userId="630a6349-7c61-463e-804c-816773a1019c" providerId="ADAL" clId="{F542D2B9-31A9-4DE4-859A-CAD915E8FA3F}" dt="2023-12-27T10:46:50.858" v="98" actId="14100"/>
          <ac:spMkLst>
            <pc:docMk/>
            <pc:sldMk cId="0" sldId="330"/>
            <ac:spMk id="35844" creationId="{58C9DAE8-195C-A088-6349-066B4CA5D872}"/>
          </ac:spMkLst>
        </pc:spChg>
        <pc:spChg chg="mod">
          <ac:chgData name="Margarit Meroyan" userId="630a6349-7c61-463e-804c-816773a1019c" providerId="ADAL" clId="{F542D2B9-31A9-4DE4-859A-CAD915E8FA3F}" dt="2023-12-27T10:46:50.858" v="98" actId="14100"/>
          <ac:spMkLst>
            <pc:docMk/>
            <pc:sldMk cId="0" sldId="330"/>
            <ac:spMk id="35845" creationId="{909190BF-9E6E-22EE-B913-EB94C7C191BB}"/>
          </ac:spMkLst>
        </pc:spChg>
        <pc:spChg chg="mod">
          <ac:chgData name="Margarit Meroyan" userId="630a6349-7c61-463e-804c-816773a1019c" providerId="ADAL" clId="{F542D2B9-31A9-4DE4-859A-CAD915E8FA3F}" dt="2023-12-27T10:46:50.858" v="98" actId="14100"/>
          <ac:spMkLst>
            <pc:docMk/>
            <pc:sldMk cId="0" sldId="330"/>
            <ac:spMk id="35846" creationId="{8666BDF5-BA40-C893-500C-D3C324E8B9EB}"/>
          </ac:spMkLst>
        </pc:spChg>
        <pc:spChg chg="mod">
          <ac:chgData name="Margarit Meroyan" userId="630a6349-7c61-463e-804c-816773a1019c" providerId="ADAL" clId="{F542D2B9-31A9-4DE4-859A-CAD915E8FA3F}" dt="2023-12-27T10:46:50.858" v="98" actId="14100"/>
          <ac:spMkLst>
            <pc:docMk/>
            <pc:sldMk cId="0" sldId="330"/>
            <ac:spMk id="35847" creationId="{6B52E444-6C20-45CE-A37F-D4F3E1587A1E}"/>
          </ac:spMkLst>
        </pc:spChg>
        <pc:spChg chg="mod">
          <ac:chgData name="Margarit Meroyan" userId="630a6349-7c61-463e-804c-816773a1019c" providerId="ADAL" clId="{F542D2B9-31A9-4DE4-859A-CAD915E8FA3F}" dt="2023-12-27T10:46:50.858" v="98" actId="14100"/>
          <ac:spMkLst>
            <pc:docMk/>
            <pc:sldMk cId="0" sldId="330"/>
            <ac:spMk id="35849" creationId="{C94043CB-0021-A75A-A1AC-954154FB8DEF}"/>
          </ac:spMkLst>
        </pc:spChg>
        <pc:spChg chg="mod">
          <ac:chgData name="Margarit Meroyan" userId="630a6349-7c61-463e-804c-816773a1019c" providerId="ADAL" clId="{F542D2B9-31A9-4DE4-859A-CAD915E8FA3F}" dt="2023-12-27T10:46:50.858" v="98" actId="14100"/>
          <ac:spMkLst>
            <pc:docMk/>
            <pc:sldMk cId="0" sldId="330"/>
            <ac:spMk id="35850" creationId="{D3A88B7C-D791-592F-8443-E3E8AF598D4B}"/>
          </ac:spMkLst>
        </pc:spChg>
        <pc:spChg chg="mod">
          <ac:chgData name="Margarit Meroyan" userId="630a6349-7c61-463e-804c-816773a1019c" providerId="ADAL" clId="{F542D2B9-31A9-4DE4-859A-CAD915E8FA3F}" dt="2023-12-27T10:46:50.858" v="98" actId="14100"/>
          <ac:spMkLst>
            <pc:docMk/>
            <pc:sldMk cId="0" sldId="330"/>
            <ac:spMk id="35851" creationId="{93EA23E4-4C27-8A14-C7FF-59D21C3ADF4A}"/>
          </ac:spMkLst>
        </pc:spChg>
        <pc:spChg chg="mod">
          <ac:chgData name="Margarit Meroyan" userId="630a6349-7c61-463e-804c-816773a1019c" providerId="ADAL" clId="{F542D2B9-31A9-4DE4-859A-CAD915E8FA3F}" dt="2023-12-27T10:46:50.858" v="98" actId="14100"/>
          <ac:spMkLst>
            <pc:docMk/>
            <pc:sldMk cId="0" sldId="330"/>
            <ac:spMk id="35852" creationId="{31072D15-561D-DF63-BDFA-6DA0E8322DF6}"/>
          </ac:spMkLst>
        </pc:spChg>
        <pc:spChg chg="mod">
          <ac:chgData name="Margarit Meroyan" userId="630a6349-7c61-463e-804c-816773a1019c" providerId="ADAL" clId="{F542D2B9-31A9-4DE4-859A-CAD915E8FA3F}" dt="2023-12-27T10:46:50.858" v="98" actId="14100"/>
          <ac:spMkLst>
            <pc:docMk/>
            <pc:sldMk cId="0" sldId="330"/>
            <ac:spMk id="35853" creationId="{57211444-8CCA-45B3-FD7D-1088C4B8A8DD}"/>
          </ac:spMkLst>
        </pc:spChg>
        <pc:spChg chg="mod">
          <ac:chgData name="Margarit Meroyan" userId="630a6349-7c61-463e-804c-816773a1019c" providerId="ADAL" clId="{F542D2B9-31A9-4DE4-859A-CAD915E8FA3F}" dt="2023-12-27T10:46:50.858" v="98" actId="14100"/>
          <ac:spMkLst>
            <pc:docMk/>
            <pc:sldMk cId="0" sldId="330"/>
            <ac:spMk id="35854" creationId="{E1042F5C-7C19-25E4-8E54-B715BDECF121}"/>
          </ac:spMkLst>
        </pc:spChg>
        <pc:spChg chg="mod">
          <ac:chgData name="Margarit Meroyan" userId="630a6349-7c61-463e-804c-816773a1019c" providerId="ADAL" clId="{F542D2B9-31A9-4DE4-859A-CAD915E8FA3F}" dt="2023-12-27T10:46:50.858" v="98" actId="14100"/>
          <ac:spMkLst>
            <pc:docMk/>
            <pc:sldMk cId="0" sldId="330"/>
            <ac:spMk id="35855" creationId="{071EE09B-3020-B000-6BC1-FF22BE26E82D}"/>
          </ac:spMkLst>
        </pc:spChg>
        <pc:spChg chg="mod">
          <ac:chgData name="Margarit Meroyan" userId="630a6349-7c61-463e-804c-816773a1019c" providerId="ADAL" clId="{F542D2B9-31A9-4DE4-859A-CAD915E8FA3F}" dt="2023-12-27T10:46:50.858" v="98" actId="14100"/>
          <ac:spMkLst>
            <pc:docMk/>
            <pc:sldMk cId="0" sldId="330"/>
            <ac:spMk id="35856" creationId="{ECBA10C4-AC07-FB45-FE6F-1C8EC2445973}"/>
          </ac:spMkLst>
        </pc:spChg>
        <pc:spChg chg="mod">
          <ac:chgData name="Margarit Meroyan" userId="630a6349-7c61-463e-804c-816773a1019c" providerId="ADAL" clId="{F542D2B9-31A9-4DE4-859A-CAD915E8FA3F}" dt="2023-12-27T10:46:50.858" v="98" actId="14100"/>
          <ac:spMkLst>
            <pc:docMk/>
            <pc:sldMk cId="0" sldId="330"/>
            <ac:spMk id="35857" creationId="{F6737C09-28B9-BC06-0334-7220D0AB8616}"/>
          </ac:spMkLst>
        </pc:spChg>
        <pc:spChg chg="mod">
          <ac:chgData name="Margarit Meroyan" userId="630a6349-7c61-463e-804c-816773a1019c" providerId="ADAL" clId="{F542D2B9-31A9-4DE4-859A-CAD915E8FA3F}" dt="2023-12-27T10:46:50.858" v="98" actId="14100"/>
          <ac:spMkLst>
            <pc:docMk/>
            <pc:sldMk cId="0" sldId="330"/>
            <ac:spMk id="35858" creationId="{BD49C62E-6077-3487-EF7D-8C3E87EC6F23}"/>
          </ac:spMkLst>
        </pc:spChg>
        <pc:spChg chg="mod">
          <ac:chgData name="Margarit Meroyan" userId="630a6349-7c61-463e-804c-816773a1019c" providerId="ADAL" clId="{F542D2B9-31A9-4DE4-859A-CAD915E8FA3F}" dt="2023-12-27T10:46:50.858" v="98" actId="14100"/>
          <ac:spMkLst>
            <pc:docMk/>
            <pc:sldMk cId="0" sldId="330"/>
            <ac:spMk id="35859" creationId="{E321C325-00A4-9C3F-2EA6-A3FE0E49DACC}"/>
          </ac:spMkLst>
        </pc:spChg>
        <pc:spChg chg="mod">
          <ac:chgData name="Margarit Meroyan" userId="630a6349-7c61-463e-804c-816773a1019c" providerId="ADAL" clId="{F542D2B9-31A9-4DE4-859A-CAD915E8FA3F}" dt="2023-12-27T10:46:50.858" v="98" actId="14100"/>
          <ac:spMkLst>
            <pc:docMk/>
            <pc:sldMk cId="0" sldId="330"/>
            <ac:spMk id="35860" creationId="{DDBAC261-7C66-EA9B-7E73-72803E797DB4}"/>
          </ac:spMkLst>
        </pc:spChg>
        <pc:spChg chg="mod">
          <ac:chgData name="Margarit Meroyan" userId="630a6349-7c61-463e-804c-816773a1019c" providerId="ADAL" clId="{F542D2B9-31A9-4DE4-859A-CAD915E8FA3F}" dt="2023-12-27T10:46:50.858" v="98" actId="14100"/>
          <ac:spMkLst>
            <pc:docMk/>
            <pc:sldMk cId="0" sldId="330"/>
            <ac:spMk id="35861" creationId="{46D76C39-8AFD-1974-4E0B-8565EE4AAAC3}"/>
          </ac:spMkLst>
        </pc:spChg>
        <pc:spChg chg="mod">
          <ac:chgData name="Margarit Meroyan" userId="630a6349-7c61-463e-804c-816773a1019c" providerId="ADAL" clId="{F542D2B9-31A9-4DE4-859A-CAD915E8FA3F}" dt="2023-12-27T10:46:50.858" v="98" actId="14100"/>
          <ac:spMkLst>
            <pc:docMk/>
            <pc:sldMk cId="0" sldId="330"/>
            <ac:spMk id="35862" creationId="{C78AF755-122E-1061-FECC-ECBBDCDB9B3E}"/>
          </ac:spMkLst>
        </pc:spChg>
        <pc:spChg chg="mod">
          <ac:chgData name="Margarit Meroyan" userId="630a6349-7c61-463e-804c-816773a1019c" providerId="ADAL" clId="{F542D2B9-31A9-4DE4-859A-CAD915E8FA3F}" dt="2023-12-27T10:46:50.858" v="98" actId="14100"/>
          <ac:spMkLst>
            <pc:docMk/>
            <pc:sldMk cId="0" sldId="330"/>
            <ac:spMk id="35863" creationId="{D71F73C1-1908-02EA-7A04-F384B036A139}"/>
          </ac:spMkLst>
        </pc:spChg>
        <pc:spChg chg="mod">
          <ac:chgData name="Margarit Meroyan" userId="630a6349-7c61-463e-804c-816773a1019c" providerId="ADAL" clId="{F542D2B9-31A9-4DE4-859A-CAD915E8FA3F}" dt="2023-12-27T10:46:50.858" v="98" actId="14100"/>
          <ac:spMkLst>
            <pc:docMk/>
            <pc:sldMk cId="0" sldId="330"/>
            <ac:spMk id="35864" creationId="{69852B10-4008-5230-0EB7-9A8134B94F76}"/>
          </ac:spMkLst>
        </pc:spChg>
        <pc:spChg chg="mod">
          <ac:chgData name="Margarit Meroyan" userId="630a6349-7c61-463e-804c-816773a1019c" providerId="ADAL" clId="{F542D2B9-31A9-4DE4-859A-CAD915E8FA3F}" dt="2023-12-27T10:46:50.858" v="98" actId="14100"/>
          <ac:spMkLst>
            <pc:docMk/>
            <pc:sldMk cId="0" sldId="330"/>
            <ac:spMk id="35865" creationId="{FE36E88E-C68B-B83B-8E63-DB4A2084086E}"/>
          </ac:spMkLst>
        </pc:spChg>
        <pc:spChg chg="mod">
          <ac:chgData name="Margarit Meroyan" userId="630a6349-7c61-463e-804c-816773a1019c" providerId="ADAL" clId="{F542D2B9-31A9-4DE4-859A-CAD915E8FA3F}" dt="2023-12-27T10:46:50.858" v="98" actId="14100"/>
          <ac:spMkLst>
            <pc:docMk/>
            <pc:sldMk cId="0" sldId="330"/>
            <ac:spMk id="35866" creationId="{441B5ADD-AED5-61E3-AD17-DA15C1E94D91}"/>
          </ac:spMkLst>
        </pc:spChg>
        <pc:spChg chg="mod">
          <ac:chgData name="Margarit Meroyan" userId="630a6349-7c61-463e-804c-816773a1019c" providerId="ADAL" clId="{F542D2B9-31A9-4DE4-859A-CAD915E8FA3F}" dt="2023-12-27T10:46:50.858" v="98" actId="14100"/>
          <ac:spMkLst>
            <pc:docMk/>
            <pc:sldMk cId="0" sldId="330"/>
            <ac:spMk id="35867" creationId="{84020883-E9DB-984C-0C02-3CA725060456}"/>
          </ac:spMkLst>
        </pc:spChg>
        <pc:spChg chg="mod">
          <ac:chgData name="Margarit Meroyan" userId="630a6349-7c61-463e-804c-816773a1019c" providerId="ADAL" clId="{F542D2B9-31A9-4DE4-859A-CAD915E8FA3F}" dt="2023-12-27T10:46:50.858" v="98" actId="14100"/>
          <ac:spMkLst>
            <pc:docMk/>
            <pc:sldMk cId="0" sldId="330"/>
            <ac:spMk id="35868" creationId="{39D79551-F68B-7E1E-D3D9-6C9D663F06E1}"/>
          </ac:spMkLst>
        </pc:spChg>
        <pc:spChg chg="mod">
          <ac:chgData name="Margarit Meroyan" userId="630a6349-7c61-463e-804c-816773a1019c" providerId="ADAL" clId="{F542D2B9-31A9-4DE4-859A-CAD915E8FA3F}" dt="2023-12-27T10:46:50.858" v="98" actId="14100"/>
          <ac:spMkLst>
            <pc:docMk/>
            <pc:sldMk cId="0" sldId="330"/>
            <ac:spMk id="35869" creationId="{006CF7F2-6921-CEF1-6348-9CE0EB9F4457}"/>
          </ac:spMkLst>
        </pc:spChg>
        <pc:spChg chg="mod">
          <ac:chgData name="Margarit Meroyan" userId="630a6349-7c61-463e-804c-816773a1019c" providerId="ADAL" clId="{F542D2B9-31A9-4DE4-859A-CAD915E8FA3F}" dt="2023-12-27T10:46:50.858" v="98" actId="14100"/>
          <ac:spMkLst>
            <pc:docMk/>
            <pc:sldMk cId="0" sldId="330"/>
            <ac:spMk id="35870" creationId="{54C58424-C7DE-A62A-70B8-73B71B19F8F3}"/>
          </ac:spMkLst>
        </pc:spChg>
        <pc:spChg chg="mod">
          <ac:chgData name="Margarit Meroyan" userId="630a6349-7c61-463e-804c-816773a1019c" providerId="ADAL" clId="{F542D2B9-31A9-4DE4-859A-CAD915E8FA3F}" dt="2023-12-27T10:46:50.858" v="98" actId="14100"/>
          <ac:spMkLst>
            <pc:docMk/>
            <pc:sldMk cId="0" sldId="330"/>
            <ac:spMk id="35871" creationId="{09D7FC14-FA7F-F88A-99F3-D0B73B3D76BB}"/>
          </ac:spMkLst>
        </pc:spChg>
        <pc:spChg chg="mod">
          <ac:chgData name="Margarit Meroyan" userId="630a6349-7c61-463e-804c-816773a1019c" providerId="ADAL" clId="{F542D2B9-31A9-4DE4-859A-CAD915E8FA3F}" dt="2023-12-27T10:46:50.858" v="98" actId="14100"/>
          <ac:spMkLst>
            <pc:docMk/>
            <pc:sldMk cId="0" sldId="330"/>
            <ac:spMk id="35872" creationId="{620A3C58-BF42-CCD1-5E46-A00770C82DCC}"/>
          </ac:spMkLst>
        </pc:spChg>
        <pc:spChg chg="mod">
          <ac:chgData name="Margarit Meroyan" userId="630a6349-7c61-463e-804c-816773a1019c" providerId="ADAL" clId="{F542D2B9-31A9-4DE4-859A-CAD915E8FA3F}" dt="2023-12-27T10:46:50.858" v="98" actId="14100"/>
          <ac:spMkLst>
            <pc:docMk/>
            <pc:sldMk cId="0" sldId="330"/>
            <ac:spMk id="35873" creationId="{C7263313-8003-65CA-8CD8-B31F4BCAC530}"/>
          </ac:spMkLst>
        </pc:spChg>
        <pc:spChg chg="mod">
          <ac:chgData name="Margarit Meroyan" userId="630a6349-7c61-463e-804c-816773a1019c" providerId="ADAL" clId="{F542D2B9-31A9-4DE4-859A-CAD915E8FA3F}" dt="2023-12-27T10:46:50.858" v="98" actId="14100"/>
          <ac:spMkLst>
            <pc:docMk/>
            <pc:sldMk cId="0" sldId="330"/>
            <ac:spMk id="35874" creationId="{E7D5847E-691D-F86D-4EDF-8E945D9A9E75}"/>
          </ac:spMkLst>
        </pc:spChg>
        <pc:spChg chg="mod">
          <ac:chgData name="Margarit Meroyan" userId="630a6349-7c61-463e-804c-816773a1019c" providerId="ADAL" clId="{F542D2B9-31A9-4DE4-859A-CAD915E8FA3F}" dt="2023-12-27T10:46:50.858" v="98" actId="14100"/>
          <ac:spMkLst>
            <pc:docMk/>
            <pc:sldMk cId="0" sldId="330"/>
            <ac:spMk id="35875" creationId="{DA8ACBCC-0C50-6A65-4514-D40B91708EA4}"/>
          </ac:spMkLst>
        </pc:spChg>
        <pc:spChg chg="mod">
          <ac:chgData name="Margarit Meroyan" userId="630a6349-7c61-463e-804c-816773a1019c" providerId="ADAL" clId="{F542D2B9-31A9-4DE4-859A-CAD915E8FA3F}" dt="2023-12-27T10:46:50.858" v="98" actId="14100"/>
          <ac:spMkLst>
            <pc:docMk/>
            <pc:sldMk cId="0" sldId="330"/>
            <ac:spMk id="35876" creationId="{A447F34E-C03E-910C-5B97-55511053630A}"/>
          </ac:spMkLst>
        </pc:spChg>
        <pc:spChg chg="mod">
          <ac:chgData name="Margarit Meroyan" userId="630a6349-7c61-463e-804c-816773a1019c" providerId="ADAL" clId="{F542D2B9-31A9-4DE4-859A-CAD915E8FA3F}" dt="2023-12-27T10:46:50.858" v="98" actId="14100"/>
          <ac:spMkLst>
            <pc:docMk/>
            <pc:sldMk cId="0" sldId="330"/>
            <ac:spMk id="35877" creationId="{C1DC07DC-F6D6-C119-A640-9A41147E71B9}"/>
          </ac:spMkLst>
        </pc:spChg>
        <pc:spChg chg="mod">
          <ac:chgData name="Margarit Meroyan" userId="630a6349-7c61-463e-804c-816773a1019c" providerId="ADAL" clId="{F542D2B9-31A9-4DE4-859A-CAD915E8FA3F}" dt="2023-12-27T10:46:50.858" v="98" actId="14100"/>
          <ac:spMkLst>
            <pc:docMk/>
            <pc:sldMk cId="0" sldId="330"/>
            <ac:spMk id="35878" creationId="{BCD26A15-2A8A-AA1B-9630-09C9069ACB04}"/>
          </ac:spMkLst>
        </pc:spChg>
        <pc:spChg chg="mod">
          <ac:chgData name="Margarit Meroyan" userId="630a6349-7c61-463e-804c-816773a1019c" providerId="ADAL" clId="{F542D2B9-31A9-4DE4-859A-CAD915E8FA3F}" dt="2023-12-27T10:46:50.858" v="98" actId="14100"/>
          <ac:spMkLst>
            <pc:docMk/>
            <pc:sldMk cId="0" sldId="330"/>
            <ac:spMk id="35879" creationId="{E7DD1D7A-4591-D9C3-B313-988E8F06E6AD}"/>
          </ac:spMkLst>
        </pc:spChg>
        <pc:spChg chg="mod">
          <ac:chgData name="Margarit Meroyan" userId="630a6349-7c61-463e-804c-816773a1019c" providerId="ADAL" clId="{F542D2B9-31A9-4DE4-859A-CAD915E8FA3F}" dt="2023-12-27T10:46:50.858" v="98" actId="14100"/>
          <ac:spMkLst>
            <pc:docMk/>
            <pc:sldMk cId="0" sldId="330"/>
            <ac:spMk id="35880" creationId="{0D989637-271E-E2F6-7850-03B6C90EC2FB}"/>
          </ac:spMkLst>
        </pc:spChg>
        <pc:spChg chg="mod">
          <ac:chgData name="Margarit Meroyan" userId="630a6349-7c61-463e-804c-816773a1019c" providerId="ADAL" clId="{F542D2B9-31A9-4DE4-859A-CAD915E8FA3F}" dt="2023-12-27T10:46:50.858" v="98" actId="14100"/>
          <ac:spMkLst>
            <pc:docMk/>
            <pc:sldMk cId="0" sldId="330"/>
            <ac:spMk id="35881" creationId="{CC27F5FF-8489-FE30-CE5B-93E418DFFAFB}"/>
          </ac:spMkLst>
        </pc:spChg>
        <pc:spChg chg="mod">
          <ac:chgData name="Margarit Meroyan" userId="630a6349-7c61-463e-804c-816773a1019c" providerId="ADAL" clId="{F542D2B9-31A9-4DE4-859A-CAD915E8FA3F}" dt="2023-12-27T10:46:50.858" v="98" actId="14100"/>
          <ac:spMkLst>
            <pc:docMk/>
            <pc:sldMk cId="0" sldId="330"/>
            <ac:spMk id="35882" creationId="{589DD69F-F5E0-4322-A7D0-790D3DAEE8C3}"/>
          </ac:spMkLst>
        </pc:spChg>
        <pc:spChg chg="mod">
          <ac:chgData name="Margarit Meroyan" userId="630a6349-7c61-463e-804c-816773a1019c" providerId="ADAL" clId="{F542D2B9-31A9-4DE4-859A-CAD915E8FA3F}" dt="2023-12-27T10:46:50.858" v="98" actId="14100"/>
          <ac:spMkLst>
            <pc:docMk/>
            <pc:sldMk cId="0" sldId="330"/>
            <ac:spMk id="35883" creationId="{75C59E30-0A4B-A5CA-7548-0D5F10F02EA6}"/>
          </ac:spMkLst>
        </pc:spChg>
        <pc:spChg chg="mod">
          <ac:chgData name="Margarit Meroyan" userId="630a6349-7c61-463e-804c-816773a1019c" providerId="ADAL" clId="{F542D2B9-31A9-4DE4-859A-CAD915E8FA3F}" dt="2023-12-27T10:46:50.858" v="98" actId="14100"/>
          <ac:spMkLst>
            <pc:docMk/>
            <pc:sldMk cId="0" sldId="330"/>
            <ac:spMk id="35884" creationId="{B2A416AA-DA0C-8D42-2150-A3D0A01856F6}"/>
          </ac:spMkLst>
        </pc:spChg>
        <pc:spChg chg="mod">
          <ac:chgData name="Margarit Meroyan" userId="630a6349-7c61-463e-804c-816773a1019c" providerId="ADAL" clId="{F542D2B9-31A9-4DE4-859A-CAD915E8FA3F}" dt="2023-12-27T10:46:50.858" v="98" actId="14100"/>
          <ac:spMkLst>
            <pc:docMk/>
            <pc:sldMk cId="0" sldId="330"/>
            <ac:spMk id="35885" creationId="{D5EDE8CF-18FB-B393-3C13-CFFAA6772516}"/>
          </ac:spMkLst>
        </pc:spChg>
        <pc:spChg chg="mod">
          <ac:chgData name="Margarit Meroyan" userId="630a6349-7c61-463e-804c-816773a1019c" providerId="ADAL" clId="{F542D2B9-31A9-4DE4-859A-CAD915E8FA3F}" dt="2023-12-27T10:46:50.858" v="98" actId="14100"/>
          <ac:spMkLst>
            <pc:docMk/>
            <pc:sldMk cId="0" sldId="330"/>
            <ac:spMk id="35886" creationId="{B36908D0-795A-F828-4CF3-7C5D74F7D4BF}"/>
          </ac:spMkLst>
        </pc:spChg>
        <pc:spChg chg="mod">
          <ac:chgData name="Margarit Meroyan" userId="630a6349-7c61-463e-804c-816773a1019c" providerId="ADAL" clId="{F542D2B9-31A9-4DE4-859A-CAD915E8FA3F}" dt="2023-12-27T10:46:50.858" v="98" actId="14100"/>
          <ac:spMkLst>
            <pc:docMk/>
            <pc:sldMk cId="0" sldId="330"/>
            <ac:spMk id="35887" creationId="{B585B85B-1329-E9D7-CDCD-1BE93D2332A8}"/>
          </ac:spMkLst>
        </pc:spChg>
        <pc:spChg chg="mod">
          <ac:chgData name="Margarit Meroyan" userId="630a6349-7c61-463e-804c-816773a1019c" providerId="ADAL" clId="{F542D2B9-31A9-4DE4-859A-CAD915E8FA3F}" dt="2023-12-27T10:46:50.858" v="98" actId="14100"/>
          <ac:spMkLst>
            <pc:docMk/>
            <pc:sldMk cId="0" sldId="330"/>
            <ac:spMk id="35888" creationId="{4D16A3A6-A19E-D138-ABE7-4D33AFB7E04C}"/>
          </ac:spMkLst>
        </pc:spChg>
        <pc:spChg chg="mod">
          <ac:chgData name="Margarit Meroyan" userId="630a6349-7c61-463e-804c-816773a1019c" providerId="ADAL" clId="{F542D2B9-31A9-4DE4-859A-CAD915E8FA3F}" dt="2023-12-27T10:46:50.858" v="98" actId="14100"/>
          <ac:spMkLst>
            <pc:docMk/>
            <pc:sldMk cId="0" sldId="330"/>
            <ac:spMk id="35889" creationId="{65989536-D5A3-128E-DBC0-B6F9857E4D0C}"/>
          </ac:spMkLst>
        </pc:spChg>
        <pc:spChg chg="mod">
          <ac:chgData name="Margarit Meroyan" userId="630a6349-7c61-463e-804c-816773a1019c" providerId="ADAL" clId="{F542D2B9-31A9-4DE4-859A-CAD915E8FA3F}" dt="2023-12-27T10:46:50.858" v="98" actId="14100"/>
          <ac:spMkLst>
            <pc:docMk/>
            <pc:sldMk cId="0" sldId="330"/>
            <ac:spMk id="35890" creationId="{8DAB1022-0D2E-6479-B2D3-5E67B70E9440}"/>
          </ac:spMkLst>
        </pc:spChg>
        <pc:spChg chg="mod">
          <ac:chgData name="Margarit Meroyan" userId="630a6349-7c61-463e-804c-816773a1019c" providerId="ADAL" clId="{F542D2B9-31A9-4DE4-859A-CAD915E8FA3F}" dt="2023-12-27T10:46:50.858" v="98" actId="14100"/>
          <ac:spMkLst>
            <pc:docMk/>
            <pc:sldMk cId="0" sldId="330"/>
            <ac:spMk id="35891" creationId="{DF86E234-E48C-116C-0275-5885ACBCC71E}"/>
          </ac:spMkLst>
        </pc:spChg>
        <pc:spChg chg="mod">
          <ac:chgData name="Margarit Meroyan" userId="630a6349-7c61-463e-804c-816773a1019c" providerId="ADAL" clId="{F542D2B9-31A9-4DE4-859A-CAD915E8FA3F}" dt="2023-12-27T10:46:50.858" v="98" actId="14100"/>
          <ac:spMkLst>
            <pc:docMk/>
            <pc:sldMk cId="0" sldId="330"/>
            <ac:spMk id="35893" creationId="{8DBD30F4-46FE-6218-9E0A-C58AC9A216A2}"/>
          </ac:spMkLst>
        </pc:spChg>
        <pc:spChg chg="mod">
          <ac:chgData name="Margarit Meroyan" userId="630a6349-7c61-463e-804c-816773a1019c" providerId="ADAL" clId="{F542D2B9-31A9-4DE4-859A-CAD915E8FA3F}" dt="2023-12-27T10:46:50.858" v="98" actId="14100"/>
          <ac:spMkLst>
            <pc:docMk/>
            <pc:sldMk cId="0" sldId="330"/>
            <ac:spMk id="35894" creationId="{BFE87449-DA65-6EC7-1CB2-145E5CE8031F}"/>
          </ac:spMkLst>
        </pc:spChg>
        <pc:spChg chg="mod">
          <ac:chgData name="Margarit Meroyan" userId="630a6349-7c61-463e-804c-816773a1019c" providerId="ADAL" clId="{F542D2B9-31A9-4DE4-859A-CAD915E8FA3F}" dt="2023-12-27T10:46:50.858" v="98" actId="14100"/>
          <ac:spMkLst>
            <pc:docMk/>
            <pc:sldMk cId="0" sldId="330"/>
            <ac:spMk id="35895" creationId="{A1EE93FA-A416-9EA9-CB15-E10A1772C04F}"/>
          </ac:spMkLst>
        </pc:spChg>
        <pc:spChg chg="mod">
          <ac:chgData name="Margarit Meroyan" userId="630a6349-7c61-463e-804c-816773a1019c" providerId="ADAL" clId="{F542D2B9-31A9-4DE4-859A-CAD915E8FA3F}" dt="2023-12-27T10:46:50.858" v="98" actId="14100"/>
          <ac:spMkLst>
            <pc:docMk/>
            <pc:sldMk cId="0" sldId="330"/>
            <ac:spMk id="35896" creationId="{CC776779-2CC4-8E18-92A4-650D3AAEF00E}"/>
          </ac:spMkLst>
        </pc:spChg>
        <pc:spChg chg="mod">
          <ac:chgData name="Margarit Meroyan" userId="630a6349-7c61-463e-804c-816773a1019c" providerId="ADAL" clId="{F542D2B9-31A9-4DE4-859A-CAD915E8FA3F}" dt="2023-12-27T10:46:50.858" v="98" actId="14100"/>
          <ac:spMkLst>
            <pc:docMk/>
            <pc:sldMk cId="0" sldId="330"/>
            <ac:spMk id="35897" creationId="{7F8FCFFE-1A7B-0CEE-82A5-AE1BDD92F513}"/>
          </ac:spMkLst>
        </pc:spChg>
        <pc:spChg chg="mod">
          <ac:chgData name="Margarit Meroyan" userId="630a6349-7c61-463e-804c-816773a1019c" providerId="ADAL" clId="{F542D2B9-31A9-4DE4-859A-CAD915E8FA3F}" dt="2023-12-27T10:46:50.858" v="98" actId="14100"/>
          <ac:spMkLst>
            <pc:docMk/>
            <pc:sldMk cId="0" sldId="330"/>
            <ac:spMk id="35898" creationId="{CF3BB896-C516-A15F-B957-CB0D68003AE7}"/>
          </ac:spMkLst>
        </pc:spChg>
        <pc:spChg chg="mod">
          <ac:chgData name="Margarit Meroyan" userId="630a6349-7c61-463e-804c-816773a1019c" providerId="ADAL" clId="{F542D2B9-31A9-4DE4-859A-CAD915E8FA3F}" dt="2023-12-27T10:46:50.858" v="98" actId="14100"/>
          <ac:spMkLst>
            <pc:docMk/>
            <pc:sldMk cId="0" sldId="330"/>
            <ac:spMk id="35899" creationId="{309F4BDA-DCB2-304F-30E8-2F92D3A70845}"/>
          </ac:spMkLst>
        </pc:spChg>
        <pc:spChg chg="mod">
          <ac:chgData name="Margarit Meroyan" userId="630a6349-7c61-463e-804c-816773a1019c" providerId="ADAL" clId="{F542D2B9-31A9-4DE4-859A-CAD915E8FA3F}" dt="2023-12-27T10:46:50.858" v="98" actId="14100"/>
          <ac:spMkLst>
            <pc:docMk/>
            <pc:sldMk cId="0" sldId="330"/>
            <ac:spMk id="35900" creationId="{CD6B50C2-57EC-6143-3346-FACD0D9C66C3}"/>
          </ac:spMkLst>
        </pc:spChg>
        <pc:spChg chg="mod">
          <ac:chgData name="Margarit Meroyan" userId="630a6349-7c61-463e-804c-816773a1019c" providerId="ADAL" clId="{F542D2B9-31A9-4DE4-859A-CAD915E8FA3F}" dt="2023-12-27T10:46:50.858" v="98" actId="14100"/>
          <ac:spMkLst>
            <pc:docMk/>
            <pc:sldMk cId="0" sldId="330"/>
            <ac:spMk id="35901" creationId="{BB84C3B3-083B-A0D6-ECFE-C9623B553552}"/>
          </ac:spMkLst>
        </pc:spChg>
        <pc:spChg chg="mod">
          <ac:chgData name="Margarit Meroyan" userId="630a6349-7c61-463e-804c-816773a1019c" providerId="ADAL" clId="{F542D2B9-31A9-4DE4-859A-CAD915E8FA3F}" dt="2023-12-27T10:46:50.858" v="98" actId="14100"/>
          <ac:spMkLst>
            <pc:docMk/>
            <pc:sldMk cId="0" sldId="330"/>
            <ac:spMk id="35902" creationId="{E6DABD28-1AA8-B9F2-0289-0272AFBE2510}"/>
          </ac:spMkLst>
        </pc:spChg>
        <pc:spChg chg="mod">
          <ac:chgData name="Margarit Meroyan" userId="630a6349-7c61-463e-804c-816773a1019c" providerId="ADAL" clId="{F542D2B9-31A9-4DE4-859A-CAD915E8FA3F}" dt="2023-12-27T10:46:50.858" v="98" actId="14100"/>
          <ac:spMkLst>
            <pc:docMk/>
            <pc:sldMk cId="0" sldId="330"/>
            <ac:spMk id="35903" creationId="{5C9FBE2B-3739-6E79-6854-94C62E1074DD}"/>
          </ac:spMkLst>
        </pc:spChg>
        <pc:spChg chg="mod">
          <ac:chgData name="Margarit Meroyan" userId="630a6349-7c61-463e-804c-816773a1019c" providerId="ADAL" clId="{F542D2B9-31A9-4DE4-859A-CAD915E8FA3F}" dt="2023-12-27T10:46:50.858" v="98" actId="14100"/>
          <ac:spMkLst>
            <pc:docMk/>
            <pc:sldMk cId="0" sldId="330"/>
            <ac:spMk id="35904" creationId="{51DE65C7-1F5E-E9A6-6F27-81A5FE300FE9}"/>
          </ac:spMkLst>
        </pc:spChg>
        <pc:spChg chg="mod">
          <ac:chgData name="Margarit Meroyan" userId="630a6349-7c61-463e-804c-816773a1019c" providerId="ADAL" clId="{F542D2B9-31A9-4DE4-859A-CAD915E8FA3F}" dt="2023-12-27T10:46:50.858" v="98" actId="14100"/>
          <ac:spMkLst>
            <pc:docMk/>
            <pc:sldMk cId="0" sldId="330"/>
            <ac:spMk id="35905" creationId="{2110A3D7-6E33-CFA0-EB95-72393D052168}"/>
          </ac:spMkLst>
        </pc:spChg>
        <pc:spChg chg="mod">
          <ac:chgData name="Margarit Meroyan" userId="630a6349-7c61-463e-804c-816773a1019c" providerId="ADAL" clId="{F542D2B9-31A9-4DE4-859A-CAD915E8FA3F}" dt="2023-12-27T10:46:50.858" v="98" actId="14100"/>
          <ac:spMkLst>
            <pc:docMk/>
            <pc:sldMk cId="0" sldId="330"/>
            <ac:spMk id="35906" creationId="{3A046519-7E14-F165-7D77-3248BCF5DF5A}"/>
          </ac:spMkLst>
        </pc:spChg>
        <pc:spChg chg="mod">
          <ac:chgData name="Margarit Meroyan" userId="630a6349-7c61-463e-804c-816773a1019c" providerId="ADAL" clId="{F542D2B9-31A9-4DE4-859A-CAD915E8FA3F}" dt="2023-12-27T10:46:50.858" v="98" actId="14100"/>
          <ac:spMkLst>
            <pc:docMk/>
            <pc:sldMk cId="0" sldId="330"/>
            <ac:spMk id="35907" creationId="{EB2944AC-533C-DB30-FDF3-321591511B93}"/>
          </ac:spMkLst>
        </pc:spChg>
        <pc:spChg chg="mod">
          <ac:chgData name="Margarit Meroyan" userId="630a6349-7c61-463e-804c-816773a1019c" providerId="ADAL" clId="{F542D2B9-31A9-4DE4-859A-CAD915E8FA3F}" dt="2023-12-27T10:46:50.858" v="98" actId="14100"/>
          <ac:spMkLst>
            <pc:docMk/>
            <pc:sldMk cId="0" sldId="330"/>
            <ac:spMk id="35908" creationId="{7D7F6DDE-93FA-4102-382B-DB1288D433B8}"/>
          </ac:spMkLst>
        </pc:spChg>
        <pc:spChg chg="mod">
          <ac:chgData name="Margarit Meroyan" userId="630a6349-7c61-463e-804c-816773a1019c" providerId="ADAL" clId="{F542D2B9-31A9-4DE4-859A-CAD915E8FA3F}" dt="2023-12-27T10:46:50.858" v="98" actId="14100"/>
          <ac:spMkLst>
            <pc:docMk/>
            <pc:sldMk cId="0" sldId="330"/>
            <ac:spMk id="35909" creationId="{C5952E45-8E03-4F08-4B5C-AB05F8CBE0FD}"/>
          </ac:spMkLst>
        </pc:spChg>
        <pc:spChg chg="mod">
          <ac:chgData name="Margarit Meroyan" userId="630a6349-7c61-463e-804c-816773a1019c" providerId="ADAL" clId="{F542D2B9-31A9-4DE4-859A-CAD915E8FA3F}" dt="2023-12-27T10:46:50.858" v="98" actId="14100"/>
          <ac:spMkLst>
            <pc:docMk/>
            <pc:sldMk cId="0" sldId="330"/>
            <ac:spMk id="35910" creationId="{6DA7CAC3-4158-E3BE-70BF-7DD71AF08DF6}"/>
          </ac:spMkLst>
        </pc:spChg>
        <pc:spChg chg="mod">
          <ac:chgData name="Margarit Meroyan" userId="630a6349-7c61-463e-804c-816773a1019c" providerId="ADAL" clId="{F542D2B9-31A9-4DE4-859A-CAD915E8FA3F}" dt="2023-12-27T10:46:50.858" v="98" actId="14100"/>
          <ac:spMkLst>
            <pc:docMk/>
            <pc:sldMk cId="0" sldId="330"/>
            <ac:spMk id="35911" creationId="{BBC55F73-0D46-8505-C2B7-22A21156EC74}"/>
          </ac:spMkLst>
        </pc:spChg>
        <pc:spChg chg="mod">
          <ac:chgData name="Margarit Meroyan" userId="630a6349-7c61-463e-804c-816773a1019c" providerId="ADAL" clId="{F542D2B9-31A9-4DE4-859A-CAD915E8FA3F}" dt="2023-12-27T10:46:50.858" v="98" actId="14100"/>
          <ac:spMkLst>
            <pc:docMk/>
            <pc:sldMk cId="0" sldId="330"/>
            <ac:spMk id="35912" creationId="{4414BD67-3D7D-9A50-ECF3-08E211BC8960}"/>
          </ac:spMkLst>
        </pc:spChg>
        <pc:spChg chg="mod">
          <ac:chgData name="Margarit Meroyan" userId="630a6349-7c61-463e-804c-816773a1019c" providerId="ADAL" clId="{F542D2B9-31A9-4DE4-859A-CAD915E8FA3F}" dt="2023-12-27T10:46:50.858" v="98" actId="14100"/>
          <ac:spMkLst>
            <pc:docMk/>
            <pc:sldMk cId="0" sldId="330"/>
            <ac:spMk id="35913" creationId="{29F45CDB-FEF3-DE76-5319-9A1996EE23ED}"/>
          </ac:spMkLst>
        </pc:spChg>
        <pc:spChg chg="mod">
          <ac:chgData name="Margarit Meroyan" userId="630a6349-7c61-463e-804c-816773a1019c" providerId="ADAL" clId="{F542D2B9-31A9-4DE4-859A-CAD915E8FA3F}" dt="2023-12-27T10:46:50.858" v="98" actId="14100"/>
          <ac:spMkLst>
            <pc:docMk/>
            <pc:sldMk cId="0" sldId="330"/>
            <ac:spMk id="35914" creationId="{7884663F-E334-957B-62F7-306ABDFF0EC1}"/>
          </ac:spMkLst>
        </pc:spChg>
        <pc:spChg chg="mod">
          <ac:chgData name="Margarit Meroyan" userId="630a6349-7c61-463e-804c-816773a1019c" providerId="ADAL" clId="{F542D2B9-31A9-4DE4-859A-CAD915E8FA3F}" dt="2023-12-27T10:46:50.858" v="98" actId="14100"/>
          <ac:spMkLst>
            <pc:docMk/>
            <pc:sldMk cId="0" sldId="330"/>
            <ac:spMk id="35915" creationId="{E1069667-0637-3298-FBAE-B2F5B5832572}"/>
          </ac:spMkLst>
        </pc:spChg>
        <pc:spChg chg="mod">
          <ac:chgData name="Margarit Meroyan" userId="630a6349-7c61-463e-804c-816773a1019c" providerId="ADAL" clId="{F542D2B9-31A9-4DE4-859A-CAD915E8FA3F}" dt="2023-12-27T10:46:50.858" v="98" actId="14100"/>
          <ac:spMkLst>
            <pc:docMk/>
            <pc:sldMk cId="0" sldId="330"/>
            <ac:spMk id="35916" creationId="{FFEF1112-D8E6-B86B-C2E4-FBB336EEA318}"/>
          </ac:spMkLst>
        </pc:spChg>
        <pc:spChg chg="mod">
          <ac:chgData name="Margarit Meroyan" userId="630a6349-7c61-463e-804c-816773a1019c" providerId="ADAL" clId="{F542D2B9-31A9-4DE4-859A-CAD915E8FA3F}" dt="2023-12-27T10:46:50.858" v="98" actId="14100"/>
          <ac:spMkLst>
            <pc:docMk/>
            <pc:sldMk cId="0" sldId="330"/>
            <ac:spMk id="35917" creationId="{E7B30E65-BDA6-473F-7339-64271145B42C}"/>
          </ac:spMkLst>
        </pc:spChg>
        <pc:spChg chg="mod">
          <ac:chgData name="Margarit Meroyan" userId="630a6349-7c61-463e-804c-816773a1019c" providerId="ADAL" clId="{F542D2B9-31A9-4DE4-859A-CAD915E8FA3F}" dt="2023-12-27T10:46:50.858" v="98" actId="14100"/>
          <ac:spMkLst>
            <pc:docMk/>
            <pc:sldMk cId="0" sldId="330"/>
            <ac:spMk id="35918" creationId="{3E3894E3-7B2D-D107-03B3-4D9975148BA1}"/>
          </ac:spMkLst>
        </pc:spChg>
        <pc:spChg chg="mod">
          <ac:chgData name="Margarit Meroyan" userId="630a6349-7c61-463e-804c-816773a1019c" providerId="ADAL" clId="{F542D2B9-31A9-4DE4-859A-CAD915E8FA3F}" dt="2023-12-27T10:46:50.858" v="98" actId="14100"/>
          <ac:spMkLst>
            <pc:docMk/>
            <pc:sldMk cId="0" sldId="330"/>
            <ac:spMk id="35919" creationId="{82FA5250-3EA2-7B94-B372-73E1EB4EED57}"/>
          </ac:spMkLst>
        </pc:spChg>
        <pc:spChg chg="mod">
          <ac:chgData name="Margarit Meroyan" userId="630a6349-7c61-463e-804c-816773a1019c" providerId="ADAL" clId="{F542D2B9-31A9-4DE4-859A-CAD915E8FA3F}" dt="2023-12-27T10:46:50.858" v="98" actId="14100"/>
          <ac:spMkLst>
            <pc:docMk/>
            <pc:sldMk cId="0" sldId="330"/>
            <ac:spMk id="35920" creationId="{DC2C5A4C-6351-4A1F-CA7B-E23F5F2F0751}"/>
          </ac:spMkLst>
        </pc:spChg>
        <pc:spChg chg="mod">
          <ac:chgData name="Margarit Meroyan" userId="630a6349-7c61-463e-804c-816773a1019c" providerId="ADAL" clId="{F542D2B9-31A9-4DE4-859A-CAD915E8FA3F}" dt="2023-12-27T10:46:50.858" v="98" actId="14100"/>
          <ac:spMkLst>
            <pc:docMk/>
            <pc:sldMk cId="0" sldId="330"/>
            <ac:spMk id="35921" creationId="{44D2BE05-0092-0B3E-EA00-EC1419FFCE1E}"/>
          </ac:spMkLst>
        </pc:spChg>
        <pc:spChg chg="mod">
          <ac:chgData name="Margarit Meroyan" userId="630a6349-7c61-463e-804c-816773a1019c" providerId="ADAL" clId="{F542D2B9-31A9-4DE4-859A-CAD915E8FA3F}" dt="2023-12-27T10:46:50.858" v="98" actId="14100"/>
          <ac:spMkLst>
            <pc:docMk/>
            <pc:sldMk cId="0" sldId="330"/>
            <ac:spMk id="35922" creationId="{2A666880-6735-C5B6-ECF2-7F09B2BBC4E0}"/>
          </ac:spMkLst>
        </pc:spChg>
        <pc:spChg chg="mod">
          <ac:chgData name="Margarit Meroyan" userId="630a6349-7c61-463e-804c-816773a1019c" providerId="ADAL" clId="{F542D2B9-31A9-4DE4-859A-CAD915E8FA3F}" dt="2023-12-27T10:46:50.858" v="98" actId="14100"/>
          <ac:spMkLst>
            <pc:docMk/>
            <pc:sldMk cId="0" sldId="330"/>
            <ac:spMk id="35923" creationId="{CA1CF76D-BD5F-179B-9782-78D5E29D151A}"/>
          </ac:spMkLst>
        </pc:spChg>
        <pc:spChg chg="mod">
          <ac:chgData name="Margarit Meroyan" userId="630a6349-7c61-463e-804c-816773a1019c" providerId="ADAL" clId="{F542D2B9-31A9-4DE4-859A-CAD915E8FA3F}" dt="2023-12-27T10:46:50.858" v="98" actId="14100"/>
          <ac:spMkLst>
            <pc:docMk/>
            <pc:sldMk cId="0" sldId="330"/>
            <ac:spMk id="35924" creationId="{FF4342F8-667C-EE81-F56D-E54427AF020C}"/>
          </ac:spMkLst>
        </pc:spChg>
        <pc:spChg chg="mod">
          <ac:chgData name="Margarit Meroyan" userId="630a6349-7c61-463e-804c-816773a1019c" providerId="ADAL" clId="{F542D2B9-31A9-4DE4-859A-CAD915E8FA3F}" dt="2023-12-27T10:46:50.858" v="98" actId="14100"/>
          <ac:spMkLst>
            <pc:docMk/>
            <pc:sldMk cId="0" sldId="330"/>
            <ac:spMk id="35925" creationId="{35A64515-ED15-DEF2-FC16-48237922991B}"/>
          </ac:spMkLst>
        </pc:spChg>
        <pc:spChg chg="mod">
          <ac:chgData name="Margarit Meroyan" userId="630a6349-7c61-463e-804c-816773a1019c" providerId="ADAL" clId="{F542D2B9-31A9-4DE4-859A-CAD915E8FA3F}" dt="2023-12-27T10:46:50.858" v="98" actId="14100"/>
          <ac:spMkLst>
            <pc:docMk/>
            <pc:sldMk cId="0" sldId="330"/>
            <ac:spMk id="35926" creationId="{4A7D6A94-C08E-89A2-15E0-019136A1F27A}"/>
          </ac:spMkLst>
        </pc:spChg>
        <pc:spChg chg="mod">
          <ac:chgData name="Margarit Meroyan" userId="630a6349-7c61-463e-804c-816773a1019c" providerId="ADAL" clId="{F542D2B9-31A9-4DE4-859A-CAD915E8FA3F}" dt="2023-12-27T10:46:50.858" v="98" actId="14100"/>
          <ac:spMkLst>
            <pc:docMk/>
            <pc:sldMk cId="0" sldId="330"/>
            <ac:spMk id="35927" creationId="{FD4A0610-A59E-AC93-687A-B1FEBD6EA4B0}"/>
          </ac:spMkLst>
        </pc:spChg>
        <pc:spChg chg="mod">
          <ac:chgData name="Margarit Meroyan" userId="630a6349-7c61-463e-804c-816773a1019c" providerId="ADAL" clId="{F542D2B9-31A9-4DE4-859A-CAD915E8FA3F}" dt="2023-12-27T10:46:50.858" v="98" actId="14100"/>
          <ac:spMkLst>
            <pc:docMk/>
            <pc:sldMk cId="0" sldId="330"/>
            <ac:spMk id="35928" creationId="{5EEFCE3E-0A0E-4601-522F-9ED8E89A3A2A}"/>
          </ac:spMkLst>
        </pc:spChg>
        <pc:spChg chg="mod">
          <ac:chgData name="Margarit Meroyan" userId="630a6349-7c61-463e-804c-816773a1019c" providerId="ADAL" clId="{F542D2B9-31A9-4DE4-859A-CAD915E8FA3F}" dt="2023-12-27T10:46:50.858" v="98" actId="14100"/>
          <ac:spMkLst>
            <pc:docMk/>
            <pc:sldMk cId="0" sldId="330"/>
            <ac:spMk id="35929" creationId="{0BC1BF8E-A530-20B4-0301-4870C70BA10C}"/>
          </ac:spMkLst>
        </pc:spChg>
        <pc:spChg chg="mod">
          <ac:chgData name="Margarit Meroyan" userId="630a6349-7c61-463e-804c-816773a1019c" providerId="ADAL" clId="{F542D2B9-31A9-4DE4-859A-CAD915E8FA3F}" dt="2023-12-27T10:46:50.858" v="98" actId="14100"/>
          <ac:spMkLst>
            <pc:docMk/>
            <pc:sldMk cId="0" sldId="330"/>
            <ac:spMk id="35930" creationId="{DE2919A7-B9C5-93A4-14BB-79276BDD85C6}"/>
          </ac:spMkLst>
        </pc:spChg>
        <pc:spChg chg="mod">
          <ac:chgData name="Margarit Meroyan" userId="630a6349-7c61-463e-804c-816773a1019c" providerId="ADAL" clId="{F542D2B9-31A9-4DE4-859A-CAD915E8FA3F}" dt="2023-12-27T10:46:50.858" v="98" actId="14100"/>
          <ac:spMkLst>
            <pc:docMk/>
            <pc:sldMk cId="0" sldId="330"/>
            <ac:spMk id="35931" creationId="{20B41A19-6776-E5DE-7B0D-0843D5A0BA4D}"/>
          </ac:spMkLst>
        </pc:spChg>
        <pc:spChg chg="mod">
          <ac:chgData name="Margarit Meroyan" userId="630a6349-7c61-463e-804c-816773a1019c" providerId="ADAL" clId="{F542D2B9-31A9-4DE4-859A-CAD915E8FA3F}" dt="2023-12-27T10:46:50.858" v="98" actId="14100"/>
          <ac:spMkLst>
            <pc:docMk/>
            <pc:sldMk cId="0" sldId="330"/>
            <ac:spMk id="35932" creationId="{01FEFD7C-51E7-9C93-C191-E761BA60AB5F}"/>
          </ac:spMkLst>
        </pc:spChg>
        <pc:spChg chg="mod">
          <ac:chgData name="Margarit Meroyan" userId="630a6349-7c61-463e-804c-816773a1019c" providerId="ADAL" clId="{F542D2B9-31A9-4DE4-859A-CAD915E8FA3F}" dt="2023-12-27T10:46:50.858" v="98" actId="14100"/>
          <ac:spMkLst>
            <pc:docMk/>
            <pc:sldMk cId="0" sldId="330"/>
            <ac:spMk id="35933" creationId="{B0D341DA-1EE1-081E-2D24-6D9757B684D7}"/>
          </ac:spMkLst>
        </pc:spChg>
        <pc:spChg chg="mod">
          <ac:chgData name="Margarit Meroyan" userId="630a6349-7c61-463e-804c-816773a1019c" providerId="ADAL" clId="{F542D2B9-31A9-4DE4-859A-CAD915E8FA3F}" dt="2023-12-27T10:46:50.858" v="98" actId="14100"/>
          <ac:spMkLst>
            <pc:docMk/>
            <pc:sldMk cId="0" sldId="330"/>
            <ac:spMk id="35934" creationId="{1FCB9520-1BA5-6B92-E30E-7E6885432FEC}"/>
          </ac:spMkLst>
        </pc:spChg>
        <pc:spChg chg="mod">
          <ac:chgData name="Margarit Meroyan" userId="630a6349-7c61-463e-804c-816773a1019c" providerId="ADAL" clId="{F542D2B9-31A9-4DE4-859A-CAD915E8FA3F}" dt="2023-12-27T10:46:50.858" v="98" actId="14100"/>
          <ac:spMkLst>
            <pc:docMk/>
            <pc:sldMk cId="0" sldId="330"/>
            <ac:spMk id="35935" creationId="{901122A0-0DCD-10D0-69FB-721DFB95727A}"/>
          </ac:spMkLst>
        </pc:spChg>
        <pc:spChg chg="mod">
          <ac:chgData name="Margarit Meroyan" userId="630a6349-7c61-463e-804c-816773a1019c" providerId="ADAL" clId="{F542D2B9-31A9-4DE4-859A-CAD915E8FA3F}" dt="2023-12-27T10:46:50.858" v="98" actId="14100"/>
          <ac:spMkLst>
            <pc:docMk/>
            <pc:sldMk cId="0" sldId="330"/>
            <ac:spMk id="35936" creationId="{A3D99591-C1F6-A404-8B7F-F40D2345F17B}"/>
          </ac:spMkLst>
        </pc:spChg>
        <pc:spChg chg="mod">
          <ac:chgData name="Margarit Meroyan" userId="630a6349-7c61-463e-804c-816773a1019c" providerId="ADAL" clId="{F542D2B9-31A9-4DE4-859A-CAD915E8FA3F}" dt="2023-12-27T10:46:50.858" v="98" actId="14100"/>
          <ac:spMkLst>
            <pc:docMk/>
            <pc:sldMk cId="0" sldId="330"/>
            <ac:spMk id="35937" creationId="{19377C4C-0D94-C75D-602C-2DB8C5212E1E}"/>
          </ac:spMkLst>
        </pc:spChg>
        <pc:spChg chg="mod">
          <ac:chgData name="Margarit Meroyan" userId="630a6349-7c61-463e-804c-816773a1019c" providerId="ADAL" clId="{F542D2B9-31A9-4DE4-859A-CAD915E8FA3F}" dt="2023-12-27T10:46:50.858" v="98" actId="14100"/>
          <ac:spMkLst>
            <pc:docMk/>
            <pc:sldMk cId="0" sldId="330"/>
            <ac:spMk id="35938" creationId="{DBC82523-B3E9-DB3E-6111-7E420D5A714D}"/>
          </ac:spMkLst>
        </pc:spChg>
        <pc:spChg chg="mod">
          <ac:chgData name="Margarit Meroyan" userId="630a6349-7c61-463e-804c-816773a1019c" providerId="ADAL" clId="{F542D2B9-31A9-4DE4-859A-CAD915E8FA3F}" dt="2023-12-27T10:46:50.858" v="98" actId="14100"/>
          <ac:spMkLst>
            <pc:docMk/>
            <pc:sldMk cId="0" sldId="330"/>
            <ac:spMk id="35939" creationId="{A5DA15B2-5AD7-65A5-7C93-7723784B634E}"/>
          </ac:spMkLst>
        </pc:spChg>
        <pc:spChg chg="mod">
          <ac:chgData name="Margarit Meroyan" userId="630a6349-7c61-463e-804c-816773a1019c" providerId="ADAL" clId="{F542D2B9-31A9-4DE4-859A-CAD915E8FA3F}" dt="2023-12-27T10:46:50.858" v="98" actId="14100"/>
          <ac:spMkLst>
            <pc:docMk/>
            <pc:sldMk cId="0" sldId="330"/>
            <ac:spMk id="35940" creationId="{2C5C2643-3AD3-E97C-037C-4DB5D9B4DCEF}"/>
          </ac:spMkLst>
        </pc:spChg>
        <pc:spChg chg="mod">
          <ac:chgData name="Margarit Meroyan" userId="630a6349-7c61-463e-804c-816773a1019c" providerId="ADAL" clId="{F542D2B9-31A9-4DE4-859A-CAD915E8FA3F}" dt="2023-12-27T10:46:50.858" v="98" actId="14100"/>
          <ac:spMkLst>
            <pc:docMk/>
            <pc:sldMk cId="0" sldId="330"/>
            <ac:spMk id="35941" creationId="{519CA3F2-1D35-35D2-91FF-7C84CD2D7AED}"/>
          </ac:spMkLst>
        </pc:spChg>
        <pc:spChg chg="mod">
          <ac:chgData name="Margarit Meroyan" userId="630a6349-7c61-463e-804c-816773a1019c" providerId="ADAL" clId="{F542D2B9-31A9-4DE4-859A-CAD915E8FA3F}" dt="2023-12-27T10:46:50.858" v="98" actId="14100"/>
          <ac:spMkLst>
            <pc:docMk/>
            <pc:sldMk cId="0" sldId="330"/>
            <ac:spMk id="35942" creationId="{B04C720D-B80D-FBB2-C32C-ADE3488157AD}"/>
          </ac:spMkLst>
        </pc:spChg>
        <pc:spChg chg="mod">
          <ac:chgData name="Margarit Meroyan" userId="630a6349-7c61-463e-804c-816773a1019c" providerId="ADAL" clId="{F542D2B9-31A9-4DE4-859A-CAD915E8FA3F}" dt="2023-12-27T10:46:50.858" v="98" actId="14100"/>
          <ac:spMkLst>
            <pc:docMk/>
            <pc:sldMk cId="0" sldId="330"/>
            <ac:spMk id="35943" creationId="{D86A902B-36D9-129D-A78D-01B3D24625EE}"/>
          </ac:spMkLst>
        </pc:spChg>
        <pc:spChg chg="mod">
          <ac:chgData name="Margarit Meroyan" userId="630a6349-7c61-463e-804c-816773a1019c" providerId="ADAL" clId="{F542D2B9-31A9-4DE4-859A-CAD915E8FA3F}" dt="2023-12-27T10:46:50.858" v="98" actId="14100"/>
          <ac:spMkLst>
            <pc:docMk/>
            <pc:sldMk cId="0" sldId="330"/>
            <ac:spMk id="35944" creationId="{DBA996F6-AB8A-D03E-A567-E83911151165}"/>
          </ac:spMkLst>
        </pc:spChg>
        <pc:spChg chg="mod">
          <ac:chgData name="Margarit Meroyan" userId="630a6349-7c61-463e-804c-816773a1019c" providerId="ADAL" clId="{F542D2B9-31A9-4DE4-859A-CAD915E8FA3F}" dt="2023-12-27T10:46:50.858" v="98" actId="14100"/>
          <ac:spMkLst>
            <pc:docMk/>
            <pc:sldMk cId="0" sldId="330"/>
            <ac:spMk id="35945" creationId="{9959BF8C-D3D8-194C-FED4-7E0238516192}"/>
          </ac:spMkLst>
        </pc:spChg>
        <pc:spChg chg="mod">
          <ac:chgData name="Margarit Meroyan" userId="630a6349-7c61-463e-804c-816773a1019c" providerId="ADAL" clId="{F542D2B9-31A9-4DE4-859A-CAD915E8FA3F}" dt="2023-12-27T10:46:50.858" v="98" actId="14100"/>
          <ac:spMkLst>
            <pc:docMk/>
            <pc:sldMk cId="0" sldId="330"/>
            <ac:spMk id="35946" creationId="{75477598-3BDB-8A09-9D04-650F5EFEB92F}"/>
          </ac:spMkLst>
        </pc:spChg>
        <pc:spChg chg="mod">
          <ac:chgData name="Margarit Meroyan" userId="630a6349-7c61-463e-804c-816773a1019c" providerId="ADAL" clId="{F542D2B9-31A9-4DE4-859A-CAD915E8FA3F}" dt="2023-12-27T10:46:50.858" v="98" actId="14100"/>
          <ac:spMkLst>
            <pc:docMk/>
            <pc:sldMk cId="0" sldId="330"/>
            <ac:spMk id="35949" creationId="{71EAED74-4E7B-67AF-318C-8982193ECF8E}"/>
          </ac:spMkLst>
        </pc:spChg>
        <pc:spChg chg="mod">
          <ac:chgData name="Margarit Meroyan" userId="630a6349-7c61-463e-804c-816773a1019c" providerId="ADAL" clId="{F542D2B9-31A9-4DE4-859A-CAD915E8FA3F}" dt="2023-12-27T10:46:50.858" v="98" actId="14100"/>
          <ac:spMkLst>
            <pc:docMk/>
            <pc:sldMk cId="0" sldId="330"/>
            <ac:spMk id="35950" creationId="{24987C7D-DE7F-1FB2-0CE6-909FCD094D08}"/>
          </ac:spMkLst>
        </pc:spChg>
        <pc:spChg chg="mod">
          <ac:chgData name="Margarit Meroyan" userId="630a6349-7c61-463e-804c-816773a1019c" providerId="ADAL" clId="{F542D2B9-31A9-4DE4-859A-CAD915E8FA3F}" dt="2023-12-27T10:46:50.858" v="98" actId="14100"/>
          <ac:spMkLst>
            <pc:docMk/>
            <pc:sldMk cId="0" sldId="330"/>
            <ac:spMk id="35951" creationId="{08EB52CD-CB9A-85DA-3C1A-049A785D5731}"/>
          </ac:spMkLst>
        </pc:spChg>
        <pc:spChg chg="mod">
          <ac:chgData name="Margarit Meroyan" userId="630a6349-7c61-463e-804c-816773a1019c" providerId="ADAL" clId="{F542D2B9-31A9-4DE4-859A-CAD915E8FA3F}" dt="2023-12-27T10:46:50.858" v="98" actId="14100"/>
          <ac:spMkLst>
            <pc:docMk/>
            <pc:sldMk cId="0" sldId="330"/>
            <ac:spMk id="35952" creationId="{93C7E7C6-2F92-E02C-E31B-53FB7BAA0879}"/>
          </ac:spMkLst>
        </pc:spChg>
        <pc:spChg chg="mod">
          <ac:chgData name="Margarit Meroyan" userId="630a6349-7c61-463e-804c-816773a1019c" providerId="ADAL" clId="{F542D2B9-31A9-4DE4-859A-CAD915E8FA3F}" dt="2023-12-27T10:46:50.858" v="98" actId="14100"/>
          <ac:spMkLst>
            <pc:docMk/>
            <pc:sldMk cId="0" sldId="330"/>
            <ac:spMk id="35953" creationId="{4A5CF2F6-0649-9FD5-2443-BD3C0C5B7EAC}"/>
          </ac:spMkLst>
        </pc:spChg>
        <pc:spChg chg="mod">
          <ac:chgData name="Margarit Meroyan" userId="630a6349-7c61-463e-804c-816773a1019c" providerId="ADAL" clId="{F542D2B9-31A9-4DE4-859A-CAD915E8FA3F}" dt="2023-12-27T10:46:50.858" v="98" actId="14100"/>
          <ac:spMkLst>
            <pc:docMk/>
            <pc:sldMk cId="0" sldId="330"/>
            <ac:spMk id="35954" creationId="{ACA4BBB6-CD02-7BD3-BDF4-07AA3C5DADBF}"/>
          </ac:spMkLst>
        </pc:spChg>
        <pc:spChg chg="mod">
          <ac:chgData name="Margarit Meroyan" userId="630a6349-7c61-463e-804c-816773a1019c" providerId="ADAL" clId="{F542D2B9-31A9-4DE4-859A-CAD915E8FA3F}" dt="2023-12-27T10:46:50.858" v="98" actId="14100"/>
          <ac:spMkLst>
            <pc:docMk/>
            <pc:sldMk cId="0" sldId="330"/>
            <ac:spMk id="35955" creationId="{89CDD86C-DB93-B02F-6692-2C23870B47F0}"/>
          </ac:spMkLst>
        </pc:spChg>
        <pc:spChg chg="mod">
          <ac:chgData name="Margarit Meroyan" userId="630a6349-7c61-463e-804c-816773a1019c" providerId="ADAL" clId="{F542D2B9-31A9-4DE4-859A-CAD915E8FA3F}" dt="2023-12-27T10:46:50.858" v="98" actId="14100"/>
          <ac:spMkLst>
            <pc:docMk/>
            <pc:sldMk cId="0" sldId="330"/>
            <ac:spMk id="35956" creationId="{4E60392C-1E0C-5FF9-61B4-DA4DAAF0A3DC}"/>
          </ac:spMkLst>
        </pc:spChg>
        <pc:spChg chg="mod">
          <ac:chgData name="Margarit Meroyan" userId="630a6349-7c61-463e-804c-816773a1019c" providerId="ADAL" clId="{F542D2B9-31A9-4DE4-859A-CAD915E8FA3F}" dt="2023-12-27T10:46:50.858" v="98" actId="14100"/>
          <ac:spMkLst>
            <pc:docMk/>
            <pc:sldMk cId="0" sldId="330"/>
            <ac:spMk id="35957" creationId="{6EF4D8CD-3C06-B102-26D1-ABC73A67E936}"/>
          </ac:spMkLst>
        </pc:spChg>
        <pc:spChg chg="mod">
          <ac:chgData name="Margarit Meroyan" userId="630a6349-7c61-463e-804c-816773a1019c" providerId="ADAL" clId="{F542D2B9-31A9-4DE4-859A-CAD915E8FA3F}" dt="2023-12-27T10:46:50.858" v="98" actId="14100"/>
          <ac:spMkLst>
            <pc:docMk/>
            <pc:sldMk cId="0" sldId="330"/>
            <ac:spMk id="35958" creationId="{F0446B95-A08C-BB0B-79C1-FB163FEE0BFA}"/>
          </ac:spMkLst>
        </pc:spChg>
        <pc:spChg chg="mod">
          <ac:chgData name="Margarit Meroyan" userId="630a6349-7c61-463e-804c-816773a1019c" providerId="ADAL" clId="{F542D2B9-31A9-4DE4-859A-CAD915E8FA3F}" dt="2023-12-27T10:46:50.858" v="98" actId="14100"/>
          <ac:spMkLst>
            <pc:docMk/>
            <pc:sldMk cId="0" sldId="330"/>
            <ac:spMk id="35959" creationId="{FF4F6FE2-DE9E-244C-AD7F-73BAA9EFCB66}"/>
          </ac:spMkLst>
        </pc:spChg>
        <pc:spChg chg="mod">
          <ac:chgData name="Margarit Meroyan" userId="630a6349-7c61-463e-804c-816773a1019c" providerId="ADAL" clId="{F542D2B9-31A9-4DE4-859A-CAD915E8FA3F}" dt="2023-12-27T10:46:50.858" v="98" actId="14100"/>
          <ac:spMkLst>
            <pc:docMk/>
            <pc:sldMk cId="0" sldId="330"/>
            <ac:spMk id="35960" creationId="{5D617EA8-2E9B-1952-89D1-3505D863425D}"/>
          </ac:spMkLst>
        </pc:spChg>
        <pc:spChg chg="mod">
          <ac:chgData name="Margarit Meroyan" userId="630a6349-7c61-463e-804c-816773a1019c" providerId="ADAL" clId="{F542D2B9-31A9-4DE4-859A-CAD915E8FA3F}" dt="2023-12-27T10:46:50.858" v="98" actId="14100"/>
          <ac:spMkLst>
            <pc:docMk/>
            <pc:sldMk cId="0" sldId="330"/>
            <ac:spMk id="35961" creationId="{708E8675-07ED-0162-4F0B-4455EDBE91C9}"/>
          </ac:spMkLst>
        </pc:spChg>
        <pc:spChg chg="mod">
          <ac:chgData name="Margarit Meroyan" userId="630a6349-7c61-463e-804c-816773a1019c" providerId="ADAL" clId="{F542D2B9-31A9-4DE4-859A-CAD915E8FA3F}" dt="2023-12-27T10:46:50.858" v="98" actId="14100"/>
          <ac:spMkLst>
            <pc:docMk/>
            <pc:sldMk cId="0" sldId="330"/>
            <ac:spMk id="35962" creationId="{9C6A9BD5-0A2C-90B0-78F3-62D2BBE0780F}"/>
          </ac:spMkLst>
        </pc:spChg>
        <pc:spChg chg="mod">
          <ac:chgData name="Margarit Meroyan" userId="630a6349-7c61-463e-804c-816773a1019c" providerId="ADAL" clId="{F542D2B9-31A9-4DE4-859A-CAD915E8FA3F}" dt="2023-12-27T10:46:50.858" v="98" actId="14100"/>
          <ac:spMkLst>
            <pc:docMk/>
            <pc:sldMk cId="0" sldId="330"/>
            <ac:spMk id="35963" creationId="{F1B67AC7-92C3-7F80-0A4C-6545D0CEA76F}"/>
          </ac:spMkLst>
        </pc:spChg>
        <pc:spChg chg="mod">
          <ac:chgData name="Margarit Meroyan" userId="630a6349-7c61-463e-804c-816773a1019c" providerId="ADAL" clId="{F542D2B9-31A9-4DE4-859A-CAD915E8FA3F}" dt="2023-12-27T10:46:50.858" v="98" actId="14100"/>
          <ac:spMkLst>
            <pc:docMk/>
            <pc:sldMk cId="0" sldId="330"/>
            <ac:spMk id="35964" creationId="{71778B29-6011-BD2A-FFEC-99D9AAAB12EC}"/>
          </ac:spMkLst>
        </pc:spChg>
        <pc:spChg chg="mod">
          <ac:chgData name="Margarit Meroyan" userId="630a6349-7c61-463e-804c-816773a1019c" providerId="ADAL" clId="{F542D2B9-31A9-4DE4-859A-CAD915E8FA3F}" dt="2023-12-27T10:46:50.858" v="98" actId="14100"/>
          <ac:spMkLst>
            <pc:docMk/>
            <pc:sldMk cId="0" sldId="330"/>
            <ac:spMk id="35965" creationId="{34905A4B-45D0-123F-EC10-C34F484BB20F}"/>
          </ac:spMkLst>
        </pc:spChg>
        <pc:spChg chg="mod">
          <ac:chgData name="Margarit Meroyan" userId="630a6349-7c61-463e-804c-816773a1019c" providerId="ADAL" clId="{F542D2B9-31A9-4DE4-859A-CAD915E8FA3F}" dt="2023-12-27T10:46:50.858" v="98" actId="14100"/>
          <ac:spMkLst>
            <pc:docMk/>
            <pc:sldMk cId="0" sldId="330"/>
            <ac:spMk id="35966" creationId="{5F331F64-B705-4DF8-7C17-9EC953EB6E7A}"/>
          </ac:spMkLst>
        </pc:spChg>
        <pc:spChg chg="mod">
          <ac:chgData name="Margarit Meroyan" userId="630a6349-7c61-463e-804c-816773a1019c" providerId="ADAL" clId="{F542D2B9-31A9-4DE4-859A-CAD915E8FA3F}" dt="2023-12-27T10:46:50.858" v="98" actId="14100"/>
          <ac:spMkLst>
            <pc:docMk/>
            <pc:sldMk cId="0" sldId="330"/>
            <ac:spMk id="35967" creationId="{EFB34F51-51D3-9C3A-D0AA-C647ACB8740A}"/>
          </ac:spMkLst>
        </pc:spChg>
        <pc:spChg chg="mod">
          <ac:chgData name="Margarit Meroyan" userId="630a6349-7c61-463e-804c-816773a1019c" providerId="ADAL" clId="{F542D2B9-31A9-4DE4-859A-CAD915E8FA3F}" dt="2023-12-27T10:46:50.858" v="98" actId="14100"/>
          <ac:spMkLst>
            <pc:docMk/>
            <pc:sldMk cId="0" sldId="330"/>
            <ac:spMk id="105590" creationId="{FBD4EFB8-EC68-4CF9-A458-7D9938292D56}"/>
          </ac:spMkLst>
        </pc:spChg>
        <pc:spChg chg="mod">
          <ac:chgData name="Margarit Meroyan" userId="630a6349-7c61-463e-804c-816773a1019c" providerId="ADAL" clId="{F542D2B9-31A9-4DE4-859A-CAD915E8FA3F}" dt="2023-12-27T10:46:50.858" v="98" actId="14100"/>
          <ac:spMkLst>
            <pc:docMk/>
            <pc:sldMk cId="0" sldId="330"/>
            <ac:spMk id="105591" creationId="{0DB27308-FE9E-45F0-B324-6408863BF98B}"/>
          </ac:spMkLst>
        </pc:spChg>
        <pc:grpChg chg="mod">
          <ac:chgData name="Margarit Meroyan" userId="630a6349-7c61-463e-804c-816773a1019c" providerId="ADAL" clId="{F542D2B9-31A9-4DE4-859A-CAD915E8FA3F}" dt="2023-12-27T10:46:50.858" v="98" actId="14100"/>
          <ac:grpSpMkLst>
            <pc:docMk/>
            <pc:sldMk cId="0" sldId="330"/>
            <ac:grpSpMk id="35843" creationId="{7A0AA4E8-DFFC-97A0-5BCE-7D37F5759AE4}"/>
          </ac:grpSpMkLst>
        </pc:grpChg>
        <pc:grpChg chg="mod">
          <ac:chgData name="Margarit Meroyan" userId="630a6349-7c61-463e-804c-816773a1019c" providerId="ADAL" clId="{F542D2B9-31A9-4DE4-859A-CAD915E8FA3F}" dt="2023-12-27T10:46:50.858" v="98" actId="14100"/>
          <ac:grpSpMkLst>
            <pc:docMk/>
            <pc:sldMk cId="0" sldId="330"/>
            <ac:grpSpMk id="35848" creationId="{482B9BDD-8703-62B4-436D-12E3C668556F}"/>
          </ac:grpSpMkLst>
        </pc:grpChg>
        <pc:grpChg chg="mod">
          <ac:chgData name="Margarit Meroyan" userId="630a6349-7c61-463e-804c-816773a1019c" providerId="ADAL" clId="{F542D2B9-31A9-4DE4-859A-CAD915E8FA3F}" dt="2023-12-27T10:46:50.858" v="98" actId="14100"/>
          <ac:grpSpMkLst>
            <pc:docMk/>
            <pc:sldMk cId="0" sldId="330"/>
            <ac:grpSpMk id="35892" creationId="{497DC856-34F5-F6EC-BBED-7725C06AC177}"/>
          </ac:grpSpMkLst>
        </pc:grpChg>
      </pc:sldChg>
      <pc:sldChg chg="modSp mod">
        <pc:chgData name="Margarit Meroyan" userId="630a6349-7c61-463e-804c-816773a1019c" providerId="ADAL" clId="{F542D2B9-31A9-4DE4-859A-CAD915E8FA3F}" dt="2023-12-27T10:43:42.822" v="31" actId="207"/>
        <pc:sldMkLst>
          <pc:docMk/>
          <pc:sldMk cId="0" sldId="348"/>
        </pc:sldMkLst>
        <pc:spChg chg="mod">
          <ac:chgData name="Margarit Meroyan" userId="630a6349-7c61-463e-804c-816773a1019c" providerId="ADAL" clId="{F542D2B9-31A9-4DE4-859A-CAD915E8FA3F}" dt="2023-12-27T10:43:41.575" v="30" actId="1076"/>
          <ac:spMkLst>
            <pc:docMk/>
            <pc:sldMk cId="0" sldId="348"/>
            <ac:spMk id="26631" creationId="{86254560-E2F5-818C-42F9-3F5E2786E6C1}"/>
          </ac:spMkLst>
        </pc:spChg>
        <pc:spChg chg="mod">
          <ac:chgData name="Margarit Meroyan" userId="630a6349-7c61-463e-804c-816773a1019c" providerId="ADAL" clId="{F542D2B9-31A9-4DE4-859A-CAD915E8FA3F}" dt="2023-12-27T10:43:41.575" v="30" actId="1076"/>
          <ac:spMkLst>
            <pc:docMk/>
            <pc:sldMk cId="0" sldId="348"/>
            <ac:spMk id="26632" creationId="{9CD78963-6438-4729-6C3E-71BE24714F99}"/>
          </ac:spMkLst>
        </pc:spChg>
        <pc:spChg chg="mod">
          <ac:chgData name="Margarit Meroyan" userId="630a6349-7c61-463e-804c-816773a1019c" providerId="ADAL" clId="{F542D2B9-31A9-4DE4-859A-CAD915E8FA3F}" dt="2023-12-27T10:43:41.575" v="30" actId="1076"/>
          <ac:spMkLst>
            <pc:docMk/>
            <pc:sldMk cId="0" sldId="348"/>
            <ac:spMk id="26633" creationId="{F2587EB9-FCF1-1A0C-E658-8FE220295ECF}"/>
          </ac:spMkLst>
        </pc:spChg>
        <pc:spChg chg="mod">
          <ac:chgData name="Margarit Meroyan" userId="630a6349-7c61-463e-804c-816773a1019c" providerId="ADAL" clId="{F542D2B9-31A9-4DE4-859A-CAD915E8FA3F}" dt="2023-12-27T10:43:41.575" v="30" actId="1076"/>
          <ac:spMkLst>
            <pc:docMk/>
            <pc:sldMk cId="0" sldId="348"/>
            <ac:spMk id="26634" creationId="{E1762092-EDEA-C1CF-6054-B0EA1ED12EDB}"/>
          </ac:spMkLst>
        </pc:spChg>
        <pc:spChg chg="mod">
          <ac:chgData name="Margarit Meroyan" userId="630a6349-7c61-463e-804c-816773a1019c" providerId="ADAL" clId="{F542D2B9-31A9-4DE4-859A-CAD915E8FA3F}" dt="2023-12-27T10:43:41.575" v="30" actId="1076"/>
          <ac:spMkLst>
            <pc:docMk/>
            <pc:sldMk cId="0" sldId="348"/>
            <ac:spMk id="26635" creationId="{3B88F727-5343-4D38-87E9-11C8EA8ECC5E}"/>
          </ac:spMkLst>
        </pc:spChg>
        <pc:spChg chg="mod">
          <ac:chgData name="Margarit Meroyan" userId="630a6349-7c61-463e-804c-816773a1019c" providerId="ADAL" clId="{F542D2B9-31A9-4DE4-859A-CAD915E8FA3F}" dt="2023-12-27T10:43:41.575" v="30" actId="1076"/>
          <ac:spMkLst>
            <pc:docMk/>
            <pc:sldMk cId="0" sldId="348"/>
            <ac:spMk id="26636" creationId="{2E492FEB-3DFC-C704-97E7-549D19E6C33A}"/>
          </ac:spMkLst>
        </pc:spChg>
        <pc:spChg chg="mod">
          <ac:chgData name="Margarit Meroyan" userId="630a6349-7c61-463e-804c-816773a1019c" providerId="ADAL" clId="{F542D2B9-31A9-4DE4-859A-CAD915E8FA3F}" dt="2023-12-27T10:43:41.575" v="30" actId="1076"/>
          <ac:spMkLst>
            <pc:docMk/>
            <pc:sldMk cId="0" sldId="348"/>
            <ac:spMk id="26637" creationId="{F9B1AAC6-E610-2486-9C5E-6F1844161E05}"/>
          </ac:spMkLst>
        </pc:spChg>
        <pc:spChg chg="mod">
          <ac:chgData name="Margarit Meroyan" userId="630a6349-7c61-463e-804c-816773a1019c" providerId="ADAL" clId="{F542D2B9-31A9-4DE4-859A-CAD915E8FA3F}" dt="2023-12-27T10:43:41.575" v="30" actId="1076"/>
          <ac:spMkLst>
            <pc:docMk/>
            <pc:sldMk cId="0" sldId="348"/>
            <ac:spMk id="26638" creationId="{A44FF30D-2373-BBCA-07CC-2F776B4C6C8A}"/>
          </ac:spMkLst>
        </pc:spChg>
        <pc:spChg chg="mod">
          <ac:chgData name="Margarit Meroyan" userId="630a6349-7c61-463e-804c-816773a1019c" providerId="ADAL" clId="{F542D2B9-31A9-4DE4-859A-CAD915E8FA3F}" dt="2023-12-27T10:43:41.575" v="30" actId="1076"/>
          <ac:spMkLst>
            <pc:docMk/>
            <pc:sldMk cId="0" sldId="348"/>
            <ac:spMk id="26639" creationId="{EFF9A412-2141-7B3D-F228-474E6BFD0D59}"/>
          </ac:spMkLst>
        </pc:spChg>
        <pc:spChg chg="mod">
          <ac:chgData name="Margarit Meroyan" userId="630a6349-7c61-463e-804c-816773a1019c" providerId="ADAL" clId="{F542D2B9-31A9-4DE4-859A-CAD915E8FA3F}" dt="2023-12-27T10:43:41.575" v="30" actId="1076"/>
          <ac:spMkLst>
            <pc:docMk/>
            <pc:sldMk cId="0" sldId="348"/>
            <ac:spMk id="26640" creationId="{D626D12D-64E4-912A-C2FE-9FA08C8849A9}"/>
          </ac:spMkLst>
        </pc:spChg>
        <pc:spChg chg="mod">
          <ac:chgData name="Margarit Meroyan" userId="630a6349-7c61-463e-804c-816773a1019c" providerId="ADAL" clId="{F542D2B9-31A9-4DE4-859A-CAD915E8FA3F}" dt="2023-12-27T10:43:42.822" v="31" actId="207"/>
          <ac:spMkLst>
            <pc:docMk/>
            <pc:sldMk cId="0" sldId="348"/>
            <ac:spMk id="26641" creationId="{4AF3D500-2007-4FA6-D96E-69DEA82794AD}"/>
          </ac:spMkLst>
        </pc:spChg>
        <pc:spChg chg="mod">
          <ac:chgData name="Margarit Meroyan" userId="630a6349-7c61-463e-804c-816773a1019c" providerId="ADAL" clId="{F542D2B9-31A9-4DE4-859A-CAD915E8FA3F}" dt="2023-12-27T10:43:41.575" v="30" actId="1076"/>
          <ac:spMkLst>
            <pc:docMk/>
            <pc:sldMk cId="0" sldId="348"/>
            <ac:spMk id="26642" creationId="{3F5915D5-163C-B02D-396A-2EC9F14E5F0A}"/>
          </ac:spMkLst>
        </pc:spChg>
        <pc:spChg chg="mod">
          <ac:chgData name="Margarit Meroyan" userId="630a6349-7c61-463e-804c-816773a1019c" providerId="ADAL" clId="{F542D2B9-31A9-4DE4-859A-CAD915E8FA3F}" dt="2023-12-27T10:43:41.575" v="30" actId="1076"/>
          <ac:spMkLst>
            <pc:docMk/>
            <pc:sldMk cId="0" sldId="348"/>
            <ac:spMk id="26643" creationId="{D6423BD6-40A9-831E-9775-819960653EAA}"/>
          </ac:spMkLst>
        </pc:spChg>
        <pc:spChg chg="mod">
          <ac:chgData name="Margarit Meroyan" userId="630a6349-7c61-463e-804c-816773a1019c" providerId="ADAL" clId="{F542D2B9-31A9-4DE4-859A-CAD915E8FA3F}" dt="2023-12-27T10:43:41.575" v="30" actId="1076"/>
          <ac:spMkLst>
            <pc:docMk/>
            <pc:sldMk cId="0" sldId="348"/>
            <ac:spMk id="26644" creationId="{54D3A4F8-128E-474A-54A3-8E00A5DF5A49}"/>
          </ac:spMkLst>
        </pc:spChg>
        <pc:spChg chg="mod">
          <ac:chgData name="Margarit Meroyan" userId="630a6349-7c61-463e-804c-816773a1019c" providerId="ADAL" clId="{F542D2B9-31A9-4DE4-859A-CAD915E8FA3F}" dt="2023-12-27T10:43:41.575" v="30" actId="1076"/>
          <ac:spMkLst>
            <pc:docMk/>
            <pc:sldMk cId="0" sldId="348"/>
            <ac:spMk id="26645" creationId="{861CA18C-9FC7-26B3-9423-DE7D675625F2}"/>
          </ac:spMkLst>
        </pc:spChg>
        <pc:spChg chg="mod">
          <ac:chgData name="Margarit Meroyan" userId="630a6349-7c61-463e-804c-816773a1019c" providerId="ADAL" clId="{F542D2B9-31A9-4DE4-859A-CAD915E8FA3F}" dt="2023-12-27T10:43:41.575" v="30" actId="1076"/>
          <ac:spMkLst>
            <pc:docMk/>
            <pc:sldMk cId="0" sldId="348"/>
            <ac:spMk id="26646" creationId="{C9D11380-74C6-2FE8-1C46-8D7BD655851C}"/>
          </ac:spMkLst>
        </pc:spChg>
        <pc:spChg chg="mod">
          <ac:chgData name="Margarit Meroyan" userId="630a6349-7c61-463e-804c-816773a1019c" providerId="ADAL" clId="{F542D2B9-31A9-4DE4-859A-CAD915E8FA3F}" dt="2023-12-27T10:43:41.575" v="30" actId="1076"/>
          <ac:spMkLst>
            <pc:docMk/>
            <pc:sldMk cId="0" sldId="348"/>
            <ac:spMk id="26647" creationId="{CB4C2CBA-1FB6-B968-BF07-5172A7C0F4CE}"/>
          </ac:spMkLst>
        </pc:spChg>
        <pc:spChg chg="mod">
          <ac:chgData name="Margarit Meroyan" userId="630a6349-7c61-463e-804c-816773a1019c" providerId="ADAL" clId="{F542D2B9-31A9-4DE4-859A-CAD915E8FA3F}" dt="2023-12-27T10:43:41.575" v="30" actId="1076"/>
          <ac:spMkLst>
            <pc:docMk/>
            <pc:sldMk cId="0" sldId="348"/>
            <ac:spMk id="26648" creationId="{EDFD8130-DA64-B9E2-A608-A48903DAB27E}"/>
          </ac:spMkLst>
        </pc:spChg>
        <pc:spChg chg="mod">
          <ac:chgData name="Margarit Meroyan" userId="630a6349-7c61-463e-804c-816773a1019c" providerId="ADAL" clId="{F542D2B9-31A9-4DE4-859A-CAD915E8FA3F}" dt="2023-12-27T10:43:41.575" v="30" actId="1076"/>
          <ac:spMkLst>
            <pc:docMk/>
            <pc:sldMk cId="0" sldId="348"/>
            <ac:spMk id="26649" creationId="{E37A8267-0FAC-DC4B-00AF-2A9505CFE536}"/>
          </ac:spMkLst>
        </pc:spChg>
        <pc:spChg chg="mod">
          <ac:chgData name="Margarit Meroyan" userId="630a6349-7c61-463e-804c-816773a1019c" providerId="ADAL" clId="{F542D2B9-31A9-4DE4-859A-CAD915E8FA3F}" dt="2023-12-27T10:43:41.575" v="30" actId="1076"/>
          <ac:spMkLst>
            <pc:docMk/>
            <pc:sldMk cId="0" sldId="348"/>
            <ac:spMk id="26650" creationId="{7083C3D5-5B8E-2F7C-305D-13A89F1F26D2}"/>
          </ac:spMkLst>
        </pc:spChg>
        <pc:spChg chg="mod">
          <ac:chgData name="Margarit Meroyan" userId="630a6349-7c61-463e-804c-816773a1019c" providerId="ADAL" clId="{F542D2B9-31A9-4DE4-859A-CAD915E8FA3F}" dt="2023-12-27T10:43:41.575" v="30" actId="1076"/>
          <ac:spMkLst>
            <pc:docMk/>
            <pc:sldMk cId="0" sldId="348"/>
            <ac:spMk id="26651" creationId="{D265D2EF-24FB-4DAF-8FE6-2C4731EE966C}"/>
          </ac:spMkLst>
        </pc:spChg>
        <pc:spChg chg="mod">
          <ac:chgData name="Margarit Meroyan" userId="630a6349-7c61-463e-804c-816773a1019c" providerId="ADAL" clId="{F542D2B9-31A9-4DE4-859A-CAD915E8FA3F}" dt="2023-12-27T10:43:41.575" v="30" actId="1076"/>
          <ac:spMkLst>
            <pc:docMk/>
            <pc:sldMk cId="0" sldId="348"/>
            <ac:spMk id="26652" creationId="{8E0B3736-6C57-DBAE-79E1-6C58B234776B}"/>
          </ac:spMkLst>
        </pc:spChg>
        <pc:spChg chg="mod">
          <ac:chgData name="Margarit Meroyan" userId="630a6349-7c61-463e-804c-816773a1019c" providerId="ADAL" clId="{F542D2B9-31A9-4DE4-859A-CAD915E8FA3F}" dt="2023-12-27T10:43:41.575" v="30" actId="1076"/>
          <ac:spMkLst>
            <pc:docMk/>
            <pc:sldMk cId="0" sldId="348"/>
            <ac:spMk id="26653" creationId="{5591FBCB-B73E-24A4-F611-5C154648E608}"/>
          </ac:spMkLst>
        </pc:spChg>
        <pc:spChg chg="mod">
          <ac:chgData name="Margarit Meroyan" userId="630a6349-7c61-463e-804c-816773a1019c" providerId="ADAL" clId="{F542D2B9-31A9-4DE4-859A-CAD915E8FA3F}" dt="2023-12-27T10:43:41.575" v="30" actId="1076"/>
          <ac:spMkLst>
            <pc:docMk/>
            <pc:sldMk cId="0" sldId="348"/>
            <ac:spMk id="26654" creationId="{30F673B7-55DB-D650-9C3F-61F764C13ACE}"/>
          </ac:spMkLst>
        </pc:spChg>
        <pc:spChg chg="mod">
          <ac:chgData name="Margarit Meroyan" userId="630a6349-7c61-463e-804c-816773a1019c" providerId="ADAL" clId="{F542D2B9-31A9-4DE4-859A-CAD915E8FA3F}" dt="2023-12-27T10:43:41.575" v="30" actId="1076"/>
          <ac:spMkLst>
            <pc:docMk/>
            <pc:sldMk cId="0" sldId="348"/>
            <ac:spMk id="26655" creationId="{108BC115-15B9-0494-D40B-590146E072D3}"/>
          </ac:spMkLst>
        </pc:spChg>
        <pc:spChg chg="mod">
          <ac:chgData name="Margarit Meroyan" userId="630a6349-7c61-463e-804c-816773a1019c" providerId="ADAL" clId="{F542D2B9-31A9-4DE4-859A-CAD915E8FA3F}" dt="2023-12-27T10:43:41.575" v="30" actId="1076"/>
          <ac:spMkLst>
            <pc:docMk/>
            <pc:sldMk cId="0" sldId="348"/>
            <ac:spMk id="26656" creationId="{8861527D-6595-4E70-19EA-08789ACBC71E}"/>
          </ac:spMkLst>
        </pc:spChg>
        <pc:spChg chg="mod">
          <ac:chgData name="Margarit Meroyan" userId="630a6349-7c61-463e-804c-816773a1019c" providerId="ADAL" clId="{F542D2B9-31A9-4DE4-859A-CAD915E8FA3F}" dt="2023-12-27T10:43:41.575" v="30" actId="1076"/>
          <ac:spMkLst>
            <pc:docMk/>
            <pc:sldMk cId="0" sldId="348"/>
            <ac:spMk id="26657" creationId="{57D9A42D-0115-CEFF-636F-7A544ACFEAD6}"/>
          </ac:spMkLst>
        </pc:spChg>
        <pc:spChg chg="mod">
          <ac:chgData name="Margarit Meroyan" userId="630a6349-7c61-463e-804c-816773a1019c" providerId="ADAL" clId="{F542D2B9-31A9-4DE4-859A-CAD915E8FA3F}" dt="2023-12-27T10:43:41.575" v="30" actId="1076"/>
          <ac:spMkLst>
            <pc:docMk/>
            <pc:sldMk cId="0" sldId="348"/>
            <ac:spMk id="26658" creationId="{54181BE8-BCC1-3246-0DA7-E683D7DDCB6C}"/>
          </ac:spMkLst>
        </pc:spChg>
        <pc:spChg chg="mod">
          <ac:chgData name="Margarit Meroyan" userId="630a6349-7c61-463e-804c-816773a1019c" providerId="ADAL" clId="{F542D2B9-31A9-4DE4-859A-CAD915E8FA3F}" dt="2023-12-27T10:43:41.575" v="30" actId="1076"/>
          <ac:spMkLst>
            <pc:docMk/>
            <pc:sldMk cId="0" sldId="348"/>
            <ac:spMk id="26659" creationId="{5324EFDD-772B-CCEC-B240-36F3AA017240}"/>
          </ac:spMkLst>
        </pc:spChg>
        <pc:spChg chg="mod">
          <ac:chgData name="Margarit Meroyan" userId="630a6349-7c61-463e-804c-816773a1019c" providerId="ADAL" clId="{F542D2B9-31A9-4DE4-859A-CAD915E8FA3F}" dt="2023-12-27T10:43:41.575" v="30" actId="1076"/>
          <ac:spMkLst>
            <pc:docMk/>
            <pc:sldMk cId="0" sldId="348"/>
            <ac:spMk id="26660" creationId="{6C13F54C-1441-E8B0-702D-85F7E325B0DC}"/>
          </ac:spMkLst>
        </pc:spChg>
        <pc:spChg chg="mod">
          <ac:chgData name="Margarit Meroyan" userId="630a6349-7c61-463e-804c-816773a1019c" providerId="ADAL" clId="{F542D2B9-31A9-4DE4-859A-CAD915E8FA3F}" dt="2023-12-27T10:43:41.575" v="30" actId="1076"/>
          <ac:spMkLst>
            <pc:docMk/>
            <pc:sldMk cId="0" sldId="348"/>
            <ac:spMk id="26661" creationId="{CE06047B-0D0C-C3E3-D435-596A5105FD5E}"/>
          </ac:spMkLst>
        </pc:spChg>
        <pc:spChg chg="mod">
          <ac:chgData name="Margarit Meroyan" userId="630a6349-7c61-463e-804c-816773a1019c" providerId="ADAL" clId="{F542D2B9-31A9-4DE4-859A-CAD915E8FA3F}" dt="2023-12-27T10:43:41.575" v="30" actId="1076"/>
          <ac:spMkLst>
            <pc:docMk/>
            <pc:sldMk cId="0" sldId="348"/>
            <ac:spMk id="26662" creationId="{25C6A100-1137-AEA3-4D20-5390D6119520}"/>
          </ac:spMkLst>
        </pc:spChg>
        <pc:spChg chg="mod">
          <ac:chgData name="Margarit Meroyan" userId="630a6349-7c61-463e-804c-816773a1019c" providerId="ADAL" clId="{F542D2B9-31A9-4DE4-859A-CAD915E8FA3F}" dt="2023-12-27T10:43:41.575" v="30" actId="1076"/>
          <ac:spMkLst>
            <pc:docMk/>
            <pc:sldMk cId="0" sldId="348"/>
            <ac:spMk id="26663" creationId="{D52C8792-8F44-2141-1D9F-FDC9604C5C01}"/>
          </ac:spMkLst>
        </pc:spChg>
        <pc:spChg chg="mod">
          <ac:chgData name="Margarit Meroyan" userId="630a6349-7c61-463e-804c-816773a1019c" providerId="ADAL" clId="{F542D2B9-31A9-4DE4-859A-CAD915E8FA3F}" dt="2023-12-27T10:43:41.575" v="30" actId="1076"/>
          <ac:spMkLst>
            <pc:docMk/>
            <pc:sldMk cId="0" sldId="348"/>
            <ac:spMk id="26664" creationId="{54F55EDB-464F-C41A-3FDE-BE168D38422B}"/>
          </ac:spMkLst>
        </pc:spChg>
        <pc:spChg chg="mod">
          <ac:chgData name="Margarit Meroyan" userId="630a6349-7c61-463e-804c-816773a1019c" providerId="ADAL" clId="{F542D2B9-31A9-4DE4-859A-CAD915E8FA3F}" dt="2023-12-27T10:43:41.575" v="30" actId="1076"/>
          <ac:spMkLst>
            <pc:docMk/>
            <pc:sldMk cId="0" sldId="348"/>
            <ac:spMk id="26665" creationId="{CF573680-E7A4-1359-92A7-9F317E90ACCD}"/>
          </ac:spMkLst>
        </pc:spChg>
        <pc:spChg chg="mod">
          <ac:chgData name="Margarit Meroyan" userId="630a6349-7c61-463e-804c-816773a1019c" providerId="ADAL" clId="{F542D2B9-31A9-4DE4-859A-CAD915E8FA3F}" dt="2023-12-27T10:43:41.575" v="30" actId="1076"/>
          <ac:spMkLst>
            <pc:docMk/>
            <pc:sldMk cId="0" sldId="348"/>
            <ac:spMk id="26666" creationId="{AC578011-F892-8929-DB10-741641484B06}"/>
          </ac:spMkLst>
        </pc:spChg>
        <pc:grpChg chg="mod">
          <ac:chgData name="Margarit Meroyan" userId="630a6349-7c61-463e-804c-816773a1019c" providerId="ADAL" clId="{F542D2B9-31A9-4DE4-859A-CAD915E8FA3F}" dt="2023-12-27T10:43:41.575" v="30" actId="1076"/>
          <ac:grpSpMkLst>
            <pc:docMk/>
            <pc:sldMk cId="0" sldId="348"/>
            <ac:grpSpMk id="26628" creationId="{279198DD-E357-82B4-B380-BBE5C130F904}"/>
          </ac:grpSpMkLst>
        </pc:grpChg>
        <pc:grpChg chg="mod">
          <ac:chgData name="Margarit Meroyan" userId="630a6349-7c61-463e-804c-816773a1019c" providerId="ADAL" clId="{F542D2B9-31A9-4DE4-859A-CAD915E8FA3F}" dt="2023-12-27T10:43:41.575" v="30" actId="1076"/>
          <ac:grpSpMkLst>
            <pc:docMk/>
            <pc:sldMk cId="0" sldId="348"/>
            <ac:grpSpMk id="26629" creationId="{20021AEA-00F6-0E0B-059C-A9846614E452}"/>
          </ac:grpSpMkLst>
        </pc:grpChg>
        <pc:grpChg chg="mod">
          <ac:chgData name="Margarit Meroyan" userId="630a6349-7c61-463e-804c-816773a1019c" providerId="ADAL" clId="{F542D2B9-31A9-4DE4-859A-CAD915E8FA3F}" dt="2023-12-27T10:43:41.575" v="30" actId="1076"/>
          <ac:grpSpMkLst>
            <pc:docMk/>
            <pc:sldMk cId="0" sldId="348"/>
            <ac:grpSpMk id="26630" creationId="{B6F52897-E8E6-8163-9C17-124487A1BF40}"/>
          </ac:grpSpMkLst>
        </pc:grpChg>
      </pc:sldChg>
      <pc:sldChg chg="modSp mod">
        <pc:chgData name="Margarit Meroyan" userId="630a6349-7c61-463e-804c-816773a1019c" providerId="ADAL" clId="{F542D2B9-31A9-4DE4-859A-CAD915E8FA3F}" dt="2023-12-27T10:47:20.574" v="103" actId="207"/>
        <pc:sldMkLst>
          <pc:docMk/>
          <pc:sldMk cId="0" sldId="397"/>
        </pc:sldMkLst>
        <pc:spChg chg="mod">
          <ac:chgData name="Margarit Meroyan" userId="630a6349-7c61-463e-804c-816773a1019c" providerId="ADAL" clId="{F542D2B9-31A9-4DE4-859A-CAD915E8FA3F}" dt="2023-12-27T10:47:17.059" v="102" actId="1076"/>
          <ac:spMkLst>
            <pc:docMk/>
            <pc:sldMk cId="0" sldId="397"/>
            <ac:spMk id="43012" creationId="{8CFBAB7E-6E88-4141-1ED5-9D206A9A6498}"/>
          </ac:spMkLst>
        </pc:spChg>
        <pc:spChg chg="mod">
          <ac:chgData name="Margarit Meroyan" userId="630a6349-7c61-463e-804c-816773a1019c" providerId="ADAL" clId="{F542D2B9-31A9-4DE4-859A-CAD915E8FA3F}" dt="2023-12-27T10:47:17.059" v="102" actId="1076"/>
          <ac:spMkLst>
            <pc:docMk/>
            <pc:sldMk cId="0" sldId="397"/>
            <ac:spMk id="43013" creationId="{381D8560-03AF-2C7C-5A24-BDB09974F090}"/>
          </ac:spMkLst>
        </pc:spChg>
        <pc:spChg chg="mod">
          <ac:chgData name="Margarit Meroyan" userId="630a6349-7c61-463e-804c-816773a1019c" providerId="ADAL" clId="{F542D2B9-31A9-4DE4-859A-CAD915E8FA3F}" dt="2023-12-27T10:47:17.059" v="102" actId="1076"/>
          <ac:spMkLst>
            <pc:docMk/>
            <pc:sldMk cId="0" sldId="397"/>
            <ac:spMk id="43014" creationId="{B7CC85D8-3137-1339-75E5-460FCE830F34}"/>
          </ac:spMkLst>
        </pc:spChg>
        <pc:spChg chg="mod">
          <ac:chgData name="Margarit Meroyan" userId="630a6349-7c61-463e-804c-816773a1019c" providerId="ADAL" clId="{F542D2B9-31A9-4DE4-859A-CAD915E8FA3F}" dt="2023-12-27T10:47:17.059" v="102" actId="1076"/>
          <ac:spMkLst>
            <pc:docMk/>
            <pc:sldMk cId="0" sldId="397"/>
            <ac:spMk id="43015" creationId="{BE58163B-D8E5-E1B2-09C6-0CB0AA45AC64}"/>
          </ac:spMkLst>
        </pc:spChg>
        <pc:spChg chg="mod">
          <ac:chgData name="Margarit Meroyan" userId="630a6349-7c61-463e-804c-816773a1019c" providerId="ADAL" clId="{F542D2B9-31A9-4DE4-859A-CAD915E8FA3F}" dt="2023-12-27T10:47:17.059" v="102" actId="1076"/>
          <ac:spMkLst>
            <pc:docMk/>
            <pc:sldMk cId="0" sldId="397"/>
            <ac:spMk id="43016" creationId="{E0CB185F-E247-5FCE-D8B7-02AF63A8EAE8}"/>
          </ac:spMkLst>
        </pc:spChg>
        <pc:spChg chg="mod">
          <ac:chgData name="Margarit Meroyan" userId="630a6349-7c61-463e-804c-816773a1019c" providerId="ADAL" clId="{F542D2B9-31A9-4DE4-859A-CAD915E8FA3F}" dt="2023-12-27T10:47:17.059" v="102" actId="1076"/>
          <ac:spMkLst>
            <pc:docMk/>
            <pc:sldMk cId="0" sldId="397"/>
            <ac:spMk id="43017" creationId="{77258D03-15C5-37F0-9986-1CAD852C074F}"/>
          </ac:spMkLst>
        </pc:spChg>
        <pc:spChg chg="mod">
          <ac:chgData name="Margarit Meroyan" userId="630a6349-7c61-463e-804c-816773a1019c" providerId="ADAL" clId="{F542D2B9-31A9-4DE4-859A-CAD915E8FA3F}" dt="2023-12-27T10:47:17.059" v="102" actId="1076"/>
          <ac:spMkLst>
            <pc:docMk/>
            <pc:sldMk cId="0" sldId="397"/>
            <ac:spMk id="43018" creationId="{803EAC51-28DF-B566-C68B-2FA6E657ED17}"/>
          </ac:spMkLst>
        </pc:spChg>
        <pc:spChg chg="mod">
          <ac:chgData name="Margarit Meroyan" userId="630a6349-7c61-463e-804c-816773a1019c" providerId="ADAL" clId="{F542D2B9-31A9-4DE4-859A-CAD915E8FA3F}" dt="2023-12-27T10:47:17.059" v="102" actId="1076"/>
          <ac:spMkLst>
            <pc:docMk/>
            <pc:sldMk cId="0" sldId="397"/>
            <ac:spMk id="43019" creationId="{7D107A54-ABC9-C76D-3656-0102A05A56C8}"/>
          </ac:spMkLst>
        </pc:spChg>
        <pc:spChg chg="mod">
          <ac:chgData name="Margarit Meroyan" userId="630a6349-7c61-463e-804c-816773a1019c" providerId="ADAL" clId="{F542D2B9-31A9-4DE4-859A-CAD915E8FA3F}" dt="2023-12-27T10:47:17.059" v="102" actId="1076"/>
          <ac:spMkLst>
            <pc:docMk/>
            <pc:sldMk cId="0" sldId="397"/>
            <ac:spMk id="43020" creationId="{C45B5039-B9E1-F58E-D0D5-591133C89D60}"/>
          </ac:spMkLst>
        </pc:spChg>
        <pc:spChg chg="mod">
          <ac:chgData name="Margarit Meroyan" userId="630a6349-7c61-463e-804c-816773a1019c" providerId="ADAL" clId="{F542D2B9-31A9-4DE4-859A-CAD915E8FA3F}" dt="2023-12-27T10:47:17.059" v="102" actId="1076"/>
          <ac:spMkLst>
            <pc:docMk/>
            <pc:sldMk cId="0" sldId="397"/>
            <ac:spMk id="43023" creationId="{CA84450C-D029-D45A-4FAC-A934676C54FD}"/>
          </ac:spMkLst>
        </pc:spChg>
        <pc:spChg chg="mod">
          <ac:chgData name="Margarit Meroyan" userId="630a6349-7c61-463e-804c-816773a1019c" providerId="ADAL" clId="{F542D2B9-31A9-4DE4-859A-CAD915E8FA3F}" dt="2023-12-27T10:47:17.059" v="102" actId="1076"/>
          <ac:spMkLst>
            <pc:docMk/>
            <pc:sldMk cId="0" sldId="397"/>
            <ac:spMk id="43024" creationId="{D032B9D7-E72B-B563-57E4-DF4A6DC7D7D1}"/>
          </ac:spMkLst>
        </pc:spChg>
        <pc:spChg chg="mod">
          <ac:chgData name="Margarit Meroyan" userId="630a6349-7c61-463e-804c-816773a1019c" providerId="ADAL" clId="{F542D2B9-31A9-4DE4-859A-CAD915E8FA3F}" dt="2023-12-27T10:47:17.059" v="102" actId="1076"/>
          <ac:spMkLst>
            <pc:docMk/>
            <pc:sldMk cId="0" sldId="397"/>
            <ac:spMk id="43025" creationId="{24949077-AB1B-2149-C429-80DE618D5944}"/>
          </ac:spMkLst>
        </pc:spChg>
        <pc:spChg chg="mod">
          <ac:chgData name="Margarit Meroyan" userId="630a6349-7c61-463e-804c-816773a1019c" providerId="ADAL" clId="{F542D2B9-31A9-4DE4-859A-CAD915E8FA3F}" dt="2023-12-27T10:47:17.059" v="102" actId="1076"/>
          <ac:spMkLst>
            <pc:docMk/>
            <pc:sldMk cId="0" sldId="397"/>
            <ac:spMk id="43026" creationId="{0EDE5D2E-4AE2-8742-1644-F50C692A6748}"/>
          </ac:spMkLst>
        </pc:spChg>
        <pc:spChg chg="mod">
          <ac:chgData name="Margarit Meroyan" userId="630a6349-7c61-463e-804c-816773a1019c" providerId="ADAL" clId="{F542D2B9-31A9-4DE4-859A-CAD915E8FA3F}" dt="2023-12-27T10:47:17.059" v="102" actId="1076"/>
          <ac:spMkLst>
            <pc:docMk/>
            <pc:sldMk cId="0" sldId="397"/>
            <ac:spMk id="43030" creationId="{75C37E54-1D91-F925-E2F4-28C27D85DA1C}"/>
          </ac:spMkLst>
        </pc:spChg>
        <pc:spChg chg="mod">
          <ac:chgData name="Margarit Meroyan" userId="630a6349-7c61-463e-804c-816773a1019c" providerId="ADAL" clId="{F542D2B9-31A9-4DE4-859A-CAD915E8FA3F}" dt="2023-12-27T10:47:17.059" v="102" actId="1076"/>
          <ac:spMkLst>
            <pc:docMk/>
            <pc:sldMk cId="0" sldId="397"/>
            <ac:spMk id="43035" creationId="{50A265F7-73EA-C66D-1F6C-9E9A5784158F}"/>
          </ac:spMkLst>
        </pc:spChg>
        <pc:spChg chg="mod">
          <ac:chgData name="Margarit Meroyan" userId="630a6349-7c61-463e-804c-816773a1019c" providerId="ADAL" clId="{F542D2B9-31A9-4DE4-859A-CAD915E8FA3F}" dt="2023-12-27T10:47:17.059" v="102" actId="1076"/>
          <ac:spMkLst>
            <pc:docMk/>
            <pc:sldMk cId="0" sldId="397"/>
            <ac:spMk id="43036" creationId="{367CF88C-BB55-B4A2-F1B7-DCA72000D0C9}"/>
          </ac:spMkLst>
        </pc:spChg>
        <pc:spChg chg="mod">
          <ac:chgData name="Margarit Meroyan" userId="630a6349-7c61-463e-804c-816773a1019c" providerId="ADAL" clId="{F542D2B9-31A9-4DE4-859A-CAD915E8FA3F}" dt="2023-12-27T10:47:17.059" v="102" actId="1076"/>
          <ac:spMkLst>
            <pc:docMk/>
            <pc:sldMk cId="0" sldId="397"/>
            <ac:spMk id="43041" creationId="{362086ED-5A1F-08C1-DD40-0B05DA9547C1}"/>
          </ac:spMkLst>
        </pc:spChg>
        <pc:spChg chg="mod">
          <ac:chgData name="Margarit Meroyan" userId="630a6349-7c61-463e-804c-816773a1019c" providerId="ADAL" clId="{F542D2B9-31A9-4DE4-859A-CAD915E8FA3F}" dt="2023-12-27T10:47:17.059" v="102" actId="1076"/>
          <ac:spMkLst>
            <pc:docMk/>
            <pc:sldMk cId="0" sldId="397"/>
            <ac:spMk id="43042" creationId="{6199ED4C-C1F4-436B-A485-70B84F90A5A9}"/>
          </ac:spMkLst>
        </pc:spChg>
        <pc:spChg chg="mod">
          <ac:chgData name="Margarit Meroyan" userId="630a6349-7c61-463e-804c-816773a1019c" providerId="ADAL" clId="{F542D2B9-31A9-4DE4-859A-CAD915E8FA3F}" dt="2023-12-27T10:47:17.059" v="102" actId="1076"/>
          <ac:spMkLst>
            <pc:docMk/>
            <pc:sldMk cId="0" sldId="397"/>
            <ac:spMk id="43047" creationId="{D67E1BDE-6411-6CCD-0849-3088D713DA54}"/>
          </ac:spMkLst>
        </pc:spChg>
        <pc:spChg chg="mod">
          <ac:chgData name="Margarit Meroyan" userId="630a6349-7c61-463e-804c-816773a1019c" providerId="ADAL" clId="{F542D2B9-31A9-4DE4-859A-CAD915E8FA3F}" dt="2023-12-27T10:47:17.059" v="102" actId="1076"/>
          <ac:spMkLst>
            <pc:docMk/>
            <pc:sldMk cId="0" sldId="397"/>
            <ac:spMk id="43048" creationId="{70370DF9-5E35-8D0F-11D7-D608BB45C53C}"/>
          </ac:spMkLst>
        </pc:spChg>
        <pc:spChg chg="mod">
          <ac:chgData name="Margarit Meroyan" userId="630a6349-7c61-463e-804c-816773a1019c" providerId="ADAL" clId="{F542D2B9-31A9-4DE4-859A-CAD915E8FA3F}" dt="2023-12-27T10:47:17.059" v="102" actId="1076"/>
          <ac:spMkLst>
            <pc:docMk/>
            <pc:sldMk cId="0" sldId="397"/>
            <ac:spMk id="43071" creationId="{9DD218FF-31D5-FB05-3A8E-ECEF06C41775}"/>
          </ac:spMkLst>
        </pc:spChg>
        <pc:spChg chg="mod">
          <ac:chgData name="Margarit Meroyan" userId="630a6349-7c61-463e-804c-816773a1019c" providerId="ADAL" clId="{F542D2B9-31A9-4DE4-859A-CAD915E8FA3F}" dt="2023-12-27T10:47:17.059" v="102" actId="1076"/>
          <ac:spMkLst>
            <pc:docMk/>
            <pc:sldMk cId="0" sldId="397"/>
            <ac:spMk id="43072" creationId="{178D680F-8800-F8ED-73A8-25769E21024C}"/>
          </ac:spMkLst>
        </pc:spChg>
        <pc:spChg chg="mod">
          <ac:chgData name="Margarit Meroyan" userId="630a6349-7c61-463e-804c-816773a1019c" providerId="ADAL" clId="{F542D2B9-31A9-4DE4-859A-CAD915E8FA3F}" dt="2023-12-27T10:47:17.059" v="102" actId="1076"/>
          <ac:spMkLst>
            <pc:docMk/>
            <pc:sldMk cId="0" sldId="397"/>
            <ac:spMk id="43073" creationId="{044C44FD-5607-4A8D-4533-D12A412EC9B7}"/>
          </ac:spMkLst>
        </pc:spChg>
        <pc:spChg chg="mod">
          <ac:chgData name="Margarit Meroyan" userId="630a6349-7c61-463e-804c-816773a1019c" providerId="ADAL" clId="{F542D2B9-31A9-4DE4-859A-CAD915E8FA3F}" dt="2023-12-27T10:47:17.059" v="102" actId="1076"/>
          <ac:spMkLst>
            <pc:docMk/>
            <pc:sldMk cId="0" sldId="397"/>
            <ac:spMk id="43075" creationId="{CA2257E9-CD89-C446-F223-6D352998A9BD}"/>
          </ac:spMkLst>
        </pc:spChg>
        <pc:spChg chg="mod">
          <ac:chgData name="Margarit Meroyan" userId="630a6349-7c61-463e-804c-816773a1019c" providerId="ADAL" clId="{F542D2B9-31A9-4DE4-859A-CAD915E8FA3F}" dt="2023-12-27T10:47:17.059" v="102" actId="1076"/>
          <ac:spMkLst>
            <pc:docMk/>
            <pc:sldMk cId="0" sldId="397"/>
            <ac:spMk id="43076" creationId="{56A95848-C0F8-8487-0FD8-E2C9E6F3B842}"/>
          </ac:spMkLst>
        </pc:spChg>
        <pc:spChg chg="mod">
          <ac:chgData name="Margarit Meroyan" userId="630a6349-7c61-463e-804c-816773a1019c" providerId="ADAL" clId="{F542D2B9-31A9-4DE4-859A-CAD915E8FA3F}" dt="2023-12-27T10:47:17.059" v="102" actId="1076"/>
          <ac:spMkLst>
            <pc:docMk/>
            <pc:sldMk cId="0" sldId="397"/>
            <ac:spMk id="43077" creationId="{F8D94025-A9D2-8DD3-D807-078C0C723F1D}"/>
          </ac:spMkLst>
        </pc:spChg>
        <pc:spChg chg="mod">
          <ac:chgData name="Margarit Meroyan" userId="630a6349-7c61-463e-804c-816773a1019c" providerId="ADAL" clId="{F542D2B9-31A9-4DE4-859A-CAD915E8FA3F}" dt="2023-12-27T10:47:17.059" v="102" actId="1076"/>
          <ac:spMkLst>
            <pc:docMk/>
            <pc:sldMk cId="0" sldId="397"/>
            <ac:spMk id="43078" creationId="{9158CF3E-E3F3-AD1E-3A7D-328C12819AFD}"/>
          </ac:spMkLst>
        </pc:spChg>
        <pc:spChg chg="mod">
          <ac:chgData name="Margarit Meroyan" userId="630a6349-7c61-463e-804c-816773a1019c" providerId="ADAL" clId="{F542D2B9-31A9-4DE4-859A-CAD915E8FA3F}" dt="2023-12-27T10:47:17.059" v="102" actId="1076"/>
          <ac:spMkLst>
            <pc:docMk/>
            <pc:sldMk cId="0" sldId="397"/>
            <ac:spMk id="43079" creationId="{4F636FDA-5B0B-919B-35FD-AD8482BB3A80}"/>
          </ac:spMkLst>
        </pc:spChg>
        <pc:spChg chg="mod">
          <ac:chgData name="Margarit Meroyan" userId="630a6349-7c61-463e-804c-816773a1019c" providerId="ADAL" clId="{F542D2B9-31A9-4DE4-859A-CAD915E8FA3F}" dt="2023-12-27T10:47:17.059" v="102" actId="1076"/>
          <ac:spMkLst>
            <pc:docMk/>
            <pc:sldMk cId="0" sldId="397"/>
            <ac:spMk id="43080" creationId="{614DCDCC-C54C-3F86-F858-9B31F1505F7A}"/>
          </ac:spMkLst>
        </pc:spChg>
        <pc:spChg chg="mod">
          <ac:chgData name="Margarit Meroyan" userId="630a6349-7c61-463e-804c-816773a1019c" providerId="ADAL" clId="{F542D2B9-31A9-4DE4-859A-CAD915E8FA3F}" dt="2023-12-27T10:47:17.059" v="102" actId="1076"/>
          <ac:spMkLst>
            <pc:docMk/>
            <pc:sldMk cId="0" sldId="397"/>
            <ac:spMk id="43081" creationId="{539EA5AA-F8EB-11E9-0EAA-C781867411AB}"/>
          </ac:spMkLst>
        </pc:spChg>
        <pc:spChg chg="mod">
          <ac:chgData name="Margarit Meroyan" userId="630a6349-7c61-463e-804c-816773a1019c" providerId="ADAL" clId="{F542D2B9-31A9-4DE4-859A-CAD915E8FA3F}" dt="2023-12-27T10:47:17.059" v="102" actId="1076"/>
          <ac:spMkLst>
            <pc:docMk/>
            <pc:sldMk cId="0" sldId="397"/>
            <ac:spMk id="43082" creationId="{86228899-F0C6-1A10-6883-72501879C15C}"/>
          </ac:spMkLst>
        </pc:spChg>
        <pc:spChg chg="mod">
          <ac:chgData name="Margarit Meroyan" userId="630a6349-7c61-463e-804c-816773a1019c" providerId="ADAL" clId="{F542D2B9-31A9-4DE4-859A-CAD915E8FA3F}" dt="2023-12-27T10:47:17.059" v="102" actId="1076"/>
          <ac:spMkLst>
            <pc:docMk/>
            <pc:sldMk cId="0" sldId="397"/>
            <ac:spMk id="43083" creationId="{6E7A3851-ECB4-F279-7539-A147D3009211}"/>
          </ac:spMkLst>
        </pc:spChg>
        <pc:spChg chg="mod">
          <ac:chgData name="Margarit Meroyan" userId="630a6349-7c61-463e-804c-816773a1019c" providerId="ADAL" clId="{F542D2B9-31A9-4DE4-859A-CAD915E8FA3F}" dt="2023-12-27T10:47:17.059" v="102" actId="1076"/>
          <ac:spMkLst>
            <pc:docMk/>
            <pc:sldMk cId="0" sldId="397"/>
            <ac:spMk id="43084" creationId="{CD76D986-5E4C-A19E-BF7B-5FF61F24A181}"/>
          </ac:spMkLst>
        </pc:spChg>
        <pc:spChg chg="mod">
          <ac:chgData name="Margarit Meroyan" userId="630a6349-7c61-463e-804c-816773a1019c" providerId="ADAL" clId="{F542D2B9-31A9-4DE4-859A-CAD915E8FA3F}" dt="2023-12-27T10:47:17.059" v="102" actId="1076"/>
          <ac:spMkLst>
            <pc:docMk/>
            <pc:sldMk cId="0" sldId="397"/>
            <ac:spMk id="43085" creationId="{CF4B2192-149E-CE69-FAEB-7731A0CE691B}"/>
          </ac:spMkLst>
        </pc:spChg>
        <pc:spChg chg="mod">
          <ac:chgData name="Margarit Meroyan" userId="630a6349-7c61-463e-804c-816773a1019c" providerId="ADAL" clId="{F542D2B9-31A9-4DE4-859A-CAD915E8FA3F}" dt="2023-12-27T10:47:17.059" v="102" actId="1076"/>
          <ac:spMkLst>
            <pc:docMk/>
            <pc:sldMk cId="0" sldId="397"/>
            <ac:spMk id="43086" creationId="{9A844ED2-0DC6-109D-13D3-FA154EFE79F3}"/>
          </ac:spMkLst>
        </pc:spChg>
        <pc:spChg chg="mod">
          <ac:chgData name="Margarit Meroyan" userId="630a6349-7c61-463e-804c-816773a1019c" providerId="ADAL" clId="{F542D2B9-31A9-4DE4-859A-CAD915E8FA3F}" dt="2023-12-27T10:47:17.059" v="102" actId="1076"/>
          <ac:spMkLst>
            <pc:docMk/>
            <pc:sldMk cId="0" sldId="397"/>
            <ac:spMk id="43087" creationId="{9DB48C64-C012-9283-6341-0A53DD247067}"/>
          </ac:spMkLst>
        </pc:spChg>
        <pc:spChg chg="mod">
          <ac:chgData name="Margarit Meroyan" userId="630a6349-7c61-463e-804c-816773a1019c" providerId="ADAL" clId="{F542D2B9-31A9-4DE4-859A-CAD915E8FA3F}" dt="2023-12-27T10:47:17.059" v="102" actId="1076"/>
          <ac:spMkLst>
            <pc:docMk/>
            <pc:sldMk cId="0" sldId="397"/>
            <ac:spMk id="43088" creationId="{2D8FEB81-7B58-65D2-80A5-4D4A10A35163}"/>
          </ac:spMkLst>
        </pc:spChg>
        <pc:spChg chg="mod">
          <ac:chgData name="Margarit Meroyan" userId="630a6349-7c61-463e-804c-816773a1019c" providerId="ADAL" clId="{F542D2B9-31A9-4DE4-859A-CAD915E8FA3F}" dt="2023-12-27T10:47:17.059" v="102" actId="1076"/>
          <ac:spMkLst>
            <pc:docMk/>
            <pc:sldMk cId="0" sldId="397"/>
            <ac:spMk id="43089" creationId="{206A52B3-2599-587F-DAA8-EA4894B014A4}"/>
          </ac:spMkLst>
        </pc:spChg>
        <pc:spChg chg="mod">
          <ac:chgData name="Margarit Meroyan" userId="630a6349-7c61-463e-804c-816773a1019c" providerId="ADAL" clId="{F542D2B9-31A9-4DE4-859A-CAD915E8FA3F}" dt="2023-12-27T10:47:17.059" v="102" actId="1076"/>
          <ac:spMkLst>
            <pc:docMk/>
            <pc:sldMk cId="0" sldId="397"/>
            <ac:spMk id="43090" creationId="{8595CD71-9F12-D724-EE93-6E32543BFCBD}"/>
          </ac:spMkLst>
        </pc:spChg>
        <pc:spChg chg="mod">
          <ac:chgData name="Margarit Meroyan" userId="630a6349-7c61-463e-804c-816773a1019c" providerId="ADAL" clId="{F542D2B9-31A9-4DE4-859A-CAD915E8FA3F}" dt="2023-12-27T10:47:17.059" v="102" actId="1076"/>
          <ac:spMkLst>
            <pc:docMk/>
            <pc:sldMk cId="0" sldId="397"/>
            <ac:spMk id="43091" creationId="{C2D9A693-E5EC-7ADA-080C-BA30043BB87E}"/>
          </ac:spMkLst>
        </pc:spChg>
        <pc:spChg chg="mod">
          <ac:chgData name="Margarit Meroyan" userId="630a6349-7c61-463e-804c-816773a1019c" providerId="ADAL" clId="{F542D2B9-31A9-4DE4-859A-CAD915E8FA3F}" dt="2023-12-27T10:47:17.059" v="102" actId="1076"/>
          <ac:spMkLst>
            <pc:docMk/>
            <pc:sldMk cId="0" sldId="397"/>
            <ac:spMk id="43092" creationId="{D8A84BF8-CD75-7C81-A7EB-F5C18C4ABAA1}"/>
          </ac:spMkLst>
        </pc:spChg>
        <pc:spChg chg="mod">
          <ac:chgData name="Margarit Meroyan" userId="630a6349-7c61-463e-804c-816773a1019c" providerId="ADAL" clId="{F542D2B9-31A9-4DE4-859A-CAD915E8FA3F}" dt="2023-12-27T10:47:17.059" v="102" actId="1076"/>
          <ac:spMkLst>
            <pc:docMk/>
            <pc:sldMk cId="0" sldId="397"/>
            <ac:spMk id="43093" creationId="{AF4FE14E-A4DB-1650-6E6A-5521AE116E2A}"/>
          </ac:spMkLst>
        </pc:spChg>
        <pc:spChg chg="mod">
          <ac:chgData name="Margarit Meroyan" userId="630a6349-7c61-463e-804c-816773a1019c" providerId="ADAL" clId="{F542D2B9-31A9-4DE4-859A-CAD915E8FA3F}" dt="2023-12-27T10:47:17.059" v="102" actId="1076"/>
          <ac:spMkLst>
            <pc:docMk/>
            <pc:sldMk cId="0" sldId="397"/>
            <ac:spMk id="43094" creationId="{989AD0E8-A0F2-F508-5BD8-87FC24E4654F}"/>
          </ac:spMkLst>
        </pc:spChg>
        <pc:spChg chg="mod">
          <ac:chgData name="Margarit Meroyan" userId="630a6349-7c61-463e-804c-816773a1019c" providerId="ADAL" clId="{F542D2B9-31A9-4DE4-859A-CAD915E8FA3F}" dt="2023-12-27T10:47:17.059" v="102" actId="1076"/>
          <ac:spMkLst>
            <pc:docMk/>
            <pc:sldMk cId="0" sldId="397"/>
            <ac:spMk id="43095" creationId="{6B9A1791-0491-C566-1232-65FDF6A01C60}"/>
          </ac:spMkLst>
        </pc:spChg>
        <pc:spChg chg="mod">
          <ac:chgData name="Margarit Meroyan" userId="630a6349-7c61-463e-804c-816773a1019c" providerId="ADAL" clId="{F542D2B9-31A9-4DE4-859A-CAD915E8FA3F}" dt="2023-12-27T10:47:17.059" v="102" actId="1076"/>
          <ac:spMkLst>
            <pc:docMk/>
            <pc:sldMk cId="0" sldId="397"/>
            <ac:spMk id="43096" creationId="{0F4D1F3A-6829-892E-688A-4CCEF1DEE482}"/>
          </ac:spMkLst>
        </pc:spChg>
        <pc:spChg chg="mod">
          <ac:chgData name="Margarit Meroyan" userId="630a6349-7c61-463e-804c-816773a1019c" providerId="ADAL" clId="{F542D2B9-31A9-4DE4-859A-CAD915E8FA3F}" dt="2023-12-27T10:47:17.059" v="102" actId="1076"/>
          <ac:spMkLst>
            <pc:docMk/>
            <pc:sldMk cId="0" sldId="397"/>
            <ac:spMk id="43097" creationId="{046FDE16-8F5A-79AE-5C24-5D4169DB2FD8}"/>
          </ac:spMkLst>
        </pc:spChg>
        <pc:spChg chg="mod">
          <ac:chgData name="Margarit Meroyan" userId="630a6349-7c61-463e-804c-816773a1019c" providerId="ADAL" clId="{F542D2B9-31A9-4DE4-859A-CAD915E8FA3F}" dt="2023-12-27T10:47:17.059" v="102" actId="1076"/>
          <ac:spMkLst>
            <pc:docMk/>
            <pc:sldMk cId="0" sldId="397"/>
            <ac:spMk id="43098" creationId="{91A77732-CB59-F82F-8CF5-4B448929D16A}"/>
          </ac:spMkLst>
        </pc:spChg>
        <pc:spChg chg="mod">
          <ac:chgData name="Margarit Meroyan" userId="630a6349-7c61-463e-804c-816773a1019c" providerId="ADAL" clId="{F542D2B9-31A9-4DE4-859A-CAD915E8FA3F}" dt="2023-12-27T10:47:17.059" v="102" actId="1076"/>
          <ac:spMkLst>
            <pc:docMk/>
            <pc:sldMk cId="0" sldId="397"/>
            <ac:spMk id="43099" creationId="{2BF678EF-488F-2832-FA0B-9C8021779444}"/>
          </ac:spMkLst>
        </pc:spChg>
        <pc:spChg chg="mod">
          <ac:chgData name="Margarit Meroyan" userId="630a6349-7c61-463e-804c-816773a1019c" providerId="ADAL" clId="{F542D2B9-31A9-4DE4-859A-CAD915E8FA3F}" dt="2023-12-27T10:47:17.059" v="102" actId="1076"/>
          <ac:spMkLst>
            <pc:docMk/>
            <pc:sldMk cId="0" sldId="397"/>
            <ac:spMk id="43100" creationId="{D19BF8C0-95DC-C779-AC52-04EB6AF4D9A5}"/>
          </ac:spMkLst>
        </pc:spChg>
        <pc:spChg chg="mod">
          <ac:chgData name="Margarit Meroyan" userId="630a6349-7c61-463e-804c-816773a1019c" providerId="ADAL" clId="{F542D2B9-31A9-4DE4-859A-CAD915E8FA3F}" dt="2023-12-27T10:47:17.059" v="102" actId="1076"/>
          <ac:spMkLst>
            <pc:docMk/>
            <pc:sldMk cId="0" sldId="397"/>
            <ac:spMk id="43101" creationId="{711620C1-5A0E-D2DD-01C9-A9C5821FE103}"/>
          </ac:spMkLst>
        </pc:spChg>
        <pc:spChg chg="mod">
          <ac:chgData name="Margarit Meroyan" userId="630a6349-7c61-463e-804c-816773a1019c" providerId="ADAL" clId="{F542D2B9-31A9-4DE4-859A-CAD915E8FA3F}" dt="2023-12-27T10:47:17.059" v="102" actId="1076"/>
          <ac:spMkLst>
            <pc:docMk/>
            <pc:sldMk cId="0" sldId="397"/>
            <ac:spMk id="43102" creationId="{4A49E83E-CC24-7C59-65C2-28BC5D9DD257}"/>
          </ac:spMkLst>
        </pc:spChg>
        <pc:spChg chg="mod">
          <ac:chgData name="Margarit Meroyan" userId="630a6349-7c61-463e-804c-816773a1019c" providerId="ADAL" clId="{F542D2B9-31A9-4DE4-859A-CAD915E8FA3F}" dt="2023-12-27T10:47:17.059" v="102" actId="1076"/>
          <ac:spMkLst>
            <pc:docMk/>
            <pc:sldMk cId="0" sldId="397"/>
            <ac:spMk id="43103" creationId="{A9A3556F-D269-8445-5C4C-2550FB580922}"/>
          </ac:spMkLst>
        </pc:spChg>
        <pc:spChg chg="mod">
          <ac:chgData name="Margarit Meroyan" userId="630a6349-7c61-463e-804c-816773a1019c" providerId="ADAL" clId="{F542D2B9-31A9-4DE4-859A-CAD915E8FA3F}" dt="2023-12-27T10:47:17.059" v="102" actId="1076"/>
          <ac:spMkLst>
            <pc:docMk/>
            <pc:sldMk cId="0" sldId="397"/>
            <ac:spMk id="43104" creationId="{E85E790A-C68F-6C3E-23E2-B24B2C37DC90}"/>
          </ac:spMkLst>
        </pc:spChg>
        <pc:spChg chg="mod">
          <ac:chgData name="Margarit Meroyan" userId="630a6349-7c61-463e-804c-816773a1019c" providerId="ADAL" clId="{F542D2B9-31A9-4DE4-859A-CAD915E8FA3F}" dt="2023-12-27T10:47:17.059" v="102" actId="1076"/>
          <ac:spMkLst>
            <pc:docMk/>
            <pc:sldMk cId="0" sldId="397"/>
            <ac:spMk id="43106" creationId="{1CA146A6-936C-9EE5-3ADA-C5B00CC11DE3}"/>
          </ac:spMkLst>
        </pc:spChg>
        <pc:spChg chg="mod">
          <ac:chgData name="Margarit Meroyan" userId="630a6349-7c61-463e-804c-816773a1019c" providerId="ADAL" clId="{F542D2B9-31A9-4DE4-859A-CAD915E8FA3F}" dt="2023-12-27T10:47:17.059" v="102" actId="1076"/>
          <ac:spMkLst>
            <pc:docMk/>
            <pc:sldMk cId="0" sldId="397"/>
            <ac:spMk id="43107" creationId="{05B760FF-1F02-DF7E-4F37-D712E01D0720}"/>
          </ac:spMkLst>
        </pc:spChg>
        <pc:spChg chg="mod">
          <ac:chgData name="Margarit Meroyan" userId="630a6349-7c61-463e-804c-816773a1019c" providerId="ADAL" clId="{F542D2B9-31A9-4DE4-859A-CAD915E8FA3F}" dt="2023-12-27T10:47:17.059" v="102" actId="1076"/>
          <ac:spMkLst>
            <pc:docMk/>
            <pc:sldMk cId="0" sldId="397"/>
            <ac:spMk id="43108" creationId="{00EAB911-2591-C655-4CDA-CCA52145EFE6}"/>
          </ac:spMkLst>
        </pc:spChg>
        <pc:spChg chg="mod">
          <ac:chgData name="Margarit Meroyan" userId="630a6349-7c61-463e-804c-816773a1019c" providerId="ADAL" clId="{F542D2B9-31A9-4DE4-859A-CAD915E8FA3F}" dt="2023-12-27T10:47:17.059" v="102" actId="1076"/>
          <ac:spMkLst>
            <pc:docMk/>
            <pc:sldMk cId="0" sldId="397"/>
            <ac:spMk id="43109" creationId="{7F348FC9-9D8A-B695-E22D-681BE448A8A6}"/>
          </ac:spMkLst>
        </pc:spChg>
        <pc:spChg chg="mod">
          <ac:chgData name="Margarit Meroyan" userId="630a6349-7c61-463e-804c-816773a1019c" providerId="ADAL" clId="{F542D2B9-31A9-4DE4-859A-CAD915E8FA3F}" dt="2023-12-27T10:47:17.059" v="102" actId="1076"/>
          <ac:spMkLst>
            <pc:docMk/>
            <pc:sldMk cId="0" sldId="397"/>
            <ac:spMk id="43110" creationId="{8B238442-C4AA-D78E-BC20-AE7CA01E8AAF}"/>
          </ac:spMkLst>
        </pc:spChg>
        <pc:spChg chg="mod">
          <ac:chgData name="Margarit Meroyan" userId="630a6349-7c61-463e-804c-816773a1019c" providerId="ADAL" clId="{F542D2B9-31A9-4DE4-859A-CAD915E8FA3F}" dt="2023-12-27T10:47:17.059" v="102" actId="1076"/>
          <ac:spMkLst>
            <pc:docMk/>
            <pc:sldMk cId="0" sldId="397"/>
            <ac:spMk id="43111" creationId="{080C942B-AE0F-6E72-232D-357E452170EA}"/>
          </ac:spMkLst>
        </pc:spChg>
        <pc:spChg chg="mod">
          <ac:chgData name="Margarit Meroyan" userId="630a6349-7c61-463e-804c-816773a1019c" providerId="ADAL" clId="{F542D2B9-31A9-4DE4-859A-CAD915E8FA3F}" dt="2023-12-27T10:47:17.059" v="102" actId="1076"/>
          <ac:spMkLst>
            <pc:docMk/>
            <pc:sldMk cId="0" sldId="397"/>
            <ac:spMk id="43112" creationId="{F7EA26DC-165D-D4F9-2E87-F4E48EB511C8}"/>
          </ac:spMkLst>
        </pc:spChg>
        <pc:spChg chg="mod">
          <ac:chgData name="Margarit Meroyan" userId="630a6349-7c61-463e-804c-816773a1019c" providerId="ADAL" clId="{F542D2B9-31A9-4DE4-859A-CAD915E8FA3F}" dt="2023-12-27T10:47:17.059" v="102" actId="1076"/>
          <ac:spMkLst>
            <pc:docMk/>
            <pc:sldMk cId="0" sldId="397"/>
            <ac:spMk id="43113" creationId="{DF647F3A-C779-1341-2A00-4323DDB3D3FC}"/>
          </ac:spMkLst>
        </pc:spChg>
        <pc:spChg chg="mod">
          <ac:chgData name="Margarit Meroyan" userId="630a6349-7c61-463e-804c-816773a1019c" providerId="ADAL" clId="{F542D2B9-31A9-4DE4-859A-CAD915E8FA3F}" dt="2023-12-27T10:47:17.059" v="102" actId="1076"/>
          <ac:spMkLst>
            <pc:docMk/>
            <pc:sldMk cId="0" sldId="397"/>
            <ac:spMk id="43114" creationId="{E3524202-1DD3-1EF4-3800-094472D849E2}"/>
          </ac:spMkLst>
        </pc:spChg>
        <pc:spChg chg="mod">
          <ac:chgData name="Margarit Meroyan" userId="630a6349-7c61-463e-804c-816773a1019c" providerId="ADAL" clId="{F542D2B9-31A9-4DE4-859A-CAD915E8FA3F}" dt="2023-12-27T10:47:17.059" v="102" actId="1076"/>
          <ac:spMkLst>
            <pc:docMk/>
            <pc:sldMk cId="0" sldId="397"/>
            <ac:spMk id="43115" creationId="{9E4B5BAC-3984-7A57-7E12-B6EC709CF875}"/>
          </ac:spMkLst>
        </pc:spChg>
        <pc:spChg chg="mod">
          <ac:chgData name="Margarit Meroyan" userId="630a6349-7c61-463e-804c-816773a1019c" providerId="ADAL" clId="{F542D2B9-31A9-4DE4-859A-CAD915E8FA3F}" dt="2023-12-27T10:47:17.059" v="102" actId="1076"/>
          <ac:spMkLst>
            <pc:docMk/>
            <pc:sldMk cId="0" sldId="397"/>
            <ac:spMk id="43116" creationId="{0845EBA9-BA8E-28FF-D411-21A9CC6B6F31}"/>
          </ac:spMkLst>
        </pc:spChg>
        <pc:spChg chg="mod">
          <ac:chgData name="Margarit Meroyan" userId="630a6349-7c61-463e-804c-816773a1019c" providerId="ADAL" clId="{F542D2B9-31A9-4DE4-859A-CAD915E8FA3F}" dt="2023-12-27T10:47:17.059" v="102" actId="1076"/>
          <ac:spMkLst>
            <pc:docMk/>
            <pc:sldMk cId="0" sldId="397"/>
            <ac:spMk id="43117" creationId="{6E9C783E-9024-8978-E1D8-F0A90557F538}"/>
          </ac:spMkLst>
        </pc:spChg>
        <pc:spChg chg="mod">
          <ac:chgData name="Margarit Meroyan" userId="630a6349-7c61-463e-804c-816773a1019c" providerId="ADAL" clId="{F542D2B9-31A9-4DE4-859A-CAD915E8FA3F}" dt="2023-12-27T10:47:17.059" v="102" actId="1076"/>
          <ac:spMkLst>
            <pc:docMk/>
            <pc:sldMk cId="0" sldId="397"/>
            <ac:spMk id="43118" creationId="{8CF812F2-120D-7420-0083-EFF5FA9DDFBB}"/>
          </ac:spMkLst>
        </pc:spChg>
        <pc:spChg chg="mod">
          <ac:chgData name="Margarit Meroyan" userId="630a6349-7c61-463e-804c-816773a1019c" providerId="ADAL" clId="{F542D2B9-31A9-4DE4-859A-CAD915E8FA3F}" dt="2023-12-27T10:47:17.059" v="102" actId="1076"/>
          <ac:spMkLst>
            <pc:docMk/>
            <pc:sldMk cId="0" sldId="397"/>
            <ac:spMk id="43119" creationId="{D2246756-722F-06BD-5F01-060047C86787}"/>
          </ac:spMkLst>
        </pc:spChg>
        <pc:spChg chg="mod">
          <ac:chgData name="Margarit Meroyan" userId="630a6349-7c61-463e-804c-816773a1019c" providerId="ADAL" clId="{F542D2B9-31A9-4DE4-859A-CAD915E8FA3F}" dt="2023-12-27T10:47:17.059" v="102" actId="1076"/>
          <ac:spMkLst>
            <pc:docMk/>
            <pc:sldMk cId="0" sldId="397"/>
            <ac:spMk id="43120" creationId="{56FE9EB9-2271-B1FD-9F0F-D12788E94A99}"/>
          </ac:spMkLst>
        </pc:spChg>
        <pc:spChg chg="mod">
          <ac:chgData name="Margarit Meroyan" userId="630a6349-7c61-463e-804c-816773a1019c" providerId="ADAL" clId="{F542D2B9-31A9-4DE4-859A-CAD915E8FA3F}" dt="2023-12-27T10:47:17.059" v="102" actId="1076"/>
          <ac:spMkLst>
            <pc:docMk/>
            <pc:sldMk cId="0" sldId="397"/>
            <ac:spMk id="43121" creationId="{387DDAF9-17C3-E716-4248-E71DCDB38A8B}"/>
          </ac:spMkLst>
        </pc:spChg>
        <pc:spChg chg="mod">
          <ac:chgData name="Margarit Meroyan" userId="630a6349-7c61-463e-804c-816773a1019c" providerId="ADAL" clId="{F542D2B9-31A9-4DE4-859A-CAD915E8FA3F}" dt="2023-12-27T10:47:17.059" v="102" actId="1076"/>
          <ac:spMkLst>
            <pc:docMk/>
            <pc:sldMk cId="0" sldId="397"/>
            <ac:spMk id="43122" creationId="{7E46474B-A093-FF6E-640B-05914664A8C3}"/>
          </ac:spMkLst>
        </pc:spChg>
        <pc:spChg chg="mod">
          <ac:chgData name="Margarit Meroyan" userId="630a6349-7c61-463e-804c-816773a1019c" providerId="ADAL" clId="{F542D2B9-31A9-4DE4-859A-CAD915E8FA3F}" dt="2023-12-27T10:47:17.059" v="102" actId="1076"/>
          <ac:spMkLst>
            <pc:docMk/>
            <pc:sldMk cId="0" sldId="397"/>
            <ac:spMk id="43123" creationId="{24154460-B22D-60D7-BA4B-9A82ED668F31}"/>
          </ac:spMkLst>
        </pc:spChg>
        <pc:spChg chg="mod">
          <ac:chgData name="Margarit Meroyan" userId="630a6349-7c61-463e-804c-816773a1019c" providerId="ADAL" clId="{F542D2B9-31A9-4DE4-859A-CAD915E8FA3F}" dt="2023-12-27T10:47:17.059" v="102" actId="1076"/>
          <ac:spMkLst>
            <pc:docMk/>
            <pc:sldMk cId="0" sldId="397"/>
            <ac:spMk id="43124" creationId="{E5571261-2574-ED6D-6474-F004A482CBF9}"/>
          </ac:spMkLst>
        </pc:spChg>
        <pc:spChg chg="mod">
          <ac:chgData name="Margarit Meroyan" userId="630a6349-7c61-463e-804c-816773a1019c" providerId="ADAL" clId="{F542D2B9-31A9-4DE4-859A-CAD915E8FA3F}" dt="2023-12-27T10:47:17.059" v="102" actId="1076"/>
          <ac:spMkLst>
            <pc:docMk/>
            <pc:sldMk cId="0" sldId="397"/>
            <ac:spMk id="43125" creationId="{A6E0124F-AFFC-D136-61FF-588C2B7B318F}"/>
          </ac:spMkLst>
        </pc:spChg>
        <pc:spChg chg="mod">
          <ac:chgData name="Margarit Meroyan" userId="630a6349-7c61-463e-804c-816773a1019c" providerId="ADAL" clId="{F542D2B9-31A9-4DE4-859A-CAD915E8FA3F}" dt="2023-12-27T10:47:17.059" v="102" actId="1076"/>
          <ac:spMkLst>
            <pc:docMk/>
            <pc:sldMk cId="0" sldId="397"/>
            <ac:spMk id="43126" creationId="{9F6FD6C9-15EC-E371-66C9-31E70B8B594A}"/>
          </ac:spMkLst>
        </pc:spChg>
        <pc:spChg chg="mod">
          <ac:chgData name="Margarit Meroyan" userId="630a6349-7c61-463e-804c-816773a1019c" providerId="ADAL" clId="{F542D2B9-31A9-4DE4-859A-CAD915E8FA3F}" dt="2023-12-27T10:47:17.059" v="102" actId="1076"/>
          <ac:spMkLst>
            <pc:docMk/>
            <pc:sldMk cId="0" sldId="397"/>
            <ac:spMk id="43127" creationId="{5EF3FF54-056B-15B3-97AD-13FB804A49C4}"/>
          </ac:spMkLst>
        </pc:spChg>
        <pc:spChg chg="mod">
          <ac:chgData name="Margarit Meroyan" userId="630a6349-7c61-463e-804c-816773a1019c" providerId="ADAL" clId="{F542D2B9-31A9-4DE4-859A-CAD915E8FA3F}" dt="2023-12-27T10:47:17.059" v="102" actId="1076"/>
          <ac:spMkLst>
            <pc:docMk/>
            <pc:sldMk cId="0" sldId="397"/>
            <ac:spMk id="43128" creationId="{E4DDCB67-4F6E-B5C1-13A8-31C8FC9FD9E3}"/>
          </ac:spMkLst>
        </pc:spChg>
        <pc:spChg chg="mod">
          <ac:chgData name="Margarit Meroyan" userId="630a6349-7c61-463e-804c-816773a1019c" providerId="ADAL" clId="{F542D2B9-31A9-4DE4-859A-CAD915E8FA3F}" dt="2023-12-27T10:47:17.059" v="102" actId="1076"/>
          <ac:spMkLst>
            <pc:docMk/>
            <pc:sldMk cId="0" sldId="397"/>
            <ac:spMk id="43129" creationId="{00DC267E-CAE4-457D-5EA7-E0196CBE7613}"/>
          </ac:spMkLst>
        </pc:spChg>
        <pc:spChg chg="mod">
          <ac:chgData name="Margarit Meroyan" userId="630a6349-7c61-463e-804c-816773a1019c" providerId="ADAL" clId="{F542D2B9-31A9-4DE4-859A-CAD915E8FA3F}" dt="2023-12-27T10:47:17.059" v="102" actId="1076"/>
          <ac:spMkLst>
            <pc:docMk/>
            <pc:sldMk cId="0" sldId="397"/>
            <ac:spMk id="43130" creationId="{97E2BDCB-0188-10F9-19A3-E2D3755F4ED5}"/>
          </ac:spMkLst>
        </pc:spChg>
        <pc:spChg chg="mod">
          <ac:chgData name="Margarit Meroyan" userId="630a6349-7c61-463e-804c-816773a1019c" providerId="ADAL" clId="{F542D2B9-31A9-4DE4-859A-CAD915E8FA3F}" dt="2023-12-27T10:47:17.059" v="102" actId="1076"/>
          <ac:spMkLst>
            <pc:docMk/>
            <pc:sldMk cId="0" sldId="397"/>
            <ac:spMk id="43131" creationId="{C18D4827-4229-E277-04F4-AD2001AA590A}"/>
          </ac:spMkLst>
        </pc:spChg>
        <pc:spChg chg="mod">
          <ac:chgData name="Margarit Meroyan" userId="630a6349-7c61-463e-804c-816773a1019c" providerId="ADAL" clId="{F542D2B9-31A9-4DE4-859A-CAD915E8FA3F}" dt="2023-12-27T10:47:17.059" v="102" actId="1076"/>
          <ac:spMkLst>
            <pc:docMk/>
            <pc:sldMk cId="0" sldId="397"/>
            <ac:spMk id="43132" creationId="{13601825-F0F6-6D76-68A9-7049E8D68CA2}"/>
          </ac:spMkLst>
        </pc:spChg>
        <pc:spChg chg="mod">
          <ac:chgData name="Margarit Meroyan" userId="630a6349-7c61-463e-804c-816773a1019c" providerId="ADAL" clId="{F542D2B9-31A9-4DE4-859A-CAD915E8FA3F}" dt="2023-12-27T10:47:17.059" v="102" actId="1076"/>
          <ac:spMkLst>
            <pc:docMk/>
            <pc:sldMk cId="0" sldId="397"/>
            <ac:spMk id="43133" creationId="{D94A7325-631E-1E79-8B4B-F13551C4AA44}"/>
          </ac:spMkLst>
        </pc:spChg>
        <pc:spChg chg="mod">
          <ac:chgData name="Margarit Meroyan" userId="630a6349-7c61-463e-804c-816773a1019c" providerId="ADAL" clId="{F542D2B9-31A9-4DE4-859A-CAD915E8FA3F}" dt="2023-12-27T10:47:17.059" v="102" actId="1076"/>
          <ac:spMkLst>
            <pc:docMk/>
            <pc:sldMk cId="0" sldId="397"/>
            <ac:spMk id="43134" creationId="{1630E12E-D86B-9F72-E8CC-1DF347BA8FC2}"/>
          </ac:spMkLst>
        </pc:spChg>
        <pc:spChg chg="mod">
          <ac:chgData name="Margarit Meroyan" userId="630a6349-7c61-463e-804c-816773a1019c" providerId="ADAL" clId="{F542D2B9-31A9-4DE4-859A-CAD915E8FA3F}" dt="2023-12-27T10:47:17.059" v="102" actId="1076"/>
          <ac:spMkLst>
            <pc:docMk/>
            <pc:sldMk cId="0" sldId="397"/>
            <ac:spMk id="43135" creationId="{235FEE86-C57F-454B-405A-B9239499A6F2}"/>
          </ac:spMkLst>
        </pc:spChg>
        <pc:spChg chg="mod">
          <ac:chgData name="Margarit Meroyan" userId="630a6349-7c61-463e-804c-816773a1019c" providerId="ADAL" clId="{F542D2B9-31A9-4DE4-859A-CAD915E8FA3F}" dt="2023-12-27T10:47:17.059" v="102" actId="1076"/>
          <ac:spMkLst>
            <pc:docMk/>
            <pc:sldMk cId="0" sldId="397"/>
            <ac:spMk id="43136" creationId="{A554BECE-8DD0-B91F-00BC-13DCCBF87301}"/>
          </ac:spMkLst>
        </pc:spChg>
        <pc:spChg chg="mod">
          <ac:chgData name="Margarit Meroyan" userId="630a6349-7c61-463e-804c-816773a1019c" providerId="ADAL" clId="{F542D2B9-31A9-4DE4-859A-CAD915E8FA3F}" dt="2023-12-27T10:47:17.059" v="102" actId="1076"/>
          <ac:spMkLst>
            <pc:docMk/>
            <pc:sldMk cId="0" sldId="397"/>
            <ac:spMk id="43137" creationId="{97C59142-4A22-64AA-141F-ECE6478073E7}"/>
          </ac:spMkLst>
        </pc:spChg>
        <pc:spChg chg="mod">
          <ac:chgData name="Margarit Meroyan" userId="630a6349-7c61-463e-804c-816773a1019c" providerId="ADAL" clId="{F542D2B9-31A9-4DE4-859A-CAD915E8FA3F}" dt="2023-12-27T10:47:17.059" v="102" actId="1076"/>
          <ac:spMkLst>
            <pc:docMk/>
            <pc:sldMk cId="0" sldId="397"/>
            <ac:spMk id="43138" creationId="{7B58143F-3920-CF95-1466-1F0E0341DFFB}"/>
          </ac:spMkLst>
        </pc:spChg>
        <pc:spChg chg="mod">
          <ac:chgData name="Margarit Meroyan" userId="630a6349-7c61-463e-804c-816773a1019c" providerId="ADAL" clId="{F542D2B9-31A9-4DE4-859A-CAD915E8FA3F}" dt="2023-12-27T10:47:17.059" v="102" actId="1076"/>
          <ac:spMkLst>
            <pc:docMk/>
            <pc:sldMk cId="0" sldId="397"/>
            <ac:spMk id="43139" creationId="{E787D2CC-EE08-D04A-17D6-5295AB8A996F}"/>
          </ac:spMkLst>
        </pc:spChg>
        <pc:spChg chg="mod">
          <ac:chgData name="Margarit Meroyan" userId="630a6349-7c61-463e-804c-816773a1019c" providerId="ADAL" clId="{F542D2B9-31A9-4DE4-859A-CAD915E8FA3F}" dt="2023-12-27T10:47:17.059" v="102" actId="1076"/>
          <ac:spMkLst>
            <pc:docMk/>
            <pc:sldMk cId="0" sldId="397"/>
            <ac:spMk id="43140" creationId="{DBDB57AC-FF10-2192-7114-EB5FF9B657DA}"/>
          </ac:spMkLst>
        </pc:spChg>
        <pc:spChg chg="mod">
          <ac:chgData name="Margarit Meroyan" userId="630a6349-7c61-463e-804c-816773a1019c" providerId="ADAL" clId="{F542D2B9-31A9-4DE4-859A-CAD915E8FA3F}" dt="2023-12-27T10:47:17.059" v="102" actId="1076"/>
          <ac:spMkLst>
            <pc:docMk/>
            <pc:sldMk cId="0" sldId="397"/>
            <ac:spMk id="43142" creationId="{178200D1-6276-6B4F-DD3C-A02180AACE9F}"/>
          </ac:spMkLst>
        </pc:spChg>
        <pc:spChg chg="mod">
          <ac:chgData name="Margarit Meroyan" userId="630a6349-7c61-463e-804c-816773a1019c" providerId="ADAL" clId="{F542D2B9-31A9-4DE4-859A-CAD915E8FA3F}" dt="2023-12-27T10:47:17.059" v="102" actId="1076"/>
          <ac:spMkLst>
            <pc:docMk/>
            <pc:sldMk cId="0" sldId="397"/>
            <ac:spMk id="43143" creationId="{9ABB39F9-F478-60BC-074D-DD489B417BF8}"/>
          </ac:spMkLst>
        </pc:spChg>
        <pc:spChg chg="mod">
          <ac:chgData name="Margarit Meroyan" userId="630a6349-7c61-463e-804c-816773a1019c" providerId="ADAL" clId="{F542D2B9-31A9-4DE4-859A-CAD915E8FA3F}" dt="2023-12-27T10:47:17.059" v="102" actId="1076"/>
          <ac:spMkLst>
            <pc:docMk/>
            <pc:sldMk cId="0" sldId="397"/>
            <ac:spMk id="43144" creationId="{7022D9C9-48AE-1B55-3E20-4DA30B7A1DAA}"/>
          </ac:spMkLst>
        </pc:spChg>
        <pc:spChg chg="mod">
          <ac:chgData name="Margarit Meroyan" userId="630a6349-7c61-463e-804c-816773a1019c" providerId="ADAL" clId="{F542D2B9-31A9-4DE4-859A-CAD915E8FA3F}" dt="2023-12-27T10:47:17.059" v="102" actId="1076"/>
          <ac:spMkLst>
            <pc:docMk/>
            <pc:sldMk cId="0" sldId="397"/>
            <ac:spMk id="43145" creationId="{BA24307C-F1A0-0A75-8D58-34AB0E9989C6}"/>
          </ac:spMkLst>
        </pc:spChg>
        <pc:spChg chg="mod">
          <ac:chgData name="Margarit Meroyan" userId="630a6349-7c61-463e-804c-816773a1019c" providerId="ADAL" clId="{F542D2B9-31A9-4DE4-859A-CAD915E8FA3F}" dt="2023-12-27T10:47:17.059" v="102" actId="1076"/>
          <ac:spMkLst>
            <pc:docMk/>
            <pc:sldMk cId="0" sldId="397"/>
            <ac:spMk id="43146" creationId="{884EFBC2-3858-0FA1-0DF3-9762A2DF8395}"/>
          </ac:spMkLst>
        </pc:spChg>
        <pc:spChg chg="mod">
          <ac:chgData name="Margarit Meroyan" userId="630a6349-7c61-463e-804c-816773a1019c" providerId="ADAL" clId="{F542D2B9-31A9-4DE4-859A-CAD915E8FA3F}" dt="2023-12-27T10:47:17.059" v="102" actId="1076"/>
          <ac:spMkLst>
            <pc:docMk/>
            <pc:sldMk cId="0" sldId="397"/>
            <ac:spMk id="43147" creationId="{E4BA4EDA-8402-0E9E-C539-DA09258CFACE}"/>
          </ac:spMkLst>
        </pc:spChg>
        <pc:spChg chg="mod">
          <ac:chgData name="Margarit Meroyan" userId="630a6349-7c61-463e-804c-816773a1019c" providerId="ADAL" clId="{F542D2B9-31A9-4DE4-859A-CAD915E8FA3F}" dt="2023-12-27T10:47:17.059" v="102" actId="1076"/>
          <ac:spMkLst>
            <pc:docMk/>
            <pc:sldMk cId="0" sldId="397"/>
            <ac:spMk id="43148" creationId="{7F6ED8B9-9427-268E-4DDF-783F206AC927}"/>
          </ac:spMkLst>
        </pc:spChg>
        <pc:spChg chg="mod">
          <ac:chgData name="Margarit Meroyan" userId="630a6349-7c61-463e-804c-816773a1019c" providerId="ADAL" clId="{F542D2B9-31A9-4DE4-859A-CAD915E8FA3F}" dt="2023-12-27T10:47:17.059" v="102" actId="1076"/>
          <ac:spMkLst>
            <pc:docMk/>
            <pc:sldMk cId="0" sldId="397"/>
            <ac:spMk id="43149" creationId="{8C948C6C-BA74-A7EF-C782-F8DE14EDFC30}"/>
          </ac:spMkLst>
        </pc:spChg>
        <pc:spChg chg="mod">
          <ac:chgData name="Margarit Meroyan" userId="630a6349-7c61-463e-804c-816773a1019c" providerId="ADAL" clId="{F542D2B9-31A9-4DE4-859A-CAD915E8FA3F}" dt="2023-12-27T10:47:17.059" v="102" actId="1076"/>
          <ac:spMkLst>
            <pc:docMk/>
            <pc:sldMk cId="0" sldId="397"/>
            <ac:spMk id="43150" creationId="{617300A6-7DEE-5FDD-17DD-4ABB50925E43}"/>
          </ac:spMkLst>
        </pc:spChg>
        <pc:spChg chg="mod">
          <ac:chgData name="Margarit Meroyan" userId="630a6349-7c61-463e-804c-816773a1019c" providerId="ADAL" clId="{F542D2B9-31A9-4DE4-859A-CAD915E8FA3F}" dt="2023-12-27T10:47:17.059" v="102" actId="1076"/>
          <ac:spMkLst>
            <pc:docMk/>
            <pc:sldMk cId="0" sldId="397"/>
            <ac:spMk id="43151" creationId="{9C68FA12-75DF-FC7E-4D99-B26D9C48DE8D}"/>
          </ac:spMkLst>
        </pc:spChg>
        <pc:spChg chg="mod">
          <ac:chgData name="Margarit Meroyan" userId="630a6349-7c61-463e-804c-816773a1019c" providerId="ADAL" clId="{F542D2B9-31A9-4DE4-859A-CAD915E8FA3F}" dt="2023-12-27T10:47:17.059" v="102" actId="1076"/>
          <ac:spMkLst>
            <pc:docMk/>
            <pc:sldMk cId="0" sldId="397"/>
            <ac:spMk id="43152" creationId="{2DBD67C8-2156-2510-5AA5-5C89BFEFBE71}"/>
          </ac:spMkLst>
        </pc:spChg>
        <pc:spChg chg="mod">
          <ac:chgData name="Margarit Meroyan" userId="630a6349-7c61-463e-804c-816773a1019c" providerId="ADAL" clId="{F542D2B9-31A9-4DE4-859A-CAD915E8FA3F}" dt="2023-12-27T10:47:17.059" v="102" actId="1076"/>
          <ac:spMkLst>
            <pc:docMk/>
            <pc:sldMk cId="0" sldId="397"/>
            <ac:spMk id="43153" creationId="{3D52189C-79D5-DD9A-9D47-EE624C8FC501}"/>
          </ac:spMkLst>
        </pc:spChg>
        <pc:spChg chg="mod">
          <ac:chgData name="Margarit Meroyan" userId="630a6349-7c61-463e-804c-816773a1019c" providerId="ADAL" clId="{F542D2B9-31A9-4DE4-859A-CAD915E8FA3F}" dt="2023-12-27T10:47:17.059" v="102" actId="1076"/>
          <ac:spMkLst>
            <pc:docMk/>
            <pc:sldMk cId="0" sldId="397"/>
            <ac:spMk id="43154" creationId="{ED7552E3-D441-2DDC-5BE1-B7F3B2B5F8DD}"/>
          </ac:spMkLst>
        </pc:spChg>
        <pc:spChg chg="mod">
          <ac:chgData name="Margarit Meroyan" userId="630a6349-7c61-463e-804c-816773a1019c" providerId="ADAL" clId="{F542D2B9-31A9-4DE4-859A-CAD915E8FA3F}" dt="2023-12-27T10:47:17.059" v="102" actId="1076"/>
          <ac:spMkLst>
            <pc:docMk/>
            <pc:sldMk cId="0" sldId="397"/>
            <ac:spMk id="43155" creationId="{7D114126-04B1-67FC-1D63-C1E970E86DFA}"/>
          </ac:spMkLst>
        </pc:spChg>
        <pc:spChg chg="mod">
          <ac:chgData name="Margarit Meroyan" userId="630a6349-7c61-463e-804c-816773a1019c" providerId="ADAL" clId="{F542D2B9-31A9-4DE4-859A-CAD915E8FA3F}" dt="2023-12-27T10:47:17.059" v="102" actId="1076"/>
          <ac:spMkLst>
            <pc:docMk/>
            <pc:sldMk cId="0" sldId="397"/>
            <ac:spMk id="43156" creationId="{459C4DAB-D67F-4F4E-2C7F-6B6520F4D394}"/>
          </ac:spMkLst>
        </pc:spChg>
        <pc:spChg chg="mod">
          <ac:chgData name="Margarit Meroyan" userId="630a6349-7c61-463e-804c-816773a1019c" providerId="ADAL" clId="{F542D2B9-31A9-4DE4-859A-CAD915E8FA3F}" dt="2023-12-27T10:47:17.059" v="102" actId="1076"/>
          <ac:spMkLst>
            <pc:docMk/>
            <pc:sldMk cId="0" sldId="397"/>
            <ac:spMk id="43157" creationId="{96E0AC4E-04A3-9ABC-DFB2-8F998FD11323}"/>
          </ac:spMkLst>
        </pc:spChg>
        <pc:spChg chg="mod">
          <ac:chgData name="Margarit Meroyan" userId="630a6349-7c61-463e-804c-816773a1019c" providerId="ADAL" clId="{F542D2B9-31A9-4DE4-859A-CAD915E8FA3F}" dt="2023-12-27T10:47:17.059" v="102" actId="1076"/>
          <ac:spMkLst>
            <pc:docMk/>
            <pc:sldMk cId="0" sldId="397"/>
            <ac:spMk id="43158" creationId="{DFFD0AE1-C235-683E-7B3A-372274F35E77}"/>
          </ac:spMkLst>
        </pc:spChg>
        <pc:spChg chg="mod">
          <ac:chgData name="Margarit Meroyan" userId="630a6349-7c61-463e-804c-816773a1019c" providerId="ADAL" clId="{F542D2B9-31A9-4DE4-859A-CAD915E8FA3F}" dt="2023-12-27T10:47:17.059" v="102" actId="1076"/>
          <ac:spMkLst>
            <pc:docMk/>
            <pc:sldMk cId="0" sldId="397"/>
            <ac:spMk id="43159" creationId="{C38F126A-B093-9419-2702-5B973B4A135B}"/>
          </ac:spMkLst>
        </pc:spChg>
        <pc:spChg chg="mod">
          <ac:chgData name="Margarit Meroyan" userId="630a6349-7c61-463e-804c-816773a1019c" providerId="ADAL" clId="{F542D2B9-31A9-4DE4-859A-CAD915E8FA3F}" dt="2023-12-27T10:47:17.059" v="102" actId="1076"/>
          <ac:spMkLst>
            <pc:docMk/>
            <pc:sldMk cId="0" sldId="397"/>
            <ac:spMk id="43160" creationId="{C012B836-85E2-C2A1-9A7C-C6397CA73E70}"/>
          </ac:spMkLst>
        </pc:spChg>
        <pc:spChg chg="mod">
          <ac:chgData name="Margarit Meroyan" userId="630a6349-7c61-463e-804c-816773a1019c" providerId="ADAL" clId="{F542D2B9-31A9-4DE4-859A-CAD915E8FA3F}" dt="2023-12-27T10:47:17.059" v="102" actId="1076"/>
          <ac:spMkLst>
            <pc:docMk/>
            <pc:sldMk cId="0" sldId="397"/>
            <ac:spMk id="43161" creationId="{549C8C67-9DB9-788D-F7C7-5CF713C8DBC0}"/>
          </ac:spMkLst>
        </pc:spChg>
        <pc:spChg chg="mod">
          <ac:chgData name="Margarit Meroyan" userId="630a6349-7c61-463e-804c-816773a1019c" providerId="ADAL" clId="{F542D2B9-31A9-4DE4-859A-CAD915E8FA3F}" dt="2023-12-27T10:47:17.059" v="102" actId="1076"/>
          <ac:spMkLst>
            <pc:docMk/>
            <pc:sldMk cId="0" sldId="397"/>
            <ac:spMk id="43162" creationId="{0FA52AA7-7CE9-B8FB-66C4-313456EB50F8}"/>
          </ac:spMkLst>
        </pc:spChg>
        <pc:spChg chg="mod">
          <ac:chgData name="Margarit Meroyan" userId="630a6349-7c61-463e-804c-816773a1019c" providerId="ADAL" clId="{F542D2B9-31A9-4DE4-859A-CAD915E8FA3F}" dt="2023-12-27T10:47:17.059" v="102" actId="1076"/>
          <ac:spMkLst>
            <pc:docMk/>
            <pc:sldMk cId="0" sldId="397"/>
            <ac:spMk id="43163" creationId="{7D02D754-DFD1-B6E0-7655-5C66FBD007B7}"/>
          </ac:spMkLst>
        </pc:spChg>
        <pc:spChg chg="mod">
          <ac:chgData name="Margarit Meroyan" userId="630a6349-7c61-463e-804c-816773a1019c" providerId="ADAL" clId="{F542D2B9-31A9-4DE4-859A-CAD915E8FA3F}" dt="2023-12-27T10:47:17.059" v="102" actId="1076"/>
          <ac:spMkLst>
            <pc:docMk/>
            <pc:sldMk cId="0" sldId="397"/>
            <ac:spMk id="43164" creationId="{C35333FE-417E-0704-8BF9-CA6A494B95D7}"/>
          </ac:spMkLst>
        </pc:spChg>
        <pc:spChg chg="mod">
          <ac:chgData name="Margarit Meroyan" userId="630a6349-7c61-463e-804c-816773a1019c" providerId="ADAL" clId="{F542D2B9-31A9-4DE4-859A-CAD915E8FA3F}" dt="2023-12-27T10:47:17.059" v="102" actId="1076"/>
          <ac:spMkLst>
            <pc:docMk/>
            <pc:sldMk cId="0" sldId="397"/>
            <ac:spMk id="43165" creationId="{C0846F97-CDF1-621D-2BEB-6578A08E011F}"/>
          </ac:spMkLst>
        </pc:spChg>
        <pc:spChg chg="mod">
          <ac:chgData name="Margarit Meroyan" userId="630a6349-7c61-463e-804c-816773a1019c" providerId="ADAL" clId="{F542D2B9-31A9-4DE4-859A-CAD915E8FA3F}" dt="2023-12-27T10:47:17.059" v="102" actId="1076"/>
          <ac:spMkLst>
            <pc:docMk/>
            <pc:sldMk cId="0" sldId="397"/>
            <ac:spMk id="43166" creationId="{5F518565-E030-FD72-25BD-50C13CFDF3EA}"/>
          </ac:spMkLst>
        </pc:spChg>
        <pc:spChg chg="mod">
          <ac:chgData name="Margarit Meroyan" userId="630a6349-7c61-463e-804c-816773a1019c" providerId="ADAL" clId="{F542D2B9-31A9-4DE4-859A-CAD915E8FA3F}" dt="2023-12-27T10:47:17.059" v="102" actId="1076"/>
          <ac:spMkLst>
            <pc:docMk/>
            <pc:sldMk cId="0" sldId="397"/>
            <ac:spMk id="43167" creationId="{8B4EFA8A-98A6-B23E-2AA0-6A6F059748AE}"/>
          </ac:spMkLst>
        </pc:spChg>
        <pc:spChg chg="mod">
          <ac:chgData name="Margarit Meroyan" userId="630a6349-7c61-463e-804c-816773a1019c" providerId="ADAL" clId="{F542D2B9-31A9-4DE4-859A-CAD915E8FA3F}" dt="2023-12-27T10:47:17.059" v="102" actId="1076"/>
          <ac:spMkLst>
            <pc:docMk/>
            <pc:sldMk cId="0" sldId="397"/>
            <ac:spMk id="43168" creationId="{720C8CC0-B8F9-EEC2-403B-8A9FC00A5985}"/>
          </ac:spMkLst>
        </pc:spChg>
        <pc:spChg chg="mod">
          <ac:chgData name="Margarit Meroyan" userId="630a6349-7c61-463e-804c-816773a1019c" providerId="ADAL" clId="{F542D2B9-31A9-4DE4-859A-CAD915E8FA3F}" dt="2023-12-27T10:47:17.059" v="102" actId="1076"/>
          <ac:spMkLst>
            <pc:docMk/>
            <pc:sldMk cId="0" sldId="397"/>
            <ac:spMk id="43169" creationId="{36BEB12E-BE07-6FE4-0558-A631CF84E499}"/>
          </ac:spMkLst>
        </pc:spChg>
        <pc:spChg chg="mod">
          <ac:chgData name="Margarit Meroyan" userId="630a6349-7c61-463e-804c-816773a1019c" providerId="ADAL" clId="{F542D2B9-31A9-4DE4-859A-CAD915E8FA3F}" dt="2023-12-27T10:47:17.059" v="102" actId="1076"/>
          <ac:spMkLst>
            <pc:docMk/>
            <pc:sldMk cId="0" sldId="397"/>
            <ac:spMk id="43170" creationId="{8D0A12F2-9966-6362-F58A-620B3F1CC0FF}"/>
          </ac:spMkLst>
        </pc:spChg>
        <pc:spChg chg="mod">
          <ac:chgData name="Margarit Meroyan" userId="630a6349-7c61-463e-804c-816773a1019c" providerId="ADAL" clId="{F542D2B9-31A9-4DE4-859A-CAD915E8FA3F}" dt="2023-12-27T10:47:17.059" v="102" actId="1076"/>
          <ac:spMkLst>
            <pc:docMk/>
            <pc:sldMk cId="0" sldId="397"/>
            <ac:spMk id="43171" creationId="{17B6437E-29C7-D3C8-026B-0100D00D0BE1}"/>
          </ac:spMkLst>
        </pc:spChg>
        <pc:spChg chg="mod">
          <ac:chgData name="Margarit Meroyan" userId="630a6349-7c61-463e-804c-816773a1019c" providerId="ADAL" clId="{F542D2B9-31A9-4DE4-859A-CAD915E8FA3F}" dt="2023-12-27T10:47:17.059" v="102" actId="1076"/>
          <ac:spMkLst>
            <pc:docMk/>
            <pc:sldMk cId="0" sldId="397"/>
            <ac:spMk id="43172" creationId="{09770CCD-36B3-5C29-F238-BFF25C1ED9A5}"/>
          </ac:spMkLst>
        </pc:spChg>
        <pc:spChg chg="mod">
          <ac:chgData name="Margarit Meroyan" userId="630a6349-7c61-463e-804c-816773a1019c" providerId="ADAL" clId="{F542D2B9-31A9-4DE4-859A-CAD915E8FA3F}" dt="2023-12-27T10:47:17.059" v="102" actId="1076"/>
          <ac:spMkLst>
            <pc:docMk/>
            <pc:sldMk cId="0" sldId="397"/>
            <ac:spMk id="43173" creationId="{1DE0FB3E-F0B2-7480-7517-B369C4FC0343}"/>
          </ac:spMkLst>
        </pc:spChg>
        <pc:spChg chg="mod">
          <ac:chgData name="Margarit Meroyan" userId="630a6349-7c61-463e-804c-816773a1019c" providerId="ADAL" clId="{F542D2B9-31A9-4DE4-859A-CAD915E8FA3F}" dt="2023-12-27T10:47:17.059" v="102" actId="1076"/>
          <ac:spMkLst>
            <pc:docMk/>
            <pc:sldMk cId="0" sldId="397"/>
            <ac:spMk id="43174" creationId="{3DDA14DA-1AA4-B755-6EF7-BE61DB206FE1}"/>
          </ac:spMkLst>
        </pc:spChg>
        <pc:spChg chg="mod">
          <ac:chgData name="Margarit Meroyan" userId="630a6349-7c61-463e-804c-816773a1019c" providerId="ADAL" clId="{F542D2B9-31A9-4DE4-859A-CAD915E8FA3F}" dt="2023-12-27T10:47:17.059" v="102" actId="1076"/>
          <ac:spMkLst>
            <pc:docMk/>
            <pc:sldMk cId="0" sldId="397"/>
            <ac:spMk id="43175" creationId="{9A4D32B1-AD93-A0E7-3B9E-67AD3B947038}"/>
          </ac:spMkLst>
        </pc:spChg>
        <pc:spChg chg="mod">
          <ac:chgData name="Margarit Meroyan" userId="630a6349-7c61-463e-804c-816773a1019c" providerId="ADAL" clId="{F542D2B9-31A9-4DE4-859A-CAD915E8FA3F}" dt="2023-12-27T10:47:17.059" v="102" actId="1076"/>
          <ac:spMkLst>
            <pc:docMk/>
            <pc:sldMk cId="0" sldId="397"/>
            <ac:spMk id="43176" creationId="{0CB187BB-71CD-C4B1-32E6-8FB9079A974C}"/>
          </ac:spMkLst>
        </pc:spChg>
        <pc:spChg chg="mod">
          <ac:chgData name="Margarit Meroyan" userId="630a6349-7c61-463e-804c-816773a1019c" providerId="ADAL" clId="{F542D2B9-31A9-4DE4-859A-CAD915E8FA3F}" dt="2023-12-27T10:47:20.574" v="103" actId="207"/>
          <ac:spMkLst>
            <pc:docMk/>
            <pc:sldMk cId="0" sldId="397"/>
            <ac:spMk id="43178" creationId="{E497A644-1108-DD44-EDF5-4BCD02A2B20C}"/>
          </ac:spMkLst>
        </pc:spChg>
        <pc:spChg chg="mod">
          <ac:chgData name="Margarit Meroyan" userId="630a6349-7c61-463e-804c-816773a1019c" providerId="ADAL" clId="{F542D2B9-31A9-4DE4-859A-CAD915E8FA3F}" dt="2023-12-27T10:47:17.059" v="102" actId="1076"/>
          <ac:spMkLst>
            <pc:docMk/>
            <pc:sldMk cId="0" sldId="397"/>
            <ac:spMk id="43179" creationId="{CDA932E9-AB8D-42FC-9AD7-4F9F2C44AA0B}"/>
          </ac:spMkLst>
        </pc:spChg>
        <pc:spChg chg="mod">
          <ac:chgData name="Margarit Meroyan" userId="630a6349-7c61-463e-804c-816773a1019c" providerId="ADAL" clId="{F542D2B9-31A9-4DE4-859A-CAD915E8FA3F}" dt="2023-12-27T10:47:17.059" v="102" actId="1076"/>
          <ac:spMkLst>
            <pc:docMk/>
            <pc:sldMk cId="0" sldId="397"/>
            <ac:spMk id="43180" creationId="{5AC4BA86-3943-E2C3-6700-A23BBA674F54}"/>
          </ac:spMkLst>
        </pc:spChg>
        <pc:spChg chg="mod">
          <ac:chgData name="Margarit Meroyan" userId="630a6349-7c61-463e-804c-816773a1019c" providerId="ADAL" clId="{F542D2B9-31A9-4DE4-859A-CAD915E8FA3F}" dt="2023-12-27T10:47:17.059" v="102" actId="1076"/>
          <ac:spMkLst>
            <pc:docMk/>
            <pc:sldMk cId="0" sldId="397"/>
            <ac:spMk id="43181" creationId="{78C0DD32-7215-2BF5-AD07-C8EA2C44B7FC}"/>
          </ac:spMkLst>
        </pc:spChg>
        <pc:spChg chg="mod">
          <ac:chgData name="Margarit Meroyan" userId="630a6349-7c61-463e-804c-816773a1019c" providerId="ADAL" clId="{F542D2B9-31A9-4DE4-859A-CAD915E8FA3F}" dt="2023-12-27T10:47:17.059" v="102" actId="1076"/>
          <ac:spMkLst>
            <pc:docMk/>
            <pc:sldMk cId="0" sldId="397"/>
            <ac:spMk id="43182" creationId="{1D809499-5609-56BF-8E64-EC3219733AA1}"/>
          </ac:spMkLst>
        </pc:spChg>
        <pc:spChg chg="mod">
          <ac:chgData name="Margarit Meroyan" userId="630a6349-7c61-463e-804c-816773a1019c" providerId="ADAL" clId="{F542D2B9-31A9-4DE4-859A-CAD915E8FA3F}" dt="2023-12-27T10:47:17.059" v="102" actId="1076"/>
          <ac:spMkLst>
            <pc:docMk/>
            <pc:sldMk cId="0" sldId="397"/>
            <ac:spMk id="43183" creationId="{176C5141-4B83-F515-E399-A5F173992739}"/>
          </ac:spMkLst>
        </pc:spChg>
        <pc:spChg chg="mod">
          <ac:chgData name="Margarit Meroyan" userId="630a6349-7c61-463e-804c-816773a1019c" providerId="ADAL" clId="{F542D2B9-31A9-4DE4-859A-CAD915E8FA3F}" dt="2023-12-27T10:47:17.059" v="102" actId="1076"/>
          <ac:spMkLst>
            <pc:docMk/>
            <pc:sldMk cId="0" sldId="397"/>
            <ac:spMk id="43184" creationId="{D2490537-4A74-F612-488D-534AD3983B19}"/>
          </ac:spMkLst>
        </pc:spChg>
        <pc:spChg chg="mod">
          <ac:chgData name="Margarit Meroyan" userId="630a6349-7c61-463e-804c-816773a1019c" providerId="ADAL" clId="{F542D2B9-31A9-4DE4-859A-CAD915E8FA3F}" dt="2023-12-27T10:47:17.059" v="102" actId="1076"/>
          <ac:spMkLst>
            <pc:docMk/>
            <pc:sldMk cId="0" sldId="397"/>
            <ac:spMk id="43185" creationId="{D563238C-9924-431A-8C4E-CE09348B4CAD}"/>
          </ac:spMkLst>
        </pc:spChg>
        <pc:spChg chg="mod">
          <ac:chgData name="Margarit Meroyan" userId="630a6349-7c61-463e-804c-816773a1019c" providerId="ADAL" clId="{F542D2B9-31A9-4DE4-859A-CAD915E8FA3F}" dt="2023-12-27T10:47:17.059" v="102" actId="1076"/>
          <ac:spMkLst>
            <pc:docMk/>
            <pc:sldMk cId="0" sldId="397"/>
            <ac:spMk id="43186" creationId="{89FDB9B5-3B56-3356-B56B-7A7BF3DD5077}"/>
          </ac:spMkLst>
        </pc:spChg>
        <pc:spChg chg="mod">
          <ac:chgData name="Margarit Meroyan" userId="630a6349-7c61-463e-804c-816773a1019c" providerId="ADAL" clId="{F542D2B9-31A9-4DE4-859A-CAD915E8FA3F}" dt="2023-12-27T10:47:17.059" v="102" actId="1076"/>
          <ac:spMkLst>
            <pc:docMk/>
            <pc:sldMk cId="0" sldId="397"/>
            <ac:spMk id="43187" creationId="{4389081A-347B-EA37-405D-7924FD53514F}"/>
          </ac:spMkLst>
        </pc:spChg>
        <pc:spChg chg="mod">
          <ac:chgData name="Margarit Meroyan" userId="630a6349-7c61-463e-804c-816773a1019c" providerId="ADAL" clId="{F542D2B9-31A9-4DE4-859A-CAD915E8FA3F}" dt="2023-12-27T10:47:17.059" v="102" actId="1076"/>
          <ac:spMkLst>
            <pc:docMk/>
            <pc:sldMk cId="0" sldId="397"/>
            <ac:spMk id="43188" creationId="{24BB1258-63DB-4E17-B502-65ACDA9E95E0}"/>
          </ac:spMkLst>
        </pc:spChg>
        <pc:spChg chg="mod">
          <ac:chgData name="Margarit Meroyan" userId="630a6349-7c61-463e-804c-816773a1019c" providerId="ADAL" clId="{F542D2B9-31A9-4DE4-859A-CAD915E8FA3F}" dt="2023-12-27T10:47:17.059" v="102" actId="1076"/>
          <ac:spMkLst>
            <pc:docMk/>
            <pc:sldMk cId="0" sldId="397"/>
            <ac:spMk id="43189" creationId="{9D7AC3C8-93A7-6D2A-6A50-47653D8AEFE6}"/>
          </ac:spMkLst>
        </pc:spChg>
        <pc:spChg chg="mod">
          <ac:chgData name="Margarit Meroyan" userId="630a6349-7c61-463e-804c-816773a1019c" providerId="ADAL" clId="{F542D2B9-31A9-4DE4-859A-CAD915E8FA3F}" dt="2023-12-27T10:47:17.059" v="102" actId="1076"/>
          <ac:spMkLst>
            <pc:docMk/>
            <pc:sldMk cId="0" sldId="397"/>
            <ac:spMk id="43190" creationId="{5ECA5A65-13F8-4DF2-EE05-6F3590433AE8}"/>
          </ac:spMkLst>
        </pc:spChg>
        <pc:spChg chg="mod">
          <ac:chgData name="Margarit Meroyan" userId="630a6349-7c61-463e-804c-816773a1019c" providerId="ADAL" clId="{F542D2B9-31A9-4DE4-859A-CAD915E8FA3F}" dt="2023-12-27T10:47:17.059" v="102" actId="1076"/>
          <ac:spMkLst>
            <pc:docMk/>
            <pc:sldMk cId="0" sldId="397"/>
            <ac:spMk id="43191" creationId="{9E7F6209-C084-38DF-09DD-07F45D717C46}"/>
          </ac:spMkLst>
        </pc:spChg>
        <pc:spChg chg="mod">
          <ac:chgData name="Margarit Meroyan" userId="630a6349-7c61-463e-804c-816773a1019c" providerId="ADAL" clId="{F542D2B9-31A9-4DE4-859A-CAD915E8FA3F}" dt="2023-12-27T10:47:17.059" v="102" actId="1076"/>
          <ac:spMkLst>
            <pc:docMk/>
            <pc:sldMk cId="0" sldId="397"/>
            <ac:spMk id="43192" creationId="{B98CDE36-FBBB-3922-9448-B3F869C6D3D0}"/>
          </ac:spMkLst>
        </pc:spChg>
        <pc:spChg chg="mod">
          <ac:chgData name="Margarit Meroyan" userId="630a6349-7c61-463e-804c-816773a1019c" providerId="ADAL" clId="{F542D2B9-31A9-4DE4-859A-CAD915E8FA3F}" dt="2023-12-27T10:47:17.059" v="102" actId="1076"/>
          <ac:spMkLst>
            <pc:docMk/>
            <pc:sldMk cId="0" sldId="397"/>
            <ac:spMk id="43193" creationId="{791CEF6C-08D7-D6BF-86C6-AD5E11E42F19}"/>
          </ac:spMkLst>
        </pc:spChg>
        <pc:spChg chg="mod">
          <ac:chgData name="Margarit Meroyan" userId="630a6349-7c61-463e-804c-816773a1019c" providerId="ADAL" clId="{F542D2B9-31A9-4DE4-859A-CAD915E8FA3F}" dt="2023-12-27T10:47:17.059" v="102" actId="1076"/>
          <ac:spMkLst>
            <pc:docMk/>
            <pc:sldMk cId="0" sldId="397"/>
            <ac:spMk id="43195" creationId="{24D80671-18E1-0D6A-B642-5DF7195D5ED2}"/>
          </ac:spMkLst>
        </pc:spChg>
        <pc:spChg chg="mod">
          <ac:chgData name="Margarit Meroyan" userId="630a6349-7c61-463e-804c-816773a1019c" providerId="ADAL" clId="{F542D2B9-31A9-4DE4-859A-CAD915E8FA3F}" dt="2023-12-27T10:47:17.059" v="102" actId="1076"/>
          <ac:spMkLst>
            <pc:docMk/>
            <pc:sldMk cId="0" sldId="397"/>
            <ac:spMk id="43196" creationId="{8FEC1066-02E9-8AF7-928B-70CCC498BA32}"/>
          </ac:spMkLst>
        </pc:spChg>
        <pc:spChg chg="mod">
          <ac:chgData name="Margarit Meroyan" userId="630a6349-7c61-463e-804c-816773a1019c" providerId="ADAL" clId="{F542D2B9-31A9-4DE4-859A-CAD915E8FA3F}" dt="2023-12-27T10:47:17.059" v="102" actId="1076"/>
          <ac:spMkLst>
            <pc:docMk/>
            <pc:sldMk cId="0" sldId="397"/>
            <ac:spMk id="43197" creationId="{CADCE86D-7F55-6711-7258-B3E4C845EDAA}"/>
          </ac:spMkLst>
        </pc:spChg>
        <pc:spChg chg="mod">
          <ac:chgData name="Margarit Meroyan" userId="630a6349-7c61-463e-804c-816773a1019c" providerId="ADAL" clId="{F542D2B9-31A9-4DE4-859A-CAD915E8FA3F}" dt="2023-12-27T10:47:17.059" v="102" actId="1076"/>
          <ac:spMkLst>
            <pc:docMk/>
            <pc:sldMk cId="0" sldId="397"/>
            <ac:spMk id="43205" creationId="{6A59248A-AF85-8E6B-29AC-965E6FB0F1D0}"/>
          </ac:spMkLst>
        </pc:spChg>
        <pc:spChg chg="mod">
          <ac:chgData name="Margarit Meroyan" userId="630a6349-7c61-463e-804c-816773a1019c" providerId="ADAL" clId="{F542D2B9-31A9-4DE4-859A-CAD915E8FA3F}" dt="2023-12-27T10:47:17.059" v="102" actId="1076"/>
          <ac:spMkLst>
            <pc:docMk/>
            <pc:sldMk cId="0" sldId="397"/>
            <ac:spMk id="43212" creationId="{EB23D362-609D-814E-5724-FDD0E2E53D7A}"/>
          </ac:spMkLst>
        </pc:spChg>
        <pc:spChg chg="mod">
          <ac:chgData name="Margarit Meroyan" userId="630a6349-7c61-463e-804c-816773a1019c" providerId="ADAL" clId="{F542D2B9-31A9-4DE4-859A-CAD915E8FA3F}" dt="2023-12-27T10:47:17.059" v="102" actId="1076"/>
          <ac:spMkLst>
            <pc:docMk/>
            <pc:sldMk cId="0" sldId="397"/>
            <ac:spMk id="43219" creationId="{96D1B5A8-6553-D01F-3C3E-E009C22D6AB4}"/>
          </ac:spMkLst>
        </pc:spChg>
        <pc:spChg chg="mod">
          <ac:chgData name="Margarit Meroyan" userId="630a6349-7c61-463e-804c-816773a1019c" providerId="ADAL" clId="{F542D2B9-31A9-4DE4-859A-CAD915E8FA3F}" dt="2023-12-27T10:47:17.059" v="102" actId="1076"/>
          <ac:spMkLst>
            <pc:docMk/>
            <pc:sldMk cId="0" sldId="397"/>
            <ac:spMk id="43226" creationId="{D3811963-D769-0AED-0813-F39B9ADC1223}"/>
          </ac:spMkLst>
        </pc:spChg>
        <pc:spChg chg="mod">
          <ac:chgData name="Margarit Meroyan" userId="630a6349-7c61-463e-804c-816773a1019c" providerId="ADAL" clId="{F542D2B9-31A9-4DE4-859A-CAD915E8FA3F}" dt="2023-12-27T10:47:17.059" v="102" actId="1076"/>
          <ac:spMkLst>
            <pc:docMk/>
            <pc:sldMk cId="0" sldId="397"/>
            <ac:spMk id="43233" creationId="{BCCAB7F0-E2F4-5079-2010-F5503E09818B}"/>
          </ac:spMkLst>
        </pc:spChg>
        <pc:spChg chg="mod">
          <ac:chgData name="Margarit Meroyan" userId="630a6349-7c61-463e-804c-816773a1019c" providerId="ADAL" clId="{F542D2B9-31A9-4DE4-859A-CAD915E8FA3F}" dt="2023-12-27T10:47:17.059" v="102" actId="1076"/>
          <ac:spMkLst>
            <pc:docMk/>
            <pc:sldMk cId="0" sldId="397"/>
            <ac:spMk id="43240" creationId="{13A02271-A120-5BC3-0983-263274BF8037}"/>
          </ac:spMkLst>
        </pc:spChg>
        <pc:spChg chg="mod">
          <ac:chgData name="Margarit Meroyan" userId="630a6349-7c61-463e-804c-816773a1019c" providerId="ADAL" clId="{F542D2B9-31A9-4DE4-859A-CAD915E8FA3F}" dt="2023-12-27T10:47:17.059" v="102" actId="1076"/>
          <ac:spMkLst>
            <pc:docMk/>
            <pc:sldMk cId="0" sldId="397"/>
            <ac:spMk id="43247" creationId="{5DFA1504-0449-B3C6-A2B5-4A6104CDC4F5}"/>
          </ac:spMkLst>
        </pc:spChg>
        <pc:spChg chg="mod">
          <ac:chgData name="Margarit Meroyan" userId="630a6349-7c61-463e-804c-816773a1019c" providerId="ADAL" clId="{F542D2B9-31A9-4DE4-859A-CAD915E8FA3F}" dt="2023-12-27T10:47:17.059" v="102" actId="1076"/>
          <ac:spMkLst>
            <pc:docMk/>
            <pc:sldMk cId="0" sldId="397"/>
            <ac:spMk id="43254" creationId="{F1E2FC16-A79D-4DDD-E0E3-1D1CC22F0E24}"/>
          </ac:spMkLst>
        </pc:spChg>
        <pc:spChg chg="mod">
          <ac:chgData name="Margarit Meroyan" userId="630a6349-7c61-463e-804c-816773a1019c" providerId="ADAL" clId="{F542D2B9-31A9-4DE4-859A-CAD915E8FA3F}" dt="2023-12-27T10:47:17.059" v="102" actId="1076"/>
          <ac:spMkLst>
            <pc:docMk/>
            <pc:sldMk cId="0" sldId="397"/>
            <ac:spMk id="43261" creationId="{2487EC91-9B2B-3607-DDE3-2705F49FAD44}"/>
          </ac:spMkLst>
        </pc:spChg>
        <pc:spChg chg="mod">
          <ac:chgData name="Margarit Meroyan" userId="630a6349-7c61-463e-804c-816773a1019c" providerId="ADAL" clId="{F542D2B9-31A9-4DE4-859A-CAD915E8FA3F}" dt="2023-12-27T10:47:17.059" v="102" actId="1076"/>
          <ac:spMkLst>
            <pc:docMk/>
            <pc:sldMk cId="0" sldId="397"/>
            <ac:spMk id="43268" creationId="{B26F7212-5606-259C-B61C-1B8342497A70}"/>
          </ac:spMkLst>
        </pc:spChg>
        <pc:spChg chg="mod">
          <ac:chgData name="Margarit Meroyan" userId="630a6349-7c61-463e-804c-816773a1019c" providerId="ADAL" clId="{F542D2B9-31A9-4DE4-859A-CAD915E8FA3F}" dt="2023-12-27T10:47:17.059" v="102" actId="1076"/>
          <ac:spMkLst>
            <pc:docMk/>
            <pc:sldMk cId="0" sldId="397"/>
            <ac:spMk id="43275" creationId="{B57D4D95-17DB-94C7-7E3D-2AB6595DD3E5}"/>
          </ac:spMkLst>
        </pc:spChg>
        <pc:spChg chg="mod">
          <ac:chgData name="Margarit Meroyan" userId="630a6349-7c61-463e-804c-816773a1019c" providerId="ADAL" clId="{F542D2B9-31A9-4DE4-859A-CAD915E8FA3F}" dt="2023-12-27T10:47:17.059" v="102" actId="1076"/>
          <ac:spMkLst>
            <pc:docMk/>
            <pc:sldMk cId="0" sldId="397"/>
            <ac:spMk id="43282" creationId="{9B4041BB-0125-FFCD-2F7B-6E5924D627F1}"/>
          </ac:spMkLst>
        </pc:spChg>
        <pc:spChg chg="mod">
          <ac:chgData name="Margarit Meroyan" userId="630a6349-7c61-463e-804c-816773a1019c" providerId="ADAL" clId="{F542D2B9-31A9-4DE4-859A-CAD915E8FA3F}" dt="2023-12-27T10:47:17.059" v="102" actId="1076"/>
          <ac:spMkLst>
            <pc:docMk/>
            <pc:sldMk cId="0" sldId="397"/>
            <ac:spMk id="43283" creationId="{13265423-842D-DF7F-DBA2-19E21711236B}"/>
          </ac:spMkLst>
        </pc:spChg>
        <pc:spChg chg="mod">
          <ac:chgData name="Margarit Meroyan" userId="630a6349-7c61-463e-804c-816773a1019c" providerId="ADAL" clId="{F542D2B9-31A9-4DE4-859A-CAD915E8FA3F}" dt="2023-12-27T10:47:17.059" v="102" actId="1076"/>
          <ac:spMkLst>
            <pc:docMk/>
            <pc:sldMk cId="0" sldId="397"/>
            <ac:spMk id="43284" creationId="{1581203D-BEF9-DF3A-ADB6-10CCAC9EBAFB}"/>
          </ac:spMkLst>
        </pc:spChg>
        <pc:spChg chg="mod">
          <ac:chgData name="Margarit Meroyan" userId="630a6349-7c61-463e-804c-816773a1019c" providerId="ADAL" clId="{F542D2B9-31A9-4DE4-859A-CAD915E8FA3F}" dt="2023-12-27T10:47:17.059" v="102" actId="1076"/>
          <ac:spMkLst>
            <pc:docMk/>
            <pc:sldMk cId="0" sldId="397"/>
            <ac:spMk id="43285" creationId="{4C2D85EA-DDC7-D966-AF23-599ED0C2BBD0}"/>
          </ac:spMkLst>
        </pc:spChg>
        <pc:spChg chg="mod">
          <ac:chgData name="Margarit Meroyan" userId="630a6349-7c61-463e-804c-816773a1019c" providerId="ADAL" clId="{F542D2B9-31A9-4DE4-859A-CAD915E8FA3F}" dt="2023-12-27T10:47:17.059" v="102" actId="1076"/>
          <ac:spMkLst>
            <pc:docMk/>
            <pc:sldMk cId="0" sldId="397"/>
            <ac:spMk id="43286" creationId="{62B21628-E10E-356A-8817-3B6110110CF4}"/>
          </ac:spMkLst>
        </pc:spChg>
        <pc:spChg chg="mod">
          <ac:chgData name="Margarit Meroyan" userId="630a6349-7c61-463e-804c-816773a1019c" providerId="ADAL" clId="{F542D2B9-31A9-4DE4-859A-CAD915E8FA3F}" dt="2023-12-27T10:47:17.059" v="102" actId="1076"/>
          <ac:spMkLst>
            <pc:docMk/>
            <pc:sldMk cId="0" sldId="397"/>
            <ac:spMk id="43287" creationId="{516A05F5-9FFA-73A6-3507-45DE930B5493}"/>
          </ac:spMkLst>
        </pc:spChg>
        <pc:spChg chg="mod">
          <ac:chgData name="Margarit Meroyan" userId="630a6349-7c61-463e-804c-816773a1019c" providerId="ADAL" clId="{F542D2B9-31A9-4DE4-859A-CAD915E8FA3F}" dt="2023-12-27T10:47:17.059" v="102" actId="1076"/>
          <ac:spMkLst>
            <pc:docMk/>
            <pc:sldMk cId="0" sldId="397"/>
            <ac:spMk id="43288" creationId="{ABAFCD8C-29B5-527D-5131-4D06D791BAA9}"/>
          </ac:spMkLst>
        </pc:spChg>
        <pc:spChg chg="mod">
          <ac:chgData name="Margarit Meroyan" userId="630a6349-7c61-463e-804c-816773a1019c" providerId="ADAL" clId="{F542D2B9-31A9-4DE4-859A-CAD915E8FA3F}" dt="2023-12-27T10:47:17.059" v="102" actId="1076"/>
          <ac:spMkLst>
            <pc:docMk/>
            <pc:sldMk cId="0" sldId="397"/>
            <ac:spMk id="43289" creationId="{94DB57AB-FA79-BD8A-DD3B-5B0CE499342A}"/>
          </ac:spMkLst>
        </pc:spChg>
        <pc:spChg chg="mod">
          <ac:chgData name="Margarit Meroyan" userId="630a6349-7c61-463e-804c-816773a1019c" providerId="ADAL" clId="{F542D2B9-31A9-4DE4-859A-CAD915E8FA3F}" dt="2023-12-27T10:47:17.059" v="102" actId="1076"/>
          <ac:spMkLst>
            <pc:docMk/>
            <pc:sldMk cId="0" sldId="397"/>
            <ac:spMk id="43290" creationId="{00DBF779-0A3A-FC58-8BD7-2AFA1AAB65C7}"/>
          </ac:spMkLst>
        </pc:spChg>
        <pc:spChg chg="mod">
          <ac:chgData name="Margarit Meroyan" userId="630a6349-7c61-463e-804c-816773a1019c" providerId="ADAL" clId="{F542D2B9-31A9-4DE4-859A-CAD915E8FA3F}" dt="2023-12-27T10:47:17.059" v="102" actId="1076"/>
          <ac:spMkLst>
            <pc:docMk/>
            <pc:sldMk cId="0" sldId="397"/>
            <ac:spMk id="43291" creationId="{1D416999-998F-906C-7AFA-3D3ED539CB21}"/>
          </ac:spMkLst>
        </pc:spChg>
        <pc:spChg chg="mod">
          <ac:chgData name="Margarit Meroyan" userId="630a6349-7c61-463e-804c-816773a1019c" providerId="ADAL" clId="{F542D2B9-31A9-4DE4-859A-CAD915E8FA3F}" dt="2023-12-27T10:47:17.059" v="102" actId="1076"/>
          <ac:spMkLst>
            <pc:docMk/>
            <pc:sldMk cId="0" sldId="397"/>
            <ac:spMk id="43292" creationId="{B028703E-4994-A8D8-A796-EA077215AC3E}"/>
          </ac:spMkLst>
        </pc:spChg>
        <pc:spChg chg="mod">
          <ac:chgData name="Margarit Meroyan" userId="630a6349-7c61-463e-804c-816773a1019c" providerId="ADAL" clId="{F542D2B9-31A9-4DE4-859A-CAD915E8FA3F}" dt="2023-12-27T10:47:17.059" v="102" actId="1076"/>
          <ac:spMkLst>
            <pc:docMk/>
            <pc:sldMk cId="0" sldId="397"/>
            <ac:spMk id="43293" creationId="{FA5810BD-9C35-4FC1-DA88-88E0C9421966}"/>
          </ac:spMkLst>
        </pc:spChg>
        <pc:spChg chg="mod">
          <ac:chgData name="Margarit Meroyan" userId="630a6349-7c61-463e-804c-816773a1019c" providerId="ADAL" clId="{F542D2B9-31A9-4DE4-859A-CAD915E8FA3F}" dt="2023-12-27T10:47:17.059" v="102" actId="1076"/>
          <ac:spMkLst>
            <pc:docMk/>
            <pc:sldMk cId="0" sldId="397"/>
            <ac:spMk id="43294" creationId="{97E1F1DE-C222-65FB-7DEC-E8592B6077E9}"/>
          </ac:spMkLst>
        </pc:spChg>
        <pc:spChg chg="mod">
          <ac:chgData name="Margarit Meroyan" userId="630a6349-7c61-463e-804c-816773a1019c" providerId="ADAL" clId="{F542D2B9-31A9-4DE4-859A-CAD915E8FA3F}" dt="2023-12-27T10:47:17.059" v="102" actId="1076"/>
          <ac:spMkLst>
            <pc:docMk/>
            <pc:sldMk cId="0" sldId="397"/>
            <ac:spMk id="43295" creationId="{46B3252B-9C20-6BDC-0B99-B4ABA02B240F}"/>
          </ac:spMkLst>
        </pc:spChg>
        <pc:spChg chg="mod">
          <ac:chgData name="Margarit Meroyan" userId="630a6349-7c61-463e-804c-816773a1019c" providerId="ADAL" clId="{F542D2B9-31A9-4DE4-859A-CAD915E8FA3F}" dt="2023-12-27T10:47:17.059" v="102" actId="1076"/>
          <ac:spMkLst>
            <pc:docMk/>
            <pc:sldMk cId="0" sldId="397"/>
            <ac:spMk id="43296" creationId="{4FCC4BC6-580C-8B58-D3D4-7B8E6BF192DF}"/>
          </ac:spMkLst>
        </pc:spChg>
        <pc:spChg chg="mod">
          <ac:chgData name="Margarit Meroyan" userId="630a6349-7c61-463e-804c-816773a1019c" providerId="ADAL" clId="{F542D2B9-31A9-4DE4-859A-CAD915E8FA3F}" dt="2023-12-27T10:47:17.059" v="102" actId="1076"/>
          <ac:spMkLst>
            <pc:docMk/>
            <pc:sldMk cId="0" sldId="397"/>
            <ac:spMk id="43297" creationId="{94091768-9AC8-0267-401E-CEE05D01D668}"/>
          </ac:spMkLst>
        </pc:spChg>
        <pc:spChg chg="mod">
          <ac:chgData name="Margarit Meroyan" userId="630a6349-7c61-463e-804c-816773a1019c" providerId="ADAL" clId="{F542D2B9-31A9-4DE4-859A-CAD915E8FA3F}" dt="2023-12-27T10:47:17.059" v="102" actId="1076"/>
          <ac:spMkLst>
            <pc:docMk/>
            <pc:sldMk cId="0" sldId="397"/>
            <ac:spMk id="43298" creationId="{34B9B865-E83A-E432-2609-9E9127DA3C44}"/>
          </ac:spMkLst>
        </pc:spChg>
        <pc:spChg chg="mod">
          <ac:chgData name="Margarit Meroyan" userId="630a6349-7c61-463e-804c-816773a1019c" providerId="ADAL" clId="{F542D2B9-31A9-4DE4-859A-CAD915E8FA3F}" dt="2023-12-27T10:47:17.059" v="102" actId="1076"/>
          <ac:spMkLst>
            <pc:docMk/>
            <pc:sldMk cId="0" sldId="397"/>
            <ac:spMk id="43299" creationId="{6D97BB19-C5C7-41FA-ED16-AA3E17F7922A}"/>
          </ac:spMkLst>
        </pc:spChg>
        <pc:spChg chg="mod">
          <ac:chgData name="Margarit Meroyan" userId="630a6349-7c61-463e-804c-816773a1019c" providerId="ADAL" clId="{F542D2B9-31A9-4DE4-859A-CAD915E8FA3F}" dt="2023-12-27T10:47:17.059" v="102" actId="1076"/>
          <ac:spMkLst>
            <pc:docMk/>
            <pc:sldMk cId="0" sldId="397"/>
            <ac:spMk id="43300" creationId="{2F9305CA-9F9A-E7ED-98EB-049C18A3D4C8}"/>
          </ac:spMkLst>
        </pc:spChg>
        <pc:spChg chg="mod">
          <ac:chgData name="Margarit Meroyan" userId="630a6349-7c61-463e-804c-816773a1019c" providerId="ADAL" clId="{F542D2B9-31A9-4DE4-859A-CAD915E8FA3F}" dt="2023-12-27T10:47:17.059" v="102" actId="1076"/>
          <ac:spMkLst>
            <pc:docMk/>
            <pc:sldMk cId="0" sldId="397"/>
            <ac:spMk id="43301" creationId="{2815B0C1-1226-8285-DBCD-9B6FDC7503F7}"/>
          </ac:spMkLst>
        </pc:spChg>
        <pc:spChg chg="mod">
          <ac:chgData name="Margarit Meroyan" userId="630a6349-7c61-463e-804c-816773a1019c" providerId="ADAL" clId="{F542D2B9-31A9-4DE4-859A-CAD915E8FA3F}" dt="2023-12-27T10:47:17.059" v="102" actId="1076"/>
          <ac:spMkLst>
            <pc:docMk/>
            <pc:sldMk cId="0" sldId="397"/>
            <ac:spMk id="43302" creationId="{18D85C43-80E7-DCBA-E59C-92D8845FF7E9}"/>
          </ac:spMkLst>
        </pc:spChg>
        <pc:spChg chg="mod">
          <ac:chgData name="Margarit Meroyan" userId="630a6349-7c61-463e-804c-816773a1019c" providerId="ADAL" clId="{F542D2B9-31A9-4DE4-859A-CAD915E8FA3F}" dt="2023-12-27T10:47:17.059" v="102" actId="1076"/>
          <ac:spMkLst>
            <pc:docMk/>
            <pc:sldMk cId="0" sldId="397"/>
            <ac:spMk id="43303" creationId="{E99C9C69-2A2A-3ABF-D877-5287CEDC3145}"/>
          </ac:spMkLst>
        </pc:spChg>
        <pc:spChg chg="mod">
          <ac:chgData name="Margarit Meroyan" userId="630a6349-7c61-463e-804c-816773a1019c" providerId="ADAL" clId="{F542D2B9-31A9-4DE4-859A-CAD915E8FA3F}" dt="2023-12-27T10:47:17.059" v="102" actId="1076"/>
          <ac:spMkLst>
            <pc:docMk/>
            <pc:sldMk cId="0" sldId="397"/>
            <ac:spMk id="43304" creationId="{641DA721-17E7-F791-000F-730A5BE97967}"/>
          </ac:spMkLst>
        </pc:spChg>
        <pc:spChg chg="mod">
          <ac:chgData name="Margarit Meroyan" userId="630a6349-7c61-463e-804c-816773a1019c" providerId="ADAL" clId="{F542D2B9-31A9-4DE4-859A-CAD915E8FA3F}" dt="2023-12-27T10:47:17.059" v="102" actId="1076"/>
          <ac:spMkLst>
            <pc:docMk/>
            <pc:sldMk cId="0" sldId="397"/>
            <ac:spMk id="43305" creationId="{F4673780-D25D-2F66-55D1-3B87784B919B}"/>
          </ac:spMkLst>
        </pc:spChg>
        <pc:spChg chg="mod">
          <ac:chgData name="Margarit Meroyan" userId="630a6349-7c61-463e-804c-816773a1019c" providerId="ADAL" clId="{F542D2B9-31A9-4DE4-859A-CAD915E8FA3F}" dt="2023-12-27T10:47:17.059" v="102" actId="1076"/>
          <ac:spMkLst>
            <pc:docMk/>
            <pc:sldMk cId="0" sldId="397"/>
            <ac:spMk id="43306" creationId="{5802BAD9-4CD3-4372-3334-F175F81C4F21}"/>
          </ac:spMkLst>
        </pc:spChg>
        <pc:spChg chg="mod">
          <ac:chgData name="Margarit Meroyan" userId="630a6349-7c61-463e-804c-816773a1019c" providerId="ADAL" clId="{F542D2B9-31A9-4DE4-859A-CAD915E8FA3F}" dt="2023-12-27T10:47:17.059" v="102" actId="1076"/>
          <ac:spMkLst>
            <pc:docMk/>
            <pc:sldMk cId="0" sldId="397"/>
            <ac:spMk id="43307" creationId="{66798038-63A7-CC11-82F7-1899C4A1DD48}"/>
          </ac:spMkLst>
        </pc:spChg>
        <pc:spChg chg="mod">
          <ac:chgData name="Margarit Meroyan" userId="630a6349-7c61-463e-804c-816773a1019c" providerId="ADAL" clId="{F542D2B9-31A9-4DE4-859A-CAD915E8FA3F}" dt="2023-12-27T10:47:17.059" v="102" actId="1076"/>
          <ac:spMkLst>
            <pc:docMk/>
            <pc:sldMk cId="0" sldId="397"/>
            <ac:spMk id="43308" creationId="{980362F5-7C67-BC47-A6FC-D0556819E6EA}"/>
          </ac:spMkLst>
        </pc:spChg>
        <pc:spChg chg="mod">
          <ac:chgData name="Margarit Meroyan" userId="630a6349-7c61-463e-804c-816773a1019c" providerId="ADAL" clId="{F542D2B9-31A9-4DE4-859A-CAD915E8FA3F}" dt="2023-12-27T10:47:17.059" v="102" actId="1076"/>
          <ac:spMkLst>
            <pc:docMk/>
            <pc:sldMk cId="0" sldId="397"/>
            <ac:spMk id="43309" creationId="{EE1AC557-56B6-0C5D-2892-1637BBC9C978}"/>
          </ac:spMkLst>
        </pc:spChg>
        <pc:spChg chg="mod">
          <ac:chgData name="Margarit Meroyan" userId="630a6349-7c61-463e-804c-816773a1019c" providerId="ADAL" clId="{F542D2B9-31A9-4DE4-859A-CAD915E8FA3F}" dt="2023-12-27T10:47:17.059" v="102" actId="1076"/>
          <ac:spMkLst>
            <pc:docMk/>
            <pc:sldMk cId="0" sldId="397"/>
            <ac:spMk id="43310" creationId="{CCA5DDCF-61B2-29A0-367E-6DEC147AAD3D}"/>
          </ac:spMkLst>
        </pc:spChg>
        <pc:spChg chg="mod">
          <ac:chgData name="Margarit Meroyan" userId="630a6349-7c61-463e-804c-816773a1019c" providerId="ADAL" clId="{F542D2B9-31A9-4DE4-859A-CAD915E8FA3F}" dt="2023-12-27T10:47:17.059" v="102" actId="1076"/>
          <ac:spMkLst>
            <pc:docMk/>
            <pc:sldMk cId="0" sldId="397"/>
            <ac:spMk id="43311" creationId="{8CE5DFDB-C39E-F6A3-AF74-70814A8F19D7}"/>
          </ac:spMkLst>
        </pc:spChg>
        <pc:spChg chg="mod">
          <ac:chgData name="Margarit Meroyan" userId="630a6349-7c61-463e-804c-816773a1019c" providerId="ADAL" clId="{F542D2B9-31A9-4DE4-859A-CAD915E8FA3F}" dt="2023-12-27T10:47:17.059" v="102" actId="1076"/>
          <ac:spMkLst>
            <pc:docMk/>
            <pc:sldMk cId="0" sldId="397"/>
            <ac:spMk id="43312" creationId="{A0B93633-004E-6F83-1619-2FB1BB7E9833}"/>
          </ac:spMkLst>
        </pc:spChg>
        <pc:spChg chg="mod">
          <ac:chgData name="Margarit Meroyan" userId="630a6349-7c61-463e-804c-816773a1019c" providerId="ADAL" clId="{F542D2B9-31A9-4DE4-859A-CAD915E8FA3F}" dt="2023-12-27T10:47:17.059" v="102" actId="1076"/>
          <ac:spMkLst>
            <pc:docMk/>
            <pc:sldMk cId="0" sldId="397"/>
            <ac:spMk id="43313" creationId="{D74EE3F4-C742-4842-197F-D59BFF996247}"/>
          </ac:spMkLst>
        </pc:spChg>
        <pc:spChg chg="mod">
          <ac:chgData name="Margarit Meroyan" userId="630a6349-7c61-463e-804c-816773a1019c" providerId="ADAL" clId="{F542D2B9-31A9-4DE4-859A-CAD915E8FA3F}" dt="2023-12-27T10:47:17.059" v="102" actId="1076"/>
          <ac:spMkLst>
            <pc:docMk/>
            <pc:sldMk cId="0" sldId="397"/>
            <ac:spMk id="43314" creationId="{01A8585C-0BDD-C080-33B7-202D106C55C7}"/>
          </ac:spMkLst>
        </pc:spChg>
        <pc:spChg chg="mod">
          <ac:chgData name="Margarit Meroyan" userId="630a6349-7c61-463e-804c-816773a1019c" providerId="ADAL" clId="{F542D2B9-31A9-4DE4-859A-CAD915E8FA3F}" dt="2023-12-27T10:47:17.059" v="102" actId="1076"/>
          <ac:spMkLst>
            <pc:docMk/>
            <pc:sldMk cId="0" sldId="397"/>
            <ac:spMk id="43315" creationId="{DABC23C4-70BC-BF49-DFAD-DBC277263E62}"/>
          </ac:spMkLst>
        </pc:spChg>
        <pc:spChg chg="mod">
          <ac:chgData name="Margarit Meroyan" userId="630a6349-7c61-463e-804c-816773a1019c" providerId="ADAL" clId="{F542D2B9-31A9-4DE4-859A-CAD915E8FA3F}" dt="2023-12-27T10:47:17.059" v="102" actId="1076"/>
          <ac:spMkLst>
            <pc:docMk/>
            <pc:sldMk cId="0" sldId="397"/>
            <ac:spMk id="43316" creationId="{81F91B5C-C4F8-1135-68CD-043428AFFB34}"/>
          </ac:spMkLst>
        </pc:spChg>
        <pc:spChg chg="mod">
          <ac:chgData name="Margarit Meroyan" userId="630a6349-7c61-463e-804c-816773a1019c" providerId="ADAL" clId="{F542D2B9-31A9-4DE4-859A-CAD915E8FA3F}" dt="2023-12-27T10:47:17.059" v="102" actId="1076"/>
          <ac:spMkLst>
            <pc:docMk/>
            <pc:sldMk cId="0" sldId="397"/>
            <ac:spMk id="43317" creationId="{8C83339D-2B38-3710-A256-818A06262BFF}"/>
          </ac:spMkLst>
        </pc:spChg>
        <pc:spChg chg="mod">
          <ac:chgData name="Margarit Meroyan" userId="630a6349-7c61-463e-804c-816773a1019c" providerId="ADAL" clId="{F542D2B9-31A9-4DE4-859A-CAD915E8FA3F}" dt="2023-12-27T10:47:17.059" v="102" actId="1076"/>
          <ac:spMkLst>
            <pc:docMk/>
            <pc:sldMk cId="0" sldId="397"/>
            <ac:spMk id="43318" creationId="{B776E186-0174-3BBE-027D-0843DBB33DF3}"/>
          </ac:spMkLst>
        </pc:spChg>
        <pc:spChg chg="mod">
          <ac:chgData name="Margarit Meroyan" userId="630a6349-7c61-463e-804c-816773a1019c" providerId="ADAL" clId="{F542D2B9-31A9-4DE4-859A-CAD915E8FA3F}" dt="2023-12-27T10:47:17.059" v="102" actId="1076"/>
          <ac:spMkLst>
            <pc:docMk/>
            <pc:sldMk cId="0" sldId="397"/>
            <ac:spMk id="43319" creationId="{DB85C9F4-4937-3FDF-FCE2-3F64AF1E5AE6}"/>
          </ac:spMkLst>
        </pc:spChg>
        <pc:spChg chg="mod">
          <ac:chgData name="Margarit Meroyan" userId="630a6349-7c61-463e-804c-816773a1019c" providerId="ADAL" clId="{F542D2B9-31A9-4DE4-859A-CAD915E8FA3F}" dt="2023-12-27T10:47:17.059" v="102" actId="1076"/>
          <ac:spMkLst>
            <pc:docMk/>
            <pc:sldMk cId="0" sldId="397"/>
            <ac:spMk id="43320" creationId="{E6A1F41B-7F5B-D742-3EA9-BB7CB9D46B5D}"/>
          </ac:spMkLst>
        </pc:spChg>
        <pc:spChg chg="mod">
          <ac:chgData name="Margarit Meroyan" userId="630a6349-7c61-463e-804c-816773a1019c" providerId="ADAL" clId="{F542D2B9-31A9-4DE4-859A-CAD915E8FA3F}" dt="2023-12-27T10:47:17.059" v="102" actId="1076"/>
          <ac:spMkLst>
            <pc:docMk/>
            <pc:sldMk cId="0" sldId="397"/>
            <ac:spMk id="43321" creationId="{31875A43-C5A2-F634-5683-D0F5191D583C}"/>
          </ac:spMkLst>
        </pc:spChg>
        <pc:spChg chg="mod">
          <ac:chgData name="Margarit Meroyan" userId="630a6349-7c61-463e-804c-816773a1019c" providerId="ADAL" clId="{F542D2B9-31A9-4DE4-859A-CAD915E8FA3F}" dt="2023-12-27T10:47:17.059" v="102" actId="1076"/>
          <ac:spMkLst>
            <pc:docMk/>
            <pc:sldMk cId="0" sldId="397"/>
            <ac:spMk id="43322" creationId="{E7FCC5C0-AA22-C388-B336-4BAA3DCBF9BA}"/>
          </ac:spMkLst>
        </pc:spChg>
        <pc:spChg chg="mod">
          <ac:chgData name="Margarit Meroyan" userId="630a6349-7c61-463e-804c-816773a1019c" providerId="ADAL" clId="{F542D2B9-31A9-4DE4-859A-CAD915E8FA3F}" dt="2023-12-27T10:47:17.059" v="102" actId="1076"/>
          <ac:spMkLst>
            <pc:docMk/>
            <pc:sldMk cId="0" sldId="397"/>
            <ac:spMk id="43323" creationId="{5BF96596-89F3-0EEF-C7D6-7063306766BB}"/>
          </ac:spMkLst>
        </pc:spChg>
        <pc:spChg chg="mod">
          <ac:chgData name="Margarit Meroyan" userId="630a6349-7c61-463e-804c-816773a1019c" providerId="ADAL" clId="{F542D2B9-31A9-4DE4-859A-CAD915E8FA3F}" dt="2023-12-27T10:47:17.059" v="102" actId="1076"/>
          <ac:spMkLst>
            <pc:docMk/>
            <pc:sldMk cId="0" sldId="397"/>
            <ac:spMk id="43324" creationId="{4B2E2553-AE35-512E-3D8B-E5BC3AA6BE25}"/>
          </ac:spMkLst>
        </pc:spChg>
        <pc:spChg chg="mod">
          <ac:chgData name="Margarit Meroyan" userId="630a6349-7c61-463e-804c-816773a1019c" providerId="ADAL" clId="{F542D2B9-31A9-4DE4-859A-CAD915E8FA3F}" dt="2023-12-27T10:47:17.059" v="102" actId="1076"/>
          <ac:spMkLst>
            <pc:docMk/>
            <pc:sldMk cId="0" sldId="397"/>
            <ac:spMk id="43325" creationId="{E1B4EF03-C99E-9E27-C714-B6631D99CC74}"/>
          </ac:spMkLst>
        </pc:spChg>
        <pc:spChg chg="mod">
          <ac:chgData name="Margarit Meroyan" userId="630a6349-7c61-463e-804c-816773a1019c" providerId="ADAL" clId="{F542D2B9-31A9-4DE4-859A-CAD915E8FA3F}" dt="2023-12-27T10:47:17.059" v="102" actId="1076"/>
          <ac:spMkLst>
            <pc:docMk/>
            <pc:sldMk cId="0" sldId="397"/>
            <ac:spMk id="43326" creationId="{24CC060E-A246-EDEC-A701-5B83F262AC49}"/>
          </ac:spMkLst>
        </pc:spChg>
        <pc:spChg chg="mod">
          <ac:chgData name="Margarit Meroyan" userId="630a6349-7c61-463e-804c-816773a1019c" providerId="ADAL" clId="{F542D2B9-31A9-4DE4-859A-CAD915E8FA3F}" dt="2023-12-27T10:47:17.059" v="102" actId="1076"/>
          <ac:spMkLst>
            <pc:docMk/>
            <pc:sldMk cId="0" sldId="397"/>
            <ac:spMk id="43327" creationId="{54423C63-09CF-663F-2AEF-DC42FE4ABCD6}"/>
          </ac:spMkLst>
        </pc:spChg>
        <pc:spChg chg="mod">
          <ac:chgData name="Margarit Meroyan" userId="630a6349-7c61-463e-804c-816773a1019c" providerId="ADAL" clId="{F542D2B9-31A9-4DE4-859A-CAD915E8FA3F}" dt="2023-12-27T10:47:17.059" v="102" actId="1076"/>
          <ac:spMkLst>
            <pc:docMk/>
            <pc:sldMk cId="0" sldId="397"/>
            <ac:spMk id="43328" creationId="{5C28EFD6-C3DC-439F-1467-E85733E4F52D}"/>
          </ac:spMkLst>
        </pc:spChg>
        <pc:spChg chg="mod">
          <ac:chgData name="Margarit Meroyan" userId="630a6349-7c61-463e-804c-816773a1019c" providerId="ADAL" clId="{F542D2B9-31A9-4DE4-859A-CAD915E8FA3F}" dt="2023-12-27T10:47:17.059" v="102" actId="1076"/>
          <ac:spMkLst>
            <pc:docMk/>
            <pc:sldMk cId="0" sldId="397"/>
            <ac:spMk id="43329" creationId="{C002365E-2EAC-BC95-0F35-E705E30A6BBE}"/>
          </ac:spMkLst>
        </pc:spChg>
        <pc:spChg chg="mod">
          <ac:chgData name="Margarit Meroyan" userId="630a6349-7c61-463e-804c-816773a1019c" providerId="ADAL" clId="{F542D2B9-31A9-4DE4-859A-CAD915E8FA3F}" dt="2023-12-27T10:47:17.059" v="102" actId="1076"/>
          <ac:spMkLst>
            <pc:docMk/>
            <pc:sldMk cId="0" sldId="397"/>
            <ac:spMk id="43330" creationId="{94648A9A-5D9F-02A2-E0AF-3DD4735AFB91}"/>
          </ac:spMkLst>
        </pc:spChg>
        <pc:spChg chg="mod">
          <ac:chgData name="Margarit Meroyan" userId="630a6349-7c61-463e-804c-816773a1019c" providerId="ADAL" clId="{F542D2B9-31A9-4DE4-859A-CAD915E8FA3F}" dt="2023-12-27T10:47:17.059" v="102" actId="1076"/>
          <ac:spMkLst>
            <pc:docMk/>
            <pc:sldMk cId="0" sldId="397"/>
            <ac:spMk id="43331" creationId="{2B55C268-3428-1773-5CDF-88D94EF7B7A6}"/>
          </ac:spMkLst>
        </pc:spChg>
        <pc:spChg chg="mod">
          <ac:chgData name="Margarit Meroyan" userId="630a6349-7c61-463e-804c-816773a1019c" providerId="ADAL" clId="{F542D2B9-31A9-4DE4-859A-CAD915E8FA3F}" dt="2023-12-27T10:47:17.059" v="102" actId="1076"/>
          <ac:spMkLst>
            <pc:docMk/>
            <pc:sldMk cId="0" sldId="397"/>
            <ac:spMk id="43332" creationId="{585B502C-42D0-95BF-EABD-54A9F60D1EFA}"/>
          </ac:spMkLst>
        </pc:spChg>
        <pc:spChg chg="mod">
          <ac:chgData name="Margarit Meroyan" userId="630a6349-7c61-463e-804c-816773a1019c" providerId="ADAL" clId="{F542D2B9-31A9-4DE4-859A-CAD915E8FA3F}" dt="2023-12-27T10:47:17.059" v="102" actId="1076"/>
          <ac:spMkLst>
            <pc:docMk/>
            <pc:sldMk cId="0" sldId="397"/>
            <ac:spMk id="43333" creationId="{D14E5CF6-6092-09ED-3926-4CFAEE9793D4}"/>
          </ac:spMkLst>
        </pc:spChg>
        <pc:spChg chg="mod">
          <ac:chgData name="Margarit Meroyan" userId="630a6349-7c61-463e-804c-816773a1019c" providerId="ADAL" clId="{F542D2B9-31A9-4DE4-859A-CAD915E8FA3F}" dt="2023-12-27T10:47:17.059" v="102" actId="1076"/>
          <ac:spMkLst>
            <pc:docMk/>
            <pc:sldMk cId="0" sldId="397"/>
            <ac:spMk id="43334" creationId="{59232744-D7C6-19D8-24A5-BDBEE53FC476}"/>
          </ac:spMkLst>
        </pc:spChg>
        <pc:spChg chg="mod">
          <ac:chgData name="Margarit Meroyan" userId="630a6349-7c61-463e-804c-816773a1019c" providerId="ADAL" clId="{F542D2B9-31A9-4DE4-859A-CAD915E8FA3F}" dt="2023-12-27T10:47:17.059" v="102" actId="1076"/>
          <ac:spMkLst>
            <pc:docMk/>
            <pc:sldMk cId="0" sldId="397"/>
            <ac:spMk id="43335" creationId="{C7431A02-9662-4E9D-8B66-1FA4B8DD42A6}"/>
          </ac:spMkLst>
        </pc:spChg>
        <pc:spChg chg="mod">
          <ac:chgData name="Margarit Meroyan" userId="630a6349-7c61-463e-804c-816773a1019c" providerId="ADAL" clId="{F542D2B9-31A9-4DE4-859A-CAD915E8FA3F}" dt="2023-12-27T10:47:17.059" v="102" actId="1076"/>
          <ac:spMkLst>
            <pc:docMk/>
            <pc:sldMk cId="0" sldId="397"/>
            <ac:spMk id="43336" creationId="{61BB3A1D-A517-9A95-A470-B939033F2C28}"/>
          </ac:spMkLst>
        </pc:spChg>
        <pc:spChg chg="mod">
          <ac:chgData name="Margarit Meroyan" userId="630a6349-7c61-463e-804c-816773a1019c" providerId="ADAL" clId="{F542D2B9-31A9-4DE4-859A-CAD915E8FA3F}" dt="2023-12-27T10:47:17.059" v="102" actId="1076"/>
          <ac:spMkLst>
            <pc:docMk/>
            <pc:sldMk cId="0" sldId="397"/>
            <ac:spMk id="43337" creationId="{7CF93D7F-1867-EFF4-7BD2-50DA2FE44652}"/>
          </ac:spMkLst>
        </pc:spChg>
        <pc:spChg chg="mod">
          <ac:chgData name="Margarit Meroyan" userId="630a6349-7c61-463e-804c-816773a1019c" providerId="ADAL" clId="{F542D2B9-31A9-4DE4-859A-CAD915E8FA3F}" dt="2023-12-27T10:47:17.059" v="102" actId="1076"/>
          <ac:spMkLst>
            <pc:docMk/>
            <pc:sldMk cId="0" sldId="397"/>
            <ac:spMk id="43338" creationId="{CFC6C416-08D1-6BB6-4FDB-43A773545AA4}"/>
          </ac:spMkLst>
        </pc:spChg>
        <pc:spChg chg="mod">
          <ac:chgData name="Margarit Meroyan" userId="630a6349-7c61-463e-804c-816773a1019c" providerId="ADAL" clId="{F542D2B9-31A9-4DE4-859A-CAD915E8FA3F}" dt="2023-12-27T10:47:17.059" v="102" actId="1076"/>
          <ac:spMkLst>
            <pc:docMk/>
            <pc:sldMk cId="0" sldId="397"/>
            <ac:spMk id="43339" creationId="{5B9E98B9-D817-931E-A94E-0C8C3CEB7B3D}"/>
          </ac:spMkLst>
        </pc:spChg>
        <pc:spChg chg="mod">
          <ac:chgData name="Margarit Meroyan" userId="630a6349-7c61-463e-804c-816773a1019c" providerId="ADAL" clId="{F542D2B9-31A9-4DE4-859A-CAD915E8FA3F}" dt="2023-12-27T10:47:17.059" v="102" actId="1076"/>
          <ac:spMkLst>
            <pc:docMk/>
            <pc:sldMk cId="0" sldId="397"/>
            <ac:spMk id="43340" creationId="{7B4A689E-BE77-5ACA-224A-E5141F454BEB}"/>
          </ac:spMkLst>
        </pc:spChg>
        <pc:spChg chg="mod">
          <ac:chgData name="Margarit Meroyan" userId="630a6349-7c61-463e-804c-816773a1019c" providerId="ADAL" clId="{F542D2B9-31A9-4DE4-859A-CAD915E8FA3F}" dt="2023-12-27T10:47:17.059" v="102" actId="1076"/>
          <ac:spMkLst>
            <pc:docMk/>
            <pc:sldMk cId="0" sldId="397"/>
            <ac:spMk id="43341" creationId="{7EDA1AE9-5144-C07D-7099-A4CF4C7E84BC}"/>
          </ac:spMkLst>
        </pc:spChg>
        <pc:spChg chg="mod">
          <ac:chgData name="Margarit Meroyan" userId="630a6349-7c61-463e-804c-816773a1019c" providerId="ADAL" clId="{F542D2B9-31A9-4DE4-859A-CAD915E8FA3F}" dt="2023-12-27T10:47:17.059" v="102" actId="1076"/>
          <ac:spMkLst>
            <pc:docMk/>
            <pc:sldMk cId="0" sldId="397"/>
            <ac:spMk id="43342" creationId="{85F52B3C-B860-2D6F-046C-4999AFF7A995}"/>
          </ac:spMkLst>
        </pc:spChg>
        <pc:spChg chg="mod">
          <ac:chgData name="Margarit Meroyan" userId="630a6349-7c61-463e-804c-816773a1019c" providerId="ADAL" clId="{F542D2B9-31A9-4DE4-859A-CAD915E8FA3F}" dt="2023-12-27T10:47:17.059" v="102" actId="1076"/>
          <ac:spMkLst>
            <pc:docMk/>
            <pc:sldMk cId="0" sldId="397"/>
            <ac:spMk id="43343" creationId="{6B95348D-8AB3-DBC1-1965-0A47C1B135E1}"/>
          </ac:spMkLst>
        </pc:spChg>
        <pc:spChg chg="mod">
          <ac:chgData name="Margarit Meroyan" userId="630a6349-7c61-463e-804c-816773a1019c" providerId="ADAL" clId="{F542D2B9-31A9-4DE4-859A-CAD915E8FA3F}" dt="2023-12-27T10:47:17.059" v="102" actId="1076"/>
          <ac:spMkLst>
            <pc:docMk/>
            <pc:sldMk cId="0" sldId="397"/>
            <ac:spMk id="43344" creationId="{F5E38116-EF64-10B4-4946-1E47AEFAC125}"/>
          </ac:spMkLst>
        </pc:spChg>
        <pc:spChg chg="mod">
          <ac:chgData name="Margarit Meroyan" userId="630a6349-7c61-463e-804c-816773a1019c" providerId="ADAL" clId="{F542D2B9-31A9-4DE4-859A-CAD915E8FA3F}" dt="2023-12-27T10:47:17.059" v="102" actId="1076"/>
          <ac:spMkLst>
            <pc:docMk/>
            <pc:sldMk cId="0" sldId="397"/>
            <ac:spMk id="43345" creationId="{75F0A148-D763-6724-D3BC-DAD770DAFA3A}"/>
          </ac:spMkLst>
        </pc:spChg>
        <pc:spChg chg="mod">
          <ac:chgData name="Margarit Meroyan" userId="630a6349-7c61-463e-804c-816773a1019c" providerId="ADAL" clId="{F542D2B9-31A9-4DE4-859A-CAD915E8FA3F}" dt="2023-12-27T10:47:17.059" v="102" actId="1076"/>
          <ac:spMkLst>
            <pc:docMk/>
            <pc:sldMk cId="0" sldId="397"/>
            <ac:spMk id="43346" creationId="{5BBF1130-1993-CA83-993A-41BE18FB667C}"/>
          </ac:spMkLst>
        </pc:spChg>
        <pc:spChg chg="mod">
          <ac:chgData name="Margarit Meroyan" userId="630a6349-7c61-463e-804c-816773a1019c" providerId="ADAL" clId="{F542D2B9-31A9-4DE4-859A-CAD915E8FA3F}" dt="2023-12-27T10:47:17.059" v="102" actId="1076"/>
          <ac:spMkLst>
            <pc:docMk/>
            <pc:sldMk cId="0" sldId="397"/>
            <ac:spMk id="43347" creationId="{6B83536C-7756-97C1-FD42-36EFA2F03000}"/>
          </ac:spMkLst>
        </pc:spChg>
        <pc:spChg chg="mod">
          <ac:chgData name="Margarit Meroyan" userId="630a6349-7c61-463e-804c-816773a1019c" providerId="ADAL" clId="{F542D2B9-31A9-4DE4-859A-CAD915E8FA3F}" dt="2023-12-27T10:47:17.059" v="102" actId="1076"/>
          <ac:spMkLst>
            <pc:docMk/>
            <pc:sldMk cId="0" sldId="397"/>
            <ac:spMk id="43348" creationId="{0D3F4C12-511C-512B-264C-954A7122CDC5}"/>
          </ac:spMkLst>
        </pc:spChg>
        <pc:spChg chg="mod">
          <ac:chgData name="Margarit Meroyan" userId="630a6349-7c61-463e-804c-816773a1019c" providerId="ADAL" clId="{F542D2B9-31A9-4DE4-859A-CAD915E8FA3F}" dt="2023-12-27T10:47:17.059" v="102" actId="1076"/>
          <ac:spMkLst>
            <pc:docMk/>
            <pc:sldMk cId="0" sldId="397"/>
            <ac:spMk id="43349" creationId="{B4B871E8-6B69-9401-E5CA-D62407FF2A93}"/>
          </ac:spMkLst>
        </pc:spChg>
        <pc:spChg chg="mod">
          <ac:chgData name="Margarit Meroyan" userId="630a6349-7c61-463e-804c-816773a1019c" providerId="ADAL" clId="{F542D2B9-31A9-4DE4-859A-CAD915E8FA3F}" dt="2023-12-27T10:47:17.059" v="102" actId="1076"/>
          <ac:spMkLst>
            <pc:docMk/>
            <pc:sldMk cId="0" sldId="397"/>
            <ac:spMk id="43350" creationId="{248490A2-46E8-EC69-FBC4-3AE3758AA428}"/>
          </ac:spMkLst>
        </pc:spChg>
        <pc:spChg chg="mod">
          <ac:chgData name="Margarit Meroyan" userId="630a6349-7c61-463e-804c-816773a1019c" providerId="ADAL" clId="{F542D2B9-31A9-4DE4-859A-CAD915E8FA3F}" dt="2023-12-27T10:47:17.059" v="102" actId="1076"/>
          <ac:spMkLst>
            <pc:docMk/>
            <pc:sldMk cId="0" sldId="397"/>
            <ac:spMk id="43351" creationId="{EB33538D-A4B1-B654-5EF6-71ADF06C5F54}"/>
          </ac:spMkLst>
        </pc:spChg>
        <pc:spChg chg="mod">
          <ac:chgData name="Margarit Meroyan" userId="630a6349-7c61-463e-804c-816773a1019c" providerId="ADAL" clId="{F542D2B9-31A9-4DE4-859A-CAD915E8FA3F}" dt="2023-12-27T10:47:17.059" v="102" actId="1076"/>
          <ac:spMkLst>
            <pc:docMk/>
            <pc:sldMk cId="0" sldId="397"/>
            <ac:spMk id="43352" creationId="{CABD0AEB-4966-8E0E-2D36-6E8FCECFCC33}"/>
          </ac:spMkLst>
        </pc:spChg>
        <pc:spChg chg="mod">
          <ac:chgData name="Margarit Meroyan" userId="630a6349-7c61-463e-804c-816773a1019c" providerId="ADAL" clId="{F542D2B9-31A9-4DE4-859A-CAD915E8FA3F}" dt="2023-12-27T10:47:17.059" v="102" actId="1076"/>
          <ac:spMkLst>
            <pc:docMk/>
            <pc:sldMk cId="0" sldId="397"/>
            <ac:spMk id="43353" creationId="{B51387C5-0ACF-29B8-7013-4F6FAC5220F1}"/>
          </ac:spMkLst>
        </pc:spChg>
        <pc:spChg chg="mod">
          <ac:chgData name="Margarit Meroyan" userId="630a6349-7c61-463e-804c-816773a1019c" providerId="ADAL" clId="{F542D2B9-31A9-4DE4-859A-CAD915E8FA3F}" dt="2023-12-27T10:47:17.059" v="102" actId="1076"/>
          <ac:spMkLst>
            <pc:docMk/>
            <pc:sldMk cId="0" sldId="397"/>
            <ac:spMk id="43354" creationId="{1CD9DA23-1B11-8B5E-77EA-B4416B5D85C5}"/>
          </ac:spMkLst>
        </pc:spChg>
        <pc:spChg chg="mod">
          <ac:chgData name="Margarit Meroyan" userId="630a6349-7c61-463e-804c-816773a1019c" providerId="ADAL" clId="{F542D2B9-31A9-4DE4-859A-CAD915E8FA3F}" dt="2023-12-27T10:47:17.059" v="102" actId="1076"/>
          <ac:spMkLst>
            <pc:docMk/>
            <pc:sldMk cId="0" sldId="397"/>
            <ac:spMk id="43355" creationId="{A50F1CAB-F39B-B748-996E-11C5529A50C3}"/>
          </ac:spMkLst>
        </pc:spChg>
        <pc:spChg chg="mod">
          <ac:chgData name="Margarit Meroyan" userId="630a6349-7c61-463e-804c-816773a1019c" providerId="ADAL" clId="{F542D2B9-31A9-4DE4-859A-CAD915E8FA3F}" dt="2023-12-27T10:47:17.059" v="102" actId="1076"/>
          <ac:spMkLst>
            <pc:docMk/>
            <pc:sldMk cId="0" sldId="397"/>
            <ac:spMk id="43356" creationId="{FCF7CC6D-7153-ABDB-65CB-B17403CBECF4}"/>
          </ac:spMkLst>
        </pc:spChg>
        <pc:spChg chg="mod">
          <ac:chgData name="Margarit Meroyan" userId="630a6349-7c61-463e-804c-816773a1019c" providerId="ADAL" clId="{F542D2B9-31A9-4DE4-859A-CAD915E8FA3F}" dt="2023-12-27T10:47:17.059" v="102" actId="1076"/>
          <ac:spMkLst>
            <pc:docMk/>
            <pc:sldMk cId="0" sldId="397"/>
            <ac:spMk id="43357" creationId="{C715B6FD-27BD-B4A7-ABA7-AA447E48CB47}"/>
          </ac:spMkLst>
        </pc:spChg>
        <pc:spChg chg="mod">
          <ac:chgData name="Margarit Meroyan" userId="630a6349-7c61-463e-804c-816773a1019c" providerId="ADAL" clId="{F542D2B9-31A9-4DE4-859A-CAD915E8FA3F}" dt="2023-12-27T10:47:17.059" v="102" actId="1076"/>
          <ac:spMkLst>
            <pc:docMk/>
            <pc:sldMk cId="0" sldId="397"/>
            <ac:spMk id="43358" creationId="{E82E4471-2FDE-F881-08D6-849906E08948}"/>
          </ac:spMkLst>
        </pc:spChg>
        <pc:spChg chg="mod">
          <ac:chgData name="Margarit Meroyan" userId="630a6349-7c61-463e-804c-816773a1019c" providerId="ADAL" clId="{F542D2B9-31A9-4DE4-859A-CAD915E8FA3F}" dt="2023-12-27T10:47:17.059" v="102" actId="1076"/>
          <ac:spMkLst>
            <pc:docMk/>
            <pc:sldMk cId="0" sldId="397"/>
            <ac:spMk id="43359" creationId="{146C4756-1FDC-C61C-C8B0-C7B54E9D4BCF}"/>
          </ac:spMkLst>
        </pc:spChg>
        <pc:spChg chg="mod">
          <ac:chgData name="Margarit Meroyan" userId="630a6349-7c61-463e-804c-816773a1019c" providerId="ADAL" clId="{F542D2B9-31A9-4DE4-859A-CAD915E8FA3F}" dt="2023-12-27T10:47:17.059" v="102" actId="1076"/>
          <ac:spMkLst>
            <pc:docMk/>
            <pc:sldMk cId="0" sldId="397"/>
            <ac:spMk id="43360" creationId="{E662B078-0C96-96A9-9D05-02D9F00FE889}"/>
          </ac:spMkLst>
        </pc:spChg>
        <pc:spChg chg="mod">
          <ac:chgData name="Margarit Meroyan" userId="630a6349-7c61-463e-804c-816773a1019c" providerId="ADAL" clId="{F542D2B9-31A9-4DE4-859A-CAD915E8FA3F}" dt="2023-12-27T10:47:17.059" v="102" actId="1076"/>
          <ac:spMkLst>
            <pc:docMk/>
            <pc:sldMk cId="0" sldId="397"/>
            <ac:spMk id="43361" creationId="{428B8437-5085-0CDC-0061-51AF3AB885B5}"/>
          </ac:spMkLst>
        </pc:spChg>
        <pc:spChg chg="mod">
          <ac:chgData name="Margarit Meroyan" userId="630a6349-7c61-463e-804c-816773a1019c" providerId="ADAL" clId="{F542D2B9-31A9-4DE4-859A-CAD915E8FA3F}" dt="2023-12-27T10:47:17.059" v="102" actId="1076"/>
          <ac:spMkLst>
            <pc:docMk/>
            <pc:sldMk cId="0" sldId="397"/>
            <ac:spMk id="43362" creationId="{579F7285-6CB1-922D-F182-2FD64A7D4FAC}"/>
          </ac:spMkLst>
        </pc:spChg>
        <pc:spChg chg="mod">
          <ac:chgData name="Margarit Meroyan" userId="630a6349-7c61-463e-804c-816773a1019c" providerId="ADAL" clId="{F542D2B9-31A9-4DE4-859A-CAD915E8FA3F}" dt="2023-12-27T10:47:17.059" v="102" actId="1076"/>
          <ac:spMkLst>
            <pc:docMk/>
            <pc:sldMk cId="0" sldId="397"/>
            <ac:spMk id="43363" creationId="{9A35689C-ECD2-4B25-B2A4-A476C7225532}"/>
          </ac:spMkLst>
        </pc:spChg>
        <pc:spChg chg="mod">
          <ac:chgData name="Margarit Meroyan" userId="630a6349-7c61-463e-804c-816773a1019c" providerId="ADAL" clId="{F542D2B9-31A9-4DE4-859A-CAD915E8FA3F}" dt="2023-12-27T10:47:17.059" v="102" actId="1076"/>
          <ac:spMkLst>
            <pc:docMk/>
            <pc:sldMk cId="0" sldId="397"/>
            <ac:spMk id="43364" creationId="{5EEAC6BF-E1D0-994E-1325-D1A34E4D8DC1}"/>
          </ac:spMkLst>
        </pc:spChg>
        <pc:spChg chg="mod">
          <ac:chgData name="Margarit Meroyan" userId="630a6349-7c61-463e-804c-816773a1019c" providerId="ADAL" clId="{F542D2B9-31A9-4DE4-859A-CAD915E8FA3F}" dt="2023-12-27T10:47:17.059" v="102" actId="1076"/>
          <ac:spMkLst>
            <pc:docMk/>
            <pc:sldMk cId="0" sldId="397"/>
            <ac:spMk id="43365" creationId="{B34974C5-3FF4-C89D-9AC0-A4C986C396B6}"/>
          </ac:spMkLst>
        </pc:spChg>
        <pc:spChg chg="mod">
          <ac:chgData name="Margarit Meroyan" userId="630a6349-7c61-463e-804c-816773a1019c" providerId="ADAL" clId="{F542D2B9-31A9-4DE4-859A-CAD915E8FA3F}" dt="2023-12-27T10:47:17.059" v="102" actId="1076"/>
          <ac:spMkLst>
            <pc:docMk/>
            <pc:sldMk cId="0" sldId="397"/>
            <ac:spMk id="43366" creationId="{87900A34-6E8B-E1B4-B171-1B7C87348EF2}"/>
          </ac:spMkLst>
        </pc:spChg>
        <pc:spChg chg="mod">
          <ac:chgData name="Margarit Meroyan" userId="630a6349-7c61-463e-804c-816773a1019c" providerId="ADAL" clId="{F542D2B9-31A9-4DE4-859A-CAD915E8FA3F}" dt="2023-12-27T10:47:17.059" v="102" actId="1076"/>
          <ac:spMkLst>
            <pc:docMk/>
            <pc:sldMk cId="0" sldId="397"/>
            <ac:spMk id="43367" creationId="{68B21EC0-3277-B0F8-EBD9-A5751C598EB9}"/>
          </ac:spMkLst>
        </pc:spChg>
        <pc:spChg chg="mod">
          <ac:chgData name="Margarit Meroyan" userId="630a6349-7c61-463e-804c-816773a1019c" providerId="ADAL" clId="{F542D2B9-31A9-4DE4-859A-CAD915E8FA3F}" dt="2023-12-27T10:47:17.059" v="102" actId="1076"/>
          <ac:spMkLst>
            <pc:docMk/>
            <pc:sldMk cId="0" sldId="397"/>
            <ac:spMk id="43368" creationId="{8924DD4A-A05F-04AB-68B3-6EB801E114D3}"/>
          </ac:spMkLst>
        </pc:spChg>
        <pc:spChg chg="mod">
          <ac:chgData name="Margarit Meroyan" userId="630a6349-7c61-463e-804c-816773a1019c" providerId="ADAL" clId="{F542D2B9-31A9-4DE4-859A-CAD915E8FA3F}" dt="2023-12-27T10:47:17.059" v="102" actId="1076"/>
          <ac:spMkLst>
            <pc:docMk/>
            <pc:sldMk cId="0" sldId="397"/>
            <ac:spMk id="43369" creationId="{256D286B-1CC0-3386-5E0E-FEA88FE5A511}"/>
          </ac:spMkLst>
        </pc:spChg>
        <pc:spChg chg="mod">
          <ac:chgData name="Margarit Meroyan" userId="630a6349-7c61-463e-804c-816773a1019c" providerId="ADAL" clId="{F542D2B9-31A9-4DE4-859A-CAD915E8FA3F}" dt="2023-12-27T10:47:17.059" v="102" actId="1076"/>
          <ac:spMkLst>
            <pc:docMk/>
            <pc:sldMk cId="0" sldId="397"/>
            <ac:spMk id="43370" creationId="{B65E7735-3542-9A80-76AB-2805344987A1}"/>
          </ac:spMkLst>
        </pc:spChg>
        <pc:spChg chg="mod">
          <ac:chgData name="Margarit Meroyan" userId="630a6349-7c61-463e-804c-816773a1019c" providerId="ADAL" clId="{F542D2B9-31A9-4DE4-859A-CAD915E8FA3F}" dt="2023-12-27T10:47:17.059" v="102" actId="1076"/>
          <ac:spMkLst>
            <pc:docMk/>
            <pc:sldMk cId="0" sldId="397"/>
            <ac:spMk id="43371" creationId="{470119CA-077E-C56E-0D89-842FF24A53D1}"/>
          </ac:spMkLst>
        </pc:spChg>
        <pc:spChg chg="mod">
          <ac:chgData name="Margarit Meroyan" userId="630a6349-7c61-463e-804c-816773a1019c" providerId="ADAL" clId="{F542D2B9-31A9-4DE4-859A-CAD915E8FA3F}" dt="2023-12-27T10:47:17.059" v="102" actId="1076"/>
          <ac:spMkLst>
            <pc:docMk/>
            <pc:sldMk cId="0" sldId="397"/>
            <ac:spMk id="43372" creationId="{282709B4-BAFF-EB48-4BB1-E67AEBD12C86}"/>
          </ac:spMkLst>
        </pc:spChg>
        <pc:spChg chg="mod">
          <ac:chgData name="Margarit Meroyan" userId="630a6349-7c61-463e-804c-816773a1019c" providerId="ADAL" clId="{F542D2B9-31A9-4DE4-859A-CAD915E8FA3F}" dt="2023-12-27T10:47:17.059" v="102" actId="1076"/>
          <ac:spMkLst>
            <pc:docMk/>
            <pc:sldMk cId="0" sldId="397"/>
            <ac:spMk id="43373" creationId="{100196D8-C7D3-A056-20DB-D3731DC54827}"/>
          </ac:spMkLst>
        </pc:spChg>
        <pc:spChg chg="mod">
          <ac:chgData name="Margarit Meroyan" userId="630a6349-7c61-463e-804c-816773a1019c" providerId="ADAL" clId="{F542D2B9-31A9-4DE4-859A-CAD915E8FA3F}" dt="2023-12-27T10:47:17.059" v="102" actId="1076"/>
          <ac:spMkLst>
            <pc:docMk/>
            <pc:sldMk cId="0" sldId="397"/>
            <ac:spMk id="43374" creationId="{6C2DBB88-4FA4-6B9C-74CF-E1B13580BFBE}"/>
          </ac:spMkLst>
        </pc:spChg>
        <pc:spChg chg="mod">
          <ac:chgData name="Margarit Meroyan" userId="630a6349-7c61-463e-804c-816773a1019c" providerId="ADAL" clId="{F542D2B9-31A9-4DE4-859A-CAD915E8FA3F}" dt="2023-12-27T10:47:17.059" v="102" actId="1076"/>
          <ac:spMkLst>
            <pc:docMk/>
            <pc:sldMk cId="0" sldId="397"/>
            <ac:spMk id="43375" creationId="{31EFA66A-79B4-E6EF-F118-DEABCEA5991C}"/>
          </ac:spMkLst>
        </pc:spChg>
        <pc:spChg chg="mod">
          <ac:chgData name="Margarit Meroyan" userId="630a6349-7c61-463e-804c-816773a1019c" providerId="ADAL" clId="{F542D2B9-31A9-4DE4-859A-CAD915E8FA3F}" dt="2023-12-27T10:47:17.059" v="102" actId="1076"/>
          <ac:spMkLst>
            <pc:docMk/>
            <pc:sldMk cId="0" sldId="397"/>
            <ac:spMk id="43376" creationId="{82F4C93A-2C07-9BDE-00E1-F060B7A0F28F}"/>
          </ac:spMkLst>
        </pc:spChg>
        <pc:spChg chg="mod">
          <ac:chgData name="Margarit Meroyan" userId="630a6349-7c61-463e-804c-816773a1019c" providerId="ADAL" clId="{F542D2B9-31A9-4DE4-859A-CAD915E8FA3F}" dt="2023-12-27T10:47:17.059" v="102" actId="1076"/>
          <ac:spMkLst>
            <pc:docMk/>
            <pc:sldMk cId="0" sldId="397"/>
            <ac:spMk id="43377" creationId="{21325BA2-8A24-E9EE-2813-46D79D0AD2FE}"/>
          </ac:spMkLst>
        </pc:spChg>
        <pc:spChg chg="mod">
          <ac:chgData name="Margarit Meroyan" userId="630a6349-7c61-463e-804c-816773a1019c" providerId="ADAL" clId="{F542D2B9-31A9-4DE4-859A-CAD915E8FA3F}" dt="2023-12-27T10:47:17.059" v="102" actId="1076"/>
          <ac:spMkLst>
            <pc:docMk/>
            <pc:sldMk cId="0" sldId="397"/>
            <ac:spMk id="43378" creationId="{70A179DA-C8C1-41E7-C0FC-B85DBA74B193}"/>
          </ac:spMkLst>
        </pc:spChg>
        <pc:spChg chg="mod">
          <ac:chgData name="Margarit Meroyan" userId="630a6349-7c61-463e-804c-816773a1019c" providerId="ADAL" clId="{F542D2B9-31A9-4DE4-859A-CAD915E8FA3F}" dt="2023-12-27T10:47:17.059" v="102" actId="1076"/>
          <ac:spMkLst>
            <pc:docMk/>
            <pc:sldMk cId="0" sldId="397"/>
            <ac:spMk id="43379" creationId="{4C156476-7D22-CB01-935F-EFA15AF7B87E}"/>
          </ac:spMkLst>
        </pc:spChg>
        <pc:spChg chg="mod">
          <ac:chgData name="Margarit Meroyan" userId="630a6349-7c61-463e-804c-816773a1019c" providerId="ADAL" clId="{F542D2B9-31A9-4DE4-859A-CAD915E8FA3F}" dt="2023-12-27T10:47:17.059" v="102" actId="1076"/>
          <ac:spMkLst>
            <pc:docMk/>
            <pc:sldMk cId="0" sldId="397"/>
            <ac:spMk id="43380" creationId="{DA13629D-3E22-7415-A95A-4B6F3E5EDAAE}"/>
          </ac:spMkLst>
        </pc:spChg>
        <pc:spChg chg="mod">
          <ac:chgData name="Margarit Meroyan" userId="630a6349-7c61-463e-804c-816773a1019c" providerId="ADAL" clId="{F542D2B9-31A9-4DE4-859A-CAD915E8FA3F}" dt="2023-12-27T10:47:17.059" v="102" actId="1076"/>
          <ac:spMkLst>
            <pc:docMk/>
            <pc:sldMk cId="0" sldId="397"/>
            <ac:spMk id="43381" creationId="{FB452578-EDD5-9F71-CCA5-782D7A9FF8E3}"/>
          </ac:spMkLst>
        </pc:spChg>
        <pc:spChg chg="mod">
          <ac:chgData name="Margarit Meroyan" userId="630a6349-7c61-463e-804c-816773a1019c" providerId="ADAL" clId="{F542D2B9-31A9-4DE4-859A-CAD915E8FA3F}" dt="2023-12-27T10:47:17.059" v="102" actId="1076"/>
          <ac:spMkLst>
            <pc:docMk/>
            <pc:sldMk cId="0" sldId="397"/>
            <ac:spMk id="43382" creationId="{E77CDC28-8AE0-CB73-8E06-C1DB32CB10F8}"/>
          </ac:spMkLst>
        </pc:spChg>
        <pc:spChg chg="mod">
          <ac:chgData name="Margarit Meroyan" userId="630a6349-7c61-463e-804c-816773a1019c" providerId="ADAL" clId="{F542D2B9-31A9-4DE4-859A-CAD915E8FA3F}" dt="2023-12-27T10:47:17.059" v="102" actId="1076"/>
          <ac:spMkLst>
            <pc:docMk/>
            <pc:sldMk cId="0" sldId="397"/>
            <ac:spMk id="43383" creationId="{114CEA9D-AEE0-2103-2B3A-4BE442A967A4}"/>
          </ac:spMkLst>
        </pc:spChg>
        <pc:spChg chg="mod">
          <ac:chgData name="Margarit Meroyan" userId="630a6349-7c61-463e-804c-816773a1019c" providerId="ADAL" clId="{F542D2B9-31A9-4DE4-859A-CAD915E8FA3F}" dt="2023-12-27T10:47:17.059" v="102" actId="1076"/>
          <ac:spMkLst>
            <pc:docMk/>
            <pc:sldMk cId="0" sldId="397"/>
            <ac:spMk id="43384" creationId="{706EE490-1E18-8AC2-0B20-6D665D618CA5}"/>
          </ac:spMkLst>
        </pc:spChg>
        <pc:spChg chg="mod">
          <ac:chgData name="Margarit Meroyan" userId="630a6349-7c61-463e-804c-816773a1019c" providerId="ADAL" clId="{F542D2B9-31A9-4DE4-859A-CAD915E8FA3F}" dt="2023-12-27T10:47:17.059" v="102" actId="1076"/>
          <ac:spMkLst>
            <pc:docMk/>
            <pc:sldMk cId="0" sldId="397"/>
            <ac:spMk id="43385" creationId="{582E319F-9B86-828A-6044-D648FB4BBB36}"/>
          </ac:spMkLst>
        </pc:spChg>
        <pc:spChg chg="mod">
          <ac:chgData name="Margarit Meroyan" userId="630a6349-7c61-463e-804c-816773a1019c" providerId="ADAL" clId="{F542D2B9-31A9-4DE4-859A-CAD915E8FA3F}" dt="2023-12-27T10:47:17.059" v="102" actId="1076"/>
          <ac:spMkLst>
            <pc:docMk/>
            <pc:sldMk cId="0" sldId="397"/>
            <ac:spMk id="43386" creationId="{431EAC56-FEBA-3123-9F72-0D39CBEA4D37}"/>
          </ac:spMkLst>
        </pc:spChg>
        <pc:spChg chg="mod">
          <ac:chgData name="Margarit Meroyan" userId="630a6349-7c61-463e-804c-816773a1019c" providerId="ADAL" clId="{F542D2B9-31A9-4DE4-859A-CAD915E8FA3F}" dt="2023-12-27T10:47:17.059" v="102" actId="1076"/>
          <ac:spMkLst>
            <pc:docMk/>
            <pc:sldMk cId="0" sldId="397"/>
            <ac:spMk id="43387" creationId="{B80ECB65-6EBA-C090-6699-C3F2A75C202F}"/>
          </ac:spMkLst>
        </pc:spChg>
        <pc:spChg chg="mod">
          <ac:chgData name="Margarit Meroyan" userId="630a6349-7c61-463e-804c-816773a1019c" providerId="ADAL" clId="{F542D2B9-31A9-4DE4-859A-CAD915E8FA3F}" dt="2023-12-27T10:47:17.059" v="102" actId="1076"/>
          <ac:spMkLst>
            <pc:docMk/>
            <pc:sldMk cId="0" sldId="397"/>
            <ac:spMk id="43388" creationId="{B47A0DB5-471D-04E6-56CD-BADBCBB31938}"/>
          </ac:spMkLst>
        </pc:spChg>
        <pc:spChg chg="mod">
          <ac:chgData name="Margarit Meroyan" userId="630a6349-7c61-463e-804c-816773a1019c" providerId="ADAL" clId="{F542D2B9-31A9-4DE4-859A-CAD915E8FA3F}" dt="2023-12-27T10:47:17.059" v="102" actId="1076"/>
          <ac:spMkLst>
            <pc:docMk/>
            <pc:sldMk cId="0" sldId="397"/>
            <ac:spMk id="43389" creationId="{E67C344D-22FF-5604-D32E-84829A19328B}"/>
          </ac:spMkLst>
        </pc:spChg>
        <pc:spChg chg="mod">
          <ac:chgData name="Margarit Meroyan" userId="630a6349-7c61-463e-804c-816773a1019c" providerId="ADAL" clId="{F542D2B9-31A9-4DE4-859A-CAD915E8FA3F}" dt="2023-12-27T10:47:17.059" v="102" actId="1076"/>
          <ac:spMkLst>
            <pc:docMk/>
            <pc:sldMk cId="0" sldId="397"/>
            <ac:spMk id="43390" creationId="{8F8EB994-D4AE-6C50-138E-668A2FD4B6CD}"/>
          </ac:spMkLst>
        </pc:spChg>
        <pc:spChg chg="mod">
          <ac:chgData name="Margarit Meroyan" userId="630a6349-7c61-463e-804c-816773a1019c" providerId="ADAL" clId="{F542D2B9-31A9-4DE4-859A-CAD915E8FA3F}" dt="2023-12-27T10:47:17.059" v="102" actId="1076"/>
          <ac:spMkLst>
            <pc:docMk/>
            <pc:sldMk cId="0" sldId="397"/>
            <ac:spMk id="43391" creationId="{FDEE98D0-F497-CD07-27F3-AFED2679AAF9}"/>
          </ac:spMkLst>
        </pc:spChg>
        <pc:spChg chg="mod">
          <ac:chgData name="Margarit Meroyan" userId="630a6349-7c61-463e-804c-816773a1019c" providerId="ADAL" clId="{F542D2B9-31A9-4DE4-859A-CAD915E8FA3F}" dt="2023-12-27T10:47:17.059" v="102" actId="1076"/>
          <ac:spMkLst>
            <pc:docMk/>
            <pc:sldMk cId="0" sldId="397"/>
            <ac:spMk id="43392" creationId="{ABB615EB-A960-A477-9552-308E31042975}"/>
          </ac:spMkLst>
        </pc:spChg>
        <pc:spChg chg="mod">
          <ac:chgData name="Margarit Meroyan" userId="630a6349-7c61-463e-804c-816773a1019c" providerId="ADAL" clId="{F542D2B9-31A9-4DE4-859A-CAD915E8FA3F}" dt="2023-12-27T10:47:17.059" v="102" actId="1076"/>
          <ac:spMkLst>
            <pc:docMk/>
            <pc:sldMk cId="0" sldId="397"/>
            <ac:spMk id="43393" creationId="{1F29DDD3-7263-3A98-C382-699499CB7ABF}"/>
          </ac:spMkLst>
        </pc:spChg>
        <pc:spChg chg="mod">
          <ac:chgData name="Margarit Meroyan" userId="630a6349-7c61-463e-804c-816773a1019c" providerId="ADAL" clId="{F542D2B9-31A9-4DE4-859A-CAD915E8FA3F}" dt="2023-12-27T10:47:17.059" v="102" actId="1076"/>
          <ac:spMkLst>
            <pc:docMk/>
            <pc:sldMk cId="0" sldId="397"/>
            <ac:spMk id="43394" creationId="{7E70A544-B112-E5A7-9A1B-E591E24948B5}"/>
          </ac:spMkLst>
        </pc:spChg>
        <pc:spChg chg="mod">
          <ac:chgData name="Margarit Meroyan" userId="630a6349-7c61-463e-804c-816773a1019c" providerId="ADAL" clId="{F542D2B9-31A9-4DE4-859A-CAD915E8FA3F}" dt="2023-12-27T10:47:17.059" v="102" actId="1076"/>
          <ac:spMkLst>
            <pc:docMk/>
            <pc:sldMk cId="0" sldId="397"/>
            <ac:spMk id="43395" creationId="{BCC5CDE0-F70C-D682-F327-824921FDF246}"/>
          </ac:spMkLst>
        </pc:spChg>
        <pc:spChg chg="mod">
          <ac:chgData name="Margarit Meroyan" userId="630a6349-7c61-463e-804c-816773a1019c" providerId="ADAL" clId="{F542D2B9-31A9-4DE4-859A-CAD915E8FA3F}" dt="2023-12-27T10:47:17.059" v="102" actId="1076"/>
          <ac:spMkLst>
            <pc:docMk/>
            <pc:sldMk cId="0" sldId="397"/>
            <ac:spMk id="43396" creationId="{792CD71B-7362-9D99-6F71-89EB047CF13E}"/>
          </ac:spMkLst>
        </pc:spChg>
        <pc:spChg chg="mod">
          <ac:chgData name="Margarit Meroyan" userId="630a6349-7c61-463e-804c-816773a1019c" providerId="ADAL" clId="{F542D2B9-31A9-4DE4-859A-CAD915E8FA3F}" dt="2023-12-27T10:47:17.059" v="102" actId="1076"/>
          <ac:spMkLst>
            <pc:docMk/>
            <pc:sldMk cId="0" sldId="397"/>
            <ac:spMk id="43397" creationId="{D728D5B5-0B24-D379-5CDE-1DDD322CED28}"/>
          </ac:spMkLst>
        </pc:spChg>
        <pc:spChg chg="mod">
          <ac:chgData name="Margarit Meroyan" userId="630a6349-7c61-463e-804c-816773a1019c" providerId="ADAL" clId="{F542D2B9-31A9-4DE4-859A-CAD915E8FA3F}" dt="2023-12-27T10:47:17.059" v="102" actId="1076"/>
          <ac:spMkLst>
            <pc:docMk/>
            <pc:sldMk cId="0" sldId="397"/>
            <ac:spMk id="43398" creationId="{EBC64BA2-1FD9-C032-A7AA-69B65B6397B8}"/>
          </ac:spMkLst>
        </pc:spChg>
        <pc:spChg chg="mod">
          <ac:chgData name="Margarit Meroyan" userId="630a6349-7c61-463e-804c-816773a1019c" providerId="ADAL" clId="{F542D2B9-31A9-4DE4-859A-CAD915E8FA3F}" dt="2023-12-27T10:47:17.059" v="102" actId="1076"/>
          <ac:spMkLst>
            <pc:docMk/>
            <pc:sldMk cId="0" sldId="397"/>
            <ac:spMk id="43399" creationId="{3EABC331-F3B5-60BF-EF5E-A5DF0BE16444}"/>
          </ac:spMkLst>
        </pc:spChg>
        <pc:spChg chg="mod">
          <ac:chgData name="Margarit Meroyan" userId="630a6349-7c61-463e-804c-816773a1019c" providerId="ADAL" clId="{F542D2B9-31A9-4DE4-859A-CAD915E8FA3F}" dt="2023-12-27T10:47:17.059" v="102" actId="1076"/>
          <ac:spMkLst>
            <pc:docMk/>
            <pc:sldMk cId="0" sldId="397"/>
            <ac:spMk id="43400" creationId="{3585A4AC-0DFF-BC56-F59E-618F5C70E31E}"/>
          </ac:spMkLst>
        </pc:spChg>
        <pc:spChg chg="mod">
          <ac:chgData name="Margarit Meroyan" userId="630a6349-7c61-463e-804c-816773a1019c" providerId="ADAL" clId="{F542D2B9-31A9-4DE4-859A-CAD915E8FA3F}" dt="2023-12-27T10:47:17.059" v="102" actId="1076"/>
          <ac:spMkLst>
            <pc:docMk/>
            <pc:sldMk cId="0" sldId="397"/>
            <ac:spMk id="43401" creationId="{D8D40F67-2507-6F2B-5636-9E6821616DD4}"/>
          </ac:spMkLst>
        </pc:spChg>
        <pc:spChg chg="mod">
          <ac:chgData name="Margarit Meroyan" userId="630a6349-7c61-463e-804c-816773a1019c" providerId="ADAL" clId="{F542D2B9-31A9-4DE4-859A-CAD915E8FA3F}" dt="2023-12-27T10:47:17.059" v="102" actId="1076"/>
          <ac:spMkLst>
            <pc:docMk/>
            <pc:sldMk cId="0" sldId="397"/>
            <ac:spMk id="43402" creationId="{785E1CE2-9BFA-D5FF-4C78-CB33DD317D35}"/>
          </ac:spMkLst>
        </pc:spChg>
        <pc:spChg chg="mod">
          <ac:chgData name="Margarit Meroyan" userId="630a6349-7c61-463e-804c-816773a1019c" providerId="ADAL" clId="{F542D2B9-31A9-4DE4-859A-CAD915E8FA3F}" dt="2023-12-27T10:47:17.059" v="102" actId="1076"/>
          <ac:spMkLst>
            <pc:docMk/>
            <pc:sldMk cId="0" sldId="397"/>
            <ac:spMk id="43403" creationId="{F2565AD4-0C58-B92B-C78A-95130E9F8FFD}"/>
          </ac:spMkLst>
        </pc:spChg>
        <pc:spChg chg="mod">
          <ac:chgData name="Margarit Meroyan" userId="630a6349-7c61-463e-804c-816773a1019c" providerId="ADAL" clId="{F542D2B9-31A9-4DE4-859A-CAD915E8FA3F}" dt="2023-12-27T10:47:17.059" v="102" actId="1076"/>
          <ac:spMkLst>
            <pc:docMk/>
            <pc:sldMk cId="0" sldId="397"/>
            <ac:spMk id="43404" creationId="{715D02BA-B0CB-753C-2EE3-6312012416B8}"/>
          </ac:spMkLst>
        </pc:spChg>
        <pc:spChg chg="mod">
          <ac:chgData name="Margarit Meroyan" userId="630a6349-7c61-463e-804c-816773a1019c" providerId="ADAL" clId="{F542D2B9-31A9-4DE4-859A-CAD915E8FA3F}" dt="2023-12-27T10:47:17.059" v="102" actId="1076"/>
          <ac:spMkLst>
            <pc:docMk/>
            <pc:sldMk cId="0" sldId="397"/>
            <ac:spMk id="43405" creationId="{C947A09F-9992-8878-2F4D-90589D8F3825}"/>
          </ac:spMkLst>
        </pc:spChg>
        <pc:spChg chg="mod">
          <ac:chgData name="Margarit Meroyan" userId="630a6349-7c61-463e-804c-816773a1019c" providerId="ADAL" clId="{F542D2B9-31A9-4DE4-859A-CAD915E8FA3F}" dt="2023-12-27T10:47:17.059" v="102" actId="1076"/>
          <ac:spMkLst>
            <pc:docMk/>
            <pc:sldMk cId="0" sldId="397"/>
            <ac:spMk id="43406" creationId="{A2A0EB40-EBA0-19BF-7BEB-9094488441A9}"/>
          </ac:spMkLst>
        </pc:spChg>
        <pc:spChg chg="mod">
          <ac:chgData name="Margarit Meroyan" userId="630a6349-7c61-463e-804c-816773a1019c" providerId="ADAL" clId="{F542D2B9-31A9-4DE4-859A-CAD915E8FA3F}" dt="2023-12-27T10:47:17.059" v="102" actId="1076"/>
          <ac:spMkLst>
            <pc:docMk/>
            <pc:sldMk cId="0" sldId="397"/>
            <ac:spMk id="43407" creationId="{CFF5D1E0-4FD2-77E9-190D-121B2E54FC84}"/>
          </ac:spMkLst>
        </pc:spChg>
        <pc:spChg chg="mod">
          <ac:chgData name="Margarit Meroyan" userId="630a6349-7c61-463e-804c-816773a1019c" providerId="ADAL" clId="{F542D2B9-31A9-4DE4-859A-CAD915E8FA3F}" dt="2023-12-27T10:47:17.059" v="102" actId="1076"/>
          <ac:spMkLst>
            <pc:docMk/>
            <pc:sldMk cId="0" sldId="397"/>
            <ac:spMk id="43408" creationId="{25D86D46-B4BD-317C-AC2A-80880BE8ABF0}"/>
          </ac:spMkLst>
        </pc:spChg>
        <pc:spChg chg="mod">
          <ac:chgData name="Margarit Meroyan" userId="630a6349-7c61-463e-804c-816773a1019c" providerId="ADAL" clId="{F542D2B9-31A9-4DE4-859A-CAD915E8FA3F}" dt="2023-12-27T10:47:17.059" v="102" actId="1076"/>
          <ac:spMkLst>
            <pc:docMk/>
            <pc:sldMk cId="0" sldId="397"/>
            <ac:spMk id="43409" creationId="{87318810-879C-13DF-BC64-72DECF16E34A}"/>
          </ac:spMkLst>
        </pc:spChg>
        <pc:spChg chg="mod">
          <ac:chgData name="Margarit Meroyan" userId="630a6349-7c61-463e-804c-816773a1019c" providerId="ADAL" clId="{F542D2B9-31A9-4DE4-859A-CAD915E8FA3F}" dt="2023-12-27T10:47:17.059" v="102" actId="1076"/>
          <ac:spMkLst>
            <pc:docMk/>
            <pc:sldMk cId="0" sldId="397"/>
            <ac:spMk id="43410" creationId="{55A7726F-0E5D-D9F8-3EFE-0A105869EC1D}"/>
          </ac:spMkLst>
        </pc:spChg>
        <pc:spChg chg="mod">
          <ac:chgData name="Margarit Meroyan" userId="630a6349-7c61-463e-804c-816773a1019c" providerId="ADAL" clId="{F542D2B9-31A9-4DE4-859A-CAD915E8FA3F}" dt="2023-12-27T10:47:17.059" v="102" actId="1076"/>
          <ac:spMkLst>
            <pc:docMk/>
            <pc:sldMk cId="0" sldId="397"/>
            <ac:spMk id="43411" creationId="{C89FE4D5-04F5-56DE-67F3-A2813165D97A}"/>
          </ac:spMkLst>
        </pc:spChg>
        <pc:spChg chg="mod">
          <ac:chgData name="Margarit Meroyan" userId="630a6349-7c61-463e-804c-816773a1019c" providerId="ADAL" clId="{F542D2B9-31A9-4DE4-859A-CAD915E8FA3F}" dt="2023-12-27T10:47:17.059" v="102" actId="1076"/>
          <ac:spMkLst>
            <pc:docMk/>
            <pc:sldMk cId="0" sldId="397"/>
            <ac:spMk id="43412" creationId="{835BE9F4-F817-E872-C81C-A5E5B6532AE1}"/>
          </ac:spMkLst>
        </pc:spChg>
        <pc:spChg chg="mod">
          <ac:chgData name="Margarit Meroyan" userId="630a6349-7c61-463e-804c-816773a1019c" providerId="ADAL" clId="{F542D2B9-31A9-4DE4-859A-CAD915E8FA3F}" dt="2023-12-27T10:47:17.059" v="102" actId="1076"/>
          <ac:spMkLst>
            <pc:docMk/>
            <pc:sldMk cId="0" sldId="397"/>
            <ac:spMk id="43413" creationId="{389EB678-50A9-7C81-9544-FF98B5E81D99}"/>
          </ac:spMkLst>
        </pc:spChg>
        <pc:spChg chg="mod">
          <ac:chgData name="Margarit Meroyan" userId="630a6349-7c61-463e-804c-816773a1019c" providerId="ADAL" clId="{F542D2B9-31A9-4DE4-859A-CAD915E8FA3F}" dt="2023-12-27T10:47:17.059" v="102" actId="1076"/>
          <ac:spMkLst>
            <pc:docMk/>
            <pc:sldMk cId="0" sldId="397"/>
            <ac:spMk id="43414" creationId="{AB859DE3-7836-A9F5-BBC3-BE49D073F7F2}"/>
          </ac:spMkLst>
        </pc:spChg>
        <pc:spChg chg="mod">
          <ac:chgData name="Margarit Meroyan" userId="630a6349-7c61-463e-804c-816773a1019c" providerId="ADAL" clId="{F542D2B9-31A9-4DE4-859A-CAD915E8FA3F}" dt="2023-12-27T10:47:17.059" v="102" actId="1076"/>
          <ac:spMkLst>
            <pc:docMk/>
            <pc:sldMk cId="0" sldId="397"/>
            <ac:spMk id="43415" creationId="{00D08EF6-7EC2-147B-0D8B-A85EA4A4FD7F}"/>
          </ac:spMkLst>
        </pc:spChg>
        <pc:spChg chg="mod">
          <ac:chgData name="Margarit Meroyan" userId="630a6349-7c61-463e-804c-816773a1019c" providerId="ADAL" clId="{F542D2B9-31A9-4DE4-859A-CAD915E8FA3F}" dt="2023-12-27T10:47:17.059" v="102" actId="1076"/>
          <ac:spMkLst>
            <pc:docMk/>
            <pc:sldMk cId="0" sldId="397"/>
            <ac:spMk id="43416" creationId="{E7988B33-1122-490E-696D-7A98273E6BFD}"/>
          </ac:spMkLst>
        </pc:spChg>
        <pc:spChg chg="mod">
          <ac:chgData name="Margarit Meroyan" userId="630a6349-7c61-463e-804c-816773a1019c" providerId="ADAL" clId="{F542D2B9-31A9-4DE4-859A-CAD915E8FA3F}" dt="2023-12-27T10:47:17.059" v="102" actId="1076"/>
          <ac:spMkLst>
            <pc:docMk/>
            <pc:sldMk cId="0" sldId="397"/>
            <ac:spMk id="43417" creationId="{EA8880AB-02C4-C901-5D55-0DFDA6AB867D}"/>
          </ac:spMkLst>
        </pc:spChg>
        <pc:spChg chg="mod">
          <ac:chgData name="Margarit Meroyan" userId="630a6349-7c61-463e-804c-816773a1019c" providerId="ADAL" clId="{F542D2B9-31A9-4DE4-859A-CAD915E8FA3F}" dt="2023-12-27T10:47:17.059" v="102" actId="1076"/>
          <ac:spMkLst>
            <pc:docMk/>
            <pc:sldMk cId="0" sldId="397"/>
            <ac:spMk id="43418" creationId="{ADC7E51A-3B6C-1EA5-7AD7-12F00CAE30CA}"/>
          </ac:spMkLst>
        </pc:spChg>
        <pc:spChg chg="mod">
          <ac:chgData name="Margarit Meroyan" userId="630a6349-7c61-463e-804c-816773a1019c" providerId="ADAL" clId="{F542D2B9-31A9-4DE4-859A-CAD915E8FA3F}" dt="2023-12-27T10:47:17.059" v="102" actId="1076"/>
          <ac:spMkLst>
            <pc:docMk/>
            <pc:sldMk cId="0" sldId="397"/>
            <ac:spMk id="43419" creationId="{99D0D92B-C2ED-6803-1C7F-978402F5CCE7}"/>
          </ac:spMkLst>
        </pc:spChg>
        <pc:spChg chg="mod">
          <ac:chgData name="Margarit Meroyan" userId="630a6349-7c61-463e-804c-816773a1019c" providerId="ADAL" clId="{F542D2B9-31A9-4DE4-859A-CAD915E8FA3F}" dt="2023-12-27T10:47:17.059" v="102" actId="1076"/>
          <ac:spMkLst>
            <pc:docMk/>
            <pc:sldMk cId="0" sldId="397"/>
            <ac:spMk id="43420" creationId="{060B76DA-0B2F-EB06-7F97-47157A6C0097}"/>
          </ac:spMkLst>
        </pc:spChg>
        <pc:spChg chg="mod">
          <ac:chgData name="Margarit Meroyan" userId="630a6349-7c61-463e-804c-816773a1019c" providerId="ADAL" clId="{F542D2B9-31A9-4DE4-859A-CAD915E8FA3F}" dt="2023-12-27T10:47:17.059" v="102" actId="1076"/>
          <ac:spMkLst>
            <pc:docMk/>
            <pc:sldMk cId="0" sldId="397"/>
            <ac:spMk id="43421" creationId="{747257F7-037B-0FF0-2FA9-5D351D9A2006}"/>
          </ac:spMkLst>
        </pc:spChg>
        <pc:spChg chg="mod">
          <ac:chgData name="Margarit Meroyan" userId="630a6349-7c61-463e-804c-816773a1019c" providerId="ADAL" clId="{F542D2B9-31A9-4DE4-859A-CAD915E8FA3F}" dt="2023-12-27T10:47:17.059" v="102" actId="1076"/>
          <ac:spMkLst>
            <pc:docMk/>
            <pc:sldMk cId="0" sldId="397"/>
            <ac:spMk id="43422" creationId="{5EBB584D-D051-40D1-286E-224FE2B16E1A}"/>
          </ac:spMkLst>
        </pc:spChg>
        <pc:spChg chg="mod">
          <ac:chgData name="Margarit Meroyan" userId="630a6349-7c61-463e-804c-816773a1019c" providerId="ADAL" clId="{F542D2B9-31A9-4DE4-859A-CAD915E8FA3F}" dt="2023-12-27T10:47:17.059" v="102" actId="1076"/>
          <ac:spMkLst>
            <pc:docMk/>
            <pc:sldMk cId="0" sldId="397"/>
            <ac:spMk id="43423" creationId="{4885B3E6-42B8-F668-F6BF-64E32223C52E}"/>
          </ac:spMkLst>
        </pc:spChg>
        <pc:spChg chg="mod">
          <ac:chgData name="Margarit Meroyan" userId="630a6349-7c61-463e-804c-816773a1019c" providerId="ADAL" clId="{F542D2B9-31A9-4DE4-859A-CAD915E8FA3F}" dt="2023-12-27T10:47:17.059" v="102" actId="1076"/>
          <ac:spMkLst>
            <pc:docMk/>
            <pc:sldMk cId="0" sldId="397"/>
            <ac:spMk id="43424" creationId="{5349D299-114C-020D-81FD-29AAFF82989A}"/>
          </ac:spMkLst>
        </pc:spChg>
        <pc:spChg chg="mod">
          <ac:chgData name="Margarit Meroyan" userId="630a6349-7c61-463e-804c-816773a1019c" providerId="ADAL" clId="{F542D2B9-31A9-4DE4-859A-CAD915E8FA3F}" dt="2023-12-27T10:47:17.059" v="102" actId="1076"/>
          <ac:spMkLst>
            <pc:docMk/>
            <pc:sldMk cId="0" sldId="397"/>
            <ac:spMk id="43425" creationId="{9E82699C-805F-E3C0-32E2-90B6C5F8683C}"/>
          </ac:spMkLst>
        </pc:spChg>
        <pc:spChg chg="mod">
          <ac:chgData name="Margarit Meroyan" userId="630a6349-7c61-463e-804c-816773a1019c" providerId="ADAL" clId="{F542D2B9-31A9-4DE4-859A-CAD915E8FA3F}" dt="2023-12-27T10:47:17.059" v="102" actId="1076"/>
          <ac:spMkLst>
            <pc:docMk/>
            <pc:sldMk cId="0" sldId="397"/>
            <ac:spMk id="43426" creationId="{AA6DEF2F-90EC-DDA3-0CFF-3F347DCF8007}"/>
          </ac:spMkLst>
        </pc:spChg>
        <pc:spChg chg="mod">
          <ac:chgData name="Margarit Meroyan" userId="630a6349-7c61-463e-804c-816773a1019c" providerId="ADAL" clId="{F542D2B9-31A9-4DE4-859A-CAD915E8FA3F}" dt="2023-12-27T10:47:17.059" v="102" actId="1076"/>
          <ac:spMkLst>
            <pc:docMk/>
            <pc:sldMk cId="0" sldId="397"/>
            <ac:spMk id="43427" creationId="{76D2D1F6-D1F5-3A73-1F4B-0492AEAC3A57}"/>
          </ac:spMkLst>
        </pc:spChg>
        <pc:spChg chg="mod">
          <ac:chgData name="Margarit Meroyan" userId="630a6349-7c61-463e-804c-816773a1019c" providerId="ADAL" clId="{F542D2B9-31A9-4DE4-859A-CAD915E8FA3F}" dt="2023-12-27T10:47:17.059" v="102" actId="1076"/>
          <ac:spMkLst>
            <pc:docMk/>
            <pc:sldMk cId="0" sldId="397"/>
            <ac:spMk id="43428" creationId="{CA3140B8-6BD8-F2B7-2C55-24AB2B7CF2AF}"/>
          </ac:spMkLst>
        </pc:spChg>
        <pc:spChg chg="mod">
          <ac:chgData name="Margarit Meroyan" userId="630a6349-7c61-463e-804c-816773a1019c" providerId="ADAL" clId="{F542D2B9-31A9-4DE4-859A-CAD915E8FA3F}" dt="2023-12-27T10:47:17.059" v="102" actId="1076"/>
          <ac:spMkLst>
            <pc:docMk/>
            <pc:sldMk cId="0" sldId="397"/>
            <ac:spMk id="43429" creationId="{57057F70-10FE-37E0-3F65-6185FF25007D}"/>
          </ac:spMkLst>
        </pc:spChg>
        <pc:spChg chg="mod">
          <ac:chgData name="Margarit Meroyan" userId="630a6349-7c61-463e-804c-816773a1019c" providerId="ADAL" clId="{F542D2B9-31A9-4DE4-859A-CAD915E8FA3F}" dt="2023-12-27T10:47:17.059" v="102" actId="1076"/>
          <ac:spMkLst>
            <pc:docMk/>
            <pc:sldMk cId="0" sldId="397"/>
            <ac:spMk id="43430" creationId="{D14A614B-C3E7-002C-CED1-357B608B23F9}"/>
          </ac:spMkLst>
        </pc:spChg>
        <pc:spChg chg="mod">
          <ac:chgData name="Margarit Meroyan" userId="630a6349-7c61-463e-804c-816773a1019c" providerId="ADAL" clId="{F542D2B9-31A9-4DE4-859A-CAD915E8FA3F}" dt="2023-12-27T10:47:17.059" v="102" actId="1076"/>
          <ac:spMkLst>
            <pc:docMk/>
            <pc:sldMk cId="0" sldId="397"/>
            <ac:spMk id="43431" creationId="{D94E1ED7-72CE-C950-4B15-96A5E864850B}"/>
          </ac:spMkLst>
        </pc:spChg>
        <pc:spChg chg="mod">
          <ac:chgData name="Margarit Meroyan" userId="630a6349-7c61-463e-804c-816773a1019c" providerId="ADAL" clId="{F542D2B9-31A9-4DE4-859A-CAD915E8FA3F}" dt="2023-12-27T10:47:17.059" v="102" actId="1076"/>
          <ac:spMkLst>
            <pc:docMk/>
            <pc:sldMk cId="0" sldId="397"/>
            <ac:spMk id="43432" creationId="{9CEB97FF-1968-8069-ECD3-2DE7F8F31873}"/>
          </ac:spMkLst>
        </pc:spChg>
        <pc:spChg chg="mod">
          <ac:chgData name="Margarit Meroyan" userId="630a6349-7c61-463e-804c-816773a1019c" providerId="ADAL" clId="{F542D2B9-31A9-4DE4-859A-CAD915E8FA3F}" dt="2023-12-27T10:47:17.059" v="102" actId="1076"/>
          <ac:spMkLst>
            <pc:docMk/>
            <pc:sldMk cId="0" sldId="397"/>
            <ac:spMk id="43433" creationId="{F3790BDF-B85F-BC9E-8FF0-6AF83900C91F}"/>
          </ac:spMkLst>
        </pc:spChg>
        <pc:spChg chg="mod">
          <ac:chgData name="Margarit Meroyan" userId="630a6349-7c61-463e-804c-816773a1019c" providerId="ADAL" clId="{F542D2B9-31A9-4DE4-859A-CAD915E8FA3F}" dt="2023-12-27T10:47:17.059" v="102" actId="1076"/>
          <ac:spMkLst>
            <pc:docMk/>
            <pc:sldMk cId="0" sldId="397"/>
            <ac:spMk id="43434" creationId="{3FB07112-5765-9C42-3616-2D1B3C598B61}"/>
          </ac:spMkLst>
        </pc:spChg>
        <pc:spChg chg="mod">
          <ac:chgData name="Margarit Meroyan" userId="630a6349-7c61-463e-804c-816773a1019c" providerId="ADAL" clId="{F542D2B9-31A9-4DE4-859A-CAD915E8FA3F}" dt="2023-12-27T10:47:17.059" v="102" actId="1076"/>
          <ac:spMkLst>
            <pc:docMk/>
            <pc:sldMk cId="0" sldId="397"/>
            <ac:spMk id="43435" creationId="{686A5B44-DF0C-DE00-8EBF-218854B27502}"/>
          </ac:spMkLst>
        </pc:spChg>
        <pc:spChg chg="mod">
          <ac:chgData name="Margarit Meroyan" userId="630a6349-7c61-463e-804c-816773a1019c" providerId="ADAL" clId="{F542D2B9-31A9-4DE4-859A-CAD915E8FA3F}" dt="2023-12-27T10:47:17.059" v="102" actId="1076"/>
          <ac:spMkLst>
            <pc:docMk/>
            <pc:sldMk cId="0" sldId="397"/>
            <ac:spMk id="43436" creationId="{DA837D1C-E308-9D0B-6303-2CBBF6C6CA88}"/>
          </ac:spMkLst>
        </pc:spChg>
        <pc:spChg chg="mod">
          <ac:chgData name="Margarit Meroyan" userId="630a6349-7c61-463e-804c-816773a1019c" providerId="ADAL" clId="{F542D2B9-31A9-4DE4-859A-CAD915E8FA3F}" dt="2023-12-27T10:47:17.059" v="102" actId="1076"/>
          <ac:spMkLst>
            <pc:docMk/>
            <pc:sldMk cId="0" sldId="397"/>
            <ac:spMk id="43437" creationId="{BEAAC0CA-812B-0BB1-C1AD-CBEF8583C4EE}"/>
          </ac:spMkLst>
        </pc:spChg>
        <pc:spChg chg="mod">
          <ac:chgData name="Margarit Meroyan" userId="630a6349-7c61-463e-804c-816773a1019c" providerId="ADAL" clId="{F542D2B9-31A9-4DE4-859A-CAD915E8FA3F}" dt="2023-12-27T10:47:17.059" v="102" actId="1076"/>
          <ac:spMkLst>
            <pc:docMk/>
            <pc:sldMk cId="0" sldId="397"/>
            <ac:spMk id="43438" creationId="{BDF6EF06-76B6-C827-7A66-36437602666D}"/>
          </ac:spMkLst>
        </pc:spChg>
        <pc:spChg chg="mod">
          <ac:chgData name="Margarit Meroyan" userId="630a6349-7c61-463e-804c-816773a1019c" providerId="ADAL" clId="{F542D2B9-31A9-4DE4-859A-CAD915E8FA3F}" dt="2023-12-27T10:47:17.059" v="102" actId="1076"/>
          <ac:spMkLst>
            <pc:docMk/>
            <pc:sldMk cId="0" sldId="397"/>
            <ac:spMk id="43439" creationId="{74B7F8E9-EE90-5001-1376-474C24BB5599}"/>
          </ac:spMkLst>
        </pc:spChg>
        <pc:spChg chg="mod">
          <ac:chgData name="Margarit Meroyan" userId="630a6349-7c61-463e-804c-816773a1019c" providerId="ADAL" clId="{F542D2B9-31A9-4DE4-859A-CAD915E8FA3F}" dt="2023-12-27T10:47:17.059" v="102" actId="1076"/>
          <ac:spMkLst>
            <pc:docMk/>
            <pc:sldMk cId="0" sldId="397"/>
            <ac:spMk id="43440" creationId="{06B2CFAC-75FB-6220-D7D2-4B80016E0875}"/>
          </ac:spMkLst>
        </pc:spChg>
        <pc:spChg chg="mod">
          <ac:chgData name="Margarit Meroyan" userId="630a6349-7c61-463e-804c-816773a1019c" providerId="ADAL" clId="{F542D2B9-31A9-4DE4-859A-CAD915E8FA3F}" dt="2023-12-27T10:47:17.059" v="102" actId="1076"/>
          <ac:spMkLst>
            <pc:docMk/>
            <pc:sldMk cId="0" sldId="397"/>
            <ac:spMk id="43441" creationId="{FA1F3917-E5B8-800F-C817-F96466D148AF}"/>
          </ac:spMkLst>
        </pc:spChg>
        <pc:spChg chg="mod">
          <ac:chgData name="Margarit Meroyan" userId="630a6349-7c61-463e-804c-816773a1019c" providerId="ADAL" clId="{F542D2B9-31A9-4DE4-859A-CAD915E8FA3F}" dt="2023-12-27T10:47:17.059" v="102" actId="1076"/>
          <ac:spMkLst>
            <pc:docMk/>
            <pc:sldMk cId="0" sldId="397"/>
            <ac:spMk id="43442" creationId="{C6BCDF6A-679C-AFC5-9702-2B82B3143ED7}"/>
          </ac:spMkLst>
        </pc:spChg>
        <pc:spChg chg="mod">
          <ac:chgData name="Margarit Meroyan" userId="630a6349-7c61-463e-804c-816773a1019c" providerId="ADAL" clId="{F542D2B9-31A9-4DE4-859A-CAD915E8FA3F}" dt="2023-12-27T10:47:17.059" v="102" actId="1076"/>
          <ac:spMkLst>
            <pc:docMk/>
            <pc:sldMk cId="0" sldId="397"/>
            <ac:spMk id="43443" creationId="{C53AFC92-CD57-B2AA-27E4-00224CF04A0F}"/>
          </ac:spMkLst>
        </pc:spChg>
        <pc:spChg chg="mod">
          <ac:chgData name="Margarit Meroyan" userId="630a6349-7c61-463e-804c-816773a1019c" providerId="ADAL" clId="{F542D2B9-31A9-4DE4-859A-CAD915E8FA3F}" dt="2023-12-27T10:47:17.059" v="102" actId="1076"/>
          <ac:spMkLst>
            <pc:docMk/>
            <pc:sldMk cId="0" sldId="397"/>
            <ac:spMk id="43444" creationId="{5AEE3F4E-7FE8-0B75-2190-791E45110FBF}"/>
          </ac:spMkLst>
        </pc:spChg>
        <pc:spChg chg="mod">
          <ac:chgData name="Margarit Meroyan" userId="630a6349-7c61-463e-804c-816773a1019c" providerId="ADAL" clId="{F542D2B9-31A9-4DE4-859A-CAD915E8FA3F}" dt="2023-12-27T10:47:17.059" v="102" actId="1076"/>
          <ac:spMkLst>
            <pc:docMk/>
            <pc:sldMk cId="0" sldId="397"/>
            <ac:spMk id="43445" creationId="{B597F538-00F7-627C-5ACC-A10DC8BCA4EC}"/>
          </ac:spMkLst>
        </pc:spChg>
        <pc:spChg chg="mod">
          <ac:chgData name="Margarit Meroyan" userId="630a6349-7c61-463e-804c-816773a1019c" providerId="ADAL" clId="{F542D2B9-31A9-4DE4-859A-CAD915E8FA3F}" dt="2023-12-27T10:47:17.059" v="102" actId="1076"/>
          <ac:spMkLst>
            <pc:docMk/>
            <pc:sldMk cId="0" sldId="397"/>
            <ac:spMk id="43446" creationId="{98CB1A40-79B3-5D6C-08DA-481949A4E579}"/>
          </ac:spMkLst>
        </pc:spChg>
        <pc:spChg chg="mod">
          <ac:chgData name="Margarit Meroyan" userId="630a6349-7c61-463e-804c-816773a1019c" providerId="ADAL" clId="{F542D2B9-31A9-4DE4-859A-CAD915E8FA3F}" dt="2023-12-27T10:47:17.059" v="102" actId="1076"/>
          <ac:spMkLst>
            <pc:docMk/>
            <pc:sldMk cId="0" sldId="397"/>
            <ac:spMk id="43447" creationId="{48D33B35-D70F-2312-FC91-D303439C7280}"/>
          </ac:spMkLst>
        </pc:spChg>
        <pc:spChg chg="mod">
          <ac:chgData name="Margarit Meroyan" userId="630a6349-7c61-463e-804c-816773a1019c" providerId="ADAL" clId="{F542D2B9-31A9-4DE4-859A-CAD915E8FA3F}" dt="2023-12-27T10:47:17.059" v="102" actId="1076"/>
          <ac:spMkLst>
            <pc:docMk/>
            <pc:sldMk cId="0" sldId="397"/>
            <ac:spMk id="43448" creationId="{CFCA03EA-6DF0-32BA-DB66-9198E0309DF3}"/>
          </ac:spMkLst>
        </pc:spChg>
        <pc:spChg chg="mod">
          <ac:chgData name="Margarit Meroyan" userId="630a6349-7c61-463e-804c-816773a1019c" providerId="ADAL" clId="{F542D2B9-31A9-4DE4-859A-CAD915E8FA3F}" dt="2023-12-27T10:47:17.059" v="102" actId="1076"/>
          <ac:spMkLst>
            <pc:docMk/>
            <pc:sldMk cId="0" sldId="397"/>
            <ac:spMk id="43449" creationId="{2F78509D-8654-E936-4504-643F4FA8BB73}"/>
          </ac:spMkLst>
        </pc:spChg>
        <pc:spChg chg="mod">
          <ac:chgData name="Margarit Meroyan" userId="630a6349-7c61-463e-804c-816773a1019c" providerId="ADAL" clId="{F542D2B9-31A9-4DE4-859A-CAD915E8FA3F}" dt="2023-12-27T10:47:17.059" v="102" actId="1076"/>
          <ac:spMkLst>
            <pc:docMk/>
            <pc:sldMk cId="0" sldId="397"/>
            <ac:spMk id="43450" creationId="{DEA19826-F10A-AE67-3203-AA4A4D994564}"/>
          </ac:spMkLst>
        </pc:spChg>
        <pc:spChg chg="mod">
          <ac:chgData name="Margarit Meroyan" userId="630a6349-7c61-463e-804c-816773a1019c" providerId="ADAL" clId="{F542D2B9-31A9-4DE4-859A-CAD915E8FA3F}" dt="2023-12-27T10:47:17.059" v="102" actId="1076"/>
          <ac:spMkLst>
            <pc:docMk/>
            <pc:sldMk cId="0" sldId="397"/>
            <ac:spMk id="43451" creationId="{BA70E510-E3DA-4912-4DA6-64B0A1122B3A}"/>
          </ac:spMkLst>
        </pc:spChg>
        <pc:spChg chg="mod">
          <ac:chgData name="Margarit Meroyan" userId="630a6349-7c61-463e-804c-816773a1019c" providerId="ADAL" clId="{F542D2B9-31A9-4DE4-859A-CAD915E8FA3F}" dt="2023-12-27T10:47:17.059" v="102" actId="1076"/>
          <ac:spMkLst>
            <pc:docMk/>
            <pc:sldMk cId="0" sldId="397"/>
            <ac:spMk id="43452" creationId="{74D46091-8D15-554C-E74B-3F0BCFB6C614}"/>
          </ac:spMkLst>
        </pc:spChg>
        <pc:spChg chg="mod">
          <ac:chgData name="Margarit Meroyan" userId="630a6349-7c61-463e-804c-816773a1019c" providerId="ADAL" clId="{F542D2B9-31A9-4DE4-859A-CAD915E8FA3F}" dt="2023-12-27T10:47:17.059" v="102" actId="1076"/>
          <ac:spMkLst>
            <pc:docMk/>
            <pc:sldMk cId="0" sldId="397"/>
            <ac:spMk id="43453" creationId="{0F95BF0E-B0AB-194B-9FD7-588456EE41D4}"/>
          </ac:spMkLst>
        </pc:spChg>
        <pc:spChg chg="mod">
          <ac:chgData name="Margarit Meroyan" userId="630a6349-7c61-463e-804c-816773a1019c" providerId="ADAL" clId="{F542D2B9-31A9-4DE4-859A-CAD915E8FA3F}" dt="2023-12-27T10:47:17.059" v="102" actId="1076"/>
          <ac:spMkLst>
            <pc:docMk/>
            <pc:sldMk cId="0" sldId="397"/>
            <ac:spMk id="43454" creationId="{E1E9C84E-3FE8-AD91-AC61-BB3B6377EF36}"/>
          </ac:spMkLst>
        </pc:spChg>
        <pc:spChg chg="mod">
          <ac:chgData name="Margarit Meroyan" userId="630a6349-7c61-463e-804c-816773a1019c" providerId="ADAL" clId="{F542D2B9-31A9-4DE4-859A-CAD915E8FA3F}" dt="2023-12-27T10:47:17.059" v="102" actId="1076"/>
          <ac:spMkLst>
            <pc:docMk/>
            <pc:sldMk cId="0" sldId="397"/>
            <ac:spMk id="43455" creationId="{72EDDA4B-0781-8D92-8077-5CACBE74F35E}"/>
          </ac:spMkLst>
        </pc:spChg>
        <pc:spChg chg="mod">
          <ac:chgData name="Margarit Meroyan" userId="630a6349-7c61-463e-804c-816773a1019c" providerId="ADAL" clId="{F542D2B9-31A9-4DE4-859A-CAD915E8FA3F}" dt="2023-12-27T10:47:17.059" v="102" actId="1076"/>
          <ac:spMkLst>
            <pc:docMk/>
            <pc:sldMk cId="0" sldId="397"/>
            <ac:spMk id="43456" creationId="{A017BBBA-63DE-3133-0FEA-BB739407FA6F}"/>
          </ac:spMkLst>
        </pc:spChg>
        <pc:spChg chg="mod">
          <ac:chgData name="Margarit Meroyan" userId="630a6349-7c61-463e-804c-816773a1019c" providerId="ADAL" clId="{F542D2B9-31A9-4DE4-859A-CAD915E8FA3F}" dt="2023-12-27T10:47:17.059" v="102" actId="1076"/>
          <ac:spMkLst>
            <pc:docMk/>
            <pc:sldMk cId="0" sldId="397"/>
            <ac:spMk id="43457" creationId="{E9721F6B-EBE0-8B61-D95E-BFFE05D7FD31}"/>
          </ac:spMkLst>
        </pc:spChg>
        <pc:spChg chg="mod">
          <ac:chgData name="Margarit Meroyan" userId="630a6349-7c61-463e-804c-816773a1019c" providerId="ADAL" clId="{F542D2B9-31A9-4DE4-859A-CAD915E8FA3F}" dt="2023-12-27T10:47:17.059" v="102" actId="1076"/>
          <ac:spMkLst>
            <pc:docMk/>
            <pc:sldMk cId="0" sldId="397"/>
            <ac:spMk id="43458" creationId="{EF6FFC8A-E9AD-DC5C-B751-AEE4E3515693}"/>
          </ac:spMkLst>
        </pc:spChg>
        <pc:spChg chg="mod">
          <ac:chgData name="Margarit Meroyan" userId="630a6349-7c61-463e-804c-816773a1019c" providerId="ADAL" clId="{F542D2B9-31A9-4DE4-859A-CAD915E8FA3F}" dt="2023-12-27T10:47:17.059" v="102" actId="1076"/>
          <ac:spMkLst>
            <pc:docMk/>
            <pc:sldMk cId="0" sldId="397"/>
            <ac:spMk id="43459" creationId="{3140D6A7-5764-CDB7-6E6E-388D5A56F903}"/>
          </ac:spMkLst>
        </pc:spChg>
        <pc:spChg chg="mod">
          <ac:chgData name="Margarit Meroyan" userId="630a6349-7c61-463e-804c-816773a1019c" providerId="ADAL" clId="{F542D2B9-31A9-4DE4-859A-CAD915E8FA3F}" dt="2023-12-27T10:47:17.059" v="102" actId="1076"/>
          <ac:spMkLst>
            <pc:docMk/>
            <pc:sldMk cId="0" sldId="397"/>
            <ac:spMk id="43460" creationId="{3BE3A04A-B6EB-C9A2-EEC7-524BE269D206}"/>
          </ac:spMkLst>
        </pc:spChg>
        <pc:spChg chg="mod">
          <ac:chgData name="Margarit Meroyan" userId="630a6349-7c61-463e-804c-816773a1019c" providerId="ADAL" clId="{F542D2B9-31A9-4DE4-859A-CAD915E8FA3F}" dt="2023-12-27T10:47:17.059" v="102" actId="1076"/>
          <ac:spMkLst>
            <pc:docMk/>
            <pc:sldMk cId="0" sldId="397"/>
            <ac:spMk id="43461" creationId="{E953018C-0001-6B9B-341C-CF024E20E351}"/>
          </ac:spMkLst>
        </pc:spChg>
        <pc:spChg chg="mod">
          <ac:chgData name="Margarit Meroyan" userId="630a6349-7c61-463e-804c-816773a1019c" providerId="ADAL" clId="{F542D2B9-31A9-4DE4-859A-CAD915E8FA3F}" dt="2023-12-27T10:47:17.059" v="102" actId="1076"/>
          <ac:spMkLst>
            <pc:docMk/>
            <pc:sldMk cId="0" sldId="397"/>
            <ac:spMk id="43462" creationId="{3624D40D-AF4C-8F14-531C-8030265BE15E}"/>
          </ac:spMkLst>
        </pc:spChg>
        <pc:spChg chg="mod">
          <ac:chgData name="Margarit Meroyan" userId="630a6349-7c61-463e-804c-816773a1019c" providerId="ADAL" clId="{F542D2B9-31A9-4DE4-859A-CAD915E8FA3F}" dt="2023-12-27T10:47:17.059" v="102" actId="1076"/>
          <ac:spMkLst>
            <pc:docMk/>
            <pc:sldMk cId="0" sldId="397"/>
            <ac:spMk id="43463" creationId="{88232D02-BAD0-6AE5-F250-845D5203972A}"/>
          </ac:spMkLst>
        </pc:spChg>
        <pc:spChg chg="mod">
          <ac:chgData name="Margarit Meroyan" userId="630a6349-7c61-463e-804c-816773a1019c" providerId="ADAL" clId="{F542D2B9-31A9-4DE4-859A-CAD915E8FA3F}" dt="2023-12-27T10:47:17.059" v="102" actId="1076"/>
          <ac:spMkLst>
            <pc:docMk/>
            <pc:sldMk cId="0" sldId="397"/>
            <ac:spMk id="43464" creationId="{4E55CB06-5AC9-DFFF-FD2E-12F43442DCDB}"/>
          </ac:spMkLst>
        </pc:spChg>
        <pc:spChg chg="mod">
          <ac:chgData name="Margarit Meroyan" userId="630a6349-7c61-463e-804c-816773a1019c" providerId="ADAL" clId="{F542D2B9-31A9-4DE4-859A-CAD915E8FA3F}" dt="2023-12-27T10:47:17.059" v="102" actId="1076"/>
          <ac:spMkLst>
            <pc:docMk/>
            <pc:sldMk cId="0" sldId="397"/>
            <ac:spMk id="43465" creationId="{3D99A4F6-C5F4-6155-A0BF-9073BA1A9953}"/>
          </ac:spMkLst>
        </pc:spChg>
        <pc:spChg chg="mod">
          <ac:chgData name="Margarit Meroyan" userId="630a6349-7c61-463e-804c-816773a1019c" providerId="ADAL" clId="{F542D2B9-31A9-4DE4-859A-CAD915E8FA3F}" dt="2023-12-27T10:47:17.059" v="102" actId="1076"/>
          <ac:spMkLst>
            <pc:docMk/>
            <pc:sldMk cId="0" sldId="397"/>
            <ac:spMk id="43466" creationId="{BB95B829-4DC1-829E-B5A9-C5E751A3F3E2}"/>
          </ac:spMkLst>
        </pc:spChg>
        <pc:spChg chg="mod">
          <ac:chgData name="Margarit Meroyan" userId="630a6349-7c61-463e-804c-816773a1019c" providerId="ADAL" clId="{F542D2B9-31A9-4DE4-859A-CAD915E8FA3F}" dt="2023-12-27T10:47:17.059" v="102" actId="1076"/>
          <ac:spMkLst>
            <pc:docMk/>
            <pc:sldMk cId="0" sldId="397"/>
            <ac:spMk id="43467" creationId="{A6BC10CB-2878-84AF-FEA2-9EFE6F06E8C7}"/>
          </ac:spMkLst>
        </pc:spChg>
        <pc:spChg chg="mod">
          <ac:chgData name="Margarit Meroyan" userId="630a6349-7c61-463e-804c-816773a1019c" providerId="ADAL" clId="{F542D2B9-31A9-4DE4-859A-CAD915E8FA3F}" dt="2023-12-27T10:47:17.059" v="102" actId="1076"/>
          <ac:spMkLst>
            <pc:docMk/>
            <pc:sldMk cId="0" sldId="397"/>
            <ac:spMk id="43468" creationId="{90BE5F49-08B3-8123-8DB1-FFABF125072C}"/>
          </ac:spMkLst>
        </pc:spChg>
        <pc:spChg chg="mod">
          <ac:chgData name="Margarit Meroyan" userId="630a6349-7c61-463e-804c-816773a1019c" providerId="ADAL" clId="{F542D2B9-31A9-4DE4-859A-CAD915E8FA3F}" dt="2023-12-27T10:47:17.059" v="102" actId="1076"/>
          <ac:spMkLst>
            <pc:docMk/>
            <pc:sldMk cId="0" sldId="397"/>
            <ac:spMk id="43469" creationId="{72BE5A1A-FDAB-51C4-FB39-5302AB530193}"/>
          </ac:spMkLst>
        </pc:spChg>
        <pc:spChg chg="mod">
          <ac:chgData name="Margarit Meroyan" userId="630a6349-7c61-463e-804c-816773a1019c" providerId="ADAL" clId="{F542D2B9-31A9-4DE4-859A-CAD915E8FA3F}" dt="2023-12-27T10:47:17.059" v="102" actId="1076"/>
          <ac:spMkLst>
            <pc:docMk/>
            <pc:sldMk cId="0" sldId="397"/>
            <ac:spMk id="43470" creationId="{C4E79BA6-B31E-8FD4-D6F2-B002B6D623B1}"/>
          </ac:spMkLst>
        </pc:spChg>
        <pc:spChg chg="mod">
          <ac:chgData name="Margarit Meroyan" userId="630a6349-7c61-463e-804c-816773a1019c" providerId="ADAL" clId="{F542D2B9-31A9-4DE4-859A-CAD915E8FA3F}" dt="2023-12-27T10:47:17.059" v="102" actId="1076"/>
          <ac:spMkLst>
            <pc:docMk/>
            <pc:sldMk cId="0" sldId="397"/>
            <ac:spMk id="43471" creationId="{2064CE3A-D8F9-D48C-0538-80DE94C6433C}"/>
          </ac:spMkLst>
        </pc:spChg>
        <pc:spChg chg="mod">
          <ac:chgData name="Margarit Meroyan" userId="630a6349-7c61-463e-804c-816773a1019c" providerId="ADAL" clId="{F542D2B9-31A9-4DE4-859A-CAD915E8FA3F}" dt="2023-12-27T10:47:17.059" v="102" actId="1076"/>
          <ac:spMkLst>
            <pc:docMk/>
            <pc:sldMk cId="0" sldId="397"/>
            <ac:spMk id="43472" creationId="{C12E1C72-7FBD-98F8-C743-409AC09C9071}"/>
          </ac:spMkLst>
        </pc:spChg>
        <pc:spChg chg="mod">
          <ac:chgData name="Margarit Meroyan" userId="630a6349-7c61-463e-804c-816773a1019c" providerId="ADAL" clId="{F542D2B9-31A9-4DE4-859A-CAD915E8FA3F}" dt="2023-12-27T10:47:17.059" v="102" actId="1076"/>
          <ac:spMkLst>
            <pc:docMk/>
            <pc:sldMk cId="0" sldId="397"/>
            <ac:spMk id="43473" creationId="{C9C3EA57-1D79-55C0-7AE3-8669C8CF9B5E}"/>
          </ac:spMkLst>
        </pc:spChg>
        <pc:spChg chg="mod">
          <ac:chgData name="Margarit Meroyan" userId="630a6349-7c61-463e-804c-816773a1019c" providerId="ADAL" clId="{F542D2B9-31A9-4DE4-859A-CAD915E8FA3F}" dt="2023-12-27T10:47:17.059" v="102" actId="1076"/>
          <ac:spMkLst>
            <pc:docMk/>
            <pc:sldMk cId="0" sldId="397"/>
            <ac:spMk id="43474" creationId="{6D6FB88B-379A-A6BD-A199-D0D0FA396913}"/>
          </ac:spMkLst>
        </pc:spChg>
        <pc:spChg chg="mod">
          <ac:chgData name="Margarit Meroyan" userId="630a6349-7c61-463e-804c-816773a1019c" providerId="ADAL" clId="{F542D2B9-31A9-4DE4-859A-CAD915E8FA3F}" dt="2023-12-27T10:47:17.059" v="102" actId="1076"/>
          <ac:spMkLst>
            <pc:docMk/>
            <pc:sldMk cId="0" sldId="397"/>
            <ac:spMk id="43475" creationId="{FC07AE7F-65AE-61AF-8C06-AE6C1AFBCFED}"/>
          </ac:spMkLst>
        </pc:spChg>
        <pc:spChg chg="mod">
          <ac:chgData name="Margarit Meroyan" userId="630a6349-7c61-463e-804c-816773a1019c" providerId="ADAL" clId="{F542D2B9-31A9-4DE4-859A-CAD915E8FA3F}" dt="2023-12-27T10:47:17.059" v="102" actId="1076"/>
          <ac:spMkLst>
            <pc:docMk/>
            <pc:sldMk cId="0" sldId="397"/>
            <ac:spMk id="43476" creationId="{EF75E296-E745-CC6B-F045-757C7D504C51}"/>
          </ac:spMkLst>
        </pc:spChg>
        <pc:spChg chg="mod">
          <ac:chgData name="Margarit Meroyan" userId="630a6349-7c61-463e-804c-816773a1019c" providerId="ADAL" clId="{F542D2B9-31A9-4DE4-859A-CAD915E8FA3F}" dt="2023-12-27T10:47:17.059" v="102" actId="1076"/>
          <ac:spMkLst>
            <pc:docMk/>
            <pc:sldMk cId="0" sldId="397"/>
            <ac:spMk id="43477" creationId="{3B07888E-B3ED-6FAD-C4A5-EA483E9A12D9}"/>
          </ac:spMkLst>
        </pc:spChg>
        <pc:spChg chg="mod">
          <ac:chgData name="Margarit Meroyan" userId="630a6349-7c61-463e-804c-816773a1019c" providerId="ADAL" clId="{F542D2B9-31A9-4DE4-859A-CAD915E8FA3F}" dt="2023-12-27T10:47:17.059" v="102" actId="1076"/>
          <ac:spMkLst>
            <pc:docMk/>
            <pc:sldMk cId="0" sldId="397"/>
            <ac:spMk id="43478" creationId="{1E9B5AE6-9A2A-A5FE-4515-8CCD2293B7B7}"/>
          </ac:spMkLst>
        </pc:spChg>
        <pc:spChg chg="mod">
          <ac:chgData name="Margarit Meroyan" userId="630a6349-7c61-463e-804c-816773a1019c" providerId="ADAL" clId="{F542D2B9-31A9-4DE4-859A-CAD915E8FA3F}" dt="2023-12-27T10:47:17.059" v="102" actId="1076"/>
          <ac:spMkLst>
            <pc:docMk/>
            <pc:sldMk cId="0" sldId="397"/>
            <ac:spMk id="43479" creationId="{1581168F-D55E-528F-D0EF-86B4D64736CD}"/>
          </ac:spMkLst>
        </pc:spChg>
        <pc:spChg chg="mod">
          <ac:chgData name="Margarit Meroyan" userId="630a6349-7c61-463e-804c-816773a1019c" providerId="ADAL" clId="{F542D2B9-31A9-4DE4-859A-CAD915E8FA3F}" dt="2023-12-27T10:47:17.059" v="102" actId="1076"/>
          <ac:spMkLst>
            <pc:docMk/>
            <pc:sldMk cId="0" sldId="397"/>
            <ac:spMk id="43480" creationId="{E6BFE12B-87DC-30F4-1532-7F1B7B40E193}"/>
          </ac:spMkLst>
        </pc:spChg>
        <pc:spChg chg="mod">
          <ac:chgData name="Margarit Meroyan" userId="630a6349-7c61-463e-804c-816773a1019c" providerId="ADAL" clId="{F542D2B9-31A9-4DE4-859A-CAD915E8FA3F}" dt="2023-12-27T10:47:17.059" v="102" actId="1076"/>
          <ac:spMkLst>
            <pc:docMk/>
            <pc:sldMk cId="0" sldId="397"/>
            <ac:spMk id="43481" creationId="{321F17F6-1F5B-819B-B41F-00430746C9BD}"/>
          </ac:spMkLst>
        </pc:spChg>
        <pc:spChg chg="mod">
          <ac:chgData name="Margarit Meroyan" userId="630a6349-7c61-463e-804c-816773a1019c" providerId="ADAL" clId="{F542D2B9-31A9-4DE4-859A-CAD915E8FA3F}" dt="2023-12-27T10:47:17.059" v="102" actId="1076"/>
          <ac:spMkLst>
            <pc:docMk/>
            <pc:sldMk cId="0" sldId="397"/>
            <ac:spMk id="43482" creationId="{B4CFFA3D-C9E5-2DE9-C9A8-CD432FE3373B}"/>
          </ac:spMkLst>
        </pc:spChg>
        <pc:spChg chg="mod">
          <ac:chgData name="Margarit Meroyan" userId="630a6349-7c61-463e-804c-816773a1019c" providerId="ADAL" clId="{F542D2B9-31A9-4DE4-859A-CAD915E8FA3F}" dt="2023-12-27T10:47:17.059" v="102" actId="1076"/>
          <ac:spMkLst>
            <pc:docMk/>
            <pc:sldMk cId="0" sldId="397"/>
            <ac:spMk id="43483" creationId="{FB3CCFDB-12FC-334E-D893-106323449229}"/>
          </ac:spMkLst>
        </pc:spChg>
        <pc:spChg chg="mod">
          <ac:chgData name="Margarit Meroyan" userId="630a6349-7c61-463e-804c-816773a1019c" providerId="ADAL" clId="{F542D2B9-31A9-4DE4-859A-CAD915E8FA3F}" dt="2023-12-27T10:47:17.059" v="102" actId="1076"/>
          <ac:spMkLst>
            <pc:docMk/>
            <pc:sldMk cId="0" sldId="397"/>
            <ac:spMk id="43484" creationId="{6020D729-6408-F845-1C86-9BAD2065747B}"/>
          </ac:spMkLst>
        </pc:spChg>
        <pc:spChg chg="mod">
          <ac:chgData name="Margarit Meroyan" userId="630a6349-7c61-463e-804c-816773a1019c" providerId="ADAL" clId="{F542D2B9-31A9-4DE4-859A-CAD915E8FA3F}" dt="2023-12-27T10:47:17.059" v="102" actId="1076"/>
          <ac:spMkLst>
            <pc:docMk/>
            <pc:sldMk cId="0" sldId="397"/>
            <ac:spMk id="43485" creationId="{E48CA9C0-28B5-1625-EE2D-2942FEAEDD70}"/>
          </ac:spMkLst>
        </pc:spChg>
        <pc:spChg chg="mod">
          <ac:chgData name="Margarit Meroyan" userId="630a6349-7c61-463e-804c-816773a1019c" providerId="ADAL" clId="{F542D2B9-31A9-4DE4-859A-CAD915E8FA3F}" dt="2023-12-27T10:47:17.059" v="102" actId="1076"/>
          <ac:spMkLst>
            <pc:docMk/>
            <pc:sldMk cId="0" sldId="397"/>
            <ac:spMk id="43486" creationId="{267F1C67-22C9-2EB3-EB57-E787956E4699}"/>
          </ac:spMkLst>
        </pc:spChg>
        <pc:spChg chg="mod">
          <ac:chgData name="Margarit Meroyan" userId="630a6349-7c61-463e-804c-816773a1019c" providerId="ADAL" clId="{F542D2B9-31A9-4DE4-859A-CAD915E8FA3F}" dt="2023-12-27T10:47:17.059" v="102" actId="1076"/>
          <ac:spMkLst>
            <pc:docMk/>
            <pc:sldMk cId="0" sldId="397"/>
            <ac:spMk id="43487" creationId="{690E4978-36D1-91E1-37F1-CD7E7CCE5BED}"/>
          </ac:spMkLst>
        </pc:spChg>
        <pc:spChg chg="mod">
          <ac:chgData name="Margarit Meroyan" userId="630a6349-7c61-463e-804c-816773a1019c" providerId="ADAL" clId="{F542D2B9-31A9-4DE4-859A-CAD915E8FA3F}" dt="2023-12-27T10:47:17.059" v="102" actId="1076"/>
          <ac:spMkLst>
            <pc:docMk/>
            <pc:sldMk cId="0" sldId="397"/>
            <ac:spMk id="43488" creationId="{83383082-57CD-9467-4863-9913221E7BF2}"/>
          </ac:spMkLst>
        </pc:spChg>
        <pc:spChg chg="mod">
          <ac:chgData name="Margarit Meroyan" userId="630a6349-7c61-463e-804c-816773a1019c" providerId="ADAL" clId="{F542D2B9-31A9-4DE4-859A-CAD915E8FA3F}" dt="2023-12-27T10:47:17.059" v="102" actId="1076"/>
          <ac:spMkLst>
            <pc:docMk/>
            <pc:sldMk cId="0" sldId="397"/>
            <ac:spMk id="43489" creationId="{F2E70848-A973-395B-E391-48D9B15AEF46}"/>
          </ac:spMkLst>
        </pc:spChg>
        <pc:spChg chg="mod">
          <ac:chgData name="Margarit Meroyan" userId="630a6349-7c61-463e-804c-816773a1019c" providerId="ADAL" clId="{F542D2B9-31A9-4DE4-859A-CAD915E8FA3F}" dt="2023-12-27T10:47:17.059" v="102" actId="1076"/>
          <ac:spMkLst>
            <pc:docMk/>
            <pc:sldMk cId="0" sldId="397"/>
            <ac:spMk id="43490" creationId="{1501DD05-623C-8DF3-7FC2-3F3DB4B4D3F6}"/>
          </ac:spMkLst>
        </pc:spChg>
        <pc:spChg chg="mod">
          <ac:chgData name="Margarit Meroyan" userId="630a6349-7c61-463e-804c-816773a1019c" providerId="ADAL" clId="{F542D2B9-31A9-4DE4-859A-CAD915E8FA3F}" dt="2023-12-27T10:47:17.059" v="102" actId="1076"/>
          <ac:spMkLst>
            <pc:docMk/>
            <pc:sldMk cId="0" sldId="397"/>
            <ac:spMk id="43491" creationId="{5EB22EFE-71AD-C65F-D470-2489386F1797}"/>
          </ac:spMkLst>
        </pc:spChg>
        <pc:spChg chg="mod">
          <ac:chgData name="Margarit Meroyan" userId="630a6349-7c61-463e-804c-816773a1019c" providerId="ADAL" clId="{F542D2B9-31A9-4DE4-859A-CAD915E8FA3F}" dt="2023-12-27T10:47:17.059" v="102" actId="1076"/>
          <ac:spMkLst>
            <pc:docMk/>
            <pc:sldMk cId="0" sldId="397"/>
            <ac:spMk id="43492" creationId="{6D15F249-12D8-8FBB-6E14-362CFCA456AC}"/>
          </ac:spMkLst>
        </pc:spChg>
        <pc:spChg chg="mod">
          <ac:chgData name="Margarit Meroyan" userId="630a6349-7c61-463e-804c-816773a1019c" providerId="ADAL" clId="{F542D2B9-31A9-4DE4-859A-CAD915E8FA3F}" dt="2023-12-27T10:47:17.059" v="102" actId="1076"/>
          <ac:spMkLst>
            <pc:docMk/>
            <pc:sldMk cId="0" sldId="397"/>
            <ac:spMk id="43493" creationId="{6E1E68EE-3E64-30AB-2B25-73FBDBE2FDB3}"/>
          </ac:spMkLst>
        </pc:spChg>
        <pc:spChg chg="mod">
          <ac:chgData name="Margarit Meroyan" userId="630a6349-7c61-463e-804c-816773a1019c" providerId="ADAL" clId="{F542D2B9-31A9-4DE4-859A-CAD915E8FA3F}" dt="2023-12-27T10:47:17.059" v="102" actId="1076"/>
          <ac:spMkLst>
            <pc:docMk/>
            <pc:sldMk cId="0" sldId="397"/>
            <ac:spMk id="43494" creationId="{1E3B6C9D-8D81-9C2C-8DA5-365FFEB1A179}"/>
          </ac:spMkLst>
        </pc:spChg>
        <pc:spChg chg="mod">
          <ac:chgData name="Margarit Meroyan" userId="630a6349-7c61-463e-804c-816773a1019c" providerId="ADAL" clId="{F542D2B9-31A9-4DE4-859A-CAD915E8FA3F}" dt="2023-12-27T10:47:17.059" v="102" actId="1076"/>
          <ac:spMkLst>
            <pc:docMk/>
            <pc:sldMk cId="0" sldId="397"/>
            <ac:spMk id="43495" creationId="{E321672F-0A0D-36C9-EC1E-73B2BC37C1DD}"/>
          </ac:spMkLst>
        </pc:spChg>
        <pc:spChg chg="mod">
          <ac:chgData name="Margarit Meroyan" userId="630a6349-7c61-463e-804c-816773a1019c" providerId="ADAL" clId="{F542D2B9-31A9-4DE4-859A-CAD915E8FA3F}" dt="2023-12-27T10:47:17.059" v="102" actId="1076"/>
          <ac:spMkLst>
            <pc:docMk/>
            <pc:sldMk cId="0" sldId="397"/>
            <ac:spMk id="43496" creationId="{8E92A861-D8EE-C3A8-A60D-22C6F416CD85}"/>
          </ac:spMkLst>
        </pc:spChg>
        <pc:spChg chg="mod">
          <ac:chgData name="Margarit Meroyan" userId="630a6349-7c61-463e-804c-816773a1019c" providerId="ADAL" clId="{F542D2B9-31A9-4DE4-859A-CAD915E8FA3F}" dt="2023-12-27T10:47:17.059" v="102" actId="1076"/>
          <ac:spMkLst>
            <pc:docMk/>
            <pc:sldMk cId="0" sldId="397"/>
            <ac:spMk id="43497" creationId="{86025735-DD57-B160-AD5D-D145227ACFFC}"/>
          </ac:spMkLst>
        </pc:spChg>
        <pc:spChg chg="mod">
          <ac:chgData name="Margarit Meroyan" userId="630a6349-7c61-463e-804c-816773a1019c" providerId="ADAL" clId="{F542D2B9-31A9-4DE4-859A-CAD915E8FA3F}" dt="2023-12-27T10:47:17.059" v="102" actId="1076"/>
          <ac:spMkLst>
            <pc:docMk/>
            <pc:sldMk cId="0" sldId="397"/>
            <ac:spMk id="43498" creationId="{674D84E2-3EE1-14A7-B448-0518348807AC}"/>
          </ac:spMkLst>
        </pc:spChg>
        <pc:spChg chg="mod">
          <ac:chgData name="Margarit Meroyan" userId="630a6349-7c61-463e-804c-816773a1019c" providerId="ADAL" clId="{F542D2B9-31A9-4DE4-859A-CAD915E8FA3F}" dt="2023-12-27T10:47:17.059" v="102" actId="1076"/>
          <ac:spMkLst>
            <pc:docMk/>
            <pc:sldMk cId="0" sldId="397"/>
            <ac:spMk id="43499" creationId="{D1F7DE25-2A59-3E75-C686-3C8FF8D09274}"/>
          </ac:spMkLst>
        </pc:spChg>
        <pc:spChg chg="mod">
          <ac:chgData name="Margarit Meroyan" userId="630a6349-7c61-463e-804c-816773a1019c" providerId="ADAL" clId="{F542D2B9-31A9-4DE4-859A-CAD915E8FA3F}" dt="2023-12-27T10:47:17.059" v="102" actId="1076"/>
          <ac:spMkLst>
            <pc:docMk/>
            <pc:sldMk cId="0" sldId="397"/>
            <ac:spMk id="43500" creationId="{F979A1EA-E488-6254-5DC6-3DFD9753C39F}"/>
          </ac:spMkLst>
        </pc:spChg>
        <pc:spChg chg="mod">
          <ac:chgData name="Margarit Meroyan" userId="630a6349-7c61-463e-804c-816773a1019c" providerId="ADAL" clId="{F542D2B9-31A9-4DE4-859A-CAD915E8FA3F}" dt="2023-12-27T10:47:17.059" v="102" actId="1076"/>
          <ac:spMkLst>
            <pc:docMk/>
            <pc:sldMk cId="0" sldId="397"/>
            <ac:spMk id="43501" creationId="{AED007E3-8263-2758-FB42-EEF463012503}"/>
          </ac:spMkLst>
        </pc:spChg>
        <pc:spChg chg="mod">
          <ac:chgData name="Margarit Meroyan" userId="630a6349-7c61-463e-804c-816773a1019c" providerId="ADAL" clId="{F542D2B9-31A9-4DE4-859A-CAD915E8FA3F}" dt="2023-12-27T10:47:17.059" v="102" actId="1076"/>
          <ac:spMkLst>
            <pc:docMk/>
            <pc:sldMk cId="0" sldId="397"/>
            <ac:spMk id="43502" creationId="{48DF63AC-3599-D4F0-3405-35210F75293E}"/>
          </ac:spMkLst>
        </pc:spChg>
        <pc:spChg chg="mod">
          <ac:chgData name="Margarit Meroyan" userId="630a6349-7c61-463e-804c-816773a1019c" providerId="ADAL" clId="{F542D2B9-31A9-4DE4-859A-CAD915E8FA3F}" dt="2023-12-27T10:47:17.059" v="102" actId="1076"/>
          <ac:spMkLst>
            <pc:docMk/>
            <pc:sldMk cId="0" sldId="397"/>
            <ac:spMk id="43503" creationId="{E3F0BD08-8F23-F23D-FD03-23ED17F7754C}"/>
          </ac:spMkLst>
        </pc:spChg>
        <pc:spChg chg="mod">
          <ac:chgData name="Margarit Meroyan" userId="630a6349-7c61-463e-804c-816773a1019c" providerId="ADAL" clId="{F542D2B9-31A9-4DE4-859A-CAD915E8FA3F}" dt="2023-12-27T10:47:17.059" v="102" actId="1076"/>
          <ac:spMkLst>
            <pc:docMk/>
            <pc:sldMk cId="0" sldId="397"/>
            <ac:spMk id="43504" creationId="{CDF6542E-EA60-7C0E-BB2D-BE430B845DB5}"/>
          </ac:spMkLst>
        </pc:spChg>
        <pc:spChg chg="mod">
          <ac:chgData name="Margarit Meroyan" userId="630a6349-7c61-463e-804c-816773a1019c" providerId="ADAL" clId="{F542D2B9-31A9-4DE4-859A-CAD915E8FA3F}" dt="2023-12-27T10:47:17.059" v="102" actId="1076"/>
          <ac:spMkLst>
            <pc:docMk/>
            <pc:sldMk cId="0" sldId="397"/>
            <ac:spMk id="43505" creationId="{1D39D043-9317-1AB5-95E9-F3DB0A17F888}"/>
          </ac:spMkLst>
        </pc:spChg>
        <pc:spChg chg="mod">
          <ac:chgData name="Margarit Meroyan" userId="630a6349-7c61-463e-804c-816773a1019c" providerId="ADAL" clId="{F542D2B9-31A9-4DE4-859A-CAD915E8FA3F}" dt="2023-12-27T10:47:17.059" v="102" actId="1076"/>
          <ac:spMkLst>
            <pc:docMk/>
            <pc:sldMk cId="0" sldId="397"/>
            <ac:spMk id="43506" creationId="{794298A3-8E1D-D0D4-589A-1040D41DE4D0}"/>
          </ac:spMkLst>
        </pc:spChg>
        <pc:spChg chg="mod">
          <ac:chgData name="Margarit Meroyan" userId="630a6349-7c61-463e-804c-816773a1019c" providerId="ADAL" clId="{F542D2B9-31A9-4DE4-859A-CAD915E8FA3F}" dt="2023-12-27T10:47:17.059" v="102" actId="1076"/>
          <ac:spMkLst>
            <pc:docMk/>
            <pc:sldMk cId="0" sldId="397"/>
            <ac:spMk id="43507" creationId="{61470292-900B-2D39-6579-FEAEFA5BF4AC}"/>
          </ac:spMkLst>
        </pc:spChg>
        <pc:spChg chg="mod">
          <ac:chgData name="Margarit Meroyan" userId="630a6349-7c61-463e-804c-816773a1019c" providerId="ADAL" clId="{F542D2B9-31A9-4DE4-859A-CAD915E8FA3F}" dt="2023-12-27T10:47:17.059" v="102" actId="1076"/>
          <ac:spMkLst>
            <pc:docMk/>
            <pc:sldMk cId="0" sldId="397"/>
            <ac:spMk id="43508" creationId="{A0B2BDCE-D134-11BB-87B6-07A6F0EDC40B}"/>
          </ac:spMkLst>
        </pc:spChg>
        <pc:spChg chg="mod">
          <ac:chgData name="Margarit Meroyan" userId="630a6349-7c61-463e-804c-816773a1019c" providerId="ADAL" clId="{F542D2B9-31A9-4DE4-859A-CAD915E8FA3F}" dt="2023-12-27T10:47:17.059" v="102" actId="1076"/>
          <ac:spMkLst>
            <pc:docMk/>
            <pc:sldMk cId="0" sldId="397"/>
            <ac:spMk id="43509" creationId="{C2F66DBB-1934-A069-6097-80E5CD580398}"/>
          </ac:spMkLst>
        </pc:spChg>
        <pc:spChg chg="mod">
          <ac:chgData name="Margarit Meroyan" userId="630a6349-7c61-463e-804c-816773a1019c" providerId="ADAL" clId="{F542D2B9-31A9-4DE4-859A-CAD915E8FA3F}" dt="2023-12-27T10:47:17.059" v="102" actId="1076"/>
          <ac:spMkLst>
            <pc:docMk/>
            <pc:sldMk cId="0" sldId="397"/>
            <ac:spMk id="43510" creationId="{D77B1AA6-5E3E-842D-B868-2EC9AB453D0A}"/>
          </ac:spMkLst>
        </pc:spChg>
        <pc:spChg chg="mod">
          <ac:chgData name="Margarit Meroyan" userId="630a6349-7c61-463e-804c-816773a1019c" providerId="ADAL" clId="{F542D2B9-31A9-4DE4-859A-CAD915E8FA3F}" dt="2023-12-27T10:47:17.059" v="102" actId="1076"/>
          <ac:spMkLst>
            <pc:docMk/>
            <pc:sldMk cId="0" sldId="397"/>
            <ac:spMk id="43511" creationId="{A4D863C4-05A4-3678-8409-3F2BE5C65777}"/>
          </ac:spMkLst>
        </pc:spChg>
        <pc:spChg chg="mod">
          <ac:chgData name="Margarit Meroyan" userId="630a6349-7c61-463e-804c-816773a1019c" providerId="ADAL" clId="{F542D2B9-31A9-4DE4-859A-CAD915E8FA3F}" dt="2023-12-27T10:47:17.059" v="102" actId="1076"/>
          <ac:spMkLst>
            <pc:docMk/>
            <pc:sldMk cId="0" sldId="397"/>
            <ac:spMk id="43512" creationId="{9413B86D-932D-DE2F-2D2A-69EF86A84917}"/>
          </ac:spMkLst>
        </pc:spChg>
        <pc:spChg chg="mod">
          <ac:chgData name="Margarit Meroyan" userId="630a6349-7c61-463e-804c-816773a1019c" providerId="ADAL" clId="{F542D2B9-31A9-4DE4-859A-CAD915E8FA3F}" dt="2023-12-27T10:47:17.059" v="102" actId="1076"/>
          <ac:spMkLst>
            <pc:docMk/>
            <pc:sldMk cId="0" sldId="397"/>
            <ac:spMk id="43513" creationId="{D33118BC-1810-C1DD-C6BE-0DB5DBF766EE}"/>
          </ac:spMkLst>
        </pc:spChg>
        <pc:spChg chg="mod">
          <ac:chgData name="Margarit Meroyan" userId="630a6349-7c61-463e-804c-816773a1019c" providerId="ADAL" clId="{F542D2B9-31A9-4DE4-859A-CAD915E8FA3F}" dt="2023-12-27T10:47:17.059" v="102" actId="1076"/>
          <ac:spMkLst>
            <pc:docMk/>
            <pc:sldMk cId="0" sldId="397"/>
            <ac:spMk id="43514" creationId="{3E5D6941-BB08-1275-C8B5-74395EB33A44}"/>
          </ac:spMkLst>
        </pc:spChg>
        <pc:spChg chg="mod">
          <ac:chgData name="Margarit Meroyan" userId="630a6349-7c61-463e-804c-816773a1019c" providerId="ADAL" clId="{F542D2B9-31A9-4DE4-859A-CAD915E8FA3F}" dt="2023-12-27T10:47:17.059" v="102" actId="1076"/>
          <ac:spMkLst>
            <pc:docMk/>
            <pc:sldMk cId="0" sldId="397"/>
            <ac:spMk id="43515" creationId="{EE08BE17-127A-77D4-C022-5446C8E1F71A}"/>
          </ac:spMkLst>
        </pc:spChg>
        <pc:spChg chg="mod">
          <ac:chgData name="Margarit Meroyan" userId="630a6349-7c61-463e-804c-816773a1019c" providerId="ADAL" clId="{F542D2B9-31A9-4DE4-859A-CAD915E8FA3F}" dt="2023-12-27T10:47:17.059" v="102" actId="1076"/>
          <ac:spMkLst>
            <pc:docMk/>
            <pc:sldMk cId="0" sldId="397"/>
            <ac:spMk id="43516" creationId="{EFB484D3-0B58-D933-F707-BBC9332305C3}"/>
          </ac:spMkLst>
        </pc:spChg>
        <pc:spChg chg="mod">
          <ac:chgData name="Margarit Meroyan" userId="630a6349-7c61-463e-804c-816773a1019c" providerId="ADAL" clId="{F542D2B9-31A9-4DE4-859A-CAD915E8FA3F}" dt="2023-12-27T10:47:17.059" v="102" actId="1076"/>
          <ac:spMkLst>
            <pc:docMk/>
            <pc:sldMk cId="0" sldId="397"/>
            <ac:spMk id="43517" creationId="{D4762457-BA17-9D2D-0B3A-4069EFB27F3A}"/>
          </ac:spMkLst>
        </pc:spChg>
        <pc:spChg chg="mod">
          <ac:chgData name="Margarit Meroyan" userId="630a6349-7c61-463e-804c-816773a1019c" providerId="ADAL" clId="{F542D2B9-31A9-4DE4-859A-CAD915E8FA3F}" dt="2023-12-27T10:47:17.059" v="102" actId="1076"/>
          <ac:spMkLst>
            <pc:docMk/>
            <pc:sldMk cId="0" sldId="397"/>
            <ac:spMk id="43518" creationId="{A105EF43-06AE-2737-DFA4-63647D45E203}"/>
          </ac:spMkLst>
        </pc:spChg>
        <pc:spChg chg="mod">
          <ac:chgData name="Margarit Meroyan" userId="630a6349-7c61-463e-804c-816773a1019c" providerId="ADAL" clId="{F542D2B9-31A9-4DE4-859A-CAD915E8FA3F}" dt="2023-12-27T10:47:17.059" v="102" actId="1076"/>
          <ac:spMkLst>
            <pc:docMk/>
            <pc:sldMk cId="0" sldId="397"/>
            <ac:spMk id="43519" creationId="{F52C6D47-CBBB-99BD-1FD4-55B028BD4951}"/>
          </ac:spMkLst>
        </pc:spChg>
        <pc:spChg chg="mod">
          <ac:chgData name="Margarit Meroyan" userId="630a6349-7c61-463e-804c-816773a1019c" providerId="ADAL" clId="{F542D2B9-31A9-4DE4-859A-CAD915E8FA3F}" dt="2023-12-27T10:47:17.059" v="102" actId="1076"/>
          <ac:spMkLst>
            <pc:docMk/>
            <pc:sldMk cId="0" sldId="397"/>
            <ac:spMk id="43520" creationId="{8DFE3BEE-63F1-FCB3-D27F-AE6A707AA9C3}"/>
          </ac:spMkLst>
        </pc:spChg>
        <pc:spChg chg="mod">
          <ac:chgData name="Margarit Meroyan" userId="630a6349-7c61-463e-804c-816773a1019c" providerId="ADAL" clId="{F542D2B9-31A9-4DE4-859A-CAD915E8FA3F}" dt="2023-12-27T10:47:17.059" v="102" actId="1076"/>
          <ac:spMkLst>
            <pc:docMk/>
            <pc:sldMk cId="0" sldId="397"/>
            <ac:spMk id="43521" creationId="{D14959CE-8D0B-2370-6412-AFA0967136CF}"/>
          </ac:spMkLst>
        </pc:spChg>
        <pc:spChg chg="mod">
          <ac:chgData name="Margarit Meroyan" userId="630a6349-7c61-463e-804c-816773a1019c" providerId="ADAL" clId="{F542D2B9-31A9-4DE4-859A-CAD915E8FA3F}" dt="2023-12-27T10:47:17.059" v="102" actId="1076"/>
          <ac:spMkLst>
            <pc:docMk/>
            <pc:sldMk cId="0" sldId="397"/>
            <ac:spMk id="43522" creationId="{0C258D3D-768C-9B4E-3278-6E3423AB3F4A}"/>
          </ac:spMkLst>
        </pc:spChg>
        <pc:spChg chg="mod">
          <ac:chgData name="Margarit Meroyan" userId="630a6349-7c61-463e-804c-816773a1019c" providerId="ADAL" clId="{F542D2B9-31A9-4DE4-859A-CAD915E8FA3F}" dt="2023-12-27T10:47:17.059" v="102" actId="1076"/>
          <ac:spMkLst>
            <pc:docMk/>
            <pc:sldMk cId="0" sldId="397"/>
            <ac:spMk id="43523" creationId="{9388DE60-0F84-B676-665F-59BBCDBD8F43}"/>
          </ac:spMkLst>
        </pc:spChg>
        <pc:spChg chg="mod">
          <ac:chgData name="Margarit Meroyan" userId="630a6349-7c61-463e-804c-816773a1019c" providerId="ADAL" clId="{F542D2B9-31A9-4DE4-859A-CAD915E8FA3F}" dt="2023-12-27T10:47:17.059" v="102" actId="1076"/>
          <ac:spMkLst>
            <pc:docMk/>
            <pc:sldMk cId="0" sldId="397"/>
            <ac:spMk id="43524" creationId="{2F6712B0-CF76-012B-85B7-D1C878D377DF}"/>
          </ac:spMkLst>
        </pc:spChg>
        <pc:spChg chg="mod">
          <ac:chgData name="Margarit Meroyan" userId="630a6349-7c61-463e-804c-816773a1019c" providerId="ADAL" clId="{F542D2B9-31A9-4DE4-859A-CAD915E8FA3F}" dt="2023-12-27T10:47:17.059" v="102" actId="1076"/>
          <ac:spMkLst>
            <pc:docMk/>
            <pc:sldMk cId="0" sldId="397"/>
            <ac:spMk id="43525" creationId="{572DF79D-C778-3457-E80E-CFED6FFE2B59}"/>
          </ac:spMkLst>
        </pc:spChg>
        <pc:spChg chg="mod">
          <ac:chgData name="Margarit Meroyan" userId="630a6349-7c61-463e-804c-816773a1019c" providerId="ADAL" clId="{F542D2B9-31A9-4DE4-859A-CAD915E8FA3F}" dt="2023-12-27T10:47:17.059" v="102" actId="1076"/>
          <ac:spMkLst>
            <pc:docMk/>
            <pc:sldMk cId="0" sldId="397"/>
            <ac:spMk id="43526" creationId="{96B2A21B-3944-CDF1-748C-A8966A454701}"/>
          </ac:spMkLst>
        </pc:spChg>
        <pc:spChg chg="mod">
          <ac:chgData name="Margarit Meroyan" userId="630a6349-7c61-463e-804c-816773a1019c" providerId="ADAL" clId="{F542D2B9-31A9-4DE4-859A-CAD915E8FA3F}" dt="2023-12-27T10:47:17.059" v="102" actId="1076"/>
          <ac:spMkLst>
            <pc:docMk/>
            <pc:sldMk cId="0" sldId="397"/>
            <ac:spMk id="43527" creationId="{DFB1CE25-8FE5-4CDC-9686-42035F54DFDC}"/>
          </ac:spMkLst>
        </pc:spChg>
        <pc:spChg chg="mod">
          <ac:chgData name="Margarit Meroyan" userId="630a6349-7c61-463e-804c-816773a1019c" providerId="ADAL" clId="{F542D2B9-31A9-4DE4-859A-CAD915E8FA3F}" dt="2023-12-27T10:47:17.059" v="102" actId="1076"/>
          <ac:spMkLst>
            <pc:docMk/>
            <pc:sldMk cId="0" sldId="397"/>
            <ac:spMk id="43528" creationId="{3DEAB432-42EC-1E4D-0963-BDEB4D427922}"/>
          </ac:spMkLst>
        </pc:spChg>
        <pc:spChg chg="mod">
          <ac:chgData name="Margarit Meroyan" userId="630a6349-7c61-463e-804c-816773a1019c" providerId="ADAL" clId="{F542D2B9-31A9-4DE4-859A-CAD915E8FA3F}" dt="2023-12-27T10:47:17.059" v="102" actId="1076"/>
          <ac:spMkLst>
            <pc:docMk/>
            <pc:sldMk cId="0" sldId="397"/>
            <ac:spMk id="43529" creationId="{61E554A8-75B8-80AE-16BE-163C10635801}"/>
          </ac:spMkLst>
        </pc:spChg>
        <pc:spChg chg="mod">
          <ac:chgData name="Margarit Meroyan" userId="630a6349-7c61-463e-804c-816773a1019c" providerId="ADAL" clId="{F542D2B9-31A9-4DE4-859A-CAD915E8FA3F}" dt="2023-12-27T10:47:17.059" v="102" actId="1076"/>
          <ac:spMkLst>
            <pc:docMk/>
            <pc:sldMk cId="0" sldId="397"/>
            <ac:spMk id="43530" creationId="{A524B339-72E0-F7E6-FCB0-D0BCD939F5A7}"/>
          </ac:spMkLst>
        </pc:spChg>
        <pc:spChg chg="mod">
          <ac:chgData name="Margarit Meroyan" userId="630a6349-7c61-463e-804c-816773a1019c" providerId="ADAL" clId="{F542D2B9-31A9-4DE4-859A-CAD915E8FA3F}" dt="2023-12-27T10:47:17.059" v="102" actId="1076"/>
          <ac:spMkLst>
            <pc:docMk/>
            <pc:sldMk cId="0" sldId="397"/>
            <ac:spMk id="43531" creationId="{8F37BAFB-ED9D-FB3E-C923-0C97CBE8CC8E}"/>
          </ac:spMkLst>
        </pc:spChg>
        <pc:spChg chg="mod">
          <ac:chgData name="Margarit Meroyan" userId="630a6349-7c61-463e-804c-816773a1019c" providerId="ADAL" clId="{F542D2B9-31A9-4DE4-859A-CAD915E8FA3F}" dt="2023-12-27T10:47:17.059" v="102" actId="1076"/>
          <ac:spMkLst>
            <pc:docMk/>
            <pc:sldMk cId="0" sldId="397"/>
            <ac:spMk id="43532" creationId="{9E60CAB8-B6C8-0446-78AD-A184B1848E55}"/>
          </ac:spMkLst>
        </pc:spChg>
        <pc:spChg chg="mod">
          <ac:chgData name="Margarit Meroyan" userId="630a6349-7c61-463e-804c-816773a1019c" providerId="ADAL" clId="{F542D2B9-31A9-4DE4-859A-CAD915E8FA3F}" dt="2023-12-27T10:47:17.059" v="102" actId="1076"/>
          <ac:spMkLst>
            <pc:docMk/>
            <pc:sldMk cId="0" sldId="397"/>
            <ac:spMk id="43533" creationId="{807CD578-7D57-65BD-E411-55BABB848DCC}"/>
          </ac:spMkLst>
        </pc:spChg>
        <pc:spChg chg="mod">
          <ac:chgData name="Margarit Meroyan" userId="630a6349-7c61-463e-804c-816773a1019c" providerId="ADAL" clId="{F542D2B9-31A9-4DE4-859A-CAD915E8FA3F}" dt="2023-12-27T10:47:17.059" v="102" actId="1076"/>
          <ac:spMkLst>
            <pc:docMk/>
            <pc:sldMk cId="0" sldId="397"/>
            <ac:spMk id="43534" creationId="{BD53CAB9-CC51-0887-3060-68868F9F6FA3}"/>
          </ac:spMkLst>
        </pc:spChg>
        <pc:spChg chg="mod">
          <ac:chgData name="Margarit Meroyan" userId="630a6349-7c61-463e-804c-816773a1019c" providerId="ADAL" clId="{F542D2B9-31A9-4DE4-859A-CAD915E8FA3F}" dt="2023-12-27T10:47:17.059" v="102" actId="1076"/>
          <ac:spMkLst>
            <pc:docMk/>
            <pc:sldMk cId="0" sldId="397"/>
            <ac:spMk id="43535" creationId="{DEE3529A-B986-A7F2-0813-CB13C803BCEE}"/>
          </ac:spMkLst>
        </pc:spChg>
        <pc:spChg chg="mod">
          <ac:chgData name="Margarit Meroyan" userId="630a6349-7c61-463e-804c-816773a1019c" providerId="ADAL" clId="{F542D2B9-31A9-4DE4-859A-CAD915E8FA3F}" dt="2023-12-27T10:47:17.059" v="102" actId="1076"/>
          <ac:spMkLst>
            <pc:docMk/>
            <pc:sldMk cId="0" sldId="397"/>
            <ac:spMk id="43536" creationId="{40E45912-9B69-1A9D-EEEC-066D2283ACF7}"/>
          </ac:spMkLst>
        </pc:spChg>
        <pc:spChg chg="mod">
          <ac:chgData name="Margarit Meroyan" userId="630a6349-7c61-463e-804c-816773a1019c" providerId="ADAL" clId="{F542D2B9-31A9-4DE4-859A-CAD915E8FA3F}" dt="2023-12-27T10:47:17.059" v="102" actId="1076"/>
          <ac:spMkLst>
            <pc:docMk/>
            <pc:sldMk cId="0" sldId="397"/>
            <ac:spMk id="43537" creationId="{5E109FAD-9219-91D2-92CB-14645FC4C80C}"/>
          </ac:spMkLst>
        </pc:spChg>
        <pc:spChg chg="mod">
          <ac:chgData name="Margarit Meroyan" userId="630a6349-7c61-463e-804c-816773a1019c" providerId="ADAL" clId="{F542D2B9-31A9-4DE4-859A-CAD915E8FA3F}" dt="2023-12-27T10:47:17.059" v="102" actId="1076"/>
          <ac:spMkLst>
            <pc:docMk/>
            <pc:sldMk cId="0" sldId="397"/>
            <ac:spMk id="43538" creationId="{895D57C4-1CD8-0BAA-EA0E-91006E9CC086}"/>
          </ac:spMkLst>
        </pc:spChg>
        <pc:spChg chg="mod">
          <ac:chgData name="Margarit Meroyan" userId="630a6349-7c61-463e-804c-816773a1019c" providerId="ADAL" clId="{F542D2B9-31A9-4DE4-859A-CAD915E8FA3F}" dt="2023-12-27T10:47:17.059" v="102" actId="1076"/>
          <ac:spMkLst>
            <pc:docMk/>
            <pc:sldMk cId="0" sldId="397"/>
            <ac:spMk id="43539" creationId="{6D963C08-ADA7-0726-BFCA-423369C09F7A}"/>
          </ac:spMkLst>
        </pc:spChg>
        <pc:spChg chg="mod">
          <ac:chgData name="Margarit Meroyan" userId="630a6349-7c61-463e-804c-816773a1019c" providerId="ADAL" clId="{F542D2B9-31A9-4DE4-859A-CAD915E8FA3F}" dt="2023-12-27T10:47:17.059" v="102" actId="1076"/>
          <ac:spMkLst>
            <pc:docMk/>
            <pc:sldMk cId="0" sldId="397"/>
            <ac:spMk id="43540" creationId="{53215B1D-063C-E6D0-29D4-4DCCAE205E31}"/>
          </ac:spMkLst>
        </pc:spChg>
        <pc:spChg chg="mod">
          <ac:chgData name="Margarit Meroyan" userId="630a6349-7c61-463e-804c-816773a1019c" providerId="ADAL" clId="{F542D2B9-31A9-4DE4-859A-CAD915E8FA3F}" dt="2023-12-27T10:47:17.059" v="102" actId="1076"/>
          <ac:spMkLst>
            <pc:docMk/>
            <pc:sldMk cId="0" sldId="397"/>
            <ac:spMk id="43541" creationId="{B446D78B-D0DD-A671-78E4-34E82E42AE45}"/>
          </ac:spMkLst>
        </pc:spChg>
        <pc:spChg chg="mod">
          <ac:chgData name="Margarit Meroyan" userId="630a6349-7c61-463e-804c-816773a1019c" providerId="ADAL" clId="{F542D2B9-31A9-4DE4-859A-CAD915E8FA3F}" dt="2023-12-27T10:47:17.059" v="102" actId="1076"/>
          <ac:spMkLst>
            <pc:docMk/>
            <pc:sldMk cId="0" sldId="397"/>
            <ac:spMk id="43542" creationId="{E326E438-9FAD-8356-1F60-238A5441B1AB}"/>
          </ac:spMkLst>
        </pc:spChg>
        <pc:spChg chg="mod">
          <ac:chgData name="Margarit Meroyan" userId="630a6349-7c61-463e-804c-816773a1019c" providerId="ADAL" clId="{F542D2B9-31A9-4DE4-859A-CAD915E8FA3F}" dt="2023-12-27T10:47:17.059" v="102" actId="1076"/>
          <ac:spMkLst>
            <pc:docMk/>
            <pc:sldMk cId="0" sldId="397"/>
            <ac:spMk id="43543" creationId="{D89B0F92-ED72-ED30-2C5C-47CAB6FFEB3A}"/>
          </ac:spMkLst>
        </pc:spChg>
        <pc:spChg chg="mod">
          <ac:chgData name="Margarit Meroyan" userId="630a6349-7c61-463e-804c-816773a1019c" providerId="ADAL" clId="{F542D2B9-31A9-4DE4-859A-CAD915E8FA3F}" dt="2023-12-27T10:47:17.059" v="102" actId="1076"/>
          <ac:spMkLst>
            <pc:docMk/>
            <pc:sldMk cId="0" sldId="397"/>
            <ac:spMk id="43544" creationId="{40BDE180-48AE-C1A0-39D3-DBC22DEC1C32}"/>
          </ac:spMkLst>
        </pc:spChg>
        <pc:spChg chg="mod">
          <ac:chgData name="Margarit Meroyan" userId="630a6349-7c61-463e-804c-816773a1019c" providerId="ADAL" clId="{F542D2B9-31A9-4DE4-859A-CAD915E8FA3F}" dt="2023-12-27T10:47:17.059" v="102" actId="1076"/>
          <ac:spMkLst>
            <pc:docMk/>
            <pc:sldMk cId="0" sldId="397"/>
            <ac:spMk id="43545" creationId="{9B017D44-C21C-335B-9915-61D7B4783E4E}"/>
          </ac:spMkLst>
        </pc:spChg>
        <pc:spChg chg="mod">
          <ac:chgData name="Margarit Meroyan" userId="630a6349-7c61-463e-804c-816773a1019c" providerId="ADAL" clId="{F542D2B9-31A9-4DE4-859A-CAD915E8FA3F}" dt="2023-12-27T10:47:17.059" v="102" actId="1076"/>
          <ac:spMkLst>
            <pc:docMk/>
            <pc:sldMk cId="0" sldId="397"/>
            <ac:spMk id="43546" creationId="{E52D6381-97BD-D1FC-371C-77C792A0F370}"/>
          </ac:spMkLst>
        </pc:spChg>
        <pc:spChg chg="mod">
          <ac:chgData name="Margarit Meroyan" userId="630a6349-7c61-463e-804c-816773a1019c" providerId="ADAL" clId="{F542D2B9-31A9-4DE4-859A-CAD915E8FA3F}" dt="2023-12-27T10:47:17.059" v="102" actId="1076"/>
          <ac:spMkLst>
            <pc:docMk/>
            <pc:sldMk cId="0" sldId="397"/>
            <ac:spMk id="43547" creationId="{F7E80AC9-AC5A-E96A-70AD-0E071E7D1FB7}"/>
          </ac:spMkLst>
        </pc:spChg>
        <pc:spChg chg="mod">
          <ac:chgData name="Margarit Meroyan" userId="630a6349-7c61-463e-804c-816773a1019c" providerId="ADAL" clId="{F542D2B9-31A9-4DE4-859A-CAD915E8FA3F}" dt="2023-12-27T10:47:17.059" v="102" actId="1076"/>
          <ac:spMkLst>
            <pc:docMk/>
            <pc:sldMk cId="0" sldId="397"/>
            <ac:spMk id="43548" creationId="{C0E79149-BCDC-38CC-3BC3-0D4276C295D4}"/>
          </ac:spMkLst>
        </pc:spChg>
        <pc:spChg chg="mod">
          <ac:chgData name="Margarit Meroyan" userId="630a6349-7c61-463e-804c-816773a1019c" providerId="ADAL" clId="{F542D2B9-31A9-4DE4-859A-CAD915E8FA3F}" dt="2023-12-27T10:47:17.059" v="102" actId="1076"/>
          <ac:spMkLst>
            <pc:docMk/>
            <pc:sldMk cId="0" sldId="397"/>
            <ac:spMk id="43549" creationId="{B438CEA0-C6BE-CB46-5162-D7DA35955D86}"/>
          </ac:spMkLst>
        </pc:spChg>
        <pc:spChg chg="mod">
          <ac:chgData name="Margarit Meroyan" userId="630a6349-7c61-463e-804c-816773a1019c" providerId="ADAL" clId="{F542D2B9-31A9-4DE4-859A-CAD915E8FA3F}" dt="2023-12-27T10:47:17.059" v="102" actId="1076"/>
          <ac:spMkLst>
            <pc:docMk/>
            <pc:sldMk cId="0" sldId="397"/>
            <ac:spMk id="43550" creationId="{2B6161BE-ECDB-2D2F-B33B-5A5CDCDD7B05}"/>
          </ac:spMkLst>
        </pc:spChg>
        <pc:spChg chg="mod">
          <ac:chgData name="Margarit Meroyan" userId="630a6349-7c61-463e-804c-816773a1019c" providerId="ADAL" clId="{F542D2B9-31A9-4DE4-859A-CAD915E8FA3F}" dt="2023-12-27T10:47:17.059" v="102" actId="1076"/>
          <ac:spMkLst>
            <pc:docMk/>
            <pc:sldMk cId="0" sldId="397"/>
            <ac:spMk id="43551" creationId="{881650E9-6613-E3EE-B351-2873C507A135}"/>
          </ac:spMkLst>
        </pc:spChg>
        <pc:spChg chg="mod">
          <ac:chgData name="Margarit Meroyan" userId="630a6349-7c61-463e-804c-816773a1019c" providerId="ADAL" clId="{F542D2B9-31A9-4DE4-859A-CAD915E8FA3F}" dt="2023-12-27T10:47:17.059" v="102" actId="1076"/>
          <ac:spMkLst>
            <pc:docMk/>
            <pc:sldMk cId="0" sldId="397"/>
            <ac:spMk id="43552" creationId="{69C5144A-EFF6-D845-5FE7-0540227B293E}"/>
          </ac:spMkLst>
        </pc:spChg>
        <pc:spChg chg="mod">
          <ac:chgData name="Margarit Meroyan" userId="630a6349-7c61-463e-804c-816773a1019c" providerId="ADAL" clId="{F542D2B9-31A9-4DE4-859A-CAD915E8FA3F}" dt="2023-12-27T10:47:17.059" v="102" actId="1076"/>
          <ac:spMkLst>
            <pc:docMk/>
            <pc:sldMk cId="0" sldId="397"/>
            <ac:spMk id="43553" creationId="{EA39E580-D7E4-63E4-BFB6-27872C3CA515}"/>
          </ac:spMkLst>
        </pc:spChg>
        <pc:spChg chg="mod">
          <ac:chgData name="Margarit Meroyan" userId="630a6349-7c61-463e-804c-816773a1019c" providerId="ADAL" clId="{F542D2B9-31A9-4DE4-859A-CAD915E8FA3F}" dt="2023-12-27T10:47:17.059" v="102" actId="1076"/>
          <ac:spMkLst>
            <pc:docMk/>
            <pc:sldMk cId="0" sldId="397"/>
            <ac:spMk id="43554" creationId="{8978FA28-A42A-B116-E1A3-AEEDC1E0A609}"/>
          </ac:spMkLst>
        </pc:spChg>
        <pc:spChg chg="mod">
          <ac:chgData name="Margarit Meroyan" userId="630a6349-7c61-463e-804c-816773a1019c" providerId="ADAL" clId="{F542D2B9-31A9-4DE4-859A-CAD915E8FA3F}" dt="2023-12-27T10:47:17.059" v="102" actId="1076"/>
          <ac:spMkLst>
            <pc:docMk/>
            <pc:sldMk cId="0" sldId="397"/>
            <ac:spMk id="43555" creationId="{388F06B8-49A3-425F-A1C5-BD541A900971}"/>
          </ac:spMkLst>
        </pc:spChg>
        <pc:spChg chg="mod">
          <ac:chgData name="Margarit Meroyan" userId="630a6349-7c61-463e-804c-816773a1019c" providerId="ADAL" clId="{F542D2B9-31A9-4DE4-859A-CAD915E8FA3F}" dt="2023-12-27T10:47:17.059" v="102" actId="1076"/>
          <ac:spMkLst>
            <pc:docMk/>
            <pc:sldMk cId="0" sldId="397"/>
            <ac:spMk id="43556" creationId="{BFB3A4A4-3102-CCC5-112D-C37979AB094A}"/>
          </ac:spMkLst>
        </pc:spChg>
        <pc:spChg chg="mod">
          <ac:chgData name="Margarit Meroyan" userId="630a6349-7c61-463e-804c-816773a1019c" providerId="ADAL" clId="{F542D2B9-31A9-4DE4-859A-CAD915E8FA3F}" dt="2023-12-27T10:47:17.059" v="102" actId="1076"/>
          <ac:spMkLst>
            <pc:docMk/>
            <pc:sldMk cId="0" sldId="397"/>
            <ac:spMk id="43557" creationId="{3B901FF7-DB80-F7ED-7449-97681A6453AD}"/>
          </ac:spMkLst>
        </pc:spChg>
        <pc:spChg chg="mod">
          <ac:chgData name="Margarit Meroyan" userId="630a6349-7c61-463e-804c-816773a1019c" providerId="ADAL" clId="{F542D2B9-31A9-4DE4-859A-CAD915E8FA3F}" dt="2023-12-27T10:47:17.059" v="102" actId="1076"/>
          <ac:spMkLst>
            <pc:docMk/>
            <pc:sldMk cId="0" sldId="397"/>
            <ac:spMk id="43558" creationId="{D3F05900-258A-55B3-E041-D1058731A8BC}"/>
          </ac:spMkLst>
        </pc:spChg>
        <pc:spChg chg="mod">
          <ac:chgData name="Margarit Meroyan" userId="630a6349-7c61-463e-804c-816773a1019c" providerId="ADAL" clId="{F542D2B9-31A9-4DE4-859A-CAD915E8FA3F}" dt="2023-12-27T10:47:17.059" v="102" actId="1076"/>
          <ac:spMkLst>
            <pc:docMk/>
            <pc:sldMk cId="0" sldId="397"/>
            <ac:spMk id="43559" creationId="{D5B80584-07EF-5268-6556-757E201C77F1}"/>
          </ac:spMkLst>
        </pc:spChg>
        <pc:spChg chg="mod">
          <ac:chgData name="Margarit Meroyan" userId="630a6349-7c61-463e-804c-816773a1019c" providerId="ADAL" clId="{F542D2B9-31A9-4DE4-859A-CAD915E8FA3F}" dt="2023-12-27T10:47:17.059" v="102" actId="1076"/>
          <ac:spMkLst>
            <pc:docMk/>
            <pc:sldMk cId="0" sldId="397"/>
            <ac:spMk id="43560" creationId="{E6F718F3-74ED-F77D-9669-871984CEB775}"/>
          </ac:spMkLst>
        </pc:spChg>
        <pc:spChg chg="mod">
          <ac:chgData name="Margarit Meroyan" userId="630a6349-7c61-463e-804c-816773a1019c" providerId="ADAL" clId="{F542D2B9-31A9-4DE4-859A-CAD915E8FA3F}" dt="2023-12-27T10:47:17.059" v="102" actId="1076"/>
          <ac:spMkLst>
            <pc:docMk/>
            <pc:sldMk cId="0" sldId="397"/>
            <ac:spMk id="43561" creationId="{B19808D2-1C53-6EC6-1D16-1E3E875A29B8}"/>
          </ac:spMkLst>
        </pc:spChg>
        <pc:spChg chg="mod">
          <ac:chgData name="Margarit Meroyan" userId="630a6349-7c61-463e-804c-816773a1019c" providerId="ADAL" clId="{F542D2B9-31A9-4DE4-859A-CAD915E8FA3F}" dt="2023-12-27T10:47:17.059" v="102" actId="1076"/>
          <ac:spMkLst>
            <pc:docMk/>
            <pc:sldMk cId="0" sldId="397"/>
            <ac:spMk id="43562" creationId="{47F78170-EB67-E29C-6617-2CF6BC18A122}"/>
          </ac:spMkLst>
        </pc:spChg>
        <pc:spChg chg="mod">
          <ac:chgData name="Margarit Meroyan" userId="630a6349-7c61-463e-804c-816773a1019c" providerId="ADAL" clId="{F542D2B9-31A9-4DE4-859A-CAD915E8FA3F}" dt="2023-12-27T10:47:17.059" v="102" actId="1076"/>
          <ac:spMkLst>
            <pc:docMk/>
            <pc:sldMk cId="0" sldId="397"/>
            <ac:spMk id="43563" creationId="{0FBF52D2-59C0-D847-7851-B90CBC5A28D3}"/>
          </ac:spMkLst>
        </pc:spChg>
        <pc:spChg chg="mod">
          <ac:chgData name="Margarit Meroyan" userId="630a6349-7c61-463e-804c-816773a1019c" providerId="ADAL" clId="{F542D2B9-31A9-4DE4-859A-CAD915E8FA3F}" dt="2023-12-27T10:47:17.059" v="102" actId="1076"/>
          <ac:spMkLst>
            <pc:docMk/>
            <pc:sldMk cId="0" sldId="397"/>
            <ac:spMk id="43564" creationId="{EDFB8B28-3C8C-705C-4D9C-27FAC6B6344D}"/>
          </ac:spMkLst>
        </pc:spChg>
        <pc:spChg chg="mod">
          <ac:chgData name="Margarit Meroyan" userId="630a6349-7c61-463e-804c-816773a1019c" providerId="ADAL" clId="{F542D2B9-31A9-4DE4-859A-CAD915E8FA3F}" dt="2023-12-27T10:47:17.059" v="102" actId="1076"/>
          <ac:spMkLst>
            <pc:docMk/>
            <pc:sldMk cId="0" sldId="397"/>
            <ac:spMk id="43565" creationId="{D1C48A2C-3159-5C4E-2B80-4214E8BCB0A9}"/>
          </ac:spMkLst>
        </pc:spChg>
        <pc:spChg chg="mod">
          <ac:chgData name="Margarit Meroyan" userId="630a6349-7c61-463e-804c-816773a1019c" providerId="ADAL" clId="{F542D2B9-31A9-4DE4-859A-CAD915E8FA3F}" dt="2023-12-27T10:47:17.059" v="102" actId="1076"/>
          <ac:spMkLst>
            <pc:docMk/>
            <pc:sldMk cId="0" sldId="397"/>
            <ac:spMk id="43566" creationId="{8623984D-CB88-DBF4-33F4-9283D6FA1EBF}"/>
          </ac:spMkLst>
        </pc:spChg>
        <pc:spChg chg="mod">
          <ac:chgData name="Margarit Meroyan" userId="630a6349-7c61-463e-804c-816773a1019c" providerId="ADAL" clId="{F542D2B9-31A9-4DE4-859A-CAD915E8FA3F}" dt="2023-12-27T10:47:17.059" v="102" actId="1076"/>
          <ac:spMkLst>
            <pc:docMk/>
            <pc:sldMk cId="0" sldId="397"/>
            <ac:spMk id="43567" creationId="{AF44E814-85F1-510F-4E60-2E29BFAB5766}"/>
          </ac:spMkLst>
        </pc:spChg>
        <pc:spChg chg="mod">
          <ac:chgData name="Margarit Meroyan" userId="630a6349-7c61-463e-804c-816773a1019c" providerId="ADAL" clId="{F542D2B9-31A9-4DE4-859A-CAD915E8FA3F}" dt="2023-12-27T10:47:17.059" v="102" actId="1076"/>
          <ac:spMkLst>
            <pc:docMk/>
            <pc:sldMk cId="0" sldId="397"/>
            <ac:spMk id="43568" creationId="{CC5D62E5-A826-8752-BD13-828DD4322D29}"/>
          </ac:spMkLst>
        </pc:spChg>
        <pc:spChg chg="mod">
          <ac:chgData name="Margarit Meroyan" userId="630a6349-7c61-463e-804c-816773a1019c" providerId="ADAL" clId="{F542D2B9-31A9-4DE4-859A-CAD915E8FA3F}" dt="2023-12-27T10:47:17.059" v="102" actId="1076"/>
          <ac:spMkLst>
            <pc:docMk/>
            <pc:sldMk cId="0" sldId="397"/>
            <ac:spMk id="43569" creationId="{AE49396B-5B05-9B5A-DE7D-E7877090CE17}"/>
          </ac:spMkLst>
        </pc:spChg>
        <pc:spChg chg="mod">
          <ac:chgData name="Margarit Meroyan" userId="630a6349-7c61-463e-804c-816773a1019c" providerId="ADAL" clId="{F542D2B9-31A9-4DE4-859A-CAD915E8FA3F}" dt="2023-12-27T10:47:17.059" v="102" actId="1076"/>
          <ac:spMkLst>
            <pc:docMk/>
            <pc:sldMk cId="0" sldId="397"/>
            <ac:spMk id="43570" creationId="{853E976E-E3F2-DB29-6A51-53BF1548E806}"/>
          </ac:spMkLst>
        </pc:spChg>
        <pc:spChg chg="mod">
          <ac:chgData name="Margarit Meroyan" userId="630a6349-7c61-463e-804c-816773a1019c" providerId="ADAL" clId="{F542D2B9-31A9-4DE4-859A-CAD915E8FA3F}" dt="2023-12-27T10:47:17.059" v="102" actId="1076"/>
          <ac:spMkLst>
            <pc:docMk/>
            <pc:sldMk cId="0" sldId="397"/>
            <ac:spMk id="43571" creationId="{F70271A1-553C-1E92-2F26-FC0B5B3ED6B7}"/>
          </ac:spMkLst>
        </pc:spChg>
        <pc:spChg chg="mod">
          <ac:chgData name="Margarit Meroyan" userId="630a6349-7c61-463e-804c-816773a1019c" providerId="ADAL" clId="{F542D2B9-31A9-4DE4-859A-CAD915E8FA3F}" dt="2023-12-27T10:47:17.059" v="102" actId="1076"/>
          <ac:spMkLst>
            <pc:docMk/>
            <pc:sldMk cId="0" sldId="397"/>
            <ac:spMk id="43572" creationId="{845B3227-E1E2-DDDD-3E5A-32DEDD47A17D}"/>
          </ac:spMkLst>
        </pc:spChg>
        <pc:spChg chg="mod">
          <ac:chgData name="Margarit Meroyan" userId="630a6349-7c61-463e-804c-816773a1019c" providerId="ADAL" clId="{F542D2B9-31A9-4DE4-859A-CAD915E8FA3F}" dt="2023-12-27T10:47:17.059" v="102" actId="1076"/>
          <ac:spMkLst>
            <pc:docMk/>
            <pc:sldMk cId="0" sldId="397"/>
            <ac:spMk id="43573" creationId="{1B105C07-6E0F-66E5-DCBB-266353B4F9EF}"/>
          </ac:spMkLst>
        </pc:spChg>
        <pc:spChg chg="mod">
          <ac:chgData name="Margarit Meroyan" userId="630a6349-7c61-463e-804c-816773a1019c" providerId="ADAL" clId="{F542D2B9-31A9-4DE4-859A-CAD915E8FA3F}" dt="2023-12-27T10:47:17.059" v="102" actId="1076"/>
          <ac:spMkLst>
            <pc:docMk/>
            <pc:sldMk cId="0" sldId="397"/>
            <ac:spMk id="43574" creationId="{392F74B2-780F-907D-BCF5-8BAD60BB9602}"/>
          </ac:spMkLst>
        </pc:spChg>
        <pc:spChg chg="mod">
          <ac:chgData name="Margarit Meroyan" userId="630a6349-7c61-463e-804c-816773a1019c" providerId="ADAL" clId="{F542D2B9-31A9-4DE4-859A-CAD915E8FA3F}" dt="2023-12-27T10:47:17.059" v="102" actId="1076"/>
          <ac:spMkLst>
            <pc:docMk/>
            <pc:sldMk cId="0" sldId="397"/>
            <ac:spMk id="43575" creationId="{9312C40E-B32F-689D-7B43-818D4379B584}"/>
          </ac:spMkLst>
        </pc:spChg>
        <pc:spChg chg="mod">
          <ac:chgData name="Margarit Meroyan" userId="630a6349-7c61-463e-804c-816773a1019c" providerId="ADAL" clId="{F542D2B9-31A9-4DE4-859A-CAD915E8FA3F}" dt="2023-12-27T10:47:17.059" v="102" actId="1076"/>
          <ac:spMkLst>
            <pc:docMk/>
            <pc:sldMk cId="0" sldId="397"/>
            <ac:spMk id="43576" creationId="{1C6D23B0-1D13-7948-C157-53B192C691BD}"/>
          </ac:spMkLst>
        </pc:spChg>
        <pc:spChg chg="mod">
          <ac:chgData name="Margarit Meroyan" userId="630a6349-7c61-463e-804c-816773a1019c" providerId="ADAL" clId="{F542D2B9-31A9-4DE4-859A-CAD915E8FA3F}" dt="2023-12-27T10:47:17.059" v="102" actId="1076"/>
          <ac:spMkLst>
            <pc:docMk/>
            <pc:sldMk cId="0" sldId="397"/>
            <ac:spMk id="43577" creationId="{B1717D29-6463-9B26-20E9-48591136C517}"/>
          </ac:spMkLst>
        </pc:spChg>
        <pc:spChg chg="mod">
          <ac:chgData name="Margarit Meroyan" userId="630a6349-7c61-463e-804c-816773a1019c" providerId="ADAL" clId="{F542D2B9-31A9-4DE4-859A-CAD915E8FA3F}" dt="2023-12-27T10:47:17.059" v="102" actId="1076"/>
          <ac:spMkLst>
            <pc:docMk/>
            <pc:sldMk cId="0" sldId="397"/>
            <ac:spMk id="43578" creationId="{3851F85C-1143-95EB-40D1-9029C2E621AF}"/>
          </ac:spMkLst>
        </pc:spChg>
        <pc:spChg chg="mod">
          <ac:chgData name="Margarit Meroyan" userId="630a6349-7c61-463e-804c-816773a1019c" providerId="ADAL" clId="{F542D2B9-31A9-4DE4-859A-CAD915E8FA3F}" dt="2023-12-27T10:47:17.059" v="102" actId="1076"/>
          <ac:spMkLst>
            <pc:docMk/>
            <pc:sldMk cId="0" sldId="397"/>
            <ac:spMk id="43579" creationId="{DE85FB77-9EE4-6017-FE8A-1737289D3D3A}"/>
          </ac:spMkLst>
        </pc:spChg>
        <pc:spChg chg="mod">
          <ac:chgData name="Margarit Meroyan" userId="630a6349-7c61-463e-804c-816773a1019c" providerId="ADAL" clId="{F542D2B9-31A9-4DE4-859A-CAD915E8FA3F}" dt="2023-12-27T10:47:17.059" v="102" actId="1076"/>
          <ac:spMkLst>
            <pc:docMk/>
            <pc:sldMk cId="0" sldId="397"/>
            <ac:spMk id="43580" creationId="{53C27AC4-6664-062D-C151-BBAF926D7FCF}"/>
          </ac:spMkLst>
        </pc:spChg>
        <pc:spChg chg="mod">
          <ac:chgData name="Margarit Meroyan" userId="630a6349-7c61-463e-804c-816773a1019c" providerId="ADAL" clId="{F542D2B9-31A9-4DE4-859A-CAD915E8FA3F}" dt="2023-12-27T10:47:17.059" v="102" actId="1076"/>
          <ac:spMkLst>
            <pc:docMk/>
            <pc:sldMk cId="0" sldId="397"/>
            <ac:spMk id="43581" creationId="{7F09E1E2-E9A1-DC83-0E37-8C2DB18DEA03}"/>
          </ac:spMkLst>
        </pc:spChg>
        <pc:spChg chg="mod">
          <ac:chgData name="Margarit Meroyan" userId="630a6349-7c61-463e-804c-816773a1019c" providerId="ADAL" clId="{F542D2B9-31A9-4DE4-859A-CAD915E8FA3F}" dt="2023-12-27T10:47:17.059" v="102" actId="1076"/>
          <ac:spMkLst>
            <pc:docMk/>
            <pc:sldMk cId="0" sldId="397"/>
            <ac:spMk id="43582" creationId="{8C8DF6F2-5685-8EA5-CA23-EB66D1E0FDF6}"/>
          </ac:spMkLst>
        </pc:spChg>
        <pc:spChg chg="mod">
          <ac:chgData name="Margarit Meroyan" userId="630a6349-7c61-463e-804c-816773a1019c" providerId="ADAL" clId="{F542D2B9-31A9-4DE4-859A-CAD915E8FA3F}" dt="2023-12-27T10:47:17.059" v="102" actId="1076"/>
          <ac:spMkLst>
            <pc:docMk/>
            <pc:sldMk cId="0" sldId="397"/>
            <ac:spMk id="43583" creationId="{D22CD254-8366-6BC9-ECC3-6445DC74C7F6}"/>
          </ac:spMkLst>
        </pc:spChg>
        <pc:spChg chg="mod">
          <ac:chgData name="Margarit Meroyan" userId="630a6349-7c61-463e-804c-816773a1019c" providerId="ADAL" clId="{F542D2B9-31A9-4DE4-859A-CAD915E8FA3F}" dt="2023-12-27T10:47:17.059" v="102" actId="1076"/>
          <ac:spMkLst>
            <pc:docMk/>
            <pc:sldMk cId="0" sldId="397"/>
            <ac:spMk id="43584" creationId="{C87691C7-A76C-9C7D-3697-FC8CC9363985}"/>
          </ac:spMkLst>
        </pc:spChg>
        <pc:spChg chg="mod">
          <ac:chgData name="Margarit Meroyan" userId="630a6349-7c61-463e-804c-816773a1019c" providerId="ADAL" clId="{F542D2B9-31A9-4DE4-859A-CAD915E8FA3F}" dt="2023-12-27T10:47:17.059" v="102" actId="1076"/>
          <ac:spMkLst>
            <pc:docMk/>
            <pc:sldMk cId="0" sldId="397"/>
            <ac:spMk id="43585" creationId="{A5A46893-93F9-524E-C1B9-5E405B4CD018}"/>
          </ac:spMkLst>
        </pc:spChg>
        <pc:spChg chg="mod">
          <ac:chgData name="Margarit Meroyan" userId="630a6349-7c61-463e-804c-816773a1019c" providerId="ADAL" clId="{F542D2B9-31A9-4DE4-859A-CAD915E8FA3F}" dt="2023-12-27T10:47:17.059" v="102" actId="1076"/>
          <ac:spMkLst>
            <pc:docMk/>
            <pc:sldMk cId="0" sldId="397"/>
            <ac:spMk id="43586" creationId="{E03F5EB4-F57D-6FCE-92EC-CD3A7C780A21}"/>
          </ac:spMkLst>
        </pc:spChg>
        <pc:spChg chg="mod">
          <ac:chgData name="Margarit Meroyan" userId="630a6349-7c61-463e-804c-816773a1019c" providerId="ADAL" clId="{F542D2B9-31A9-4DE4-859A-CAD915E8FA3F}" dt="2023-12-27T10:47:17.059" v="102" actId="1076"/>
          <ac:spMkLst>
            <pc:docMk/>
            <pc:sldMk cId="0" sldId="397"/>
            <ac:spMk id="43587" creationId="{5D031EF6-A0B1-75EF-D73D-2A5895EF38AE}"/>
          </ac:spMkLst>
        </pc:spChg>
        <pc:spChg chg="mod">
          <ac:chgData name="Margarit Meroyan" userId="630a6349-7c61-463e-804c-816773a1019c" providerId="ADAL" clId="{F542D2B9-31A9-4DE4-859A-CAD915E8FA3F}" dt="2023-12-27T10:47:17.059" v="102" actId="1076"/>
          <ac:spMkLst>
            <pc:docMk/>
            <pc:sldMk cId="0" sldId="397"/>
            <ac:spMk id="43588" creationId="{020C9A5D-054F-95C5-7AEA-FEA3EE836897}"/>
          </ac:spMkLst>
        </pc:spChg>
        <pc:spChg chg="mod">
          <ac:chgData name="Margarit Meroyan" userId="630a6349-7c61-463e-804c-816773a1019c" providerId="ADAL" clId="{F542D2B9-31A9-4DE4-859A-CAD915E8FA3F}" dt="2023-12-27T10:47:17.059" v="102" actId="1076"/>
          <ac:spMkLst>
            <pc:docMk/>
            <pc:sldMk cId="0" sldId="397"/>
            <ac:spMk id="43589" creationId="{B4AA5372-55E6-CE01-9A91-6E069B961A04}"/>
          </ac:spMkLst>
        </pc:spChg>
        <pc:spChg chg="mod">
          <ac:chgData name="Margarit Meroyan" userId="630a6349-7c61-463e-804c-816773a1019c" providerId="ADAL" clId="{F542D2B9-31A9-4DE4-859A-CAD915E8FA3F}" dt="2023-12-27T10:47:17.059" v="102" actId="1076"/>
          <ac:spMkLst>
            <pc:docMk/>
            <pc:sldMk cId="0" sldId="397"/>
            <ac:spMk id="43590" creationId="{A891F24F-362E-CF9F-4005-83B18505F32D}"/>
          </ac:spMkLst>
        </pc:spChg>
        <pc:spChg chg="mod">
          <ac:chgData name="Margarit Meroyan" userId="630a6349-7c61-463e-804c-816773a1019c" providerId="ADAL" clId="{F542D2B9-31A9-4DE4-859A-CAD915E8FA3F}" dt="2023-12-27T10:47:17.059" v="102" actId="1076"/>
          <ac:spMkLst>
            <pc:docMk/>
            <pc:sldMk cId="0" sldId="397"/>
            <ac:spMk id="43591" creationId="{20B84A28-3C99-E847-1387-816E86FAA036}"/>
          </ac:spMkLst>
        </pc:spChg>
        <pc:spChg chg="mod">
          <ac:chgData name="Margarit Meroyan" userId="630a6349-7c61-463e-804c-816773a1019c" providerId="ADAL" clId="{F542D2B9-31A9-4DE4-859A-CAD915E8FA3F}" dt="2023-12-27T10:47:17.059" v="102" actId="1076"/>
          <ac:spMkLst>
            <pc:docMk/>
            <pc:sldMk cId="0" sldId="397"/>
            <ac:spMk id="43592" creationId="{F0705B20-53BF-5470-21B7-1A1D5D4FC0D3}"/>
          </ac:spMkLst>
        </pc:spChg>
        <pc:spChg chg="mod">
          <ac:chgData name="Margarit Meroyan" userId="630a6349-7c61-463e-804c-816773a1019c" providerId="ADAL" clId="{F542D2B9-31A9-4DE4-859A-CAD915E8FA3F}" dt="2023-12-27T10:47:17.059" v="102" actId="1076"/>
          <ac:spMkLst>
            <pc:docMk/>
            <pc:sldMk cId="0" sldId="397"/>
            <ac:spMk id="43593" creationId="{6746FA85-CEFF-FF4C-AB45-8B75C23C1535}"/>
          </ac:spMkLst>
        </pc:spChg>
        <pc:spChg chg="mod">
          <ac:chgData name="Margarit Meroyan" userId="630a6349-7c61-463e-804c-816773a1019c" providerId="ADAL" clId="{F542D2B9-31A9-4DE4-859A-CAD915E8FA3F}" dt="2023-12-27T10:47:17.059" v="102" actId="1076"/>
          <ac:spMkLst>
            <pc:docMk/>
            <pc:sldMk cId="0" sldId="397"/>
            <ac:spMk id="43594" creationId="{37919255-0B1E-107F-098E-5E72B0CFE7CC}"/>
          </ac:spMkLst>
        </pc:spChg>
        <pc:spChg chg="mod">
          <ac:chgData name="Margarit Meroyan" userId="630a6349-7c61-463e-804c-816773a1019c" providerId="ADAL" clId="{F542D2B9-31A9-4DE4-859A-CAD915E8FA3F}" dt="2023-12-27T10:47:17.059" v="102" actId="1076"/>
          <ac:spMkLst>
            <pc:docMk/>
            <pc:sldMk cId="0" sldId="397"/>
            <ac:spMk id="43595" creationId="{D50ADAEF-17AC-FFCB-3F1B-EC5908BEEFF7}"/>
          </ac:spMkLst>
        </pc:spChg>
        <pc:spChg chg="mod">
          <ac:chgData name="Margarit Meroyan" userId="630a6349-7c61-463e-804c-816773a1019c" providerId="ADAL" clId="{F542D2B9-31A9-4DE4-859A-CAD915E8FA3F}" dt="2023-12-27T10:47:17.059" v="102" actId="1076"/>
          <ac:spMkLst>
            <pc:docMk/>
            <pc:sldMk cId="0" sldId="397"/>
            <ac:spMk id="43596" creationId="{D4D00FF2-0539-67AB-F195-A0F26CBEC537}"/>
          </ac:spMkLst>
        </pc:spChg>
        <pc:spChg chg="mod">
          <ac:chgData name="Margarit Meroyan" userId="630a6349-7c61-463e-804c-816773a1019c" providerId="ADAL" clId="{F542D2B9-31A9-4DE4-859A-CAD915E8FA3F}" dt="2023-12-27T10:47:17.059" v="102" actId="1076"/>
          <ac:spMkLst>
            <pc:docMk/>
            <pc:sldMk cId="0" sldId="397"/>
            <ac:spMk id="43597" creationId="{97C5FFCA-080B-D79E-5A6C-A81F2E26FF06}"/>
          </ac:spMkLst>
        </pc:spChg>
        <pc:spChg chg="mod">
          <ac:chgData name="Margarit Meroyan" userId="630a6349-7c61-463e-804c-816773a1019c" providerId="ADAL" clId="{F542D2B9-31A9-4DE4-859A-CAD915E8FA3F}" dt="2023-12-27T10:47:17.059" v="102" actId="1076"/>
          <ac:spMkLst>
            <pc:docMk/>
            <pc:sldMk cId="0" sldId="397"/>
            <ac:spMk id="43598" creationId="{F9D233CC-A10C-B05D-0C1D-83A3CB515C5A}"/>
          </ac:spMkLst>
        </pc:spChg>
        <pc:spChg chg="mod">
          <ac:chgData name="Margarit Meroyan" userId="630a6349-7c61-463e-804c-816773a1019c" providerId="ADAL" clId="{F542D2B9-31A9-4DE4-859A-CAD915E8FA3F}" dt="2023-12-27T10:47:17.059" v="102" actId="1076"/>
          <ac:spMkLst>
            <pc:docMk/>
            <pc:sldMk cId="0" sldId="397"/>
            <ac:spMk id="43599" creationId="{0977DFAE-52C5-0284-198C-5BCBF39B07E9}"/>
          </ac:spMkLst>
        </pc:spChg>
        <pc:spChg chg="mod">
          <ac:chgData name="Margarit Meroyan" userId="630a6349-7c61-463e-804c-816773a1019c" providerId="ADAL" clId="{F542D2B9-31A9-4DE4-859A-CAD915E8FA3F}" dt="2023-12-27T10:47:17.059" v="102" actId="1076"/>
          <ac:spMkLst>
            <pc:docMk/>
            <pc:sldMk cId="0" sldId="397"/>
            <ac:spMk id="43600" creationId="{B9623833-28EB-823A-BE5D-EAE8CEF9440E}"/>
          </ac:spMkLst>
        </pc:spChg>
        <pc:spChg chg="mod">
          <ac:chgData name="Margarit Meroyan" userId="630a6349-7c61-463e-804c-816773a1019c" providerId="ADAL" clId="{F542D2B9-31A9-4DE4-859A-CAD915E8FA3F}" dt="2023-12-27T10:47:17.059" v="102" actId="1076"/>
          <ac:spMkLst>
            <pc:docMk/>
            <pc:sldMk cId="0" sldId="397"/>
            <ac:spMk id="43601" creationId="{C0BFCF26-C69C-B0AE-8458-5B012639C967}"/>
          </ac:spMkLst>
        </pc:spChg>
        <pc:spChg chg="mod">
          <ac:chgData name="Margarit Meroyan" userId="630a6349-7c61-463e-804c-816773a1019c" providerId="ADAL" clId="{F542D2B9-31A9-4DE4-859A-CAD915E8FA3F}" dt="2023-12-27T10:47:17.059" v="102" actId="1076"/>
          <ac:spMkLst>
            <pc:docMk/>
            <pc:sldMk cId="0" sldId="397"/>
            <ac:spMk id="43602" creationId="{92BEE317-710E-2B3D-B0EF-034C2745D464}"/>
          </ac:spMkLst>
        </pc:spChg>
        <pc:spChg chg="mod">
          <ac:chgData name="Margarit Meroyan" userId="630a6349-7c61-463e-804c-816773a1019c" providerId="ADAL" clId="{F542D2B9-31A9-4DE4-859A-CAD915E8FA3F}" dt="2023-12-27T10:47:17.059" v="102" actId="1076"/>
          <ac:spMkLst>
            <pc:docMk/>
            <pc:sldMk cId="0" sldId="397"/>
            <ac:spMk id="43603" creationId="{B27D9411-0E30-5876-257E-02E80D9A010D}"/>
          </ac:spMkLst>
        </pc:spChg>
        <pc:spChg chg="mod">
          <ac:chgData name="Margarit Meroyan" userId="630a6349-7c61-463e-804c-816773a1019c" providerId="ADAL" clId="{F542D2B9-31A9-4DE4-859A-CAD915E8FA3F}" dt="2023-12-27T10:47:17.059" v="102" actId="1076"/>
          <ac:spMkLst>
            <pc:docMk/>
            <pc:sldMk cId="0" sldId="397"/>
            <ac:spMk id="43604" creationId="{3813E4EB-7B0A-EDA9-EC64-CB1A4423386D}"/>
          </ac:spMkLst>
        </pc:spChg>
        <pc:spChg chg="mod">
          <ac:chgData name="Margarit Meroyan" userId="630a6349-7c61-463e-804c-816773a1019c" providerId="ADAL" clId="{F542D2B9-31A9-4DE4-859A-CAD915E8FA3F}" dt="2023-12-27T10:47:17.059" v="102" actId="1076"/>
          <ac:spMkLst>
            <pc:docMk/>
            <pc:sldMk cId="0" sldId="397"/>
            <ac:spMk id="43605" creationId="{DE566235-8845-CFE1-647B-1CEC25BDF585}"/>
          </ac:spMkLst>
        </pc:spChg>
        <pc:spChg chg="mod">
          <ac:chgData name="Margarit Meroyan" userId="630a6349-7c61-463e-804c-816773a1019c" providerId="ADAL" clId="{F542D2B9-31A9-4DE4-859A-CAD915E8FA3F}" dt="2023-12-27T10:47:17.059" v="102" actId="1076"/>
          <ac:spMkLst>
            <pc:docMk/>
            <pc:sldMk cId="0" sldId="397"/>
            <ac:spMk id="43606" creationId="{8EA68F54-C536-3536-12CA-767F01F525EE}"/>
          </ac:spMkLst>
        </pc:spChg>
        <pc:spChg chg="mod">
          <ac:chgData name="Margarit Meroyan" userId="630a6349-7c61-463e-804c-816773a1019c" providerId="ADAL" clId="{F542D2B9-31A9-4DE4-859A-CAD915E8FA3F}" dt="2023-12-27T10:47:17.059" v="102" actId="1076"/>
          <ac:spMkLst>
            <pc:docMk/>
            <pc:sldMk cId="0" sldId="397"/>
            <ac:spMk id="43607" creationId="{48621F84-48B6-1F75-CC75-3F3F4BB63307}"/>
          </ac:spMkLst>
        </pc:spChg>
        <pc:spChg chg="mod">
          <ac:chgData name="Margarit Meroyan" userId="630a6349-7c61-463e-804c-816773a1019c" providerId="ADAL" clId="{F542D2B9-31A9-4DE4-859A-CAD915E8FA3F}" dt="2023-12-27T10:47:17.059" v="102" actId="1076"/>
          <ac:spMkLst>
            <pc:docMk/>
            <pc:sldMk cId="0" sldId="397"/>
            <ac:spMk id="43608" creationId="{6E541D86-99E3-60D6-B032-6F09F039D982}"/>
          </ac:spMkLst>
        </pc:spChg>
        <pc:spChg chg="mod">
          <ac:chgData name="Margarit Meroyan" userId="630a6349-7c61-463e-804c-816773a1019c" providerId="ADAL" clId="{F542D2B9-31A9-4DE4-859A-CAD915E8FA3F}" dt="2023-12-27T10:47:17.059" v="102" actId="1076"/>
          <ac:spMkLst>
            <pc:docMk/>
            <pc:sldMk cId="0" sldId="397"/>
            <ac:spMk id="43609" creationId="{4962E4A7-8DC6-E795-2895-041614F84778}"/>
          </ac:spMkLst>
        </pc:spChg>
        <pc:spChg chg="mod">
          <ac:chgData name="Margarit Meroyan" userId="630a6349-7c61-463e-804c-816773a1019c" providerId="ADAL" clId="{F542D2B9-31A9-4DE4-859A-CAD915E8FA3F}" dt="2023-12-27T10:47:17.059" v="102" actId="1076"/>
          <ac:spMkLst>
            <pc:docMk/>
            <pc:sldMk cId="0" sldId="397"/>
            <ac:spMk id="43610" creationId="{4D4D934B-2EE4-EF30-5F04-97FB86914777}"/>
          </ac:spMkLst>
        </pc:spChg>
        <pc:spChg chg="mod">
          <ac:chgData name="Margarit Meroyan" userId="630a6349-7c61-463e-804c-816773a1019c" providerId="ADAL" clId="{F542D2B9-31A9-4DE4-859A-CAD915E8FA3F}" dt="2023-12-27T10:47:17.059" v="102" actId="1076"/>
          <ac:spMkLst>
            <pc:docMk/>
            <pc:sldMk cId="0" sldId="397"/>
            <ac:spMk id="43611" creationId="{9AE43856-8EB4-BE43-418E-23B95B425ECC}"/>
          </ac:spMkLst>
        </pc:spChg>
        <pc:spChg chg="mod">
          <ac:chgData name="Margarit Meroyan" userId="630a6349-7c61-463e-804c-816773a1019c" providerId="ADAL" clId="{F542D2B9-31A9-4DE4-859A-CAD915E8FA3F}" dt="2023-12-27T10:47:17.059" v="102" actId="1076"/>
          <ac:spMkLst>
            <pc:docMk/>
            <pc:sldMk cId="0" sldId="397"/>
            <ac:spMk id="43612" creationId="{BC3AFBCB-DD9F-6877-48E2-EE59032BDACF}"/>
          </ac:spMkLst>
        </pc:spChg>
        <pc:spChg chg="mod">
          <ac:chgData name="Margarit Meroyan" userId="630a6349-7c61-463e-804c-816773a1019c" providerId="ADAL" clId="{F542D2B9-31A9-4DE4-859A-CAD915E8FA3F}" dt="2023-12-27T10:47:17.059" v="102" actId="1076"/>
          <ac:spMkLst>
            <pc:docMk/>
            <pc:sldMk cId="0" sldId="397"/>
            <ac:spMk id="43613" creationId="{357D52F9-9C13-BF7B-E44F-EE7490F86C9C}"/>
          </ac:spMkLst>
        </pc:spChg>
        <pc:spChg chg="mod">
          <ac:chgData name="Margarit Meroyan" userId="630a6349-7c61-463e-804c-816773a1019c" providerId="ADAL" clId="{F542D2B9-31A9-4DE4-859A-CAD915E8FA3F}" dt="2023-12-27T10:47:17.059" v="102" actId="1076"/>
          <ac:spMkLst>
            <pc:docMk/>
            <pc:sldMk cId="0" sldId="397"/>
            <ac:spMk id="43614" creationId="{EF6B2001-7C35-F13D-34EA-8758AA313B3D}"/>
          </ac:spMkLst>
        </pc:spChg>
        <pc:spChg chg="mod">
          <ac:chgData name="Margarit Meroyan" userId="630a6349-7c61-463e-804c-816773a1019c" providerId="ADAL" clId="{F542D2B9-31A9-4DE4-859A-CAD915E8FA3F}" dt="2023-12-27T10:47:17.059" v="102" actId="1076"/>
          <ac:spMkLst>
            <pc:docMk/>
            <pc:sldMk cId="0" sldId="397"/>
            <ac:spMk id="43615" creationId="{87949EE3-50E0-0962-31AC-AB32BC5BF3A6}"/>
          </ac:spMkLst>
        </pc:spChg>
        <pc:spChg chg="mod">
          <ac:chgData name="Margarit Meroyan" userId="630a6349-7c61-463e-804c-816773a1019c" providerId="ADAL" clId="{F542D2B9-31A9-4DE4-859A-CAD915E8FA3F}" dt="2023-12-27T10:47:17.059" v="102" actId="1076"/>
          <ac:spMkLst>
            <pc:docMk/>
            <pc:sldMk cId="0" sldId="397"/>
            <ac:spMk id="43616" creationId="{2DDC10A5-9667-0383-CFA6-EF065029D54A}"/>
          </ac:spMkLst>
        </pc:spChg>
        <pc:spChg chg="mod">
          <ac:chgData name="Margarit Meroyan" userId="630a6349-7c61-463e-804c-816773a1019c" providerId="ADAL" clId="{F542D2B9-31A9-4DE4-859A-CAD915E8FA3F}" dt="2023-12-27T10:47:17.059" v="102" actId="1076"/>
          <ac:spMkLst>
            <pc:docMk/>
            <pc:sldMk cId="0" sldId="397"/>
            <ac:spMk id="43617" creationId="{7430C35C-187D-9C9F-D12B-086487CA95B7}"/>
          </ac:spMkLst>
        </pc:spChg>
        <pc:spChg chg="mod">
          <ac:chgData name="Margarit Meroyan" userId="630a6349-7c61-463e-804c-816773a1019c" providerId="ADAL" clId="{F542D2B9-31A9-4DE4-859A-CAD915E8FA3F}" dt="2023-12-27T10:47:17.059" v="102" actId="1076"/>
          <ac:spMkLst>
            <pc:docMk/>
            <pc:sldMk cId="0" sldId="397"/>
            <ac:spMk id="43618" creationId="{8D179085-3BA3-8FC2-3283-4CDE33E2AF7E}"/>
          </ac:spMkLst>
        </pc:spChg>
        <pc:spChg chg="mod">
          <ac:chgData name="Margarit Meroyan" userId="630a6349-7c61-463e-804c-816773a1019c" providerId="ADAL" clId="{F542D2B9-31A9-4DE4-859A-CAD915E8FA3F}" dt="2023-12-27T10:47:17.059" v="102" actId="1076"/>
          <ac:spMkLst>
            <pc:docMk/>
            <pc:sldMk cId="0" sldId="397"/>
            <ac:spMk id="43619" creationId="{5ADB3D4D-6C42-516B-EACD-4B8E76F09EEB}"/>
          </ac:spMkLst>
        </pc:spChg>
        <pc:spChg chg="mod">
          <ac:chgData name="Margarit Meroyan" userId="630a6349-7c61-463e-804c-816773a1019c" providerId="ADAL" clId="{F542D2B9-31A9-4DE4-859A-CAD915E8FA3F}" dt="2023-12-27T10:47:17.059" v="102" actId="1076"/>
          <ac:spMkLst>
            <pc:docMk/>
            <pc:sldMk cId="0" sldId="397"/>
            <ac:spMk id="43620" creationId="{77017DF3-499D-E6F3-0175-9503F0FB90E2}"/>
          </ac:spMkLst>
        </pc:spChg>
        <pc:spChg chg="mod">
          <ac:chgData name="Margarit Meroyan" userId="630a6349-7c61-463e-804c-816773a1019c" providerId="ADAL" clId="{F542D2B9-31A9-4DE4-859A-CAD915E8FA3F}" dt="2023-12-27T10:47:17.059" v="102" actId="1076"/>
          <ac:spMkLst>
            <pc:docMk/>
            <pc:sldMk cId="0" sldId="397"/>
            <ac:spMk id="43621" creationId="{B0D4AE43-077B-80D2-DFBC-D980E5879826}"/>
          </ac:spMkLst>
        </pc:spChg>
        <pc:spChg chg="mod">
          <ac:chgData name="Margarit Meroyan" userId="630a6349-7c61-463e-804c-816773a1019c" providerId="ADAL" clId="{F542D2B9-31A9-4DE4-859A-CAD915E8FA3F}" dt="2023-12-27T10:47:17.059" v="102" actId="1076"/>
          <ac:spMkLst>
            <pc:docMk/>
            <pc:sldMk cId="0" sldId="397"/>
            <ac:spMk id="43622" creationId="{D3B82462-C7BD-3BC4-19E6-77196A2298E2}"/>
          </ac:spMkLst>
        </pc:spChg>
        <pc:spChg chg="mod">
          <ac:chgData name="Margarit Meroyan" userId="630a6349-7c61-463e-804c-816773a1019c" providerId="ADAL" clId="{F542D2B9-31A9-4DE4-859A-CAD915E8FA3F}" dt="2023-12-27T10:47:17.059" v="102" actId="1076"/>
          <ac:spMkLst>
            <pc:docMk/>
            <pc:sldMk cId="0" sldId="397"/>
            <ac:spMk id="43623" creationId="{3F55CDE5-48EE-D513-3CD5-3C2E78E158CF}"/>
          </ac:spMkLst>
        </pc:spChg>
        <pc:spChg chg="mod">
          <ac:chgData name="Margarit Meroyan" userId="630a6349-7c61-463e-804c-816773a1019c" providerId="ADAL" clId="{F542D2B9-31A9-4DE4-859A-CAD915E8FA3F}" dt="2023-12-27T10:47:17.059" v="102" actId="1076"/>
          <ac:spMkLst>
            <pc:docMk/>
            <pc:sldMk cId="0" sldId="397"/>
            <ac:spMk id="43624" creationId="{3E570E40-D3B4-1BB2-28C7-96A006E738F7}"/>
          </ac:spMkLst>
        </pc:spChg>
        <pc:spChg chg="mod">
          <ac:chgData name="Margarit Meroyan" userId="630a6349-7c61-463e-804c-816773a1019c" providerId="ADAL" clId="{F542D2B9-31A9-4DE4-859A-CAD915E8FA3F}" dt="2023-12-27T10:47:17.059" v="102" actId="1076"/>
          <ac:spMkLst>
            <pc:docMk/>
            <pc:sldMk cId="0" sldId="397"/>
            <ac:spMk id="43625" creationId="{0F436B8A-23DD-CD60-9430-A3A13F1668EA}"/>
          </ac:spMkLst>
        </pc:spChg>
        <pc:spChg chg="mod">
          <ac:chgData name="Margarit Meroyan" userId="630a6349-7c61-463e-804c-816773a1019c" providerId="ADAL" clId="{F542D2B9-31A9-4DE4-859A-CAD915E8FA3F}" dt="2023-12-27T10:47:17.059" v="102" actId="1076"/>
          <ac:spMkLst>
            <pc:docMk/>
            <pc:sldMk cId="0" sldId="397"/>
            <ac:spMk id="43626" creationId="{F9ABCB5E-9064-10D9-C12C-D8C001FD92CB}"/>
          </ac:spMkLst>
        </pc:spChg>
        <pc:spChg chg="mod">
          <ac:chgData name="Margarit Meroyan" userId="630a6349-7c61-463e-804c-816773a1019c" providerId="ADAL" clId="{F542D2B9-31A9-4DE4-859A-CAD915E8FA3F}" dt="2023-12-27T10:47:17.059" v="102" actId="1076"/>
          <ac:spMkLst>
            <pc:docMk/>
            <pc:sldMk cId="0" sldId="397"/>
            <ac:spMk id="43627" creationId="{E29C7EEE-83D4-31F1-3A40-45CE8DDA56D1}"/>
          </ac:spMkLst>
        </pc:spChg>
        <pc:spChg chg="mod">
          <ac:chgData name="Margarit Meroyan" userId="630a6349-7c61-463e-804c-816773a1019c" providerId="ADAL" clId="{F542D2B9-31A9-4DE4-859A-CAD915E8FA3F}" dt="2023-12-27T10:47:17.059" v="102" actId="1076"/>
          <ac:spMkLst>
            <pc:docMk/>
            <pc:sldMk cId="0" sldId="397"/>
            <ac:spMk id="43628" creationId="{DF71E197-5BAF-44AD-B9A9-00CAE7318F59}"/>
          </ac:spMkLst>
        </pc:spChg>
        <pc:spChg chg="mod">
          <ac:chgData name="Margarit Meroyan" userId="630a6349-7c61-463e-804c-816773a1019c" providerId="ADAL" clId="{F542D2B9-31A9-4DE4-859A-CAD915E8FA3F}" dt="2023-12-27T10:47:17.059" v="102" actId="1076"/>
          <ac:spMkLst>
            <pc:docMk/>
            <pc:sldMk cId="0" sldId="397"/>
            <ac:spMk id="43629" creationId="{0A8801EC-B1D2-03C8-1801-D97FEDC3D564}"/>
          </ac:spMkLst>
        </pc:spChg>
        <pc:spChg chg="mod">
          <ac:chgData name="Margarit Meroyan" userId="630a6349-7c61-463e-804c-816773a1019c" providerId="ADAL" clId="{F542D2B9-31A9-4DE4-859A-CAD915E8FA3F}" dt="2023-12-27T10:47:17.059" v="102" actId="1076"/>
          <ac:spMkLst>
            <pc:docMk/>
            <pc:sldMk cId="0" sldId="397"/>
            <ac:spMk id="43630" creationId="{F0725A6B-6B60-06B0-AF52-8CE0542C7FAC}"/>
          </ac:spMkLst>
        </pc:spChg>
        <pc:spChg chg="mod">
          <ac:chgData name="Margarit Meroyan" userId="630a6349-7c61-463e-804c-816773a1019c" providerId="ADAL" clId="{F542D2B9-31A9-4DE4-859A-CAD915E8FA3F}" dt="2023-12-27T10:47:17.059" v="102" actId="1076"/>
          <ac:spMkLst>
            <pc:docMk/>
            <pc:sldMk cId="0" sldId="397"/>
            <ac:spMk id="43631" creationId="{935DC1C7-53FF-2A00-E166-124FC19E901B}"/>
          </ac:spMkLst>
        </pc:spChg>
        <pc:spChg chg="mod">
          <ac:chgData name="Margarit Meroyan" userId="630a6349-7c61-463e-804c-816773a1019c" providerId="ADAL" clId="{F542D2B9-31A9-4DE4-859A-CAD915E8FA3F}" dt="2023-12-27T10:47:17.059" v="102" actId="1076"/>
          <ac:spMkLst>
            <pc:docMk/>
            <pc:sldMk cId="0" sldId="397"/>
            <ac:spMk id="43632" creationId="{5A9FAE55-4928-5529-9EBE-532213E1A3BA}"/>
          </ac:spMkLst>
        </pc:spChg>
        <pc:spChg chg="mod">
          <ac:chgData name="Margarit Meroyan" userId="630a6349-7c61-463e-804c-816773a1019c" providerId="ADAL" clId="{F542D2B9-31A9-4DE4-859A-CAD915E8FA3F}" dt="2023-12-27T10:47:17.059" v="102" actId="1076"/>
          <ac:spMkLst>
            <pc:docMk/>
            <pc:sldMk cId="0" sldId="397"/>
            <ac:spMk id="43633" creationId="{915EB8C6-BC5A-4907-59D4-9205720BA072}"/>
          </ac:spMkLst>
        </pc:spChg>
        <pc:spChg chg="mod">
          <ac:chgData name="Margarit Meroyan" userId="630a6349-7c61-463e-804c-816773a1019c" providerId="ADAL" clId="{F542D2B9-31A9-4DE4-859A-CAD915E8FA3F}" dt="2023-12-27T10:47:17.059" v="102" actId="1076"/>
          <ac:spMkLst>
            <pc:docMk/>
            <pc:sldMk cId="0" sldId="397"/>
            <ac:spMk id="43634" creationId="{DD221B4E-C402-356E-C497-81895CD11FA6}"/>
          </ac:spMkLst>
        </pc:spChg>
        <pc:spChg chg="mod">
          <ac:chgData name="Margarit Meroyan" userId="630a6349-7c61-463e-804c-816773a1019c" providerId="ADAL" clId="{F542D2B9-31A9-4DE4-859A-CAD915E8FA3F}" dt="2023-12-27T10:47:17.059" v="102" actId="1076"/>
          <ac:spMkLst>
            <pc:docMk/>
            <pc:sldMk cId="0" sldId="397"/>
            <ac:spMk id="43635" creationId="{0E06F69D-0DF0-36C5-0EED-89E6741DF429}"/>
          </ac:spMkLst>
        </pc:spChg>
        <pc:spChg chg="mod">
          <ac:chgData name="Margarit Meroyan" userId="630a6349-7c61-463e-804c-816773a1019c" providerId="ADAL" clId="{F542D2B9-31A9-4DE4-859A-CAD915E8FA3F}" dt="2023-12-27T10:47:17.059" v="102" actId="1076"/>
          <ac:spMkLst>
            <pc:docMk/>
            <pc:sldMk cId="0" sldId="397"/>
            <ac:spMk id="43636" creationId="{786368B3-6E06-80DF-F8B3-3C2F68222D38}"/>
          </ac:spMkLst>
        </pc:spChg>
        <pc:spChg chg="mod">
          <ac:chgData name="Margarit Meroyan" userId="630a6349-7c61-463e-804c-816773a1019c" providerId="ADAL" clId="{F542D2B9-31A9-4DE4-859A-CAD915E8FA3F}" dt="2023-12-27T10:47:17.059" v="102" actId="1076"/>
          <ac:spMkLst>
            <pc:docMk/>
            <pc:sldMk cId="0" sldId="397"/>
            <ac:spMk id="43637" creationId="{6E9D7621-57AC-EB7E-A7F1-7DD9657CB1B8}"/>
          </ac:spMkLst>
        </pc:spChg>
        <pc:spChg chg="mod">
          <ac:chgData name="Margarit Meroyan" userId="630a6349-7c61-463e-804c-816773a1019c" providerId="ADAL" clId="{F542D2B9-31A9-4DE4-859A-CAD915E8FA3F}" dt="2023-12-27T10:47:17.059" v="102" actId="1076"/>
          <ac:spMkLst>
            <pc:docMk/>
            <pc:sldMk cId="0" sldId="397"/>
            <ac:spMk id="43638" creationId="{B2625F17-1ED7-DCA3-CB4E-E75BB4A7E23B}"/>
          </ac:spMkLst>
        </pc:spChg>
        <pc:spChg chg="mod">
          <ac:chgData name="Margarit Meroyan" userId="630a6349-7c61-463e-804c-816773a1019c" providerId="ADAL" clId="{F542D2B9-31A9-4DE4-859A-CAD915E8FA3F}" dt="2023-12-27T10:47:17.059" v="102" actId="1076"/>
          <ac:spMkLst>
            <pc:docMk/>
            <pc:sldMk cId="0" sldId="397"/>
            <ac:spMk id="43639" creationId="{D9B1C04F-B50A-5650-8DC5-6B8AB26D2556}"/>
          </ac:spMkLst>
        </pc:spChg>
        <pc:spChg chg="mod">
          <ac:chgData name="Margarit Meroyan" userId="630a6349-7c61-463e-804c-816773a1019c" providerId="ADAL" clId="{F542D2B9-31A9-4DE4-859A-CAD915E8FA3F}" dt="2023-12-27T10:47:17.059" v="102" actId="1076"/>
          <ac:spMkLst>
            <pc:docMk/>
            <pc:sldMk cId="0" sldId="397"/>
            <ac:spMk id="43640" creationId="{E37D938C-B7F1-4179-D42F-A6DFAFD73F8B}"/>
          </ac:spMkLst>
        </pc:spChg>
        <pc:spChg chg="mod">
          <ac:chgData name="Margarit Meroyan" userId="630a6349-7c61-463e-804c-816773a1019c" providerId="ADAL" clId="{F542D2B9-31A9-4DE4-859A-CAD915E8FA3F}" dt="2023-12-27T10:47:17.059" v="102" actId="1076"/>
          <ac:spMkLst>
            <pc:docMk/>
            <pc:sldMk cId="0" sldId="397"/>
            <ac:spMk id="43641" creationId="{A68B9BB4-67BD-3CD3-0C67-A9E1C1216CB4}"/>
          </ac:spMkLst>
        </pc:spChg>
        <pc:spChg chg="mod">
          <ac:chgData name="Margarit Meroyan" userId="630a6349-7c61-463e-804c-816773a1019c" providerId="ADAL" clId="{F542D2B9-31A9-4DE4-859A-CAD915E8FA3F}" dt="2023-12-27T10:47:17.059" v="102" actId="1076"/>
          <ac:spMkLst>
            <pc:docMk/>
            <pc:sldMk cId="0" sldId="397"/>
            <ac:spMk id="43642" creationId="{58792B1A-BA58-AF30-223E-6A4AAE7DF23C}"/>
          </ac:spMkLst>
        </pc:spChg>
        <pc:spChg chg="mod">
          <ac:chgData name="Margarit Meroyan" userId="630a6349-7c61-463e-804c-816773a1019c" providerId="ADAL" clId="{F542D2B9-31A9-4DE4-859A-CAD915E8FA3F}" dt="2023-12-27T10:47:17.059" v="102" actId="1076"/>
          <ac:spMkLst>
            <pc:docMk/>
            <pc:sldMk cId="0" sldId="397"/>
            <ac:spMk id="43643" creationId="{E4D2E3D7-43BB-C351-91A4-DD384FB28F23}"/>
          </ac:spMkLst>
        </pc:spChg>
        <pc:grpChg chg="mod">
          <ac:chgData name="Margarit Meroyan" userId="630a6349-7c61-463e-804c-816773a1019c" providerId="ADAL" clId="{F542D2B9-31A9-4DE4-859A-CAD915E8FA3F}" dt="2023-12-27T10:47:17.059" v="102" actId="1076"/>
          <ac:grpSpMkLst>
            <pc:docMk/>
            <pc:sldMk cId="0" sldId="397"/>
            <ac:grpSpMk id="43011" creationId="{DD525BFA-2D4E-36DC-FFDC-6D34193603C4}"/>
          </ac:grpSpMkLst>
        </pc:grpChg>
        <pc:grpChg chg="mod">
          <ac:chgData name="Margarit Meroyan" userId="630a6349-7c61-463e-804c-816773a1019c" providerId="ADAL" clId="{F542D2B9-31A9-4DE4-859A-CAD915E8FA3F}" dt="2023-12-27T10:47:17.059" v="102" actId="1076"/>
          <ac:grpSpMkLst>
            <pc:docMk/>
            <pc:sldMk cId="0" sldId="397"/>
            <ac:grpSpMk id="43021" creationId="{FD189556-9A72-9B3F-4460-833D7AD3F0E3}"/>
          </ac:grpSpMkLst>
        </pc:grpChg>
        <pc:grpChg chg="mod">
          <ac:chgData name="Margarit Meroyan" userId="630a6349-7c61-463e-804c-816773a1019c" providerId="ADAL" clId="{F542D2B9-31A9-4DE4-859A-CAD915E8FA3F}" dt="2023-12-27T10:47:17.059" v="102" actId="1076"/>
          <ac:grpSpMkLst>
            <pc:docMk/>
            <pc:sldMk cId="0" sldId="397"/>
            <ac:grpSpMk id="43022" creationId="{45FB542B-89A9-78EF-9550-B73FC7AFA52B}"/>
          </ac:grpSpMkLst>
        </pc:grpChg>
        <pc:grpChg chg="mod">
          <ac:chgData name="Margarit Meroyan" userId="630a6349-7c61-463e-804c-816773a1019c" providerId="ADAL" clId="{F542D2B9-31A9-4DE4-859A-CAD915E8FA3F}" dt="2023-12-27T10:47:17.059" v="102" actId="1076"/>
          <ac:grpSpMkLst>
            <pc:docMk/>
            <pc:sldMk cId="0" sldId="397"/>
            <ac:grpSpMk id="43027" creationId="{3FA75850-0215-19FA-8314-36DC81A3C84D}"/>
          </ac:grpSpMkLst>
        </pc:grpChg>
        <pc:grpChg chg="mod">
          <ac:chgData name="Margarit Meroyan" userId="630a6349-7c61-463e-804c-816773a1019c" providerId="ADAL" clId="{F542D2B9-31A9-4DE4-859A-CAD915E8FA3F}" dt="2023-12-27T10:47:17.059" v="102" actId="1076"/>
          <ac:grpSpMkLst>
            <pc:docMk/>
            <pc:sldMk cId="0" sldId="397"/>
            <ac:grpSpMk id="43028" creationId="{2E8A3CF8-F036-6917-06B3-4022D6140C94}"/>
          </ac:grpSpMkLst>
        </pc:grpChg>
        <pc:grpChg chg="mod">
          <ac:chgData name="Margarit Meroyan" userId="630a6349-7c61-463e-804c-816773a1019c" providerId="ADAL" clId="{F542D2B9-31A9-4DE4-859A-CAD915E8FA3F}" dt="2023-12-27T10:47:17.059" v="102" actId="1076"/>
          <ac:grpSpMkLst>
            <pc:docMk/>
            <pc:sldMk cId="0" sldId="397"/>
            <ac:grpSpMk id="43029" creationId="{2D1D2089-E39C-538A-A2D2-575AB608AB67}"/>
          </ac:grpSpMkLst>
        </pc:grpChg>
        <pc:grpChg chg="mod">
          <ac:chgData name="Margarit Meroyan" userId="630a6349-7c61-463e-804c-816773a1019c" providerId="ADAL" clId="{F542D2B9-31A9-4DE4-859A-CAD915E8FA3F}" dt="2023-12-27T10:47:17.059" v="102" actId="1076"/>
          <ac:grpSpMkLst>
            <pc:docMk/>
            <pc:sldMk cId="0" sldId="397"/>
            <ac:grpSpMk id="43031" creationId="{B22B0BEA-7B7A-461F-6A89-923B5E5D08E7}"/>
          </ac:grpSpMkLst>
        </pc:grpChg>
        <pc:grpChg chg="mod">
          <ac:chgData name="Margarit Meroyan" userId="630a6349-7c61-463e-804c-816773a1019c" providerId="ADAL" clId="{F542D2B9-31A9-4DE4-859A-CAD915E8FA3F}" dt="2023-12-27T10:47:17.059" v="102" actId="1076"/>
          <ac:grpSpMkLst>
            <pc:docMk/>
            <pc:sldMk cId="0" sldId="397"/>
            <ac:grpSpMk id="43032" creationId="{486F7413-2149-66BA-1556-19C3443A4164}"/>
          </ac:grpSpMkLst>
        </pc:grpChg>
        <pc:grpChg chg="mod">
          <ac:chgData name="Margarit Meroyan" userId="630a6349-7c61-463e-804c-816773a1019c" providerId="ADAL" clId="{F542D2B9-31A9-4DE4-859A-CAD915E8FA3F}" dt="2023-12-27T10:47:17.059" v="102" actId="1076"/>
          <ac:grpSpMkLst>
            <pc:docMk/>
            <pc:sldMk cId="0" sldId="397"/>
            <ac:grpSpMk id="43033" creationId="{15B54A21-D6A5-3342-2205-4389315CE762}"/>
          </ac:grpSpMkLst>
        </pc:grpChg>
        <pc:grpChg chg="mod">
          <ac:chgData name="Margarit Meroyan" userId="630a6349-7c61-463e-804c-816773a1019c" providerId="ADAL" clId="{F542D2B9-31A9-4DE4-859A-CAD915E8FA3F}" dt="2023-12-27T10:47:17.059" v="102" actId="1076"/>
          <ac:grpSpMkLst>
            <pc:docMk/>
            <pc:sldMk cId="0" sldId="397"/>
            <ac:grpSpMk id="43034" creationId="{45F287F5-C365-5A59-FEBB-3C0641B027D8}"/>
          </ac:grpSpMkLst>
        </pc:grpChg>
        <pc:grpChg chg="mod">
          <ac:chgData name="Margarit Meroyan" userId="630a6349-7c61-463e-804c-816773a1019c" providerId="ADAL" clId="{F542D2B9-31A9-4DE4-859A-CAD915E8FA3F}" dt="2023-12-27T10:47:17.059" v="102" actId="1076"/>
          <ac:grpSpMkLst>
            <pc:docMk/>
            <pc:sldMk cId="0" sldId="397"/>
            <ac:grpSpMk id="43037" creationId="{6EFCC2CC-7A64-645B-620D-8A2D664DA085}"/>
          </ac:grpSpMkLst>
        </pc:grpChg>
        <pc:grpChg chg="mod">
          <ac:chgData name="Margarit Meroyan" userId="630a6349-7c61-463e-804c-816773a1019c" providerId="ADAL" clId="{F542D2B9-31A9-4DE4-859A-CAD915E8FA3F}" dt="2023-12-27T10:47:17.059" v="102" actId="1076"/>
          <ac:grpSpMkLst>
            <pc:docMk/>
            <pc:sldMk cId="0" sldId="397"/>
            <ac:grpSpMk id="43038" creationId="{EBD2C99F-6D17-567C-F1C3-413483E63C47}"/>
          </ac:grpSpMkLst>
        </pc:grpChg>
        <pc:grpChg chg="mod">
          <ac:chgData name="Margarit Meroyan" userId="630a6349-7c61-463e-804c-816773a1019c" providerId="ADAL" clId="{F542D2B9-31A9-4DE4-859A-CAD915E8FA3F}" dt="2023-12-27T10:47:17.059" v="102" actId="1076"/>
          <ac:grpSpMkLst>
            <pc:docMk/>
            <pc:sldMk cId="0" sldId="397"/>
            <ac:grpSpMk id="43039" creationId="{4439F5C4-333E-7450-F00F-786CB6C537FA}"/>
          </ac:grpSpMkLst>
        </pc:grpChg>
        <pc:grpChg chg="mod">
          <ac:chgData name="Margarit Meroyan" userId="630a6349-7c61-463e-804c-816773a1019c" providerId="ADAL" clId="{F542D2B9-31A9-4DE4-859A-CAD915E8FA3F}" dt="2023-12-27T10:47:17.059" v="102" actId="1076"/>
          <ac:grpSpMkLst>
            <pc:docMk/>
            <pc:sldMk cId="0" sldId="397"/>
            <ac:grpSpMk id="43040" creationId="{12E34356-D96A-1D74-7A93-84B3ADD6D53E}"/>
          </ac:grpSpMkLst>
        </pc:grpChg>
        <pc:grpChg chg="mod">
          <ac:chgData name="Margarit Meroyan" userId="630a6349-7c61-463e-804c-816773a1019c" providerId="ADAL" clId="{F542D2B9-31A9-4DE4-859A-CAD915E8FA3F}" dt="2023-12-27T10:47:17.059" v="102" actId="1076"/>
          <ac:grpSpMkLst>
            <pc:docMk/>
            <pc:sldMk cId="0" sldId="397"/>
            <ac:grpSpMk id="43043" creationId="{EC6F131E-6535-29E6-22FD-EBD42302B421}"/>
          </ac:grpSpMkLst>
        </pc:grpChg>
        <pc:grpChg chg="mod">
          <ac:chgData name="Margarit Meroyan" userId="630a6349-7c61-463e-804c-816773a1019c" providerId="ADAL" clId="{F542D2B9-31A9-4DE4-859A-CAD915E8FA3F}" dt="2023-12-27T10:47:17.059" v="102" actId="1076"/>
          <ac:grpSpMkLst>
            <pc:docMk/>
            <pc:sldMk cId="0" sldId="397"/>
            <ac:grpSpMk id="43044" creationId="{AB512E92-FD41-16B0-AB68-5C4D8D06D568}"/>
          </ac:grpSpMkLst>
        </pc:grpChg>
        <pc:grpChg chg="mod">
          <ac:chgData name="Margarit Meroyan" userId="630a6349-7c61-463e-804c-816773a1019c" providerId="ADAL" clId="{F542D2B9-31A9-4DE4-859A-CAD915E8FA3F}" dt="2023-12-27T10:47:17.059" v="102" actId="1076"/>
          <ac:grpSpMkLst>
            <pc:docMk/>
            <pc:sldMk cId="0" sldId="397"/>
            <ac:grpSpMk id="43045" creationId="{8E33753F-FB1B-9566-BDAE-FFFF83093EB9}"/>
          </ac:grpSpMkLst>
        </pc:grpChg>
        <pc:grpChg chg="mod">
          <ac:chgData name="Margarit Meroyan" userId="630a6349-7c61-463e-804c-816773a1019c" providerId="ADAL" clId="{F542D2B9-31A9-4DE4-859A-CAD915E8FA3F}" dt="2023-12-27T10:47:17.059" v="102" actId="1076"/>
          <ac:grpSpMkLst>
            <pc:docMk/>
            <pc:sldMk cId="0" sldId="397"/>
            <ac:grpSpMk id="43046" creationId="{B862982A-A068-BAD1-8830-8228D6DCE6F4}"/>
          </ac:grpSpMkLst>
        </pc:grpChg>
        <pc:grpChg chg="mod">
          <ac:chgData name="Margarit Meroyan" userId="630a6349-7c61-463e-804c-816773a1019c" providerId="ADAL" clId="{F542D2B9-31A9-4DE4-859A-CAD915E8FA3F}" dt="2023-12-27T10:47:17.059" v="102" actId="1076"/>
          <ac:grpSpMkLst>
            <pc:docMk/>
            <pc:sldMk cId="0" sldId="397"/>
            <ac:grpSpMk id="43049" creationId="{A1C8B5DA-AEFB-AFEC-9115-8F8495974AD4}"/>
          </ac:grpSpMkLst>
        </pc:grpChg>
        <pc:grpChg chg="mod">
          <ac:chgData name="Margarit Meroyan" userId="630a6349-7c61-463e-804c-816773a1019c" providerId="ADAL" clId="{F542D2B9-31A9-4DE4-859A-CAD915E8FA3F}" dt="2023-12-27T10:47:17.059" v="102" actId="1076"/>
          <ac:grpSpMkLst>
            <pc:docMk/>
            <pc:sldMk cId="0" sldId="397"/>
            <ac:grpSpMk id="43050" creationId="{E7B3A158-A639-7B0F-1629-1B9F0C55B20B}"/>
          </ac:grpSpMkLst>
        </pc:grpChg>
        <pc:grpChg chg="mod">
          <ac:chgData name="Margarit Meroyan" userId="630a6349-7c61-463e-804c-816773a1019c" providerId="ADAL" clId="{F542D2B9-31A9-4DE4-859A-CAD915E8FA3F}" dt="2023-12-27T10:47:17.059" v="102" actId="1076"/>
          <ac:grpSpMkLst>
            <pc:docMk/>
            <pc:sldMk cId="0" sldId="397"/>
            <ac:grpSpMk id="43051" creationId="{F31F6514-9881-D698-A3C7-87CEFF9B365D}"/>
          </ac:grpSpMkLst>
        </pc:grpChg>
        <pc:grpChg chg="mod">
          <ac:chgData name="Margarit Meroyan" userId="630a6349-7c61-463e-804c-816773a1019c" providerId="ADAL" clId="{F542D2B9-31A9-4DE4-859A-CAD915E8FA3F}" dt="2023-12-27T10:47:17.059" v="102" actId="1076"/>
          <ac:grpSpMkLst>
            <pc:docMk/>
            <pc:sldMk cId="0" sldId="397"/>
            <ac:grpSpMk id="43052" creationId="{31D65273-4FA0-AC58-779D-5BAE510B605A}"/>
          </ac:grpSpMkLst>
        </pc:grpChg>
        <pc:grpChg chg="mod">
          <ac:chgData name="Margarit Meroyan" userId="630a6349-7c61-463e-804c-816773a1019c" providerId="ADAL" clId="{F542D2B9-31A9-4DE4-859A-CAD915E8FA3F}" dt="2023-12-27T10:47:17.059" v="102" actId="1076"/>
          <ac:grpSpMkLst>
            <pc:docMk/>
            <pc:sldMk cId="0" sldId="397"/>
            <ac:grpSpMk id="43053" creationId="{B3CBFFAA-394C-8835-BF60-46A1767350B6}"/>
          </ac:grpSpMkLst>
        </pc:grpChg>
        <pc:grpChg chg="mod">
          <ac:chgData name="Margarit Meroyan" userId="630a6349-7c61-463e-804c-816773a1019c" providerId="ADAL" clId="{F542D2B9-31A9-4DE4-859A-CAD915E8FA3F}" dt="2023-12-27T10:47:17.059" v="102" actId="1076"/>
          <ac:grpSpMkLst>
            <pc:docMk/>
            <pc:sldMk cId="0" sldId="397"/>
            <ac:grpSpMk id="43054" creationId="{D3FEBB9E-6182-6614-C964-0741CB2768F8}"/>
          </ac:grpSpMkLst>
        </pc:grpChg>
        <pc:grpChg chg="mod">
          <ac:chgData name="Margarit Meroyan" userId="630a6349-7c61-463e-804c-816773a1019c" providerId="ADAL" clId="{F542D2B9-31A9-4DE4-859A-CAD915E8FA3F}" dt="2023-12-27T10:47:17.059" v="102" actId="1076"/>
          <ac:grpSpMkLst>
            <pc:docMk/>
            <pc:sldMk cId="0" sldId="397"/>
            <ac:grpSpMk id="43055" creationId="{5EBABEE0-5B80-7785-39EF-72CCA64F2650}"/>
          </ac:grpSpMkLst>
        </pc:grpChg>
        <pc:grpChg chg="mod">
          <ac:chgData name="Margarit Meroyan" userId="630a6349-7c61-463e-804c-816773a1019c" providerId="ADAL" clId="{F542D2B9-31A9-4DE4-859A-CAD915E8FA3F}" dt="2023-12-27T10:47:17.059" v="102" actId="1076"/>
          <ac:grpSpMkLst>
            <pc:docMk/>
            <pc:sldMk cId="0" sldId="397"/>
            <ac:grpSpMk id="43056" creationId="{66C3B49F-70E5-64F6-DCB9-B19D8E7052E7}"/>
          </ac:grpSpMkLst>
        </pc:grpChg>
        <pc:grpChg chg="mod">
          <ac:chgData name="Margarit Meroyan" userId="630a6349-7c61-463e-804c-816773a1019c" providerId="ADAL" clId="{F542D2B9-31A9-4DE4-859A-CAD915E8FA3F}" dt="2023-12-27T10:47:17.059" v="102" actId="1076"/>
          <ac:grpSpMkLst>
            <pc:docMk/>
            <pc:sldMk cId="0" sldId="397"/>
            <ac:grpSpMk id="43057" creationId="{868B511C-D3F7-C758-3789-A2C5AB089A00}"/>
          </ac:grpSpMkLst>
        </pc:grpChg>
        <pc:grpChg chg="mod">
          <ac:chgData name="Margarit Meroyan" userId="630a6349-7c61-463e-804c-816773a1019c" providerId="ADAL" clId="{F542D2B9-31A9-4DE4-859A-CAD915E8FA3F}" dt="2023-12-27T10:47:17.059" v="102" actId="1076"/>
          <ac:grpSpMkLst>
            <pc:docMk/>
            <pc:sldMk cId="0" sldId="397"/>
            <ac:grpSpMk id="43058" creationId="{C0BF9C10-D821-BFE4-A9F9-D0E121941B3A}"/>
          </ac:grpSpMkLst>
        </pc:grpChg>
        <pc:grpChg chg="mod">
          <ac:chgData name="Margarit Meroyan" userId="630a6349-7c61-463e-804c-816773a1019c" providerId="ADAL" clId="{F542D2B9-31A9-4DE4-859A-CAD915E8FA3F}" dt="2023-12-27T10:47:17.059" v="102" actId="1076"/>
          <ac:grpSpMkLst>
            <pc:docMk/>
            <pc:sldMk cId="0" sldId="397"/>
            <ac:grpSpMk id="43059" creationId="{53CC6F33-279F-FEF6-B0F1-2D198DD9A71E}"/>
          </ac:grpSpMkLst>
        </pc:grpChg>
        <pc:grpChg chg="mod">
          <ac:chgData name="Margarit Meroyan" userId="630a6349-7c61-463e-804c-816773a1019c" providerId="ADAL" clId="{F542D2B9-31A9-4DE4-859A-CAD915E8FA3F}" dt="2023-12-27T10:47:17.059" v="102" actId="1076"/>
          <ac:grpSpMkLst>
            <pc:docMk/>
            <pc:sldMk cId="0" sldId="397"/>
            <ac:grpSpMk id="43060" creationId="{EFC8E954-F9F8-0F02-6B77-F300A9CAD608}"/>
          </ac:grpSpMkLst>
        </pc:grpChg>
        <pc:grpChg chg="mod">
          <ac:chgData name="Margarit Meroyan" userId="630a6349-7c61-463e-804c-816773a1019c" providerId="ADAL" clId="{F542D2B9-31A9-4DE4-859A-CAD915E8FA3F}" dt="2023-12-27T10:47:17.059" v="102" actId="1076"/>
          <ac:grpSpMkLst>
            <pc:docMk/>
            <pc:sldMk cId="0" sldId="397"/>
            <ac:grpSpMk id="43061" creationId="{229E2B58-237A-B3DE-7D8D-4D4C35140C8C}"/>
          </ac:grpSpMkLst>
        </pc:grpChg>
        <pc:grpChg chg="mod">
          <ac:chgData name="Margarit Meroyan" userId="630a6349-7c61-463e-804c-816773a1019c" providerId="ADAL" clId="{F542D2B9-31A9-4DE4-859A-CAD915E8FA3F}" dt="2023-12-27T10:47:17.059" v="102" actId="1076"/>
          <ac:grpSpMkLst>
            <pc:docMk/>
            <pc:sldMk cId="0" sldId="397"/>
            <ac:grpSpMk id="43062" creationId="{E47B72E8-AC08-FC9C-1E77-95E805A33E9B}"/>
          </ac:grpSpMkLst>
        </pc:grpChg>
        <pc:grpChg chg="mod">
          <ac:chgData name="Margarit Meroyan" userId="630a6349-7c61-463e-804c-816773a1019c" providerId="ADAL" clId="{F542D2B9-31A9-4DE4-859A-CAD915E8FA3F}" dt="2023-12-27T10:47:17.059" v="102" actId="1076"/>
          <ac:grpSpMkLst>
            <pc:docMk/>
            <pc:sldMk cId="0" sldId="397"/>
            <ac:grpSpMk id="43063" creationId="{844DE1BE-F115-D933-A9FE-501ED501466C}"/>
          </ac:grpSpMkLst>
        </pc:grpChg>
        <pc:grpChg chg="mod">
          <ac:chgData name="Margarit Meroyan" userId="630a6349-7c61-463e-804c-816773a1019c" providerId="ADAL" clId="{F542D2B9-31A9-4DE4-859A-CAD915E8FA3F}" dt="2023-12-27T10:47:17.059" v="102" actId="1076"/>
          <ac:grpSpMkLst>
            <pc:docMk/>
            <pc:sldMk cId="0" sldId="397"/>
            <ac:grpSpMk id="43064" creationId="{C369AA7E-0122-045D-B605-BF545B0216CF}"/>
          </ac:grpSpMkLst>
        </pc:grpChg>
        <pc:grpChg chg="mod">
          <ac:chgData name="Margarit Meroyan" userId="630a6349-7c61-463e-804c-816773a1019c" providerId="ADAL" clId="{F542D2B9-31A9-4DE4-859A-CAD915E8FA3F}" dt="2023-12-27T10:47:17.059" v="102" actId="1076"/>
          <ac:grpSpMkLst>
            <pc:docMk/>
            <pc:sldMk cId="0" sldId="397"/>
            <ac:grpSpMk id="43065" creationId="{15CE1660-F052-258A-51C0-ACFA46C7A065}"/>
          </ac:grpSpMkLst>
        </pc:grpChg>
        <pc:grpChg chg="mod">
          <ac:chgData name="Margarit Meroyan" userId="630a6349-7c61-463e-804c-816773a1019c" providerId="ADAL" clId="{F542D2B9-31A9-4DE4-859A-CAD915E8FA3F}" dt="2023-12-27T10:47:17.059" v="102" actId="1076"/>
          <ac:grpSpMkLst>
            <pc:docMk/>
            <pc:sldMk cId="0" sldId="397"/>
            <ac:grpSpMk id="43066" creationId="{825E57C8-81F6-7AF5-1B7A-744B3057D997}"/>
          </ac:grpSpMkLst>
        </pc:grpChg>
        <pc:grpChg chg="mod">
          <ac:chgData name="Margarit Meroyan" userId="630a6349-7c61-463e-804c-816773a1019c" providerId="ADAL" clId="{F542D2B9-31A9-4DE4-859A-CAD915E8FA3F}" dt="2023-12-27T10:47:17.059" v="102" actId="1076"/>
          <ac:grpSpMkLst>
            <pc:docMk/>
            <pc:sldMk cId="0" sldId="397"/>
            <ac:grpSpMk id="43067" creationId="{2C211EF7-1653-6044-934B-64AAD68272C5}"/>
          </ac:grpSpMkLst>
        </pc:grpChg>
        <pc:grpChg chg="mod">
          <ac:chgData name="Margarit Meroyan" userId="630a6349-7c61-463e-804c-816773a1019c" providerId="ADAL" clId="{F542D2B9-31A9-4DE4-859A-CAD915E8FA3F}" dt="2023-12-27T10:47:17.059" v="102" actId="1076"/>
          <ac:grpSpMkLst>
            <pc:docMk/>
            <pc:sldMk cId="0" sldId="397"/>
            <ac:grpSpMk id="43068" creationId="{21FBB775-FD14-E4BF-C780-C1C432D04D7A}"/>
          </ac:grpSpMkLst>
        </pc:grpChg>
        <pc:grpChg chg="mod">
          <ac:chgData name="Margarit Meroyan" userId="630a6349-7c61-463e-804c-816773a1019c" providerId="ADAL" clId="{F542D2B9-31A9-4DE4-859A-CAD915E8FA3F}" dt="2023-12-27T10:47:17.059" v="102" actId="1076"/>
          <ac:grpSpMkLst>
            <pc:docMk/>
            <pc:sldMk cId="0" sldId="397"/>
            <ac:grpSpMk id="43069" creationId="{8B45987D-F2B8-4534-C20E-64F8A1445D15}"/>
          </ac:grpSpMkLst>
        </pc:grpChg>
        <pc:grpChg chg="mod">
          <ac:chgData name="Margarit Meroyan" userId="630a6349-7c61-463e-804c-816773a1019c" providerId="ADAL" clId="{F542D2B9-31A9-4DE4-859A-CAD915E8FA3F}" dt="2023-12-27T10:47:17.059" v="102" actId="1076"/>
          <ac:grpSpMkLst>
            <pc:docMk/>
            <pc:sldMk cId="0" sldId="397"/>
            <ac:grpSpMk id="43070" creationId="{61522588-6624-566E-9432-C1749BACDAE3}"/>
          </ac:grpSpMkLst>
        </pc:grpChg>
        <pc:grpChg chg="mod">
          <ac:chgData name="Margarit Meroyan" userId="630a6349-7c61-463e-804c-816773a1019c" providerId="ADAL" clId="{F542D2B9-31A9-4DE4-859A-CAD915E8FA3F}" dt="2023-12-27T10:47:17.059" v="102" actId="1076"/>
          <ac:grpSpMkLst>
            <pc:docMk/>
            <pc:sldMk cId="0" sldId="397"/>
            <ac:grpSpMk id="43074" creationId="{EFB5831E-C63B-80F7-68D4-19726690C85C}"/>
          </ac:grpSpMkLst>
        </pc:grpChg>
        <pc:grpChg chg="mod">
          <ac:chgData name="Margarit Meroyan" userId="630a6349-7c61-463e-804c-816773a1019c" providerId="ADAL" clId="{F542D2B9-31A9-4DE4-859A-CAD915E8FA3F}" dt="2023-12-27T10:47:17.059" v="102" actId="1076"/>
          <ac:grpSpMkLst>
            <pc:docMk/>
            <pc:sldMk cId="0" sldId="397"/>
            <ac:grpSpMk id="43105" creationId="{D86A945E-B838-3DAE-BAA1-BE7004CC29FD}"/>
          </ac:grpSpMkLst>
        </pc:grpChg>
        <pc:grpChg chg="mod">
          <ac:chgData name="Margarit Meroyan" userId="630a6349-7c61-463e-804c-816773a1019c" providerId="ADAL" clId="{F542D2B9-31A9-4DE4-859A-CAD915E8FA3F}" dt="2023-12-27T10:47:17.059" v="102" actId="1076"/>
          <ac:grpSpMkLst>
            <pc:docMk/>
            <pc:sldMk cId="0" sldId="397"/>
            <ac:grpSpMk id="43141" creationId="{B159A9BE-A86D-6EFA-5AA6-E06E672481C5}"/>
          </ac:grpSpMkLst>
        </pc:grpChg>
        <pc:grpChg chg="mod">
          <ac:chgData name="Margarit Meroyan" userId="630a6349-7c61-463e-804c-816773a1019c" providerId="ADAL" clId="{F542D2B9-31A9-4DE4-859A-CAD915E8FA3F}" dt="2023-12-27T10:47:17.059" v="102" actId="1076"/>
          <ac:grpSpMkLst>
            <pc:docMk/>
            <pc:sldMk cId="0" sldId="397"/>
            <ac:grpSpMk id="43177" creationId="{23F73D1F-D346-E0D1-0E0F-CC498F985695}"/>
          </ac:grpSpMkLst>
        </pc:grpChg>
        <pc:grpChg chg="mod">
          <ac:chgData name="Margarit Meroyan" userId="630a6349-7c61-463e-804c-816773a1019c" providerId="ADAL" clId="{F542D2B9-31A9-4DE4-859A-CAD915E8FA3F}" dt="2023-12-27T10:47:17.059" v="102" actId="1076"/>
          <ac:grpSpMkLst>
            <pc:docMk/>
            <pc:sldMk cId="0" sldId="397"/>
            <ac:grpSpMk id="43194" creationId="{D36D27B1-638D-AD2F-72EE-BE18A0A70E43}"/>
          </ac:grpSpMkLst>
        </pc:grpChg>
        <pc:grpChg chg="mod">
          <ac:chgData name="Margarit Meroyan" userId="630a6349-7c61-463e-804c-816773a1019c" providerId="ADAL" clId="{F542D2B9-31A9-4DE4-859A-CAD915E8FA3F}" dt="2023-12-27T10:47:17.059" v="102" actId="1076"/>
          <ac:grpSpMkLst>
            <pc:docMk/>
            <pc:sldMk cId="0" sldId="397"/>
            <ac:grpSpMk id="43198" creationId="{CEF7413B-5899-5ADA-DEAD-048A1CC433E9}"/>
          </ac:grpSpMkLst>
        </pc:grpChg>
        <pc:grpChg chg="mod">
          <ac:chgData name="Margarit Meroyan" userId="630a6349-7c61-463e-804c-816773a1019c" providerId="ADAL" clId="{F542D2B9-31A9-4DE4-859A-CAD915E8FA3F}" dt="2023-12-27T10:47:17.059" v="102" actId="1076"/>
          <ac:grpSpMkLst>
            <pc:docMk/>
            <pc:sldMk cId="0" sldId="397"/>
            <ac:grpSpMk id="43199" creationId="{ABCAEC4A-F3F6-77E5-0448-9E2DC2FBD7F1}"/>
          </ac:grpSpMkLst>
        </pc:grpChg>
        <pc:grpChg chg="mod">
          <ac:chgData name="Margarit Meroyan" userId="630a6349-7c61-463e-804c-816773a1019c" providerId="ADAL" clId="{F542D2B9-31A9-4DE4-859A-CAD915E8FA3F}" dt="2023-12-27T10:47:17.059" v="102" actId="1076"/>
          <ac:grpSpMkLst>
            <pc:docMk/>
            <pc:sldMk cId="0" sldId="397"/>
            <ac:grpSpMk id="43200" creationId="{43D2F3CF-C176-8891-845F-BAA360F7D2DA}"/>
          </ac:grpSpMkLst>
        </pc:grpChg>
        <pc:grpChg chg="mod">
          <ac:chgData name="Margarit Meroyan" userId="630a6349-7c61-463e-804c-816773a1019c" providerId="ADAL" clId="{F542D2B9-31A9-4DE4-859A-CAD915E8FA3F}" dt="2023-12-27T10:47:17.059" v="102" actId="1076"/>
          <ac:grpSpMkLst>
            <pc:docMk/>
            <pc:sldMk cId="0" sldId="397"/>
            <ac:grpSpMk id="43201" creationId="{984FC959-5662-A2CD-DB0D-849CD31DBD66}"/>
          </ac:grpSpMkLst>
        </pc:grpChg>
        <pc:grpChg chg="mod">
          <ac:chgData name="Margarit Meroyan" userId="630a6349-7c61-463e-804c-816773a1019c" providerId="ADAL" clId="{F542D2B9-31A9-4DE4-859A-CAD915E8FA3F}" dt="2023-12-27T10:47:17.059" v="102" actId="1076"/>
          <ac:grpSpMkLst>
            <pc:docMk/>
            <pc:sldMk cId="0" sldId="397"/>
            <ac:grpSpMk id="43202" creationId="{4344DE2A-1F60-411A-8F71-79585A72AB16}"/>
          </ac:grpSpMkLst>
        </pc:grpChg>
        <pc:grpChg chg="mod">
          <ac:chgData name="Margarit Meroyan" userId="630a6349-7c61-463e-804c-816773a1019c" providerId="ADAL" clId="{F542D2B9-31A9-4DE4-859A-CAD915E8FA3F}" dt="2023-12-27T10:47:17.059" v="102" actId="1076"/>
          <ac:grpSpMkLst>
            <pc:docMk/>
            <pc:sldMk cId="0" sldId="397"/>
            <ac:grpSpMk id="43203" creationId="{2EF12FEE-B9A8-0737-442D-A9436701E597}"/>
          </ac:grpSpMkLst>
        </pc:grpChg>
        <pc:grpChg chg="mod">
          <ac:chgData name="Margarit Meroyan" userId="630a6349-7c61-463e-804c-816773a1019c" providerId="ADAL" clId="{F542D2B9-31A9-4DE4-859A-CAD915E8FA3F}" dt="2023-12-27T10:47:17.059" v="102" actId="1076"/>
          <ac:grpSpMkLst>
            <pc:docMk/>
            <pc:sldMk cId="0" sldId="397"/>
            <ac:grpSpMk id="43204" creationId="{1FDD1F15-7CA6-E6B2-81A4-4CA03AC4425D}"/>
          </ac:grpSpMkLst>
        </pc:grpChg>
        <pc:grpChg chg="mod">
          <ac:chgData name="Margarit Meroyan" userId="630a6349-7c61-463e-804c-816773a1019c" providerId="ADAL" clId="{F542D2B9-31A9-4DE4-859A-CAD915E8FA3F}" dt="2023-12-27T10:47:17.059" v="102" actId="1076"/>
          <ac:grpSpMkLst>
            <pc:docMk/>
            <pc:sldMk cId="0" sldId="397"/>
            <ac:grpSpMk id="43206" creationId="{2B5D30F7-6B36-542F-D213-C9435523C638}"/>
          </ac:grpSpMkLst>
        </pc:grpChg>
        <pc:grpChg chg="mod">
          <ac:chgData name="Margarit Meroyan" userId="630a6349-7c61-463e-804c-816773a1019c" providerId="ADAL" clId="{F542D2B9-31A9-4DE4-859A-CAD915E8FA3F}" dt="2023-12-27T10:47:17.059" v="102" actId="1076"/>
          <ac:grpSpMkLst>
            <pc:docMk/>
            <pc:sldMk cId="0" sldId="397"/>
            <ac:grpSpMk id="43207" creationId="{913F1452-6BBB-9A58-25CA-51A0DDA8264C}"/>
          </ac:grpSpMkLst>
        </pc:grpChg>
        <pc:grpChg chg="mod">
          <ac:chgData name="Margarit Meroyan" userId="630a6349-7c61-463e-804c-816773a1019c" providerId="ADAL" clId="{F542D2B9-31A9-4DE4-859A-CAD915E8FA3F}" dt="2023-12-27T10:47:17.059" v="102" actId="1076"/>
          <ac:grpSpMkLst>
            <pc:docMk/>
            <pc:sldMk cId="0" sldId="397"/>
            <ac:grpSpMk id="43208" creationId="{FB85F2EE-9AC3-1E7B-8EF4-D1F2EBF67A7A}"/>
          </ac:grpSpMkLst>
        </pc:grpChg>
        <pc:grpChg chg="mod">
          <ac:chgData name="Margarit Meroyan" userId="630a6349-7c61-463e-804c-816773a1019c" providerId="ADAL" clId="{F542D2B9-31A9-4DE4-859A-CAD915E8FA3F}" dt="2023-12-27T10:47:17.059" v="102" actId="1076"/>
          <ac:grpSpMkLst>
            <pc:docMk/>
            <pc:sldMk cId="0" sldId="397"/>
            <ac:grpSpMk id="43209" creationId="{C0147FB4-D2EE-5392-75A7-1C1F5BD2400B}"/>
          </ac:grpSpMkLst>
        </pc:grpChg>
        <pc:grpChg chg="mod">
          <ac:chgData name="Margarit Meroyan" userId="630a6349-7c61-463e-804c-816773a1019c" providerId="ADAL" clId="{F542D2B9-31A9-4DE4-859A-CAD915E8FA3F}" dt="2023-12-27T10:47:17.059" v="102" actId="1076"/>
          <ac:grpSpMkLst>
            <pc:docMk/>
            <pc:sldMk cId="0" sldId="397"/>
            <ac:grpSpMk id="43210" creationId="{438B8C0E-95B9-C1C5-8DA1-756D0ACD2F19}"/>
          </ac:grpSpMkLst>
        </pc:grpChg>
        <pc:grpChg chg="mod">
          <ac:chgData name="Margarit Meroyan" userId="630a6349-7c61-463e-804c-816773a1019c" providerId="ADAL" clId="{F542D2B9-31A9-4DE4-859A-CAD915E8FA3F}" dt="2023-12-27T10:47:17.059" v="102" actId="1076"/>
          <ac:grpSpMkLst>
            <pc:docMk/>
            <pc:sldMk cId="0" sldId="397"/>
            <ac:grpSpMk id="43211" creationId="{A6E8E3A0-5A9C-CF61-3937-010AC1235F58}"/>
          </ac:grpSpMkLst>
        </pc:grpChg>
        <pc:grpChg chg="mod">
          <ac:chgData name="Margarit Meroyan" userId="630a6349-7c61-463e-804c-816773a1019c" providerId="ADAL" clId="{F542D2B9-31A9-4DE4-859A-CAD915E8FA3F}" dt="2023-12-27T10:47:17.059" v="102" actId="1076"/>
          <ac:grpSpMkLst>
            <pc:docMk/>
            <pc:sldMk cId="0" sldId="397"/>
            <ac:grpSpMk id="43213" creationId="{388758DE-AC2A-58CF-39A8-4512B518FDE9}"/>
          </ac:grpSpMkLst>
        </pc:grpChg>
        <pc:grpChg chg="mod">
          <ac:chgData name="Margarit Meroyan" userId="630a6349-7c61-463e-804c-816773a1019c" providerId="ADAL" clId="{F542D2B9-31A9-4DE4-859A-CAD915E8FA3F}" dt="2023-12-27T10:47:17.059" v="102" actId="1076"/>
          <ac:grpSpMkLst>
            <pc:docMk/>
            <pc:sldMk cId="0" sldId="397"/>
            <ac:grpSpMk id="43214" creationId="{B12633BC-B6A3-13E8-C631-BE47C54DE407}"/>
          </ac:grpSpMkLst>
        </pc:grpChg>
        <pc:grpChg chg="mod">
          <ac:chgData name="Margarit Meroyan" userId="630a6349-7c61-463e-804c-816773a1019c" providerId="ADAL" clId="{F542D2B9-31A9-4DE4-859A-CAD915E8FA3F}" dt="2023-12-27T10:47:17.059" v="102" actId="1076"/>
          <ac:grpSpMkLst>
            <pc:docMk/>
            <pc:sldMk cId="0" sldId="397"/>
            <ac:grpSpMk id="43215" creationId="{8B1C671E-3714-617C-F5F1-1CE90AC12BB5}"/>
          </ac:grpSpMkLst>
        </pc:grpChg>
        <pc:grpChg chg="mod">
          <ac:chgData name="Margarit Meroyan" userId="630a6349-7c61-463e-804c-816773a1019c" providerId="ADAL" clId="{F542D2B9-31A9-4DE4-859A-CAD915E8FA3F}" dt="2023-12-27T10:47:17.059" v="102" actId="1076"/>
          <ac:grpSpMkLst>
            <pc:docMk/>
            <pc:sldMk cId="0" sldId="397"/>
            <ac:grpSpMk id="43216" creationId="{5A7F403D-0FA4-E021-1498-86E73A5DEDB9}"/>
          </ac:grpSpMkLst>
        </pc:grpChg>
        <pc:grpChg chg="mod">
          <ac:chgData name="Margarit Meroyan" userId="630a6349-7c61-463e-804c-816773a1019c" providerId="ADAL" clId="{F542D2B9-31A9-4DE4-859A-CAD915E8FA3F}" dt="2023-12-27T10:47:17.059" v="102" actId="1076"/>
          <ac:grpSpMkLst>
            <pc:docMk/>
            <pc:sldMk cId="0" sldId="397"/>
            <ac:grpSpMk id="43217" creationId="{0E5F3A54-A900-C16B-F363-26BDF8D04D34}"/>
          </ac:grpSpMkLst>
        </pc:grpChg>
        <pc:grpChg chg="mod">
          <ac:chgData name="Margarit Meroyan" userId="630a6349-7c61-463e-804c-816773a1019c" providerId="ADAL" clId="{F542D2B9-31A9-4DE4-859A-CAD915E8FA3F}" dt="2023-12-27T10:47:17.059" v="102" actId="1076"/>
          <ac:grpSpMkLst>
            <pc:docMk/>
            <pc:sldMk cId="0" sldId="397"/>
            <ac:grpSpMk id="43218" creationId="{7DFD08D0-9166-B0EE-0B04-52E0C60C68CB}"/>
          </ac:grpSpMkLst>
        </pc:grpChg>
        <pc:grpChg chg="mod">
          <ac:chgData name="Margarit Meroyan" userId="630a6349-7c61-463e-804c-816773a1019c" providerId="ADAL" clId="{F542D2B9-31A9-4DE4-859A-CAD915E8FA3F}" dt="2023-12-27T10:47:17.059" v="102" actId="1076"/>
          <ac:grpSpMkLst>
            <pc:docMk/>
            <pc:sldMk cId="0" sldId="397"/>
            <ac:grpSpMk id="43220" creationId="{4CA4FB32-BDC1-E15C-D7EB-416811A7BDE1}"/>
          </ac:grpSpMkLst>
        </pc:grpChg>
        <pc:grpChg chg="mod">
          <ac:chgData name="Margarit Meroyan" userId="630a6349-7c61-463e-804c-816773a1019c" providerId="ADAL" clId="{F542D2B9-31A9-4DE4-859A-CAD915E8FA3F}" dt="2023-12-27T10:47:17.059" v="102" actId="1076"/>
          <ac:grpSpMkLst>
            <pc:docMk/>
            <pc:sldMk cId="0" sldId="397"/>
            <ac:grpSpMk id="43221" creationId="{25C5C119-01ED-3EA6-7616-2CF3DD74ADC4}"/>
          </ac:grpSpMkLst>
        </pc:grpChg>
        <pc:grpChg chg="mod">
          <ac:chgData name="Margarit Meroyan" userId="630a6349-7c61-463e-804c-816773a1019c" providerId="ADAL" clId="{F542D2B9-31A9-4DE4-859A-CAD915E8FA3F}" dt="2023-12-27T10:47:17.059" v="102" actId="1076"/>
          <ac:grpSpMkLst>
            <pc:docMk/>
            <pc:sldMk cId="0" sldId="397"/>
            <ac:grpSpMk id="43222" creationId="{743BBE30-D305-0775-364F-807E91F44F96}"/>
          </ac:grpSpMkLst>
        </pc:grpChg>
        <pc:grpChg chg="mod">
          <ac:chgData name="Margarit Meroyan" userId="630a6349-7c61-463e-804c-816773a1019c" providerId="ADAL" clId="{F542D2B9-31A9-4DE4-859A-CAD915E8FA3F}" dt="2023-12-27T10:47:17.059" v="102" actId="1076"/>
          <ac:grpSpMkLst>
            <pc:docMk/>
            <pc:sldMk cId="0" sldId="397"/>
            <ac:grpSpMk id="43223" creationId="{C0B5BF90-A74B-8B02-EB6C-25DA50B2EAA0}"/>
          </ac:grpSpMkLst>
        </pc:grpChg>
        <pc:grpChg chg="mod">
          <ac:chgData name="Margarit Meroyan" userId="630a6349-7c61-463e-804c-816773a1019c" providerId="ADAL" clId="{F542D2B9-31A9-4DE4-859A-CAD915E8FA3F}" dt="2023-12-27T10:47:17.059" v="102" actId="1076"/>
          <ac:grpSpMkLst>
            <pc:docMk/>
            <pc:sldMk cId="0" sldId="397"/>
            <ac:grpSpMk id="43224" creationId="{C62A6A37-9D3C-C574-47AA-0CFBFB18AF98}"/>
          </ac:grpSpMkLst>
        </pc:grpChg>
        <pc:grpChg chg="mod">
          <ac:chgData name="Margarit Meroyan" userId="630a6349-7c61-463e-804c-816773a1019c" providerId="ADAL" clId="{F542D2B9-31A9-4DE4-859A-CAD915E8FA3F}" dt="2023-12-27T10:47:17.059" v="102" actId="1076"/>
          <ac:grpSpMkLst>
            <pc:docMk/>
            <pc:sldMk cId="0" sldId="397"/>
            <ac:grpSpMk id="43225" creationId="{CCC311F4-AA73-C3B4-B8AA-3979DD9F0EA0}"/>
          </ac:grpSpMkLst>
        </pc:grpChg>
        <pc:grpChg chg="mod">
          <ac:chgData name="Margarit Meroyan" userId="630a6349-7c61-463e-804c-816773a1019c" providerId="ADAL" clId="{F542D2B9-31A9-4DE4-859A-CAD915E8FA3F}" dt="2023-12-27T10:47:17.059" v="102" actId="1076"/>
          <ac:grpSpMkLst>
            <pc:docMk/>
            <pc:sldMk cId="0" sldId="397"/>
            <ac:grpSpMk id="43227" creationId="{5F6ECA02-3EDC-A71F-2C0B-354EDB5E2A64}"/>
          </ac:grpSpMkLst>
        </pc:grpChg>
        <pc:grpChg chg="mod">
          <ac:chgData name="Margarit Meroyan" userId="630a6349-7c61-463e-804c-816773a1019c" providerId="ADAL" clId="{F542D2B9-31A9-4DE4-859A-CAD915E8FA3F}" dt="2023-12-27T10:47:17.059" v="102" actId="1076"/>
          <ac:grpSpMkLst>
            <pc:docMk/>
            <pc:sldMk cId="0" sldId="397"/>
            <ac:grpSpMk id="43228" creationId="{478E47EB-AC4E-3F28-5F86-4AFD9F48F99C}"/>
          </ac:grpSpMkLst>
        </pc:grpChg>
        <pc:grpChg chg="mod">
          <ac:chgData name="Margarit Meroyan" userId="630a6349-7c61-463e-804c-816773a1019c" providerId="ADAL" clId="{F542D2B9-31A9-4DE4-859A-CAD915E8FA3F}" dt="2023-12-27T10:47:17.059" v="102" actId="1076"/>
          <ac:grpSpMkLst>
            <pc:docMk/>
            <pc:sldMk cId="0" sldId="397"/>
            <ac:grpSpMk id="43229" creationId="{67E1D7F4-3D55-73F3-FF69-3253750B614F}"/>
          </ac:grpSpMkLst>
        </pc:grpChg>
        <pc:grpChg chg="mod">
          <ac:chgData name="Margarit Meroyan" userId="630a6349-7c61-463e-804c-816773a1019c" providerId="ADAL" clId="{F542D2B9-31A9-4DE4-859A-CAD915E8FA3F}" dt="2023-12-27T10:47:17.059" v="102" actId="1076"/>
          <ac:grpSpMkLst>
            <pc:docMk/>
            <pc:sldMk cId="0" sldId="397"/>
            <ac:grpSpMk id="43230" creationId="{6383A5A0-16C7-1D1F-25F9-B8A2148AB8DB}"/>
          </ac:grpSpMkLst>
        </pc:grpChg>
        <pc:grpChg chg="mod">
          <ac:chgData name="Margarit Meroyan" userId="630a6349-7c61-463e-804c-816773a1019c" providerId="ADAL" clId="{F542D2B9-31A9-4DE4-859A-CAD915E8FA3F}" dt="2023-12-27T10:47:17.059" v="102" actId="1076"/>
          <ac:grpSpMkLst>
            <pc:docMk/>
            <pc:sldMk cId="0" sldId="397"/>
            <ac:grpSpMk id="43231" creationId="{0707FFF4-82FC-6370-FFE5-25502278024A}"/>
          </ac:grpSpMkLst>
        </pc:grpChg>
        <pc:grpChg chg="mod">
          <ac:chgData name="Margarit Meroyan" userId="630a6349-7c61-463e-804c-816773a1019c" providerId="ADAL" clId="{F542D2B9-31A9-4DE4-859A-CAD915E8FA3F}" dt="2023-12-27T10:47:17.059" v="102" actId="1076"/>
          <ac:grpSpMkLst>
            <pc:docMk/>
            <pc:sldMk cId="0" sldId="397"/>
            <ac:grpSpMk id="43232" creationId="{ED1EBC75-275E-FC7F-B115-872682868B64}"/>
          </ac:grpSpMkLst>
        </pc:grpChg>
        <pc:grpChg chg="mod">
          <ac:chgData name="Margarit Meroyan" userId="630a6349-7c61-463e-804c-816773a1019c" providerId="ADAL" clId="{F542D2B9-31A9-4DE4-859A-CAD915E8FA3F}" dt="2023-12-27T10:47:17.059" v="102" actId="1076"/>
          <ac:grpSpMkLst>
            <pc:docMk/>
            <pc:sldMk cId="0" sldId="397"/>
            <ac:grpSpMk id="43234" creationId="{64E840BD-56E3-BEA0-8272-C91606B4ED37}"/>
          </ac:grpSpMkLst>
        </pc:grpChg>
        <pc:grpChg chg="mod">
          <ac:chgData name="Margarit Meroyan" userId="630a6349-7c61-463e-804c-816773a1019c" providerId="ADAL" clId="{F542D2B9-31A9-4DE4-859A-CAD915E8FA3F}" dt="2023-12-27T10:47:17.059" v="102" actId="1076"/>
          <ac:grpSpMkLst>
            <pc:docMk/>
            <pc:sldMk cId="0" sldId="397"/>
            <ac:grpSpMk id="43235" creationId="{49F1303E-0EB0-2115-B945-A5CAAD2049E6}"/>
          </ac:grpSpMkLst>
        </pc:grpChg>
        <pc:grpChg chg="mod">
          <ac:chgData name="Margarit Meroyan" userId="630a6349-7c61-463e-804c-816773a1019c" providerId="ADAL" clId="{F542D2B9-31A9-4DE4-859A-CAD915E8FA3F}" dt="2023-12-27T10:47:17.059" v="102" actId="1076"/>
          <ac:grpSpMkLst>
            <pc:docMk/>
            <pc:sldMk cId="0" sldId="397"/>
            <ac:grpSpMk id="43236" creationId="{F3F3F67F-4C8B-87CD-E3BE-E87DC561AB37}"/>
          </ac:grpSpMkLst>
        </pc:grpChg>
        <pc:grpChg chg="mod">
          <ac:chgData name="Margarit Meroyan" userId="630a6349-7c61-463e-804c-816773a1019c" providerId="ADAL" clId="{F542D2B9-31A9-4DE4-859A-CAD915E8FA3F}" dt="2023-12-27T10:47:17.059" v="102" actId="1076"/>
          <ac:grpSpMkLst>
            <pc:docMk/>
            <pc:sldMk cId="0" sldId="397"/>
            <ac:grpSpMk id="43237" creationId="{46E509BF-E745-572E-5383-C59406765D85}"/>
          </ac:grpSpMkLst>
        </pc:grpChg>
        <pc:grpChg chg="mod">
          <ac:chgData name="Margarit Meroyan" userId="630a6349-7c61-463e-804c-816773a1019c" providerId="ADAL" clId="{F542D2B9-31A9-4DE4-859A-CAD915E8FA3F}" dt="2023-12-27T10:47:17.059" v="102" actId="1076"/>
          <ac:grpSpMkLst>
            <pc:docMk/>
            <pc:sldMk cId="0" sldId="397"/>
            <ac:grpSpMk id="43238" creationId="{F0E10425-7FC3-6966-6573-947AA5D0E3F5}"/>
          </ac:grpSpMkLst>
        </pc:grpChg>
        <pc:grpChg chg="mod">
          <ac:chgData name="Margarit Meroyan" userId="630a6349-7c61-463e-804c-816773a1019c" providerId="ADAL" clId="{F542D2B9-31A9-4DE4-859A-CAD915E8FA3F}" dt="2023-12-27T10:47:17.059" v="102" actId="1076"/>
          <ac:grpSpMkLst>
            <pc:docMk/>
            <pc:sldMk cId="0" sldId="397"/>
            <ac:grpSpMk id="43239" creationId="{DF084935-CBDF-132B-3DA3-FE9556BD20CA}"/>
          </ac:grpSpMkLst>
        </pc:grpChg>
        <pc:grpChg chg="mod">
          <ac:chgData name="Margarit Meroyan" userId="630a6349-7c61-463e-804c-816773a1019c" providerId="ADAL" clId="{F542D2B9-31A9-4DE4-859A-CAD915E8FA3F}" dt="2023-12-27T10:47:17.059" v="102" actId="1076"/>
          <ac:grpSpMkLst>
            <pc:docMk/>
            <pc:sldMk cId="0" sldId="397"/>
            <ac:grpSpMk id="43241" creationId="{685C1DFB-E601-B885-6229-516AE3CAF8B0}"/>
          </ac:grpSpMkLst>
        </pc:grpChg>
        <pc:grpChg chg="mod">
          <ac:chgData name="Margarit Meroyan" userId="630a6349-7c61-463e-804c-816773a1019c" providerId="ADAL" clId="{F542D2B9-31A9-4DE4-859A-CAD915E8FA3F}" dt="2023-12-27T10:47:17.059" v="102" actId="1076"/>
          <ac:grpSpMkLst>
            <pc:docMk/>
            <pc:sldMk cId="0" sldId="397"/>
            <ac:grpSpMk id="43242" creationId="{668AEFB1-66A8-ABC1-5BC1-EBFF2F9DF6A7}"/>
          </ac:grpSpMkLst>
        </pc:grpChg>
        <pc:grpChg chg="mod">
          <ac:chgData name="Margarit Meroyan" userId="630a6349-7c61-463e-804c-816773a1019c" providerId="ADAL" clId="{F542D2B9-31A9-4DE4-859A-CAD915E8FA3F}" dt="2023-12-27T10:47:17.059" v="102" actId="1076"/>
          <ac:grpSpMkLst>
            <pc:docMk/>
            <pc:sldMk cId="0" sldId="397"/>
            <ac:grpSpMk id="43243" creationId="{C215F5A9-715D-0357-FD15-D8FE6D8D6C26}"/>
          </ac:grpSpMkLst>
        </pc:grpChg>
        <pc:grpChg chg="mod">
          <ac:chgData name="Margarit Meroyan" userId="630a6349-7c61-463e-804c-816773a1019c" providerId="ADAL" clId="{F542D2B9-31A9-4DE4-859A-CAD915E8FA3F}" dt="2023-12-27T10:47:17.059" v="102" actId="1076"/>
          <ac:grpSpMkLst>
            <pc:docMk/>
            <pc:sldMk cId="0" sldId="397"/>
            <ac:grpSpMk id="43244" creationId="{09A1E176-055F-0D46-7D2A-D1C95BE902F1}"/>
          </ac:grpSpMkLst>
        </pc:grpChg>
        <pc:grpChg chg="mod">
          <ac:chgData name="Margarit Meroyan" userId="630a6349-7c61-463e-804c-816773a1019c" providerId="ADAL" clId="{F542D2B9-31A9-4DE4-859A-CAD915E8FA3F}" dt="2023-12-27T10:47:17.059" v="102" actId="1076"/>
          <ac:grpSpMkLst>
            <pc:docMk/>
            <pc:sldMk cId="0" sldId="397"/>
            <ac:grpSpMk id="43245" creationId="{278028BD-3A1D-726E-028A-933E5CA06DBE}"/>
          </ac:grpSpMkLst>
        </pc:grpChg>
        <pc:grpChg chg="mod">
          <ac:chgData name="Margarit Meroyan" userId="630a6349-7c61-463e-804c-816773a1019c" providerId="ADAL" clId="{F542D2B9-31A9-4DE4-859A-CAD915E8FA3F}" dt="2023-12-27T10:47:17.059" v="102" actId="1076"/>
          <ac:grpSpMkLst>
            <pc:docMk/>
            <pc:sldMk cId="0" sldId="397"/>
            <ac:grpSpMk id="43246" creationId="{0EBC6E73-04EA-EA80-AD21-3DAA54AA93B5}"/>
          </ac:grpSpMkLst>
        </pc:grpChg>
        <pc:grpChg chg="mod">
          <ac:chgData name="Margarit Meroyan" userId="630a6349-7c61-463e-804c-816773a1019c" providerId="ADAL" clId="{F542D2B9-31A9-4DE4-859A-CAD915E8FA3F}" dt="2023-12-27T10:47:17.059" v="102" actId="1076"/>
          <ac:grpSpMkLst>
            <pc:docMk/>
            <pc:sldMk cId="0" sldId="397"/>
            <ac:grpSpMk id="43248" creationId="{62E54897-057A-7878-A6EA-8F225050625C}"/>
          </ac:grpSpMkLst>
        </pc:grpChg>
        <pc:grpChg chg="mod">
          <ac:chgData name="Margarit Meroyan" userId="630a6349-7c61-463e-804c-816773a1019c" providerId="ADAL" clId="{F542D2B9-31A9-4DE4-859A-CAD915E8FA3F}" dt="2023-12-27T10:47:17.059" v="102" actId="1076"/>
          <ac:grpSpMkLst>
            <pc:docMk/>
            <pc:sldMk cId="0" sldId="397"/>
            <ac:grpSpMk id="43249" creationId="{88A16EB5-C524-78B7-78ED-D109B8E57E1C}"/>
          </ac:grpSpMkLst>
        </pc:grpChg>
        <pc:grpChg chg="mod">
          <ac:chgData name="Margarit Meroyan" userId="630a6349-7c61-463e-804c-816773a1019c" providerId="ADAL" clId="{F542D2B9-31A9-4DE4-859A-CAD915E8FA3F}" dt="2023-12-27T10:47:17.059" v="102" actId="1076"/>
          <ac:grpSpMkLst>
            <pc:docMk/>
            <pc:sldMk cId="0" sldId="397"/>
            <ac:grpSpMk id="43250" creationId="{31C2F41D-DE7A-E69D-19D2-6709D3036034}"/>
          </ac:grpSpMkLst>
        </pc:grpChg>
        <pc:grpChg chg="mod">
          <ac:chgData name="Margarit Meroyan" userId="630a6349-7c61-463e-804c-816773a1019c" providerId="ADAL" clId="{F542D2B9-31A9-4DE4-859A-CAD915E8FA3F}" dt="2023-12-27T10:47:17.059" v="102" actId="1076"/>
          <ac:grpSpMkLst>
            <pc:docMk/>
            <pc:sldMk cId="0" sldId="397"/>
            <ac:grpSpMk id="43251" creationId="{B9A1E3D2-A721-A7D5-32F1-2356B2369755}"/>
          </ac:grpSpMkLst>
        </pc:grpChg>
        <pc:grpChg chg="mod">
          <ac:chgData name="Margarit Meroyan" userId="630a6349-7c61-463e-804c-816773a1019c" providerId="ADAL" clId="{F542D2B9-31A9-4DE4-859A-CAD915E8FA3F}" dt="2023-12-27T10:47:17.059" v="102" actId="1076"/>
          <ac:grpSpMkLst>
            <pc:docMk/>
            <pc:sldMk cId="0" sldId="397"/>
            <ac:grpSpMk id="43252" creationId="{488EBC32-9CF3-51F5-79C4-DFDCE5FB6A0D}"/>
          </ac:grpSpMkLst>
        </pc:grpChg>
        <pc:grpChg chg="mod">
          <ac:chgData name="Margarit Meroyan" userId="630a6349-7c61-463e-804c-816773a1019c" providerId="ADAL" clId="{F542D2B9-31A9-4DE4-859A-CAD915E8FA3F}" dt="2023-12-27T10:47:17.059" v="102" actId="1076"/>
          <ac:grpSpMkLst>
            <pc:docMk/>
            <pc:sldMk cId="0" sldId="397"/>
            <ac:grpSpMk id="43253" creationId="{2342E1EC-346B-2837-F2F7-7C6E3F72B1A2}"/>
          </ac:grpSpMkLst>
        </pc:grpChg>
        <pc:grpChg chg="mod">
          <ac:chgData name="Margarit Meroyan" userId="630a6349-7c61-463e-804c-816773a1019c" providerId="ADAL" clId="{F542D2B9-31A9-4DE4-859A-CAD915E8FA3F}" dt="2023-12-27T10:47:17.059" v="102" actId="1076"/>
          <ac:grpSpMkLst>
            <pc:docMk/>
            <pc:sldMk cId="0" sldId="397"/>
            <ac:grpSpMk id="43255" creationId="{DF4A7444-3794-55E9-984A-2E251E2E0A58}"/>
          </ac:grpSpMkLst>
        </pc:grpChg>
        <pc:grpChg chg="mod">
          <ac:chgData name="Margarit Meroyan" userId="630a6349-7c61-463e-804c-816773a1019c" providerId="ADAL" clId="{F542D2B9-31A9-4DE4-859A-CAD915E8FA3F}" dt="2023-12-27T10:47:17.059" v="102" actId="1076"/>
          <ac:grpSpMkLst>
            <pc:docMk/>
            <pc:sldMk cId="0" sldId="397"/>
            <ac:grpSpMk id="43256" creationId="{160BAD94-9FDE-5148-1FF2-F16C60AFD074}"/>
          </ac:grpSpMkLst>
        </pc:grpChg>
        <pc:grpChg chg="mod">
          <ac:chgData name="Margarit Meroyan" userId="630a6349-7c61-463e-804c-816773a1019c" providerId="ADAL" clId="{F542D2B9-31A9-4DE4-859A-CAD915E8FA3F}" dt="2023-12-27T10:47:17.059" v="102" actId="1076"/>
          <ac:grpSpMkLst>
            <pc:docMk/>
            <pc:sldMk cId="0" sldId="397"/>
            <ac:grpSpMk id="43257" creationId="{C497B7E0-0D74-E71E-95FF-F703B9ECDF7A}"/>
          </ac:grpSpMkLst>
        </pc:grpChg>
        <pc:grpChg chg="mod">
          <ac:chgData name="Margarit Meroyan" userId="630a6349-7c61-463e-804c-816773a1019c" providerId="ADAL" clId="{F542D2B9-31A9-4DE4-859A-CAD915E8FA3F}" dt="2023-12-27T10:47:17.059" v="102" actId="1076"/>
          <ac:grpSpMkLst>
            <pc:docMk/>
            <pc:sldMk cId="0" sldId="397"/>
            <ac:grpSpMk id="43258" creationId="{E917C642-B589-0AFC-BE05-EE3A93BB65A6}"/>
          </ac:grpSpMkLst>
        </pc:grpChg>
        <pc:grpChg chg="mod">
          <ac:chgData name="Margarit Meroyan" userId="630a6349-7c61-463e-804c-816773a1019c" providerId="ADAL" clId="{F542D2B9-31A9-4DE4-859A-CAD915E8FA3F}" dt="2023-12-27T10:47:17.059" v="102" actId="1076"/>
          <ac:grpSpMkLst>
            <pc:docMk/>
            <pc:sldMk cId="0" sldId="397"/>
            <ac:grpSpMk id="43259" creationId="{0E184431-827A-2BA0-9703-C9FB1780493D}"/>
          </ac:grpSpMkLst>
        </pc:grpChg>
        <pc:grpChg chg="mod">
          <ac:chgData name="Margarit Meroyan" userId="630a6349-7c61-463e-804c-816773a1019c" providerId="ADAL" clId="{F542D2B9-31A9-4DE4-859A-CAD915E8FA3F}" dt="2023-12-27T10:47:17.059" v="102" actId="1076"/>
          <ac:grpSpMkLst>
            <pc:docMk/>
            <pc:sldMk cId="0" sldId="397"/>
            <ac:grpSpMk id="43260" creationId="{78CEADBB-7E89-FA3F-7F5C-B5FD7187A563}"/>
          </ac:grpSpMkLst>
        </pc:grpChg>
        <pc:grpChg chg="mod">
          <ac:chgData name="Margarit Meroyan" userId="630a6349-7c61-463e-804c-816773a1019c" providerId="ADAL" clId="{F542D2B9-31A9-4DE4-859A-CAD915E8FA3F}" dt="2023-12-27T10:47:17.059" v="102" actId="1076"/>
          <ac:grpSpMkLst>
            <pc:docMk/>
            <pc:sldMk cId="0" sldId="397"/>
            <ac:grpSpMk id="43262" creationId="{DE14021D-02E8-5DA0-DEE0-21B62CFEB1A1}"/>
          </ac:grpSpMkLst>
        </pc:grpChg>
        <pc:grpChg chg="mod">
          <ac:chgData name="Margarit Meroyan" userId="630a6349-7c61-463e-804c-816773a1019c" providerId="ADAL" clId="{F542D2B9-31A9-4DE4-859A-CAD915E8FA3F}" dt="2023-12-27T10:47:17.059" v="102" actId="1076"/>
          <ac:grpSpMkLst>
            <pc:docMk/>
            <pc:sldMk cId="0" sldId="397"/>
            <ac:grpSpMk id="43263" creationId="{F2CE7F17-4F11-5187-054F-16C22F02E7A9}"/>
          </ac:grpSpMkLst>
        </pc:grpChg>
        <pc:grpChg chg="mod">
          <ac:chgData name="Margarit Meroyan" userId="630a6349-7c61-463e-804c-816773a1019c" providerId="ADAL" clId="{F542D2B9-31A9-4DE4-859A-CAD915E8FA3F}" dt="2023-12-27T10:47:17.059" v="102" actId="1076"/>
          <ac:grpSpMkLst>
            <pc:docMk/>
            <pc:sldMk cId="0" sldId="397"/>
            <ac:grpSpMk id="43264" creationId="{1E63FE8C-9488-7C0D-D64B-909DA15407C0}"/>
          </ac:grpSpMkLst>
        </pc:grpChg>
        <pc:grpChg chg="mod">
          <ac:chgData name="Margarit Meroyan" userId="630a6349-7c61-463e-804c-816773a1019c" providerId="ADAL" clId="{F542D2B9-31A9-4DE4-859A-CAD915E8FA3F}" dt="2023-12-27T10:47:17.059" v="102" actId="1076"/>
          <ac:grpSpMkLst>
            <pc:docMk/>
            <pc:sldMk cId="0" sldId="397"/>
            <ac:grpSpMk id="43265" creationId="{B3F5C703-5947-0426-A86F-C7B934249769}"/>
          </ac:grpSpMkLst>
        </pc:grpChg>
        <pc:grpChg chg="mod">
          <ac:chgData name="Margarit Meroyan" userId="630a6349-7c61-463e-804c-816773a1019c" providerId="ADAL" clId="{F542D2B9-31A9-4DE4-859A-CAD915E8FA3F}" dt="2023-12-27T10:47:17.059" v="102" actId="1076"/>
          <ac:grpSpMkLst>
            <pc:docMk/>
            <pc:sldMk cId="0" sldId="397"/>
            <ac:grpSpMk id="43266" creationId="{02198317-9A29-BBE9-4D8E-ED174378B578}"/>
          </ac:grpSpMkLst>
        </pc:grpChg>
        <pc:grpChg chg="mod">
          <ac:chgData name="Margarit Meroyan" userId="630a6349-7c61-463e-804c-816773a1019c" providerId="ADAL" clId="{F542D2B9-31A9-4DE4-859A-CAD915E8FA3F}" dt="2023-12-27T10:47:17.059" v="102" actId="1076"/>
          <ac:grpSpMkLst>
            <pc:docMk/>
            <pc:sldMk cId="0" sldId="397"/>
            <ac:grpSpMk id="43267" creationId="{A6F203E7-446F-5DE8-8AB8-C33F5BDB5345}"/>
          </ac:grpSpMkLst>
        </pc:grpChg>
        <pc:grpChg chg="mod">
          <ac:chgData name="Margarit Meroyan" userId="630a6349-7c61-463e-804c-816773a1019c" providerId="ADAL" clId="{F542D2B9-31A9-4DE4-859A-CAD915E8FA3F}" dt="2023-12-27T10:47:17.059" v="102" actId="1076"/>
          <ac:grpSpMkLst>
            <pc:docMk/>
            <pc:sldMk cId="0" sldId="397"/>
            <ac:grpSpMk id="43269" creationId="{03E2D8D6-3E49-D03A-4EF4-D26391E2B3D1}"/>
          </ac:grpSpMkLst>
        </pc:grpChg>
        <pc:grpChg chg="mod">
          <ac:chgData name="Margarit Meroyan" userId="630a6349-7c61-463e-804c-816773a1019c" providerId="ADAL" clId="{F542D2B9-31A9-4DE4-859A-CAD915E8FA3F}" dt="2023-12-27T10:47:17.059" v="102" actId="1076"/>
          <ac:grpSpMkLst>
            <pc:docMk/>
            <pc:sldMk cId="0" sldId="397"/>
            <ac:grpSpMk id="43270" creationId="{4ECCF492-DE42-7A63-7417-18457D64B1D8}"/>
          </ac:grpSpMkLst>
        </pc:grpChg>
        <pc:grpChg chg="mod">
          <ac:chgData name="Margarit Meroyan" userId="630a6349-7c61-463e-804c-816773a1019c" providerId="ADAL" clId="{F542D2B9-31A9-4DE4-859A-CAD915E8FA3F}" dt="2023-12-27T10:47:17.059" v="102" actId="1076"/>
          <ac:grpSpMkLst>
            <pc:docMk/>
            <pc:sldMk cId="0" sldId="397"/>
            <ac:grpSpMk id="43271" creationId="{FC9B852A-B495-3A0B-618A-A5FAC3844B54}"/>
          </ac:grpSpMkLst>
        </pc:grpChg>
        <pc:grpChg chg="mod">
          <ac:chgData name="Margarit Meroyan" userId="630a6349-7c61-463e-804c-816773a1019c" providerId="ADAL" clId="{F542D2B9-31A9-4DE4-859A-CAD915E8FA3F}" dt="2023-12-27T10:47:17.059" v="102" actId="1076"/>
          <ac:grpSpMkLst>
            <pc:docMk/>
            <pc:sldMk cId="0" sldId="397"/>
            <ac:grpSpMk id="43272" creationId="{F2C397A7-4DB0-4201-F3F3-A31D98F3AA85}"/>
          </ac:grpSpMkLst>
        </pc:grpChg>
        <pc:grpChg chg="mod">
          <ac:chgData name="Margarit Meroyan" userId="630a6349-7c61-463e-804c-816773a1019c" providerId="ADAL" clId="{F542D2B9-31A9-4DE4-859A-CAD915E8FA3F}" dt="2023-12-27T10:47:17.059" v="102" actId="1076"/>
          <ac:grpSpMkLst>
            <pc:docMk/>
            <pc:sldMk cId="0" sldId="397"/>
            <ac:grpSpMk id="43273" creationId="{E9825A0E-3175-8F46-AC31-E3BE494A5C92}"/>
          </ac:grpSpMkLst>
        </pc:grpChg>
        <pc:grpChg chg="mod">
          <ac:chgData name="Margarit Meroyan" userId="630a6349-7c61-463e-804c-816773a1019c" providerId="ADAL" clId="{F542D2B9-31A9-4DE4-859A-CAD915E8FA3F}" dt="2023-12-27T10:47:17.059" v="102" actId="1076"/>
          <ac:grpSpMkLst>
            <pc:docMk/>
            <pc:sldMk cId="0" sldId="397"/>
            <ac:grpSpMk id="43274" creationId="{74ACC2A3-74D6-C548-814A-33E54486C573}"/>
          </ac:grpSpMkLst>
        </pc:grpChg>
        <pc:grpChg chg="mod">
          <ac:chgData name="Margarit Meroyan" userId="630a6349-7c61-463e-804c-816773a1019c" providerId="ADAL" clId="{F542D2B9-31A9-4DE4-859A-CAD915E8FA3F}" dt="2023-12-27T10:47:17.059" v="102" actId="1076"/>
          <ac:grpSpMkLst>
            <pc:docMk/>
            <pc:sldMk cId="0" sldId="397"/>
            <ac:grpSpMk id="43276" creationId="{15F2D24E-F9FE-D89A-44F0-1277B0DD26C0}"/>
          </ac:grpSpMkLst>
        </pc:grpChg>
        <pc:grpChg chg="mod">
          <ac:chgData name="Margarit Meroyan" userId="630a6349-7c61-463e-804c-816773a1019c" providerId="ADAL" clId="{F542D2B9-31A9-4DE4-859A-CAD915E8FA3F}" dt="2023-12-27T10:47:17.059" v="102" actId="1076"/>
          <ac:grpSpMkLst>
            <pc:docMk/>
            <pc:sldMk cId="0" sldId="397"/>
            <ac:grpSpMk id="43277" creationId="{94C41610-DC7C-C7BA-5C10-C3836BCA6D84}"/>
          </ac:grpSpMkLst>
        </pc:grpChg>
        <pc:grpChg chg="mod">
          <ac:chgData name="Margarit Meroyan" userId="630a6349-7c61-463e-804c-816773a1019c" providerId="ADAL" clId="{F542D2B9-31A9-4DE4-859A-CAD915E8FA3F}" dt="2023-12-27T10:47:17.059" v="102" actId="1076"/>
          <ac:grpSpMkLst>
            <pc:docMk/>
            <pc:sldMk cId="0" sldId="397"/>
            <ac:grpSpMk id="43278" creationId="{C54F6BAA-9883-5C73-7CFF-30907E40D3B1}"/>
          </ac:grpSpMkLst>
        </pc:grpChg>
        <pc:grpChg chg="mod">
          <ac:chgData name="Margarit Meroyan" userId="630a6349-7c61-463e-804c-816773a1019c" providerId="ADAL" clId="{F542D2B9-31A9-4DE4-859A-CAD915E8FA3F}" dt="2023-12-27T10:47:17.059" v="102" actId="1076"/>
          <ac:grpSpMkLst>
            <pc:docMk/>
            <pc:sldMk cId="0" sldId="397"/>
            <ac:grpSpMk id="43279" creationId="{54DE9591-6839-8825-72B8-C275D1445E3A}"/>
          </ac:grpSpMkLst>
        </pc:grpChg>
        <pc:grpChg chg="mod">
          <ac:chgData name="Margarit Meroyan" userId="630a6349-7c61-463e-804c-816773a1019c" providerId="ADAL" clId="{F542D2B9-31A9-4DE4-859A-CAD915E8FA3F}" dt="2023-12-27T10:47:17.059" v="102" actId="1076"/>
          <ac:grpSpMkLst>
            <pc:docMk/>
            <pc:sldMk cId="0" sldId="397"/>
            <ac:grpSpMk id="43280" creationId="{F2422EE4-CF1F-EE2E-755F-8E244B3999FB}"/>
          </ac:grpSpMkLst>
        </pc:grpChg>
        <pc:grpChg chg="mod">
          <ac:chgData name="Margarit Meroyan" userId="630a6349-7c61-463e-804c-816773a1019c" providerId="ADAL" clId="{F542D2B9-31A9-4DE4-859A-CAD915E8FA3F}" dt="2023-12-27T10:47:17.059" v="102" actId="1076"/>
          <ac:grpSpMkLst>
            <pc:docMk/>
            <pc:sldMk cId="0" sldId="397"/>
            <ac:grpSpMk id="43281" creationId="{492A4603-61BF-A50F-204F-B276035BB8E2}"/>
          </ac:grpSpMkLst>
        </pc:grpChg>
      </pc:sldChg>
      <pc:sldChg chg="modSp mod">
        <pc:chgData name="Margarit Meroyan" userId="630a6349-7c61-463e-804c-816773a1019c" providerId="ADAL" clId="{F542D2B9-31A9-4DE4-859A-CAD915E8FA3F}" dt="2023-12-27T10:50:48.374" v="147" actId="207"/>
        <pc:sldMkLst>
          <pc:docMk/>
          <pc:sldMk cId="0" sldId="401"/>
        </pc:sldMkLst>
        <pc:spChg chg="mod">
          <ac:chgData name="Margarit Meroyan" userId="630a6349-7c61-463e-804c-816773a1019c" providerId="ADAL" clId="{F542D2B9-31A9-4DE4-859A-CAD915E8FA3F}" dt="2023-12-27T10:50:48.374" v="147" actId="207"/>
          <ac:spMkLst>
            <pc:docMk/>
            <pc:sldMk cId="0" sldId="401"/>
            <ac:spMk id="86022" creationId="{3F8CBE26-A692-24C3-3213-7D8135EBDD9A}"/>
          </ac:spMkLst>
        </pc:spChg>
      </pc:sldChg>
      <pc:sldChg chg="modSp mod">
        <pc:chgData name="Margarit Meroyan" userId="630a6349-7c61-463e-804c-816773a1019c" providerId="ADAL" clId="{F542D2B9-31A9-4DE4-859A-CAD915E8FA3F}" dt="2023-12-27T10:50:55.630" v="149" actId="207"/>
        <pc:sldMkLst>
          <pc:docMk/>
          <pc:sldMk cId="0" sldId="402"/>
        </pc:sldMkLst>
        <pc:spChg chg="mod">
          <ac:chgData name="Margarit Meroyan" userId="630a6349-7c61-463e-804c-816773a1019c" providerId="ADAL" clId="{F542D2B9-31A9-4DE4-859A-CAD915E8FA3F}" dt="2023-12-27T10:50:52.877" v="148" actId="207"/>
          <ac:spMkLst>
            <pc:docMk/>
            <pc:sldMk cId="0" sldId="402"/>
            <ac:spMk id="87063" creationId="{69AA3036-D416-C00A-02E1-E9061ED2D6A8}"/>
          </ac:spMkLst>
        </pc:spChg>
        <pc:spChg chg="mod">
          <ac:chgData name="Margarit Meroyan" userId="630a6349-7c61-463e-804c-816773a1019c" providerId="ADAL" clId="{F542D2B9-31A9-4DE4-859A-CAD915E8FA3F}" dt="2023-12-27T10:50:55.630" v="149" actId="207"/>
          <ac:spMkLst>
            <pc:docMk/>
            <pc:sldMk cId="0" sldId="402"/>
            <ac:spMk id="87079" creationId="{DAAA9E5B-4BB6-21A3-49D8-C7164B9DF9BD}"/>
          </ac:spMkLst>
        </pc:spChg>
      </pc:sldChg>
      <pc:sldChg chg="modSp mod">
        <pc:chgData name="Margarit Meroyan" userId="630a6349-7c61-463e-804c-816773a1019c" providerId="ADAL" clId="{F542D2B9-31A9-4DE4-859A-CAD915E8FA3F}" dt="2023-12-27T10:55:02.398" v="177" actId="207"/>
        <pc:sldMkLst>
          <pc:docMk/>
          <pc:sldMk cId="0" sldId="425"/>
        </pc:sldMkLst>
        <pc:spChg chg="mod">
          <ac:chgData name="Margarit Meroyan" userId="630a6349-7c61-463e-804c-816773a1019c" providerId="ADAL" clId="{F542D2B9-31A9-4DE4-859A-CAD915E8FA3F}" dt="2023-12-27T10:55:02.398" v="177" actId="207"/>
          <ac:spMkLst>
            <pc:docMk/>
            <pc:sldMk cId="0" sldId="425"/>
            <ac:spMk id="140294" creationId="{8F5C1372-74EE-7656-13C7-F1210F933376}"/>
          </ac:spMkLst>
        </pc:spChg>
      </pc:sldChg>
      <pc:sldChg chg="modSp mod">
        <pc:chgData name="Margarit Meroyan" userId="630a6349-7c61-463e-804c-816773a1019c" providerId="ADAL" clId="{F542D2B9-31A9-4DE4-859A-CAD915E8FA3F}" dt="2023-12-27T10:49:14.017" v="124" actId="207"/>
        <pc:sldMkLst>
          <pc:docMk/>
          <pc:sldMk cId="0" sldId="432"/>
        </pc:sldMkLst>
        <pc:spChg chg="mod">
          <ac:chgData name="Margarit Meroyan" userId="630a6349-7c61-463e-804c-816773a1019c" providerId="ADAL" clId="{F542D2B9-31A9-4DE4-859A-CAD915E8FA3F}" dt="2023-12-27T10:48:08.737" v="105" actId="207"/>
          <ac:spMkLst>
            <pc:docMk/>
            <pc:sldMk cId="0" sldId="432"/>
            <ac:spMk id="2" creationId="{229BE183-5A06-4A89-9528-92CF72F82B87}"/>
          </ac:spMkLst>
        </pc:spChg>
        <pc:spChg chg="mod">
          <ac:chgData name="Margarit Meroyan" userId="630a6349-7c61-463e-804c-816773a1019c" providerId="ADAL" clId="{F542D2B9-31A9-4DE4-859A-CAD915E8FA3F}" dt="2023-12-27T10:48:08.737" v="105" actId="207"/>
          <ac:spMkLst>
            <pc:docMk/>
            <pc:sldMk cId="0" sldId="432"/>
            <ac:spMk id="3" creationId="{81703B51-C235-4F9B-A258-280B4D0471DC}"/>
          </ac:spMkLst>
        </pc:spChg>
        <pc:spChg chg="mod">
          <ac:chgData name="Margarit Meroyan" userId="630a6349-7c61-463e-804c-816773a1019c" providerId="ADAL" clId="{F542D2B9-31A9-4DE4-859A-CAD915E8FA3F}" dt="2023-12-27T10:48:08.737" v="105" actId="207"/>
          <ac:spMkLst>
            <pc:docMk/>
            <pc:sldMk cId="0" sldId="432"/>
            <ac:spMk id="54277" creationId="{00373201-74E5-4D72-BF2E-C07B53C4A50B}"/>
          </ac:spMkLst>
        </pc:spChg>
        <pc:spChg chg="mod">
          <ac:chgData name="Margarit Meroyan" userId="630a6349-7c61-463e-804c-816773a1019c" providerId="ADAL" clId="{F542D2B9-31A9-4DE4-859A-CAD915E8FA3F}" dt="2023-12-27T10:48:08.737" v="105" actId="207"/>
          <ac:spMkLst>
            <pc:docMk/>
            <pc:sldMk cId="0" sldId="432"/>
            <ac:spMk id="54278" creationId="{070F844A-F314-4C09-AAB6-987B60077E0C}"/>
          </ac:spMkLst>
        </pc:spChg>
        <pc:spChg chg="mod">
          <ac:chgData name="Margarit Meroyan" userId="630a6349-7c61-463e-804c-816773a1019c" providerId="ADAL" clId="{F542D2B9-31A9-4DE4-859A-CAD915E8FA3F}" dt="2023-12-27T10:48:08.737" v="105" actId="207"/>
          <ac:spMkLst>
            <pc:docMk/>
            <pc:sldMk cId="0" sldId="432"/>
            <ac:spMk id="54279" creationId="{2CCF049E-8E4C-4BF7-8785-F7D3552B0FB2}"/>
          </ac:spMkLst>
        </pc:spChg>
        <pc:spChg chg="mod">
          <ac:chgData name="Margarit Meroyan" userId="630a6349-7c61-463e-804c-816773a1019c" providerId="ADAL" clId="{F542D2B9-31A9-4DE4-859A-CAD915E8FA3F}" dt="2023-12-27T10:48:08.737" v="105" actId="207"/>
          <ac:spMkLst>
            <pc:docMk/>
            <pc:sldMk cId="0" sldId="432"/>
            <ac:spMk id="54280" creationId="{6086527F-45EA-492B-9572-74EF91F82164}"/>
          </ac:spMkLst>
        </pc:spChg>
        <pc:spChg chg="mod">
          <ac:chgData name="Margarit Meroyan" userId="630a6349-7c61-463e-804c-816773a1019c" providerId="ADAL" clId="{F542D2B9-31A9-4DE4-859A-CAD915E8FA3F}" dt="2023-12-27T10:48:08.737" v="105" actId="207"/>
          <ac:spMkLst>
            <pc:docMk/>
            <pc:sldMk cId="0" sldId="432"/>
            <ac:spMk id="54281" creationId="{38971832-01CF-43E3-AF86-86E6973F1EE8}"/>
          </ac:spMkLst>
        </pc:spChg>
        <pc:spChg chg="mod">
          <ac:chgData name="Margarit Meroyan" userId="630a6349-7c61-463e-804c-816773a1019c" providerId="ADAL" clId="{F542D2B9-31A9-4DE4-859A-CAD915E8FA3F}" dt="2023-12-27T10:48:08.737" v="105" actId="207"/>
          <ac:spMkLst>
            <pc:docMk/>
            <pc:sldMk cId="0" sldId="432"/>
            <ac:spMk id="54282" creationId="{25856197-E501-4DAC-83F3-42DF65BFBB6C}"/>
          </ac:spMkLst>
        </pc:spChg>
        <pc:spChg chg="mod">
          <ac:chgData name="Margarit Meroyan" userId="630a6349-7c61-463e-804c-816773a1019c" providerId="ADAL" clId="{F542D2B9-31A9-4DE4-859A-CAD915E8FA3F}" dt="2023-12-27T10:48:08.737" v="105" actId="207"/>
          <ac:spMkLst>
            <pc:docMk/>
            <pc:sldMk cId="0" sldId="432"/>
            <ac:spMk id="54283" creationId="{7A20F840-6593-4DB4-825C-2617029D24D5}"/>
          </ac:spMkLst>
        </pc:spChg>
        <pc:spChg chg="mod">
          <ac:chgData name="Margarit Meroyan" userId="630a6349-7c61-463e-804c-816773a1019c" providerId="ADAL" clId="{F542D2B9-31A9-4DE4-859A-CAD915E8FA3F}" dt="2023-12-27T10:48:08.737" v="105" actId="207"/>
          <ac:spMkLst>
            <pc:docMk/>
            <pc:sldMk cId="0" sldId="432"/>
            <ac:spMk id="54284" creationId="{F3F07FA8-9536-49CD-A46F-D61923E8D34A}"/>
          </ac:spMkLst>
        </pc:spChg>
        <pc:spChg chg="mod">
          <ac:chgData name="Margarit Meroyan" userId="630a6349-7c61-463e-804c-816773a1019c" providerId="ADAL" clId="{F542D2B9-31A9-4DE4-859A-CAD915E8FA3F}" dt="2023-12-27T10:48:08.737" v="105" actId="207"/>
          <ac:spMkLst>
            <pc:docMk/>
            <pc:sldMk cId="0" sldId="432"/>
            <ac:spMk id="54285" creationId="{073F85EC-8D86-41EC-AD0A-44E1F6B8CC33}"/>
          </ac:spMkLst>
        </pc:spChg>
        <pc:spChg chg="mod">
          <ac:chgData name="Margarit Meroyan" userId="630a6349-7c61-463e-804c-816773a1019c" providerId="ADAL" clId="{F542D2B9-31A9-4DE4-859A-CAD915E8FA3F}" dt="2023-12-27T10:48:08.737" v="105" actId="207"/>
          <ac:spMkLst>
            <pc:docMk/>
            <pc:sldMk cId="0" sldId="432"/>
            <ac:spMk id="54286" creationId="{F41CF4F8-3FE6-44CB-A237-CDC843522995}"/>
          </ac:spMkLst>
        </pc:spChg>
        <pc:spChg chg="mod">
          <ac:chgData name="Margarit Meroyan" userId="630a6349-7c61-463e-804c-816773a1019c" providerId="ADAL" clId="{F542D2B9-31A9-4DE4-859A-CAD915E8FA3F}" dt="2023-12-27T10:48:08.737" v="105" actId="207"/>
          <ac:spMkLst>
            <pc:docMk/>
            <pc:sldMk cId="0" sldId="432"/>
            <ac:spMk id="54287" creationId="{B7B4F65F-0A7D-4DE7-9BE7-7B934CA07263}"/>
          </ac:spMkLst>
        </pc:spChg>
        <pc:spChg chg="mod">
          <ac:chgData name="Margarit Meroyan" userId="630a6349-7c61-463e-804c-816773a1019c" providerId="ADAL" clId="{F542D2B9-31A9-4DE4-859A-CAD915E8FA3F}" dt="2023-12-27T10:48:08.737" v="105" actId="207"/>
          <ac:spMkLst>
            <pc:docMk/>
            <pc:sldMk cId="0" sldId="432"/>
            <ac:spMk id="54288" creationId="{58A7755C-5E8A-48A3-8E73-39CC705DCF0E}"/>
          </ac:spMkLst>
        </pc:spChg>
        <pc:spChg chg="mod">
          <ac:chgData name="Margarit Meroyan" userId="630a6349-7c61-463e-804c-816773a1019c" providerId="ADAL" clId="{F542D2B9-31A9-4DE4-859A-CAD915E8FA3F}" dt="2023-12-27T10:48:08.737" v="105" actId="207"/>
          <ac:spMkLst>
            <pc:docMk/>
            <pc:sldMk cId="0" sldId="432"/>
            <ac:spMk id="54289" creationId="{33153F9D-1A84-4A0A-BA82-1CF0E04CC48A}"/>
          </ac:spMkLst>
        </pc:spChg>
        <pc:spChg chg="mod">
          <ac:chgData name="Margarit Meroyan" userId="630a6349-7c61-463e-804c-816773a1019c" providerId="ADAL" clId="{F542D2B9-31A9-4DE4-859A-CAD915E8FA3F}" dt="2023-12-27T10:48:08.737" v="105" actId="207"/>
          <ac:spMkLst>
            <pc:docMk/>
            <pc:sldMk cId="0" sldId="432"/>
            <ac:spMk id="54290" creationId="{941BF924-D4B4-4F8B-BC9B-D7E8F42736A6}"/>
          </ac:spMkLst>
        </pc:spChg>
        <pc:spChg chg="mod">
          <ac:chgData name="Margarit Meroyan" userId="630a6349-7c61-463e-804c-816773a1019c" providerId="ADAL" clId="{F542D2B9-31A9-4DE4-859A-CAD915E8FA3F}" dt="2023-12-27T10:48:08.737" v="105" actId="207"/>
          <ac:spMkLst>
            <pc:docMk/>
            <pc:sldMk cId="0" sldId="432"/>
            <ac:spMk id="54291" creationId="{71FAEEF1-FCC7-4951-B943-D3F056C53D61}"/>
          </ac:spMkLst>
        </pc:spChg>
        <pc:spChg chg="mod">
          <ac:chgData name="Margarit Meroyan" userId="630a6349-7c61-463e-804c-816773a1019c" providerId="ADAL" clId="{F542D2B9-31A9-4DE4-859A-CAD915E8FA3F}" dt="2023-12-27T10:48:08.737" v="105" actId="207"/>
          <ac:spMkLst>
            <pc:docMk/>
            <pc:sldMk cId="0" sldId="432"/>
            <ac:spMk id="54292" creationId="{C34AEB7F-47D3-49A8-A401-402F0B2F3556}"/>
          </ac:spMkLst>
        </pc:spChg>
        <pc:spChg chg="mod">
          <ac:chgData name="Margarit Meroyan" userId="630a6349-7c61-463e-804c-816773a1019c" providerId="ADAL" clId="{F542D2B9-31A9-4DE4-859A-CAD915E8FA3F}" dt="2023-12-27T10:48:08.737" v="105" actId="207"/>
          <ac:spMkLst>
            <pc:docMk/>
            <pc:sldMk cId="0" sldId="432"/>
            <ac:spMk id="54293" creationId="{3A5F9E0B-8FAF-4D9F-AB87-9309C9F96D35}"/>
          </ac:spMkLst>
        </pc:spChg>
        <pc:spChg chg="mod">
          <ac:chgData name="Margarit Meroyan" userId="630a6349-7c61-463e-804c-816773a1019c" providerId="ADAL" clId="{F542D2B9-31A9-4DE4-859A-CAD915E8FA3F}" dt="2023-12-27T10:48:08.737" v="105" actId="207"/>
          <ac:spMkLst>
            <pc:docMk/>
            <pc:sldMk cId="0" sldId="432"/>
            <ac:spMk id="54294" creationId="{BC81302F-8566-4F6A-B14E-BF7FE117E4FB}"/>
          </ac:spMkLst>
        </pc:spChg>
        <pc:spChg chg="mod">
          <ac:chgData name="Margarit Meroyan" userId="630a6349-7c61-463e-804c-816773a1019c" providerId="ADAL" clId="{F542D2B9-31A9-4DE4-859A-CAD915E8FA3F}" dt="2023-12-27T10:48:08.737" v="105" actId="207"/>
          <ac:spMkLst>
            <pc:docMk/>
            <pc:sldMk cId="0" sldId="432"/>
            <ac:spMk id="54295" creationId="{D69F224E-D4FF-4B03-86CF-5A24B8BEE9FA}"/>
          </ac:spMkLst>
        </pc:spChg>
        <pc:spChg chg="mod">
          <ac:chgData name="Margarit Meroyan" userId="630a6349-7c61-463e-804c-816773a1019c" providerId="ADAL" clId="{F542D2B9-31A9-4DE4-859A-CAD915E8FA3F}" dt="2023-12-27T10:48:08.737" v="105" actId="207"/>
          <ac:spMkLst>
            <pc:docMk/>
            <pc:sldMk cId="0" sldId="432"/>
            <ac:spMk id="54296" creationId="{4CA47648-2921-4511-B472-3F7A3CDE316E}"/>
          </ac:spMkLst>
        </pc:spChg>
        <pc:spChg chg="mod">
          <ac:chgData name="Margarit Meroyan" userId="630a6349-7c61-463e-804c-816773a1019c" providerId="ADAL" clId="{F542D2B9-31A9-4DE4-859A-CAD915E8FA3F}" dt="2023-12-27T10:48:08.737" v="105" actId="207"/>
          <ac:spMkLst>
            <pc:docMk/>
            <pc:sldMk cId="0" sldId="432"/>
            <ac:spMk id="54297" creationId="{F086992B-DCF7-4831-80DD-3D45C4AF654F}"/>
          </ac:spMkLst>
        </pc:spChg>
        <pc:spChg chg="mod">
          <ac:chgData name="Margarit Meroyan" userId="630a6349-7c61-463e-804c-816773a1019c" providerId="ADAL" clId="{F542D2B9-31A9-4DE4-859A-CAD915E8FA3F}" dt="2023-12-27T10:48:08.737" v="105" actId="207"/>
          <ac:spMkLst>
            <pc:docMk/>
            <pc:sldMk cId="0" sldId="432"/>
            <ac:spMk id="54298" creationId="{07C6ACB5-CEE2-4655-8E41-7564BC478798}"/>
          </ac:spMkLst>
        </pc:spChg>
        <pc:spChg chg="mod">
          <ac:chgData name="Margarit Meroyan" userId="630a6349-7c61-463e-804c-816773a1019c" providerId="ADAL" clId="{F542D2B9-31A9-4DE4-859A-CAD915E8FA3F}" dt="2023-12-27T10:48:08.737" v="105" actId="207"/>
          <ac:spMkLst>
            <pc:docMk/>
            <pc:sldMk cId="0" sldId="432"/>
            <ac:spMk id="54299" creationId="{FCEB6A03-684D-464D-A35D-D7E4B7EA289C}"/>
          </ac:spMkLst>
        </pc:spChg>
        <pc:spChg chg="mod">
          <ac:chgData name="Margarit Meroyan" userId="630a6349-7c61-463e-804c-816773a1019c" providerId="ADAL" clId="{F542D2B9-31A9-4DE4-859A-CAD915E8FA3F}" dt="2023-12-27T10:48:08.737" v="105" actId="207"/>
          <ac:spMkLst>
            <pc:docMk/>
            <pc:sldMk cId="0" sldId="432"/>
            <ac:spMk id="54300" creationId="{D558B727-F30E-48F1-967F-04336529E813}"/>
          </ac:spMkLst>
        </pc:spChg>
        <pc:spChg chg="mod">
          <ac:chgData name="Margarit Meroyan" userId="630a6349-7c61-463e-804c-816773a1019c" providerId="ADAL" clId="{F542D2B9-31A9-4DE4-859A-CAD915E8FA3F}" dt="2023-12-27T10:48:08.737" v="105" actId="207"/>
          <ac:spMkLst>
            <pc:docMk/>
            <pc:sldMk cId="0" sldId="432"/>
            <ac:spMk id="54301" creationId="{2AF89BE6-9DF5-412D-80D0-02F539E37D33}"/>
          </ac:spMkLst>
        </pc:spChg>
        <pc:spChg chg="mod">
          <ac:chgData name="Margarit Meroyan" userId="630a6349-7c61-463e-804c-816773a1019c" providerId="ADAL" clId="{F542D2B9-31A9-4DE4-859A-CAD915E8FA3F}" dt="2023-12-27T10:48:08.737" v="105" actId="207"/>
          <ac:spMkLst>
            <pc:docMk/>
            <pc:sldMk cId="0" sldId="432"/>
            <ac:spMk id="54302" creationId="{0B1968FF-7B4A-4BD2-9C8E-F07BA19A23FF}"/>
          </ac:spMkLst>
        </pc:spChg>
        <pc:spChg chg="mod">
          <ac:chgData name="Margarit Meroyan" userId="630a6349-7c61-463e-804c-816773a1019c" providerId="ADAL" clId="{F542D2B9-31A9-4DE4-859A-CAD915E8FA3F}" dt="2023-12-27T10:48:08.737" v="105" actId="207"/>
          <ac:spMkLst>
            <pc:docMk/>
            <pc:sldMk cId="0" sldId="432"/>
            <ac:spMk id="54303" creationId="{DA2DAAF4-3216-4DFF-9DAC-B51DE55D0E35}"/>
          </ac:spMkLst>
        </pc:spChg>
        <pc:spChg chg="mod">
          <ac:chgData name="Margarit Meroyan" userId="630a6349-7c61-463e-804c-816773a1019c" providerId="ADAL" clId="{F542D2B9-31A9-4DE4-859A-CAD915E8FA3F}" dt="2023-12-27T10:48:08.737" v="105" actId="207"/>
          <ac:spMkLst>
            <pc:docMk/>
            <pc:sldMk cId="0" sldId="432"/>
            <ac:spMk id="54304" creationId="{06B65A4E-38BE-434F-90E5-B3BDD2368B01}"/>
          </ac:spMkLst>
        </pc:spChg>
        <pc:spChg chg="mod">
          <ac:chgData name="Margarit Meroyan" userId="630a6349-7c61-463e-804c-816773a1019c" providerId="ADAL" clId="{F542D2B9-31A9-4DE4-859A-CAD915E8FA3F}" dt="2023-12-27T10:48:08.737" v="105" actId="207"/>
          <ac:spMkLst>
            <pc:docMk/>
            <pc:sldMk cId="0" sldId="432"/>
            <ac:spMk id="54305" creationId="{CFF018A8-8980-4311-BBBD-4FA43FD3C63C}"/>
          </ac:spMkLst>
        </pc:spChg>
        <pc:spChg chg="mod">
          <ac:chgData name="Margarit Meroyan" userId="630a6349-7c61-463e-804c-816773a1019c" providerId="ADAL" clId="{F542D2B9-31A9-4DE4-859A-CAD915E8FA3F}" dt="2023-12-27T10:48:08.737" v="105" actId="207"/>
          <ac:spMkLst>
            <pc:docMk/>
            <pc:sldMk cId="0" sldId="432"/>
            <ac:spMk id="54306" creationId="{93A8261A-A33D-404B-BC2C-1C101BB51527}"/>
          </ac:spMkLst>
        </pc:spChg>
        <pc:spChg chg="mod">
          <ac:chgData name="Margarit Meroyan" userId="630a6349-7c61-463e-804c-816773a1019c" providerId="ADAL" clId="{F542D2B9-31A9-4DE4-859A-CAD915E8FA3F}" dt="2023-12-27T10:48:08.737" v="105" actId="207"/>
          <ac:spMkLst>
            <pc:docMk/>
            <pc:sldMk cId="0" sldId="432"/>
            <ac:spMk id="54307" creationId="{469F1112-6650-4D3A-A992-3C33CE05EBD5}"/>
          </ac:spMkLst>
        </pc:spChg>
        <pc:spChg chg="mod">
          <ac:chgData name="Margarit Meroyan" userId="630a6349-7c61-463e-804c-816773a1019c" providerId="ADAL" clId="{F542D2B9-31A9-4DE4-859A-CAD915E8FA3F}" dt="2023-12-27T10:48:08.737" v="105" actId="207"/>
          <ac:spMkLst>
            <pc:docMk/>
            <pc:sldMk cId="0" sldId="432"/>
            <ac:spMk id="54308" creationId="{6661B1EF-0064-4D6D-A8E4-228F2F936A53}"/>
          </ac:spMkLst>
        </pc:spChg>
        <pc:spChg chg="mod">
          <ac:chgData name="Margarit Meroyan" userId="630a6349-7c61-463e-804c-816773a1019c" providerId="ADAL" clId="{F542D2B9-31A9-4DE4-859A-CAD915E8FA3F}" dt="2023-12-27T10:48:08.737" v="105" actId="207"/>
          <ac:spMkLst>
            <pc:docMk/>
            <pc:sldMk cId="0" sldId="432"/>
            <ac:spMk id="54309" creationId="{FCAC7969-3C23-42B2-8919-B4E89F944072}"/>
          </ac:spMkLst>
        </pc:spChg>
        <pc:spChg chg="mod">
          <ac:chgData name="Margarit Meroyan" userId="630a6349-7c61-463e-804c-816773a1019c" providerId="ADAL" clId="{F542D2B9-31A9-4DE4-859A-CAD915E8FA3F}" dt="2023-12-27T10:48:08.737" v="105" actId="207"/>
          <ac:spMkLst>
            <pc:docMk/>
            <pc:sldMk cId="0" sldId="432"/>
            <ac:spMk id="54310" creationId="{2C4F8FC7-BB6E-4E42-8381-EC3965FFE4DF}"/>
          </ac:spMkLst>
        </pc:spChg>
        <pc:spChg chg="mod">
          <ac:chgData name="Margarit Meroyan" userId="630a6349-7c61-463e-804c-816773a1019c" providerId="ADAL" clId="{F542D2B9-31A9-4DE4-859A-CAD915E8FA3F}" dt="2023-12-27T10:48:08.737" v="105" actId="207"/>
          <ac:spMkLst>
            <pc:docMk/>
            <pc:sldMk cId="0" sldId="432"/>
            <ac:spMk id="54311" creationId="{D55C6434-2961-4071-BE07-EB1207B53DB2}"/>
          </ac:spMkLst>
        </pc:spChg>
        <pc:spChg chg="mod">
          <ac:chgData name="Margarit Meroyan" userId="630a6349-7c61-463e-804c-816773a1019c" providerId="ADAL" clId="{F542D2B9-31A9-4DE4-859A-CAD915E8FA3F}" dt="2023-12-27T10:48:08.737" v="105" actId="207"/>
          <ac:spMkLst>
            <pc:docMk/>
            <pc:sldMk cId="0" sldId="432"/>
            <ac:spMk id="54312" creationId="{785D6C96-5E4E-497F-BF7B-337AE1A1822B}"/>
          </ac:spMkLst>
        </pc:spChg>
        <pc:spChg chg="mod">
          <ac:chgData name="Margarit Meroyan" userId="630a6349-7c61-463e-804c-816773a1019c" providerId="ADAL" clId="{F542D2B9-31A9-4DE4-859A-CAD915E8FA3F}" dt="2023-12-27T10:48:08.737" v="105" actId="207"/>
          <ac:spMkLst>
            <pc:docMk/>
            <pc:sldMk cId="0" sldId="432"/>
            <ac:spMk id="54313" creationId="{6A140B0E-AE8C-408C-A08A-971F9E4E1DA2}"/>
          </ac:spMkLst>
        </pc:spChg>
        <pc:spChg chg="mod">
          <ac:chgData name="Margarit Meroyan" userId="630a6349-7c61-463e-804c-816773a1019c" providerId="ADAL" clId="{F542D2B9-31A9-4DE4-859A-CAD915E8FA3F}" dt="2023-12-27T10:48:08.737" v="105" actId="207"/>
          <ac:spMkLst>
            <pc:docMk/>
            <pc:sldMk cId="0" sldId="432"/>
            <ac:spMk id="54314" creationId="{423A4DB0-185D-4553-8201-BB214C39FA3B}"/>
          </ac:spMkLst>
        </pc:spChg>
        <pc:spChg chg="mod">
          <ac:chgData name="Margarit Meroyan" userId="630a6349-7c61-463e-804c-816773a1019c" providerId="ADAL" clId="{F542D2B9-31A9-4DE4-859A-CAD915E8FA3F}" dt="2023-12-27T10:48:08.737" v="105" actId="207"/>
          <ac:spMkLst>
            <pc:docMk/>
            <pc:sldMk cId="0" sldId="432"/>
            <ac:spMk id="54315" creationId="{9A008A3D-37BD-44E5-ADCB-5DB30B24F8DD}"/>
          </ac:spMkLst>
        </pc:spChg>
        <pc:spChg chg="mod">
          <ac:chgData name="Margarit Meroyan" userId="630a6349-7c61-463e-804c-816773a1019c" providerId="ADAL" clId="{F542D2B9-31A9-4DE4-859A-CAD915E8FA3F}" dt="2023-12-27T10:48:08.737" v="105" actId="207"/>
          <ac:spMkLst>
            <pc:docMk/>
            <pc:sldMk cId="0" sldId="432"/>
            <ac:spMk id="54316" creationId="{D9A6E606-C546-4EEF-842D-3B219F32F8F4}"/>
          </ac:spMkLst>
        </pc:spChg>
        <pc:spChg chg="mod">
          <ac:chgData name="Margarit Meroyan" userId="630a6349-7c61-463e-804c-816773a1019c" providerId="ADAL" clId="{F542D2B9-31A9-4DE4-859A-CAD915E8FA3F}" dt="2023-12-27T10:48:08.737" v="105" actId="207"/>
          <ac:spMkLst>
            <pc:docMk/>
            <pc:sldMk cId="0" sldId="432"/>
            <ac:spMk id="54317" creationId="{577B05AC-A7DF-4BA7-A557-0DF8417AA0F6}"/>
          </ac:spMkLst>
        </pc:spChg>
        <pc:spChg chg="mod">
          <ac:chgData name="Margarit Meroyan" userId="630a6349-7c61-463e-804c-816773a1019c" providerId="ADAL" clId="{F542D2B9-31A9-4DE4-859A-CAD915E8FA3F}" dt="2023-12-27T10:48:08.737" v="105" actId="207"/>
          <ac:spMkLst>
            <pc:docMk/>
            <pc:sldMk cId="0" sldId="432"/>
            <ac:spMk id="54318" creationId="{A292FE28-16E9-4A2E-9A87-EC6BA55CEE5E}"/>
          </ac:spMkLst>
        </pc:spChg>
        <pc:spChg chg="mod">
          <ac:chgData name="Margarit Meroyan" userId="630a6349-7c61-463e-804c-816773a1019c" providerId="ADAL" clId="{F542D2B9-31A9-4DE4-859A-CAD915E8FA3F}" dt="2023-12-27T10:48:08.737" v="105" actId="207"/>
          <ac:spMkLst>
            <pc:docMk/>
            <pc:sldMk cId="0" sldId="432"/>
            <ac:spMk id="54319" creationId="{F04EFC22-A418-4CE8-9028-C09B948E5E34}"/>
          </ac:spMkLst>
        </pc:spChg>
        <pc:spChg chg="mod">
          <ac:chgData name="Margarit Meroyan" userId="630a6349-7c61-463e-804c-816773a1019c" providerId="ADAL" clId="{F542D2B9-31A9-4DE4-859A-CAD915E8FA3F}" dt="2023-12-27T10:48:08.737" v="105" actId="207"/>
          <ac:spMkLst>
            <pc:docMk/>
            <pc:sldMk cId="0" sldId="432"/>
            <ac:spMk id="54320" creationId="{28292E2C-7B3E-428C-994F-42A37B76F880}"/>
          </ac:spMkLst>
        </pc:spChg>
        <pc:spChg chg="mod">
          <ac:chgData name="Margarit Meroyan" userId="630a6349-7c61-463e-804c-816773a1019c" providerId="ADAL" clId="{F542D2B9-31A9-4DE4-859A-CAD915E8FA3F}" dt="2023-12-27T10:48:08.737" v="105" actId="207"/>
          <ac:spMkLst>
            <pc:docMk/>
            <pc:sldMk cId="0" sldId="432"/>
            <ac:spMk id="54321" creationId="{26F7CCA9-75BB-4CFF-9214-36CD88867BE7}"/>
          </ac:spMkLst>
        </pc:spChg>
        <pc:spChg chg="mod">
          <ac:chgData name="Margarit Meroyan" userId="630a6349-7c61-463e-804c-816773a1019c" providerId="ADAL" clId="{F542D2B9-31A9-4DE4-859A-CAD915E8FA3F}" dt="2023-12-27T10:48:08.737" v="105" actId="207"/>
          <ac:spMkLst>
            <pc:docMk/>
            <pc:sldMk cId="0" sldId="432"/>
            <ac:spMk id="54322" creationId="{89CC7A8E-DF83-4BB9-99B6-430F7286FFE7}"/>
          </ac:spMkLst>
        </pc:spChg>
        <pc:spChg chg="mod">
          <ac:chgData name="Margarit Meroyan" userId="630a6349-7c61-463e-804c-816773a1019c" providerId="ADAL" clId="{F542D2B9-31A9-4DE4-859A-CAD915E8FA3F}" dt="2023-12-27T10:48:08.737" v="105" actId="207"/>
          <ac:spMkLst>
            <pc:docMk/>
            <pc:sldMk cId="0" sldId="432"/>
            <ac:spMk id="54323" creationId="{D7C3CF31-7DF8-4395-9E11-9CF6A861AC19}"/>
          </ac:spMkLst>
        </pc:spChg>
        <pc:spChg chg="mod">
          <ac:chgData name="Margarit Meroyan" userId="630a6349-7c61-463e-804c-816773a1019c" providerId="ADAL" clId="{F542D2B9-31A9-4DE4-859A-CAD915E8FA3F}" dt="2023-12-27T10:48:08.737" v="105" actId="207"/>
          <ac:spMkLst>
            <pc:docMk/>
            <pc:sldMk cId="0" sldId="432"/>
            <ac:spMk id="54324" creationId="{25A7C574-04CD-41D4-97EE-534BECDFEFAC}"/>
          </ac:spMkLst>
        </pc:spChg>
        <pc:spChg chg="mod">
          <ac:chgData name="Margarit Meroyan" userId="630a6349-7c61-463e-804c-816773a1019c" providerId="ADAL" clId="{F542D2B9-31A9-4DE4-859A-CAD915E8FA3F}" dt="2023-12-27T10:48:08.737" v="105" actId="207"/>
          <ac:spMkLst>
            <pc:docMk/>
            <pc:sldMk cId="0" sldId="432"/>
            <ac:spMk id="54325" creationId="{28D77228-0909-42E7-8835-48C17C6EC0A0}"/>
          </ac:spMkLst>
        </pc:spChg>
        <pc:spChg chg="mod">
          <ac:chgData name="Margarit Meroyan" userId="630a6349-7c61-463e-804c-816773a1019c" providerId="ADAL" clId="{F542D2B9-31A9-4DE4-859A-CAD915E8FA3F}" dt="2023-12-27T10:48:08.737" v="105" actId="207"/>
          <ac:spMkLst>
            <pc:docMk/>
            <pc:sldMk cId="0" sldId="432"/>
            <ac:spMk id="54326" creationId="{1012CE02-F9FC-4C1B-B9F5-37EEA5E44819}"/>
          </ac:spMkLst>
        </pc:spChg>
        <pc:spChg chg="mod">
          <ac:chgData name="Margarit Meroyan" userId="630a6349-7c61-463e-804c-816773a1019c" providerId="ADAL" clId="{F542D2B9-31A9-4DE4-859A-CAD915E8FA3F}" dt="2023-12-27T10:48:08.737" v="105" actId="207"/>
          <ac:spMkLst>
            <pc:docMk/>
            <pc:sldMk cId="0" sldId="432"/>
            <ac:spMk id="54327" creationId="{26B3F482-3EDE-418D-8424-F79CE6BBF5FD}"/>
          </ac:spMkLst>
        </pc:spChg>
        <pc:spChg chg="mod">
          <ac:chgData name="Margarit Meroyan" userId="630a6349-7c61-463e-804c-816773a1019c" providerId="ADAL" clId="{F542D2B9-31A9-4DE4-859A-CAD915E8FA3F}" dt="2023-12-27T10:48:08.737" v="105" actId="207"/>
          <ac:spMkLst>
            <pc:docMk/>
            <pc:sldMk cId="0" sldId="432"/>
            <ac:spMk id="54328" creationId="{88068EA1-4E20-4D29-A0ED-F7D3F44D8591}"/>
          </ac:spMkLst>
        </pc:spChg>
        <pc:spChg chg="mod">
          <ac:chgData name="Margarit Meroyan" userId="630a6349-7c61-463e-804c-816773a1019c" providerId="ADAL" clId="{F542D2B9-31A9-4DE4-859A-CAD915E8FA3F}" dt="2023-12-27T10:48:08.737" v="105" actId="207"/>
          <ac:spMkLst>
            <pc:docMk/>
            <pc:sldMk cId="0" sldId="432"/>
            <ac:spMk id="54329" creationId="{CC34920E-F4E6-47A4-AFF5-7BB92F948C16}"/>
          </ac:spMkLst>
        </pc:spChg>
        <pc:spChg chg="mod">
          <ac:chgData name="Margarit Meroyan" userId="630a6349-7c61-463e-804c-816773a1019c" providerId="ADAL" clId="{F542D2B9-31A9-4DE4-859A-CAD915E8FA3F}" dt="2023-12-27T10:48:08.737" v="105" actId="207"/>
          <ac:spMkLst>
            <pc:docMk/>
            <pc:sldMk cId="0" sldId="432"/>
            <ac:spMk id="54330" creationId="{F13AE3B4-6DE7-434C-AE8E-13F34FF87651}"/>
          </ac:spMkLst>
        </pc:spChg>
        <pc:spChg chg="mod">
          <ac:chgData name="Margarit Meroyan" userId="630a6349-7c61-463e-804c-816773a1019c" providerId="ADAL" clId="{F542D2B9-31A9-4DE4-859A-CAD915E8FA3F}" dt="2023-12-27T10:48:08.737" v="105" actId="207"/>
          <ac:spMkLst>
            <pc:docMk/>
            <pc:sldMk cId="0" sldId="432"/>
            <ac:spMk id="54331" creationId="{31B140C7-84C5-46F2-937C-B10FE48B2542}"/>
          </ac:spMkLst>
        </pc:spChg>
        <pc:spChg chg="mod">
          <ac:chgData name="Margarit Meroyan" userId="630a6349-7c61-463e-804c-816773a1019c" providerId="ADAL" clId="{F542D2B9-31A9-4DE4-859A-CAD915E8FA3F}" dt="2023-12-27T10:48:08.737" v="105" actId="207"/>
          <ac:spMkLst>
            <pc:docMk/>
            <pc:sldMk cId="0" sldId="432"/>
            <ac:spMk id="54332" creationId="{E4229E71-C224-4281-BF40-46FAAEBAB95B}"/>
          </ac:spMkLst>
        </pc:spChg>
        <pc:spChg chg="mod">
          <ac:chgData name="Margarit Meroyan" userId="630a6349-7c61-463e-804c-816773a1019c" providerId="ADAL" clId="{F542D2B9-31A9-4DE4-859A-CAD915E8FA3F}" dt="2023-12-27T10:48:08.737" v="105" actId="207"/>
          <ac:spMkLst>
            <pc:docMk/>
            <pc:sldMk cId="0" sldId="432"/>
            <ac:spMk id="54333" creationId="{E96CCDEF-99A4-42BE-B509-9E781966DFD1}"/>
          </ac:spMkLst>
        </pc:spChg>
        <pc:spChg chg="mod">
          <ac:chgData name="Margarit Meroyan" userId="630a6349-7c61-463e-804c-816773a1019c" providerId="ADAL" clId="{F542D2B9-31A9-4DE4-859A-CAD915E8FA3F}" dt="2023-12-27T10:48:22.260" v="109" actId="207"/>
          <ac:spMkLst>
            <pc:docMk/>
            <pc:sldMk cId="0" sldId="432"/>
            <ac:spMk id="54334" creationId="{B190EA45-BEDE-4927-802E-1CEEC9B10C50}"/>
          </ac:spMkLst>
        </pc:spChg>
        <pc:spChg chg="mod">
          <ac:chgData name="Margarit Meroyan" userId="630a6349-7c61-463e-804c-816773a1019c" providerId="ADAL" clId="{F542D2B9-31A9-4DE4-859A-CAD915E8FA3F}" dt="2023-12-27T10:48:24.940" v="110" actId="207"/>
          <ac:spMkLst>
            <pc:docMk/>
            <pc:sldMk cId="0" sldId="432"/>
            <ac:spMk id="54335" creationId="{5A5ED043-CCFF-4F43-BF6A-1E407B8A715A}"/>
          </ac:spMkLst>
        </pc:spChg>
        <pc:spChg chg="mod">
          <ac:chgData name="Margarit Meroyan" userId="630a6349-7c61-463e-804c-816773a1019c" providerId="ADAL" clId="{F542D2B9-31A9-4DE4-859A-CAD915E8FA3F}" dt="2023-12-27T10:48:22.260" v="109" actId="207"/>
          <ac:spMkLst>
            <pc:docMk/>
            <pc:sldMk cId="0" sldId="432"/>
            <ac:spMk id="54336" creationId="{1CDEDB80-8AC1-45DA-B7A8-0EA67C4C58A6}"/>
          </ac:spMkLst>
        </pc:spChg>
        <pc:spChg chg="mod">
          <ac:chgData name="Margarit Meroyan" userId="630a6349-7c61-463e-804c-816773a1019c" providerId="ADAL" clId="{F542D2B9-31A9-4DE4-859A-CAD915E8FA3F}" dt="2023-12-27T10:48:08.737" v="105" actId="207"/>
          <ac:spMkLst>
            <pc:docMk/>
            <pc:sldMk cId="0" sldId="432"/>
            <ac:spMk id="54337" creationId="{3715880A-5828-4FF3-BDAE-0A1BF05BCCF6}"/>
          </ac:spMkLst>
        </pc:spChg>
        <pc:spChg chg="mod">
          <ac:chgData name="Margarit Meroyan" userId="630a6349-7c61-463e-804c-816773a1019c" providerId="ADAL" clId="{F542D2B9-31A9-4DE4-859A-CAD915E8FA3F}" dt="2023-12-27T10:49:04.336" v="120" actId="207"/>
          <ac:spMkLst>
            <pc:docMk/>
            <pc:sldMk cId="0" sldId="432"/>
            <ac:spMk id="70663" creationId="{279A00EA-9C43-DDB0-1026-0FB330CC40B0}"/>
          </ac:spMkLst>
        </pc:spChg>
        <pc:spChg chg="mod">
          <ac:chgData name="Margarit Meroyan" userId="630a6349-7c61-463e-804c-816773a1019c" providerId="ADAL" clId="{F542D2B9-31A9-4DE4-859A-CAD915E8FA3F}" dt="2023-12-27T10:48:29.976" v="111" actId="207"/>
          <ac:spMkLst>
            <pc:docMk/>
            <pc:sldMk cId="0" sldId="432"/>
            <ac:spMk id="70664" creationId="{CDCA44B2-B719-402B-F0E3-8F47FC2FBC29}"/>
          </ac:spMkLst>
        </pc:spChg>
        <pc:spChg chg="mod">
          <ac:chgData name="Margarit Meroyan" userId="630a6349-7c61-463e-804c-816773a1019c" providerId="ADAL" clId="{F542D2B9-31A9-4DE4-859A-CAD915E8FA3F}" dt="2023-12-27T10:48:36.568" v="113" actId="207"/>
          <ac:spMkLst>
            <pc:docMk/>
            <pc:sldMk cId="0" sldId="432"/>
            <ac:spMk id="70665" creationId="{DF18516B-E68D-6E6E-11FC-C1CE9C2D9A61}"/>
          </ac:spMkLst>
        </pc:spChg>
        <pc:spChg chg="mod">
          <ac:chgData name="Margarit Meroyan" userId="630a6349-7c61-463e-804c-816773a1019c" providerId="ADAL" clId="{F542D2B9-31A9-4DE4-859A-CAD915E8FA3F}" dt="2023-12-27T10:48:34.142" v="112" actId="207"/>
          <ac:spMkLst>
            <pc:docMk/>
            <pc:sldMk cId="0" sldId="432"/>
            <ac:spMk id="70667" creationId="{D8A804DA-0244-6D09-8A51-A29D3D5E9C7B}"/>
          </ac:spMkLst>
        </pc:spChg>
        <pc:spChg chg="mod">
          <ac:chgData name="Margarit Meroyan" userId="630a6349-7c61-463e-804c-816773a1019c" providerId="ADAL" clId="{F542D2B9-31A9-4DE4-859A-CAD915E8FA3F}" dt="2023-12-27T10:48:41.269" v="115" actId="207"/>
          <ac:spMkLst>
            <pc:docMk/>
            <pc:sldMk cId="0" sldId="432"/>
            <ac:spMk id="70668" creationId="{9D25FE21-0F31-ABFE-EBEB-B962F31C1340}"/>
          </ac:spMkLst>
        </pc:spChg>
        <pc:spChg chg="mod">
          <ac:chgData name="Margarit Meroyan" userId="630a6349-7c61-463e-804c-816773a1019c" providerId="ADAL" clId="{F542D2B9-31A9-4DE4-859A-CAD915E8FA3F}" dt="2023-12-27T10:48:38.673" v="114" actId="207"/>
          <ac:spMkLst>
            <pc:docMk/>
            <pc:sldMk cId="0" sldId="432"/>
            <ac:spMk id="70669" creationId="{8B90E214-2E6F-55DF-1040-2E44F0CB2D72}"/>
          </ac:spMkLst>
        </pc:spChg>
        <pc:spChg chg="mod">
          <ac:chgData name="Margarit Meroyan" userId="630a6349-7c61-463e-804c-816773a1019c" providerId="ADAL" clId="{F542D2B9-31A9-4DE4-859A-CAD915E8FA3F}" dt="2023-12-27T10:48:50.338" v="116" actId="207"/>
          <ac:spMkLst>
            <pc:docMk/>
            <pc:sldMk cId="0" sldId="432"/>
            <ac:spMk id="70670" creationId="{AD7D6A71-EC77-87DE-EADE-218E7A094F00}"/>
          </ac:spMkLst>
        </pc:spChg>
        <pc:spChg chg="mod">
          <ac:chgData name="Margarit Meroyan" userId="630a6349-7c61-463e-804c-816773a1019c" providerId="ADAL" clId="{F542D2B9-31A9-4DE4-859A-CAD915E8FA3F}" dt="2023-12-27T10:48:55.497" v="118" actId="207"/>
          <ac:spMkLst>
            <pc:docMk/>
            <pc:sldMk cId="0" sldId="432"/>
            <ac:spMk id="70671" creationId="{C91F29D9-5859-DDD0-835C-2D9B443F9E5A}"/>
          </ac:spMkLst>
        </pc:spChg>
        <pc:spChg chg="mod">
          <ac:chgData name="Margarit Meroyan" userId="630a6349-7c61-463e-804c-816773a1019c" providerId="ADAL" clId="{F542D2B9-31A9-4DE4-859A-CAD915E8FA3F}" dt="2023-12-27T10:48:52.974" v="117" actId="207"/>
          <ac:spMkLst>
            <pc:docMk/>
            <pc:sldMk cId="0" sldId="432"/>
            <ac:spMk id="70672" creationId="{9DF1D66E-6CEA-656F-A266-4BDB4E581558}"/>
          </ac:spMkLst>
        </pc:spChg>
        <pc:spChg chg="mod">
          <ac:chgData name="Margarit Meroyan" userId="630a6349-7c61-463e-804c-816773a1019c" providerId="ADAL" clId="{F542D2B9-31A9-4DE4-859A-CAD915E8FA3F}" dt="2023-12-27T10:49:06.617" v="121" actId="207"/>
          <ac:spMkLst>
            <pc:docMk/>
            <pc:sldMk cId="0" sldId="432"/>
            <ac:spMk id="70673" creationId="{3A43D9FF-7B3D-9276-2578-3500CB4E3169}"/>
          </ac:spMkLst>
        </pc:spChg>
        <pc:spChg chg="mod">
          <ac:chgData name="Margarit Meroyan" userId="630a6349-7c61-463e-804c-816773a1019c" providerId="ADAL" clId="{F542D2B9-31A9-4DE4-859A-CAD915E8FA3F}" dt="2023-12-27T10:49:09.172" v="122" actId="207"/>
          <ac:spMkLst>
            <pc:docMk/>
            <pc:sldMk cId="0" sldId="432"/>
            <ac:spMk id="70674" creationId="{D05BD452-CC78-2B43-7DA6-01527E97FB17}"/>
          </ac:spMkLst>
        </pc:spChg>
        <pc:spChg chg="mod">
          <ac:chgData name="Margarit Meroyan" userId="630a6349-7c61-463e-804c-816773a1019c" providerId="ADAL" clId="{F542D2B9-31A9-4DE4-859A-CAD915E8FA3F}" dt="2023-12-27T10:49:11.440" v="123" actId="207"/>
          <ac:spMkLst>
            <pc:docMk/>
            <pc:sldMk cId="0" sldId="432"/>
            <ac:spMk id="70675" creationId="{868B2961-7D44-FC45-D17C-2BD9A9603FA4}"/>
          </ac:spMkLst>
        </pc:spChg>
        <pc:spChg chg="mod">
          <ac:chgData name="Margarit Meroyan" userId="630a6349-7c61-463e-804c-816773a1019c" providerId="ADAL" clId="{F542D2B9-31A9-4DE4-859A-CAD915E8FA3F}" dt="2023-12-27T10:49:14.017" v="124" actId="207"/>
          <ac:spMkLst>
            <pc:docMk/>
            <pc:sldMk cId="0" sldId="432"/>
            <ac:spMk id="70676" creationId="{A88F05E6-7CDA-B59C-D906-CAF137366223}"/>
          </ac:spMkLst>
        </pc:spChg>
        <pc:spChg chg="mod">
          <ac:chgData name="Margarit Meroyan" userId="630a6349-7c61-463e-804c-816773a1019c" providerId="ADAL" clId="{F542D2B9-31A9-4DE4-859A-CAD915E8FA3F}" dt="2023-12-27T10:48:57.806" v="119" actId="207"/>
          <ac:spMkLst>
            <pc:docMk/>
            <pc:sldMk cId="0" sldId="432"/>
            <ac:spMk id="70677" creationId="{C55C4B50-7EB4-6DB7-B264-A21F8FCB3FC9}"/>
          </ac:spMkLst>
        </pc:spChg>
        <pc:grpChg chg="mod">
          <ac:chgData name="Margarit Meroyan" userId="630a6349-7c61-463e-804c-816773a1019c" providerId="ADAL" clId="{F542D2B9-31A9-4DE4-859A-CAD915E8FA3F}" dt="2023-12-27T10:48:18.565" v="108" actId="1076"/>
          <ac:grpSpMkLst>
            <pc:docMk/>
            <pc:sldMk cId="0" sldId="432"/>
            <ac:grpSpMk id="70659" creationId="{649D32A7-DF31-E4CC-5585-2F8F9067CC25}"/>
          </ac:grpSpMkLst>
        </pc:grpChg>
      </pc:sldChg>
      <pc:sldChg chg="modSp">
        <pc:chgData name="Margarit Meroyan" userId="630a6349-7c61-463e-804c-816773a1019c" providerId="ADAL" clId="{F542D2B9-31A9-4DE4-859A-CAD915E8FA3F}" dt="2023-12-27T10:51:40.474" v="156" actId="207"/>
        <pc:sldMkLst>
          <pc:docMk/>
          <pc:sldMk cId="0" sldId="447"/>
        </pc:sldMkLst>
        <pc:spChg chg="mod">
          <ac:chgData name="Margarit Meroyan" userId="630a6349-7c61-463e-804c-816773a1019c" providerId="ADAL" clId="{F542D2B9-31A9-4DE4-859A-CAD915E8FA3F}" dt="2023-12-27T10:51:27.328" v="153" actId="1076"/>
          <ac:spMkLst>
            <pc:docMk/>
            <pc:sldMk cId="0" sldId="447"/>
            <ac:spMk id="94213" creationId="{8253D78E-AD8C-B255-F312-0F723788CD18}"/>
          </ac:spMkLst>
        </pc:spChg>
        <pc:spChg chg="mod">
          <ac:chgData name="Margarit Meroyan" userId="630a6349-7c61-463e-804c-816773a1019c" providerId="ADAL" clId="{F542D2B9-31A9-4DE4-859A-CAD915E8FA3F}" dt="2023-12-27T10:51:27.328" v="153" actId="1076"/>
          <ac:spMkLst>
            <pc:docMk/>
            <pc:sldMk cId="0" sldId="447"/>
            <ac:spMk id="94231" creationId="{14074737-37AB-C754-BBF5-55B76641AF5B}"/>
          </ac:spMkLst>
        </pc:spChg>
        <pc:spChg chg="mod">
          <ac:chgData name="Margarit Meroyan" userId="630a6349-7c61-463e-804c-816773a1019c" providerId="ADAL" clId="{F542D2B9-31A9-4DE4-859A-CAD915E8FA3F}" dt="2023-12-27T10:51:31.649" v="154" actId="207"/>
          <ac:spMkLst>
            <pc:docMk/>
            <pc:sldMk cId="0" sldId="447"/>
            <ac:spMk id="94232" creationId="{03FBABA0-8E64-136C-C6E9-549A605342D3}"/>
          </ac:spMkLst>
        </pc:spChg>
        <pc:spChg chg="mod">
          <ac:chgData name="Margarit Meroyan" userId="630a6349-7c61-463e-804c-816773a1019c" providerId="ADAL" clId="{F542D2B9-31A9-4DE4-859A-CAD915E8FA3F}" dt="2023-12-27T10:51:27.328" v="153" actId="1076"/>
          <ac:spMkLst>
            <pc:docMk/>
            <pc:sldMk cId="0" sldId="447"/>
            <ac:spMk id="94233" creationId="{4D9670F0-240A-158A-56E8-4D11DAB03BA2}"/>
          </ac:spMkLst>
        </pc:spChg>
        <pc:spChg chg="mod">
          <ac:chgData name="Margarit Meroyan" userId="630a6349-7c61-463e-804c-816773a1019c" providerId="ADAL" clId="{F542D2B9-31A9-4DE4-859A-CAD915E8FA3F}" dt="2023-12-27T10:51:27.328" v="153" actId="1076"/>
          <ac:spMkLst>
            <pc:docMk/>
            <pc:sldMk cId="0" sldId="447"/>
            <ac:spMk id="94234" creationId="{6FC1A51C-7EC2-88F5-8EB0-913CDA4A8B0E}"/>
          </ac:spMkLst>
        </pc:spChg>
        <pc:spChg chg="mod">
          <ac:chgData name="Margarit Meroyan" userId="630a6349-7c61-463e-804c-816773a1019c" providerId="ADAL" clId="{F542D2B9-31A9-4DE4-859A-CAD915E8FA3F}" dt="2023-12-27T10:51:31.649" v="154" actId="207"/>
          <ac:spMkLst>
            <pc:docMk/>
            <pc:sldMk cId="0" sldId="447"/>
            <ac:spMk id="94235" creationId="{E408DCBD-1137-0817-3A14-64C0E129B6AD}"/>
          </ac:spMkLst>
        </pc:spChg>
        <pc:spChg chg="mod">
          <ac:chgData name="Margarit Meroyan" userId="630a6349-7c61-463e-804c-816773a1019c" providerId="ADAL" clId="{F542D2B9-31A9-4DE4-859A-CAD915E8FA3F}" dt="2023-12-27T10:51:27.328" v="153" actId="1076"/>
          <ac:spMkLst>
            <pc:docMk/>
            <pc:sldMk cId="0" sldId="447"/>
            <ac:spMk id="94236" creationId="{DB5BA9AA-5134-4280-546F-879461565414}"/>
          </ac:spMkLst>
        </pc:spChg>
        <pc:spChg chg="mod">
          <ac:chgData name="Margarit Meroyan" userId="630a6349-7c61-463e-804c-816773a1019c" providerId="ADAL" clId="{F542D2B9-31A9-4DE4-859A-CAD915E8FA3F}" dt="2023-12-27T10:51:27.328" v="153" actId="1076"/>
          <ac:spMkLst>
            <pc:docMk/>
            <pc:sldMk cId="0" sldId="447"/>
            <ac:spMk id="94237" creationId="{45C15DFE-832D-E3EC-8168-DEBAC024C1AB}"/>
          </ac:spMkLst>
        </pc:spChg>
        <pc:spChg chg="mod">
          <ac:chgData name="Margarit Meroyan" userId="630a6349-7c61-463e-804c-816773a1019c" providerId="ADAL" clId="{F542D2B9-31A9-4DE4-859A-CAD915E8FA3F}" dt="2023-12-27T10:51:27.328" v="153" actId="1076"/>
          <ac:spMkLst>
            <pc:docMk/>
            <pc:sldMk cId="0" sldId="447"/>
            <ac:spMk id="94238" creationId="{928CD7CA-0235-A1AA-53D6-0D5BD56C39B8}"/>
          </ac:spMkLst>
        </pc:spChg>
        <pc:spChg chg="mod">
          <ac:chgData name="Margarit Meroyan" userId="630a6349-7c61-463e-804c-816773a1019c" providerId="ADAL" clId="{F542D2B9-31A9-4DE4-859A-CAD915E8FA3F}" dt="2023-12-27T10:51:27.328" v="153" actId="1076"/>
          <ac:spMkLst>
            <pc:docMk/>
            <pc:sldMk cId="0" sldId="447"/>
            <ac:spMk id="94239" creationId="{BE2FF133-589A-2924-F1F8-82006C65E812}"/>
          </ac:spMkLst>
        </pc:spChg>
        <pc:spChg chg="mod">
          <ac:chgData name="Margarit Meroyan" userId="630a6349-7c61-463e-804c-816773a1019c" providerId="ADAL" clId="{F542D2B9-31A9-4DE4-859A-CAD915E8FA3F}" dt="2023-12-27T10:51:27.328" v="153" actId="1076"/>
          <ac:spMkLst>
            <pc:docMk/>
            <pc:sldMk cId="0" sldId="447"/>
            <ac:spMk id="94240" creationId="{36F9165D-32EC-CBAF-C59A-FA90AF2360EE}"/>
          </ac:spMkLst>
        </pc:spChg>
        <pc:spChg chg="mod">
          <ac:chgData name="Margarit Meroyan" userId="630a6349-7c61-463e-804c-816773a1019c" providerId="ADAL" clId="{F542D2B9-31A9-4DE4-859A-CAD915E8FA3F}" dt="2023-12-27T10:51:27.328" v="153" actId="1076"/>
          <ac:spMkLst>
            <pc:docMk/>
            <pc:sldMk cId="0" sldId="447"/>
            <ac:spMk id="94241" creationId="{B4A0A5AD-AB89-7BAD-BF59-A3A659C85B10}"/>
          </ac:spMkLst>
        </pc:spChg>
        <pc:spChg chg="mod">
          <ac:chgData name="Margarit Meroyan" userId="630a6349-7c61-463e-804c-816773a1019c" providerId="ADAL" clId="{F542D2B9-31A9-4DE4-859A-CAD915E8FA3F}" dt="2023-12-27T10:51:40.474" v="156" actId="207"/>
          <ac:spMkLst>
            <pc:docMk/>
            <pc:sldMk cId="0" sldId="447"/>
            <ac:spMk id="94242" creationId="{483258EB-1C65-5634-9EB8-175DA895D084}"/>
          </ac:spMkLst>
        </pc:spChg>
        <pc:spChg chg="mod">
          <ac:chgData name="Margarit Meroyan" userId="630a6349-7c61-463e-804c-816773a1019c" providerId="ADAL" clId="{F542D2B9-31A9-4DE4-859A-CAD915E8FA3F}" dt="2023-12-27T10:51:40.474" v="156" actId="207"/>
          <ac:spMkLst>
            <pc:docMk/>
            <pc:sldMk cId="0" sldId="447"/>
            <ac:spMk id="94243" creationId="{D9A75D37-F707-E260-7398-AAC5C1AAADAB}"/>
          </ac:spMkLst>
        </pc:spChg>
        <pc:spChg chg="mod">
          <ac:chgData name="Margarit Meroyan" userId="630a6349-7c61-463e-804c-816773a1019c" providerId="ADAL" clId="{F542D2B9-31A9-4DE4-859A-CAD915E8FA3F}" dt="2023-12-27T10:51:37.065" v="155" actId="207"/>
          <ac:spMkLst>
            <pc:docMk/>
            <pc:sldMk cId="0" sldId="447"/>
            <ac:spMk id="94244" creationId="{2ACFE03D-E69E-759A-C316-F47413486DF7}"/>
          </ac:spMkLst>
        </pc:spChg>
        <pc:spChg chg="mod">
          <ac:chgData name="Margarit Meroyan" userId="630a6349-7c61-463e-804c-816773a1019c" providerId="ADAL" clId="{F542D2B9-31A9-4DE4-859A-CAD915E8FA3F}" dt="2023-12-27T10:51:37.065" v="155" actId="207"/>
          <ac:spMkLst>
            <pc:docMk/>
            <pc:sldMk cId="0" sldId="447"/>
            <ac:spMk id="94245" creationId="{8CE77250-52F8-BB74-3F05-941D8F2A4688}"/>
          </ac:spMkLst>
        </pc:spChg>
        <pc:spChg chg="mod">
          <ac:chgData name="Margarit Meroyan" userId="630a6349-7c61-463e-804c-816773a1019c" providerId="ADAL" clId="{F542D2B9-31A9-4DE4-859A-CAD915E8FA3F}" dt="2023-12-27T10:51:27.328" v="153" actId="1076"/>
          <ac:spMkLst>
            <pc:docMk/>
            <pc:sldMk cId="0" sldId="447"/>
            <ac:spMk id="94246" creationId="{5C769789-85B4-2DBC-2C5B-3DC580087C62}"/>
          </ac:spMkLst>
        </pc:spChg>
        <pc:spChg chg="mod">
          <ac:chgData name="Margarit Meroyan" userId="630a6349-7c61-463e-804c-816773a1019c" providerId="ADAL" clId="{F542D2B9-31A9-4DE4-859A-CAD915E8FA3F}" dt="2023-12-27T10:51:27.328" v="153" actId="1076"/>
          <ac:spMkLst>
            <pc:docMk/>
            <pc:sldMk cId="0" sldId="447"/>
            <ac:spMk id="94247" creationId="{E0FED5BF-C836-14E5-CD10-D4832E3143E3}"/>
          </ac:spMkLst>
        </pc:spChg>
        <pc:grpChg chg="mod">
          <ac:chgData name="Margarit Meroyan" userId="630a6349-7c61-463e-804c-816773a1019c" providerId="ADAL" clId="{F542D2B9-31A9-4DE4-859A-CAD915E8FA3F}" dt="2023-12-27T10:51:27.328" v="153" actId="1076"/>
          <ac:grpSpMkLst>
            <pc:docMk/>
            <pc:sldMk cId="0" sldId="447"/>
            <ac:grpSpMk id="94212" creationId="{37317A5D-1C7F-8B61-8571-712A38FC65CB}"/>
          </ac:grpSpMkLst>
        </pc:grpChg>
        <pc:cxnChg chg="mod">
          <ac:chgData name="Margarit Meroyan" userId="630a6349-7c61-463e-804c-816773a1019c" providerId="ADAL" clId="{F542D2B9-31A9-4DE4-859A-CAD915E8FA3F}" dt="2023-12-27T10:51:27.328" v="153" actId="1076"/>
          <ac:cxnSpMkLst>
            <pc:docMk/>
            <pc:sldMk cId="0" sldId="447"/>
            <ac:cxnSpMk id="94214" creationId="{A016F5B4-C979-1C7C-98D4-B9B23EB8C9B4}"/>
          </ac:cxnSpMkLst>
        </pc:cxnChg>
        <pc:cxnChg chg="mod">
          <ac:chgData name="Margarit Meroyan" userId="630a6349-7c61-463e-804c-816773a1019c" providerId="ADAL" clId="{F542D2B9-31A9-4DE4-859A-CAD915E8FA3F}" dt="2023-12-27T10:51:27.328" v="153" actId="1076"/>
          <ac:cxnSpMkLst>
            <pc:docMk/>
            <pc:sldMk cId="0" sldId="447"/>
            <ac:cxnSpMk id="94215" creationId="{7F0B4979-9540-AB69-78B7-D810438439B4}"/>
          </ac:cxnSpMkLst>
        </pc:cxnChg>
        <pc:cxnChg chg="mod">
          <ac:chgData name="Margarit Meroyan" userId="630a6349-7c61-463e-804c-816773a1019c" providerId="ADAL" clId="{F542D2B9-31A9-4DE4-859A-CAD915E8FA3F}" dt="2023-12-27T10:51:27.328" v="153" actId="1076"/>
          <ac:cxnSpMkLst>
            <pc:docMk/>
            <pc:sldMk cId="0" sldId="447"/>
            <ac:cxnSpMk id="94216" creationId="{A9869FE2-376B-7850-ABE6-807B63B602D4}"/>
          </ac:cxnSpMkLst>
        </pc:cxnChg>
        <pc:cxnChg chg="mod">
          <ac:chgData name="Margarit Meroyan" userId="630a6349-7c61-463e-804c-816773a1019c" providerId="ADAL" clId="{F542D2B9-31A9-4DE4-859A-CAD915E8FA3F}" dt="2023-12-27T10:51:27.328" v="153" actId="1076"/>
          <ac:cxnSpMkLst>
            <pc:docMk/>
            <pc:sldMk cId="0" sldId="447"/>
            <ac:cxnSpMk id="94217" creationId="{1B17ED11-4397-4AEA-80B5-DA0733AC87D1}"/>
          </ac:cxnSpMkLst>
        </pc:cxnChg>
        <pc:cxnChg chg="mod">
          <ac:chgData name="Margarit Meroyan" userId="630a6349-7c61-463e-804c-816773a1019c" providerId="ADAL" clId="{F542D2B9-31A9-4DE4-859A-CAD915E8FA3F}" dt="2023-12-27T10:51:27.328" v="153" actId="1076"/>
          <ac:cxnSpMkLst>
            <pc:docMk/>
            <pc:sldMk cId="0" sldId="447"/>
            <ac:cxnSpMk id="94218" creationId="{13CE90B0-78C5-0AF9-B63F-33A0E08450EA}"/>
          </ac:cxnSpMkLst>
        </pc:cxnChg>
        <pc:cxnChg chg="mod">
          <ac:chgData name="Margarit Meroyan" userId="630a6349-7c61-463e-804c-816773a1019c" providerId="ADAL" clId="{F542D2B9-31A9-4DE4-859A-CAD915E8FA3F}" dt="2023-12-27T10:51:27.328" v="153" actId="1076"/>
          <ac:cxnSpMkLst>
            <pc:docMk/>
            <pc:sldMk cId="0" sldId="447"/>
            <ac:cxnSpMk id="94219" creationId="{CC675359-12C1-EE0D-F02F-6E429A9C1893}"/>
          </ac:cxnSpMkLst>
        </pc:cxnChg>
        <pc:cxnChg chg="mod">
          <ac:chgData name="Margarit Meroyan" userId="630a6349-7c61-463e-804c-816773a1019c" providerId="ADAL" clId="{F542D2B9-31A9-4DE4-859A-CAD915E8FA3F}" dt="2023-12-27T10:51:27.328" v="153" actId="1076"/>
          <ac:cxnSpMkLst>
            <pc:docMk/>
            <pc:sldMk cId="0" sldId="447"/>
            <ac:cxnSpMk id="94220" creationId="{1CFB3C1A-246D-7F80-742A-3ABBEEAD6CD3}"/>
          </ac:cxnSpMkLst>
        </pc:cxnChg>
        <pc:cxnChg chg="mod">
          <ac:chgData name="Margarit Meroyan" userId="630a6349-7c61-463e-804c-816773a1019c" providerId="ADAL" clId="{F542D2B9-31A9-4DE4-859A-CAD915E8FA3F}" dt="2023-12-27T10:51:27.328" v="153" actId="1076"/>
          <ac:cxnSpMkLst>
            <pc:docMk/>
            <pc:sldMk cId="0" sldId="447"/>
            <ac:cxnSpMk id="94221" creationId="{BC87BD94-1BA5-4EE1-F497-452BBC79A46A}"/>
          </ac:cxnSpMkLst>
        </pc:cxnChg>
        <pc:cxnChg chg="mod">
          <ac:chgData name="Margarit Meroyan" userId="630a6349-7c61-463e-804c-816773a1019c" providerId="ADAL" clId="{F542D2B9-31A9-4DE4-859A-CAD915E8FA3F}" dt="2023-12-27T10:51:27.328" v="153" actId="1076"/>
          <ac:cxnSpMkLst>
            <pc:docMk/>
            <pc:sldMk cId="0" sldId="447"/>
            <ac:cxnSpMk id="94222" creationId="{586E4C15-5A39-0F72-70BF-7735EA2E58FB}"/>
          </ac:cxnSpMkLst>
        </pc:cxnChg>
        <pc:cxnChg chg="mod">
          <ac:chgData name="Margarit Meroyan" userId="630a6349-7c61-463e-804c-816773a1019c" providerId="ADAL" clId="{F542D2B9-31A9-4DE4-859A-CAD915E8FA3F}" dt="2023-12-27T10:51:27.328" v="153" actId="1076"/>
          <ac:cxnSpMkLst>
            <pc:docMk/>
            <pc:sldMk cId="0" sldId="447"/>
            <ac:cxnSpMk id="94223" creationId="{D6A6556A-8445-F76F-6086-2508B720CA2B}"/>
          </ac:cxnSpMkLst>
        </pc:cxnChg>
        <pc:cxnChg chg="mod">
          <ac:chgData name="Margarit Meroyan" userId="630a6349-7c61-463e-804c-816773a1019c" providerId="ADAL" clId="{F542D2B9-31A9-4DE4-859A-CAD915E8FA3F}" dt="2023-12-27T10:51:27.328" v="153" actId="1076"/>
          <ac:cxnSpMkLst>
            <pc:docMk/>
            <pc:sldMk cId="0" sldId="447"/>
            <ac:cxnSpMk id="94224" creationId="{232E9EE4-E2F2-22A2-BFB7-E66DEE5A95FC}"/>
          </ac:cxnSpMkLst>
        </pc:cxnChg>
        <pc:cxnChg chg="mod">
          <ac:chgData name="Margarit Meroyan" userId="630a6349-7c61-463e-804c-816773a1019c" providerId="ADAL" clId="{F542D2B9-31A9-4DE4-859A-CAD915E8FA3F}" dt="2023-12-27T10:51:27.328" v="153" actId="1076"/>
          <ac:cxnSpMkLst>
            <pc:docMk/>
            <pc:sldMk cId="0" sldId="447"/>
            <ac:cxnSpMk id="94225" creationId="{E997F646-5E69-E358-06D0-F167A0440227}"/>
          </ac:cxnSpMkLst>
        </pc:cxnChg>
        <pc:cxnChg chg="mod">
          <ac:chgData name="Margarit Meroyan" userId="630a6349-7c61-463e-804c-816773a1019c" providerId="ADAL" clId="{F542D2B9-31A9-4DE4-859A-CAD915E8FA3F}" dt="2023-12-27T10:51:27.328" v="153" actId="1076"/>
          <ac:cxnSpMkLst>
            <pc:docMk/>
            <pc:sldMk cId="0" sldId="447"/>
            <ac:cxnSpMk id="94226" creationId="{4DAF155B-8564-B795-2F47-03E48075861B}"/>
          </ac:cxnSpMkLst>
        </pc:cxnChg>
        <pc:cxnChg chg="mod">
          <ac:chgData name="Margarit Meroyan" userId="630a6349-7c61-463e-804c-816773a1019c" providerId="ADAL" clId="{F542D2B9-31A9-4DE4-859A-CAD915E8FA3F}" dt="2023-12-27T10:51:27.328" v="153" actId="1076"/>
          <ac:cxnSpMkLst>
            <pc:docMk/>
            <pc:sldMk cId="0" sldId="447"/>
            <ac:cxnSpMk id="94227" creationId="{86FFD199-168E-90D1-A227-BDC5EDB79D3B}"/>
          </ac:cxnSpMkLst>
        </pc:cxnChg>
        <pc:cxnChg chg="mod">
          <ac:chgData name="Margarit Meroyan" userId="630a6349-7c61-463e-804c-816773a1019c" providerId="ADAL" clId="{F542D2B9-31A9-4DE4-859A-CAD915E8FA3F}" dt="2023-12-27T10:51:27.328" v="153" actId="1076"/>
          <ac:cxnSpMkLst>
            <pc:docMk/>
            <pc:sldMk cId="0" sldId="447"/>
            <ac:cxnSpMk id="94228" creationId="{4AEABFA9-71E0-304A-CFD2-A36CCF7FF930}"/>
          </ac:cxnSpMkLst>
        </pc:cxnChg>
        <pc:cxnChg chg="mod">
          <ac:chgData name="Margarit Meroyan" userId="630a6349-7c61-463e-804c-816773a1019c" providerId="ADAL" clId="{F542D2B9-31A9-4DE4-859A-CAD915E8FA3F}" dt="2023-12-27T10:51:27.328" v="153" actId="1076"/>
          <ac:cxnSpMkLst>
            <pc:docMk/>
            <pc:sldMk cId="0" sldId="447"/>
            <ac:cxnSpMk id="94229" creationId="{96610467-C1FB-2B75-A5B1-C8D591A5F77A}"/>
          </ac:cxnSpMkLst>
        </pc:cxnChg>
        <pc:cxnChg chg="mod">
          <ac:chgData name="Margarit Meroyan" userId="630a6349-7c61-463e-804c-816773a1019c" providerId="ADAL" clId="{F542D2B9-31A9-4DE4-859A-CAD915E8FA3F}" dt="2023-12-27T10:51:27.328" v="153" actId="1076"/>
          <ac:cxnSpMkLst>
            <pc:docMk/>
            <pc:sldMk cId="0" sldId="447"/>
            <ac:cxnSpMk id="94230" creationId="{C802003A-BCAF-E794-005E-9D28C51820B3}"/>
          </ac:cxnSpMkLst>
        </pc:cxnChg>
      </pc:sldChg>
      <pc:sldChg chg="modSp mod">
        <pc:chgData name="Margarit Meroyan" userId="630a6349-7c61-463e-804c-816773a1019c" providerId="ADAL" clId="{F542D2B9-31A9-4DE4-859A-CAD915E8FA3F}" dt="2023-12-27T10:52:05.594" v="157" actId="207"/>
        <pc:sldMkLst>
          <pc:docMk/>
          <pc:sldMk cId="0" sldId="477"/>
        </pc:sldMkLst>
        <pc:spChg chg="mod">
          <ac:chgData name="Margarit Meroyan" userId="630a6349-7c61-463e-804c-816773a1019c" providerId="ADAL" clId="{F542D2B9-31A9-4DE4-859A-CAD915E8FA3F}" dt="2023-12-27T10:52:05.594" v="157" actId="207"/>
          <ac:spMkLst>
            <pc:docMk/>
            <pc:sldMk cId="0" sldId="477"/>
            <ac:spMk id="111643" creationId="{6642B28D-8051-E7BC-191C-6672D24A6559}"/>
          </ac:spMkLst>
        </pc:spChg>
      </pc:sldChg>
      <pc:sldChg chg="modSp mod">
        <pc:chgData name="Margarit Meroyan" userId="630a6349-7c61-463e-804c-816773a1019c" providerId="ADAL" clId="{F542D2B9-31A9-4DE4-859A-CAD915E8FA3F}" dt="2023-12-27T10:57:03.979" v="190" actId="5793"/>
        <pc:sldMkLst>
          <pc:docMk/>
          <pc:sldMk cId="0" sldId="480"/>
        </pc:sldMkLst>
        <pc:spChg chg="mod">
          <ac:chgData name="Margarit Meroyan" userId="630a6349-7c61-463e-804c-816773a1019c" providerId="ADAL" clId="{F542D2B9-31A9-4DE4-859A-CAD915E8FA3F}" dt="2023-12-27T10:56:59.013" v="189" actId="20577"/>
          <ac:spMkLst>
            <pc:docMk/>
            <pc:sldMk cId="0" sldId="480"/>
            <ac:spMk id="3" creationId="{7C6FCF46-A50B-8553-78E8-919090C3CBF1}"/>
          </ac:spMkLst>
        </pc:spChg>
        <pc:spChg chg="mod">
          <ac:chgData name="Margarit Meroyan" userId="630a6349-7c61-463e-804c-816773a1019c" providerId="ADAL" clId="{F542D2B9-31A9-4DE4-859A-CAD915E8FA3F}" dt="2023-12-27T10:57:03.979" v="190" actId="5793"/>
          <ac:spMkLst>
            <pc:docMk/>
            <pc:sldMk cId="0" sldId="480"/>
            <ac:spMk id="4" creationId="{008E7609-ABA9-9989-A2C4-DB7AC98DF379}"/>
          </ac:spMkLst>
        </pc:spChg>
      </pc:sldChg>
      <pc:sldChg chg="modSp mod">
        <pc:chgData name="Margarit Meroyan" userId="630a6349-7c61-463e-804c-816773a1019c" providerId="ADAL" clId="{F542D2B9-31A9-4DE4-859A-CAD915E8FA3F}" dt="2023-12-27T10:54:08.652" v="176" actId="14100"/>
        <pc:sldMkLst>
          <pc:docMk/>
          <pc:sldMk cId="0" sldId="504"/>
        </pc:sldMkLst>
        <pc:graphicFrameChg chg="mod modGraphic">
          <ac:chgData name="Margarit Meroyan" userId="630a6349-7c61-463e-804c-816773a1019c" providerId="ADAL" clId="{F542D2B9-31A9-4DE4-859A-CAD915E8FA3F}" dt="2023-12-27T10:54:08.652" v="176" actId="14100"/>
          <ac:graphicFrameMkLst>
            <pc:docMk/>
            <pc:sldMk cId="0" sldId="504"/>
            <ac:graphicFrameMk id="3" creationId="{404ECCCE-3565-4DEB-AA72-D6BBF6546222}"/>
          </ac:graphicFrameMkLst>
        </pc:graphicFrameChg>
      </pc:sldChg>
      <pc:sldChg chg="modSp mod">
        <pc:chgData name="Margarit Meroyan" userId="630a6349-7c61-463e-804c-816773a1019c" providerId="ADAL" clId="{F542D2B9-31A9-4DE4-859A-CAD915E8FA3F}" dt="2023-12-27T10:50:03.222" v="137" actId="207"/>
        <pc:sldMkLst>
          <pc:docMk/>
          <pc:sldMk cId="0" sldId="526"/>
        </pc:sldMkLst>
        <pc:spChg chg="mod">
          <ac:chgData name="Margarit Meroyan" userId="630a6349-7c61-463e-804c-816773a1019c" providerId="ADAL" clId="{F542D2B9-31A9-4DE4-859A-CAD915E8FA3F}" dt="2023-12-27T10:49:21.604" v="125" actId="207"/>
          <ac:spMkLst>
            <pc:docMk/>
            <pc:sldMk cId="0" sldId="526"/>
            <ac:spMk id="71707" creationId="{7E1EC77C-0AC9-764D-4AE5-D9205AD520EF}"/>
          </ac:spMkLst>
        </pc:spChg>
        <pc:spChg chg="mod">
          <ac:chgData name="Margarit Meroyan" userId="630a6349-7c61-463e-804c-816773a1019c" providerId="ADAL" clId="{F542D2B9-31A9-4DE4-859A-CAD915E8FA3F}" dt="2023-12-27T10:49:30.703" v="127" actId="207"/>
          <ac:spMkLst>
            <pc:docMk/>
            <pc:sldMk cId="0" sldId="526"/>
            <ac:spMk id="71708" creationId="{A563B83D-80FC-7195-8AAD-A69062AACF2D}"/>
          </ac:spMkLst>
        </pc:spChg>
        <pc:spChg chg="mod">
          <ac:chgData name="Margarit Meroyan" userId="630a6349-7c61-463e-804c-816773a1019c" providerId="ADAL" clId="{F542D2B9-31A9-4DE4-859A-CAD915E8FA3F}" dt="2023-12-27T10:49:21.604" v="125" actId="207"/>
          <ac:spMkLst>
            <pc:docMk/>
            <pc:sldMk cId="0" sldId="526"/>
            <ac:spMk id="71709" creationId="{357B50CA-104C-A292-F512-CB4949136A09}"/>
          </ac:spMkLst>
        </pc:spChg>
        <pc:spChg chg="mod">
          <ac:chgData name="Margarit Meroyan" userId="630a6349-7c61-463e-804c-816773a1019c" providerId="ADAL" clId="{F542D2B9-31A9-4DE4-859A-CAD915E8FA3F}" dt="2023-12-27T10:49:21.604" v="125" actId="207"/>
          <ac:spMkLst>
            <pc:docMk/>
            <pc:sldMk cId="0" sldId="526"/>
            <ac:spMk id="71710" creationId="{4AA8E04A-6DAE-CB7B-2267-0AAB834AB58B}"/>
          </ac:spMkLst>
        </pc:spChg>
        <pc:spChg chg="mod">
          <ac:chgData name="Margarit Meroyan" userId="630a6349-7c61-463e-804c-816773a1019c" providerId="ADAL" clId="{F542D2B9-31A9-4DE4-859A-CAD915E8FA3F}" dt="2023-12-27T10:49:25.804" v="126" actId="207"/>
          <ac:spMkLst>
            <pc:docMk/>
            <pc:sldMk cId="0" sldId="526"/>
            <ac:spMk id="71711" creationId="{83956E05-A143-96B2-AD91-154140A1C98E}"/>
          </ac:spMkLst>
        </pc:spChg>
        <pc:spChg chg="mod">
          <ac:chgData name="Margarit Meroyan" userId="630a6349-7c61-463e-804c-816773a1019c" providerId="ADAL" clId="{F542D2B9-31A9-4DE4-859A-CAD915E8FA3F}" dt="2023-12-27T10:49:21.604" v="125" actId="207"/>
          <ac:spMkLst>
            <pc:docMk/>
            <pc:sldMk cId="0" sldId="526"/>
            <ac:spMk id="71712" creationId="{E2A86B57-1053-3A40-AA7D-569DC93DD5E0}"/>
          </ac:spMkLst>
        </pc:spChg>
        <pc:spChg chg="mod">
          <ac:chgData name="Margarit Meroyan" userId="630a6349-7c61-463e-804c-816773a1019c" providerId="ADAL" clId="{F542D2B9-31A9-4DE4-859A-CAD915E8FA3F}" dt="2023-12-27T10:49:25.804" v="126" actId="207"/>
          <ac:spMkLst>
            <pc:docMk/>
            <pc:sldMk cId="0" sldId="526"/>
            <ac:spMk id="71713" creationId="{77758D89-5D92-E81E-E97B-0E4CB66CA3EB}"/>
          </ac:spMkLst>
        </pc:spChg>
        <pc:spChg chg="mod">
          <ac:chgData name="Margarit Meroyan" userId="630a6349-7c61-463e-804c-816773a1019c" providerId="ADAL" clId="{F542D2B9-31A9-4DE4-859A-CAD915E8FA3F}" dt="2023-12-27T10:49:25.804" v="126" actId="207"/>
          <ac:spMkLst>
            <pc:docMk/>
            <pc:sldMk cId="0" sldId="526"/>
            <ac:spMk id="71714" creationId="{29A15860-DABB-84BF-410B-32D520E1F95C}"/>
          </ac:spMkLst>
        </pc:spChg>
        <pc:spChg chg="mod">
          <ac:chgData name="Margarit Meroyan" userId="630a6349-7c61-463e-804c-816773a1019c" providerId="ADAL" clId="{F542D2B9-31A9-4DE4-859A-CAD915E8FA3F}" dt="2023-12-27T10:49:38.388" v="129" actId="207"/>
          <ac:spMkLst>
            <pc:docMk/>
            <pc:sldMk cId="0" sldId="526"/>
            <ac:spMk id="71746" creationId="{15A9817A-4019-53B5-90F0-42846DB0BFD7}"/>
          </ac:spMkLst>
        </pc:spChg>
        <pc:spChg chg="mod">
          <ac:chgData name="Margarit Meroyan" userId="630a6349-7c61-463e-804c-816773a1019c" providerId="ADAL" clId="{F542D2B9-31A9-4DE4-859A-CAD915E8FA3F}" dt="2023-12-27T10:49:38.388" v="129" actId="207"/>
          <ac:spMkLst>
            <pc:docMk/>
            <pc:sldMk cId="0" sldId="526"/>
            <ac:spMk id="71747" creationId="{5BDE7E6C-E235-2AE3-9B8E-739F3F3F6038}"/>
          </ac:spMkLst>
        </pc:spChg>
        <pc:spChg chg="mod">
          <ac:chgData name="Margarit Meroyan" userId="630a6349-7c61-463e-804c-816773a1019c" providerId="ADAL" clId="{F542D2B9-31A9-4DE4-859A-CAD915E8FA3F}" dt="2023-12-27T10:49:47.977" v="132" actId="207"/>
          <ac:spMkLst>
            <pc:docMk/>
            <pc:sldMk cId="0" sldId="526"/>
            <ac:spMk id="71748" creationId="{B4F8ACCC-4C53-DF42-F7DB-62F1C166E20C}"/>
          </ac:spMkLst>
        </pc:spChg>
        <pc:spChg chg="mod">
          <ac:chgData name="Margarit Meroyan" userId="630a6349-7c61-463e-804c-816773a1019c" providerId="ADAL" clId="{F542D2B9-31A9-4DE4-859A-CAD915E8FA3F}" dt="2023-12-27T10:49:47.977" v="132" actId="207"/>
          <ac:spMkLst>
            <pc:docMk/>
            <pc:sldMk cId="0" sldId="526"/>
            <ac:spMk id="71749" creationId="{4A9643C7-E4BE-F685-BCBE-3EE96C28B90B}"/>
          </ac:spMkLst>
        </pc:spChg>
        <pc:spChg chg="mod">
          <ac:chgData name="Margarit Meroyan" userId="630a6349-7c61-463e-804c-816773a1019c" providerId="ADAL" clId="{F542D2B9-31A9-4DE4-859A-CAD915E8FA3F}" dt="2023-12-27T10:49:47.977" v="132" actId="207"/>
          <ac:spMkLst>
            <pc:docMk/>
            <pc:sldMk cId="0" sldId="526"/>
            <ac:spMk id="71750" creationId="{5333027B-5717-50E9-6BE4-17A2439690FA}"/>
          </ac:spMkLst>
        </pc:spChg>
        <pc:spChg chg="mod">
          <ac:chgData name="Margarit Meroyan" userId="630a6349-7c61-463e-804c-816773a1019c" providerId="ADAL" clId="{F542D2B9-31A9-4DE4-859A-CAD915E8FA3F}" dt="2023-12-27T10:49:38.388" v="129" actId="207"/>
          <ac:spMkLst>
            <pc:docMk/>
            <pc:sldMk cId="0" sldId="526"/>
            <ac:spMk id="71751" creationId="{6301B86B-2782-1C19-480D-632DF8E46F7F}"/>
          </ac:spMkLst>
        </pc:spChg>
        <pc:spChg chg="mod">
          <ac:chgData name="Margarit Meroyan" userId="630a6349-7c61-463e-804c-816773a1019c" providerId="ADAL" clId="{F542D2B9-31A9-4DE4-859A-CAD915E8FA3F}" dt="2023-12-27T10:49:38.388" v="129" actId="207"/>
          <ac:spMkLst>
            <pc:docMk/>
            <pc:sldMk cId="0" sldId="526"/>
            <ac:spMk id="71752" creationId="{8AFF101E-FC92-1161-7033-CEDA0C12D98A}"/>
          </ac:spMkLst>
        </pc:spChg>
        <pc:spChg chg="mod">
          <ac:chgData name="Margarit Meroyan" userId="630a6349-7c61-463e-804c-816773a1019c" providerId="ADAL" clId="{F542D2B9-31A9-4DE4-859A-CAD915E8FA3F}" dt="2023-12-27T10:49:47.977" v="132" actId="207"/>
          <ac:spMkLst>
            <pc:docMk/>
            <pc:sldMk cId="0" sldId="526"/>
            <ac:spMk id="71753" creationId="{7347B3A5-613C-4043-36BA-CD796C10EC18}"/>
          </ac:spMkLst>
        </pc:spChg>
        <pc:spChg chg="mod">
          <ac:chgData name="Margarit Meroyan" userId="630a6349-7c61-463e-804c-816773a1019c" providerId="ADAL" clId="{F542D2B9-31A9-4DE4-859A-CAD915E8FA3F}" dt="2023-12-27T10:49:56.911" v="134" actId="207"/>
          <ac:spMkLst>
            <pc:docMk/>
            <pc:sldMk cId="0" sldId="526"/>
            <ac:spMk id="71754" creationId="{C3318651-39B4-C39F-DA15-7157DE4F45BF}"/>
          </ac:spMkLst>
        </pc:spChg>
        <pc:spChg chg="mod">
          <ac:chgData name="Margarit Meroyan" userId="630a6349-7c61-463e-804c-816773a1019c" providerId="ADAL" clId="{F542D2B9-31A9-4DE4-859A-CAD915E8FA3F}" dt="2023-12-27T10:50:01.002" v="135" actId="207"/>
          <ac:spMkLst>
            <pc:docMk/>
            <pc:sldMk cId="0" sldId="526"/>
            <ac:spMk id="71755" creationId="{C8C55677-08DE-DFAB-8023-64104EBF1117}"/>
          </ac:spMkLst>
        </pc:spChg>
        <pc:spChg chg="mod">
          <ac:chgData name="Margarit Meroyan" userId="630a6349-7c61-463e-804c-816773a1019c" providerId="ADAL" clId="{F542D2B9-31A9-4DE4-859A-CAD915E8FA3F}" dt="2023-12-27T10:49:38.388" v="129" actId="207"/>
          <ac:spMkLst>
            <pc:docMk/>
            <pc:sldMk cId="0" sldId="526"/>
            <ac:spMk id="71756" creationId="{8E237476-D6E9-A8DA-F2EE-E897D8A64122}"/>
          </ac:spMkLst>
        </pc:spChg>
        <pc:spChg chg="mod">
          <ac:chgData name="Margarit Meroyan" userId="630a6349-7c61-463e-804c-816773a1019c" providerId="ADAL" clId="{F542D2B9-31A9-4DE4-859A-CAD915E8FA3F}" dt="2023-12-27T10:50:03.222" v="137" actId="207"/>
          <ac:spMkLst>
            <pc:docMk/>
            <pc:sldMk cId="0" sldId="526"/>
            <ac:spMk id="71757" creationId="{096164B7-D5B2-36C8-01A1-803BB03CBA30}"/>
          </ac:spMkLst>
        </pc:spChg>
        <pc:spChg chg="mod">
          <ac:chgData name="Margarit Meroyan" userId="630a6349-7c61-463e-804c-816773a1019c" providerId="ADAL" clId="{F542D2B9-31A9-4DE4-859A-CAD915E8FA3F}" dt="2023-12-27T10:49:43.335" v="130" actId="207"/>
          <ac:spMkLst>
            <pc:docMk/>
            <pc:sldMk cId="0" sldId="526"/>
            <ac:spMk id="71758" creationId="{0C2D2F19-4A3F-BF83-085F-35D84A33F8D9}"/>
          </ac:spMkLst>
        </pc:spChg>
        <pc:spChg chg="mod">
          <ac:chgData name="Margarit Meroyan" userId="630a6349-7c61-463e-804c-816773a1019c" providerId="ADAL" clId="{F542D2B9-31A9-4DE4-859A-CAD915E8FA3F}" dt="2023-12-27T10:49:52.521" v="133" actId="207"/>
          <ac:spMkLst>
            <pc:docMk/>
            <pc:sldMk cId="0" sldId="526"/>
            <ac:spMk id="71759" creationId="{0B32DF74-52C1-6378-3D17-94B46E47B8F3}"/>
          </ac:spMkLst>
        </pc:spChg>
      </pc:sldChg>
      <pc:sldChg chg="modSp mod">
        <pc:chgData name="Margarit Meroyan" userId="630a6349-7c61-463e-804c-816773a1019c" providerId="ADAL" clId="{F542D2B9-31A9-4DE4-859A-CAD915E8FA3F}" dt="2023-12-27T10:50:15.796" v="138" actId="5793"/>
        <pc:sldMkLst>
          <pc:docMk/>
          <pc:sldMk cId="0" sldId="528"/>
        </pc:sldMkLst>
        <pc:spChg chg="mod">
          <ac:chgData name="Margarit Meroyan" userId="630a6349-7c61-463e-804c-816773a1019c" providerId="ADAL" clId="{F542D2B9-31A9-4DE4-859A-CAD915E8FA3F}" dt="2023-12-27T10:50:15.796" v="138" actId="5793"/>
          <ac:spMkLst>
            <pc:docMk/>
            <pc:sldMk cId="0" sldId="528"/>
            <ac:spMk id="3" creationId="{94671ECD-DA09-BA05-A31D-25FC30022F1F}"/>
          </ac:spMkLst>
        </pc:spChg>
      </pc:sldChg>
      <pc:sldChg chg="modSp mod">
        <pc:chgData name="Margarit Meroyan" userId="630a6349-7c61-463e-804c-816773a1019c" providerId="ADAL" clId="{F542D2B9-31A9-4DE4-859A-CAD915E8FA3F}" dt="2023-12-27T10:47:29.387" v="104" actId="207"/>
        <pc:sldMkLst>
          <pc:docMk/>
          <pc:sldMk cId="0" sldId="532"/>
        </pc:sldMkLst>
        <pc:spChg chg="mod">
          <ac:chgData name="Margarit Meroyan" userId="630a6349-7c61-463e-804c-816773a1019c" providerId="ADAL" clId="{F542D2B9-31A9-4DE4-859A-CAD915E8FA3F}" dt="2023-12-27T10:47:29.387" v="104" actId="207"/>
          <ac:spMkLst>
            <pc:docMk/>
            <pc:sldMk cId="0" sldId="532"/>
            <ac:spMk id="46098" creationId="{3BE4A9CA-CD6F-41A1-AC4D-044F2C17A8F3}"/>
          </ac:spMkLst>
        </pc:spChg>
      </pc:sldChg>
      <pc:sldChg chg="delSp mod">
        <pc:chgData name="Margarit Meroyan" userId="630a6349-7c61-463e-804c-816773a1019c" providerId="ADAL" clId="{F542D2B9-31A9-4DE4-859A-CAD915E8FA3F}" dt="2023-12-27T10:38:09.888" v="0" actId="478"/>
        <pc:sldMkLst>
          <pc:docMk/>
          <pc:sldMk cId="0" sldId="536"/>
        </pc:sldMkLst>
        <pc:spChg chg="del">
          <ac:chgData name="Margarit Meroyan" userId="630a6349-7c61-463e-804c-816773a1019c" providerId="ADAL" clId="{F542D2B9-31A9-4DE4-859A-CAD915E8FA3F}" dt="2023-12-27T10:38:09.888" v="0" actId="478"/>
          <ac:spMkLst>
            <pc:docMk/>
            <pc:sldMk cId="0" sldId="536"/>
            <ac:spMk id="2" creationId="{C308CF19-6630-C492-B724-302243C015A0}"/>
          </ac:spMkLst>
        </pc:spChg>
      </pc:sldChg>
      <pc:sldChg chg="modSp mod">
        <pc:chgData name="Margarit Meroyan" userId="630a6349-7c61-463e-804c-816773a1019c" providerId="ADAL" clId="{F542D2B9-31A9-4DE4-859A-CAD915E8FA3F}" dt="2023-12-27T10:50:34.449" v="142" actId="14100"/>
        <pc:sldMkLst>
          <pc:docMk/>
          <pc:sldMk cId="0" sldId="546"/>
        </pc:sldMkLst>
        <pc:graphicFrameChg chg="mod modGraphic">
          <ac:chgData name="Margarit Meroyan" userId="630a6349-7c61-463e-804c-816773a1019c" providerId="ADAL" clId="{F542D2B9-31A9-4DE4-859A-CAD915E8FA3F}" dt="2023-12-27T10:50:34.449" v="142" actId="14100"/>
          <ac:graphicFrameMkLst>
            <pc:docMk/>
            <pc:sldMk cId="0" sldId="546"/>
            <ac:graphicFrameMk id="3" creationId="{1F6947A7-F20A-44CD-B71E-2E523303DB7F}"/>
          </ac:graphicFrameMkLst>
        </pc:graphicFrameChg>
      </pc:sldChg>
      <pc:sldChg chg="modSp mod">
        <pc:chgData name="Margarit Meroyan" userId="630a6349-7c61-463e-804c-816773a1019c" providerId="ADAL" clId="{F542D2B9-31A9-4DE4-859A-CAD915E8FA3F}" dt="2023-12-27T10:50:42.247" v="146" actId="14100"/>
        <pc:sldMkLst>
          <pc:docMk/>
          <pc:sldMk cId="0" sldId="547"/>
        </pc:sldMkLst>
        <pc:graphicFrameChg chg="mod modGraphic">
          <ac:chgData name="Margarit Meroyan" userId="630a6349-7c61-463e-804c-816773a1019c" providerId="ADAL" clId="{F542D2B9-31A9-4DE4-859A-CAD915E8FA3F}" dt="2023-12-27T10:50:42.247" v="146" actId="14100"/>
          <ac:graphicFrameMkLst>
            <pc:docMk/>
            <pc:sldMk cId="0" sldId="547"/>
            <ac:graphicFrameMk id="3" creationId="{0A7E29BC-8EF4-4439-AF5D-F284C0924474}"/>
          </ac:graphicFrameMkLst>
        </pc:graphicFrameChg>
      </pc:sldChg>
      <pc:sldChg chg="del">
        <pc:chgData name="Margarit Meroyan" userId="630a6349-7c61-463e-804c-816773a1019c" providerId="ADAL" clId="{F542D2B9-31A9-4DE4-859A-CAD915E8FA3F}" dt="2023-12-27T10:55:18.381" v="178" actId="47"/>
        <pc:sldMkLst>
          <pc:docMk/>
          <pc:sldMk cId="0" sldId="611"/>
        </pc:sldMkLst>
      </pc:sldChg>
      <pc:sldChg chg="add">
        <pc:chgData name="Margarit Meroyan" userId="630a6349-7c61-463e-804c-816773a1019c" providerId="ADAL" clId="{F542D2B9-31A9-4DE4-859A-CAD915E8FA3F}" dt="2023-12-27T10:55:20.320" v="179"/>
        <pc:sldMkLst>
          <pc:docMk/>
          <pc:sldMk cId="132580393" sldId="479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12/27/2023</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a:solidFill>
                  <a:schemeClr val="tx1"/>
                </a:solidFill>
                <a:effectLst/>
                <a:latin typeface="Arial" pitchFamily="34" charset="0"/>
                <a:ea typeface="+mn-ea"/>
                <a:cs typeface="Arial" pitchFamily="34" charset="0"/>
              </a:rPr>
              <a:t>©2023 Synopsys, Inc. All Rights Reserved.</a:t>
            </a:r>
            <a:endParaRPr lang="en-US" sz="800" b="1">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9DAA041E-1D52-BF5C-FDB6-18220C64C952}"/>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B83D5CD-630C-1654-5E08-40F0613B3466}"/>
              </a:ext>
            </a:extLst>
          </p:cNvPr>
          <p:cNvSpPr>
            <a:spLocks noGrp="1" noChangeArrowheads="1"/>
          </p:cNvSpPr>
          <p:nvPr>
            <p:ph type="body" idx="1"/>
          </p:nvPr>
        </p:nvSpPr>
        <p:spPr>
          <a:xfrm>
            <a:off x="947738" y="4306888"/>
            <a:ext cx="5106987" cy="416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5288A296-D3E5-C921-2883-126142193E50}"/>
              </a:ext>
            </a:extLst>
          </p:cNvPr>
          <p:cNvSpPr txBox="1">
            <a:spLocks noGrp="1" noChangeArrowheads="1"/>
          </p:cNvSpPr>
          <p:nvPr/>
        </p:nvSpPr>
        <p:spPr bwMode="auto">
          <a:xfrm>
            <a:off x="3948113" y="8801100"/>
            <a:ext cx="30178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43" tIns="46371" rIns="92743" bIns="46371" anchor="b"/>
          <a:lstStyle>
            <a:lvl1pPr defTabSz="927100">
              <a:defRPr sz="2400" b="1">
                <a:solidFill>
                  <a:schemeClr val="tx1"/>
                </a:solidFill>
                <a:latin typeface="Arial" panose="020B0604020202020204" pitchFamily="34" charset="0"/>
                <a:cs typeface="Arial" panose="020B0604020202020204" pitchFamily="34" charset="0"/>
              </a:defRPr>
            </a:lvl1pPr>
            <a:lvl2pPr marL="742950" indent="-285750" defTabSz="927100">
              <a:defRPr sz="2400" b="1">
                <a:solidFill>
                  <a:schemeClr val="tx1"/>
                </a:solidFill>
                <a:latin typeface="Arial" panose="020B0604020202020204" pitchFamily="34" charset="0"/>
                <a:cs typeface="Arial" panose="020B0604020202020204" pitchFamily="34" charset="0"/>
              </a:defRPr>
            </a:lvl2pPr>
            <a:lvl3pPr marL="1143000" indent="-228600" defTabSz="927100">
              <a:defRPr sz="2400" b="1">
                <a:solidFill>
                  <a:schemeClr val="tx1"/>
                </a:solidFill>
                <a:latin typeface="Arial" panose="020B0604020202020204" pitchFamily="34" charset="0"/>
                <a:cs typeface="Arial" panose="020B0604020202020204" pitchFamily="34" charset="0"/>
              </a:defRPr>
            </a:lvl3pPr>
            <a:lvl4pPr marL="1600200" indent="-228600" defTabSz="927100">
              <a:defRPr sz="2400" b="1">
                <a:solidFill>
                  <a:schemeClr val="tx1"/>
                </a:solidFill>
                <a:latin typeface="Arial" panose="020B0604020202020204" pitchFamily="34" charset="0"/>
                <a:cs typeface="Arial" panose="020B0604020202020204" pitchFamily="34" charset="0"/>
              </a:defRPr>
            </a:lvl4pPr>
            <a:lvl5pPr marL="2057400" indent="-228600" defTabSz="927100">
              <a:defRPr sz="2400" b="1">
                <a:solidFill>
                  <a:schemeClr val="tx1"/>
                </a:solidFill>
                <a:latin typeface="Arial" panose="020B0604020202020204" pitchFamily="34" charset="0"/>
                <a:cs typeface="Arial" panose="020B0604020202020204" pitchFamily="34" charset="0"/>
              </a:defRPr>
            </a:lvl5pPr>
            <a:lvl6pPr marL="25146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fld id="{86EA1A44-60BD-4A42-A058-CD52E570853A}" type="slidenum">
              <a:rPr lang="en-US" altLang="en-US" sz="1200" b="0"/>
              <a:pPr algn="r" eaLnBrk="1" hangingPunct="1"/>
              <a:t>2</a:t>
            </a:fld>
            <a:endParaRPr lang="en-US" altLang="en-US" sz="1200"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C614A372-3681-4141-BFEB-7869753FE23A}"/>
              </a:ext>
            </a:extLst>
          </p:cNvPr>
          <p:cNvSpPr>
            <a:spLocks noGrp="1" noRot="1" noChangeAspect="1" noChangeArrowheads="1" noTextEdit="1"/>
          </p:cNvSpPr>
          <p:nvPr>
            <p:ph type="sldImg"/>
          </p:nvPr>
        </p:nvSpPr>
        <p:spPr>
          <a:ln/>
        </p:spPr>
      </p:sp>
      <p:sp>
        <p:nvSpPr>
          <p:cNvPr id="47107" name="Notes Placeholder 2">
            <a:extLst>
              <a:ext uri="{FF2B5EF4-FFF2-40B4-BE49-F238E27FC236}">
                <a16:creationId xmlns:a16="http://schemas.microsoft.com/office/drawing/2014/main" id="{A8B76F31-82CF-6937-3230-75643F203B1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7108" name="Slide Number Placeholder 3">
            <a:extLst>
              <a:ext uri="{FF2B5EF4-FFF2-40B4-BE49-F238E27FC236}">
                <a16:creationId xmlns:a16="http://schemas.microsoft.com/office/drawing/2014/main" id="{497EB1A9-CCC6-9354-71E5-F78138B4FB2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fld id="{987C0FCB-1C89-4982-8969-90AF5AC9B433}" type="slidenum">
              <a:rPr lang="ru-RU" altLang="en-US" b="0" u="none"/>
              <a:pPr/>
              <a:t>40</a:t>
            </a:fld>
            <a:endParaRPr lang="ru-RU" altLang="en-US" b="0" u="non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a:extLst>
              <a:ext uri="{FF2B5EF4-FFF2-40B4-BE49-F238E27FC236}">
                <a16:creationId xmlns:a16="http://schemas.microsoft.com/office/drawing/2014/main" id="{4D81E869-AA0C-23AF-5419-08AA3A3968C9}"/>
              </a:ext>
            </a:extLst>
          </p:cNvPr>
          <p:cNvSpPr>
            <a:spLocks noGrp="1" noRot="1" noChangeAspect="1" noChangeArrowheads="1" noTextEdit="1"/>
          </p:cNvSpPr>
          <p:nvPr>
            <p:ph type="sldImg"/>
          </p:nvPr>
        </p:nvSpPr>
        <p:spPr>
          <a:ln/>
        </p:spPr>
      </p:sp>
      <p:sp>
        <p:nvSpPr>
          <p:cNvPr id="122883" name="Notes Placeholder 2">
            <a:extLst>
              <a:ext uri="{FF2B5EF4-FFF2-40B4-BE49-F238E27FC236}">
                <a16:creationId xmlns:a16="http://schemas.microsoft.com/office/drawing/2014/main" id="{6C380387-4703-C10E-AD1B-D4B67ACED6E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22884" name="Slide Number Placeholder 3">
            <a:extLst>
              <a:ext uri="{FF2B5EF4-FFF2-40B4-BE49-F238E27FC236}">
                <a16:creationId xmlns:a16="http://schemas.microsoft.com/office/drawing/2014/main" id="{F13A3685-CD51-3361-6A92-DFEDA051281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fld id="{1945A66E-CF5D-4AB4-9977-589CF28F6B57}" type="slidenum">
              <a:rPr lang="ru-RU" altLang="en-US" b="0" u="none"/>
              <a:pPr/>
              <a:t>113</a:t>
            </a:fld>
            <a:endParaRPr lang="ru-RU" altLang="en-US" b="0" u="non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a:extLst>
              <a:ext uri="{FF2B5EF4-FFF2-40B4-BE49-F238E27FC236}">
                <a16:creationId xmlns:a16="http://schemas.microsoft.com/office/drawing/2014/main" id="{BF8645FE-CC32-97D9-53F0-F85DA383C743}"/>
              </a:ext>
            </a:extLst>
          </p:cNvPr>
          <p:cNvSpPr>
            <a:spLocks noGrp="1" noRot="1" noChangeAspect="1" noChangeArrowheads="1" noTextEdit="1"/>
          </p:cNvSpPr>
          <p:nvPr>
            <p:ph type="sldImg"/>
          </p:nvPr>
        </p:nvSpPr>
        <p:spPr>
          <a:ln/>
        </p:spPr>
      </p:sp>
      <p:sp>
        <p:nvSpPr>
          <p:cNvPr id="132099" name="Notes Placeholder 2">
            <a:extLst>
              <a:ext uri="{FF2B5EF4-FFF2-40B4-BE49-F238E27FC236}">
                <a16:creationId xmlns:a16="http://schemas.microsoft.com/office/drawing/2014/main" id="{4F5C3832-7416-9305-F8E5-D53B2FB40FB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132100" name="Slide Number Placeholder 3">
            <a:extLst>
              <a:ext uri="{FF2B5EF4-FFF2-40B4-BE49-F238E27FC236}">
                <a16:creationId xmlns:a16="http://schemas.microsoft.com/office/drawing/2014/main" id="{D4D9EB3E-05C8-2D8F-76DF-1E83278CAE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fld id="{4D6F1C74-C676-4395-BCA4-951F1C447722}" type="slidenum">
              <a:rPr lang="ru-RU" altLang="en-US" b="0" u="none"/>
              <a:pPr/>
              <a:t>121</a:t>
            </a:fld>
            <a:endParaRPr lang="ru-RU" altLang="en-US" b="0" u="none"/>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tags r:id="rId1"/>
            </p:custDataLst>
          </p:nvPr>
        </p:nvSpPr>
        <p:spPr>
          <a:xfrm>
            <a:off x="456555" y="1554480"/>
            <a:ext cx="11278244" cy="4846320"/>
          </a:xfrm>
        </p:spPr>
        <p:txBody>
          <a:bodyPr vert="horz" lIns="91440" tIns="45720" rIns="91440" bIns="45720" rtlCol="0">
            <a:normAutofit/>
          </a:bodyPr>
          <a:lstStyle>
            <a:lvl1pPr>
              <a:defRPr baseline="0"/>
            </a:lvl1pPr>
            <a:lvl2pPr>
              <a:defRPr/>
            </a:lvl2pPr>
            <a:lvl3pPr>
              <a:defRPr/>
            </a:lvl3pPr>
            <a:lvl4pPr>
              <a:defRPr/>
            </a:lvl4pPr>
            <a:lvl5pPr>
              <a:defRPr/>
            </a:lvl5pPr>
            <a:lvl6pPr>
              <a:defRPr/>
            </a:lvl6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Text Placeholder 6"/>
          <p:cNvSpPr>
            <a:spLocks noGrp="1"/>
          </p:cNvSpPr>
          <p:nvPr>
            <p:ph type="body" sz="quarter" idx="12" hasCustomPrompt="1"/>
            <p:custDataLst>
              <p:tags r:id="rId2"/>
            </p:custDataLst>
          </p:nvPr>
        </p:nvSpPr>
        <p:spPr>
          <a:xfrm>
            <a:off x="456555" y="1005839"/>
            <a:ext cx="11278244" cy="365760"/>
          </a:xfrm>
        </p:spPr>
        <p:txBody>
          <a:bodyPr>
            <a:noAutofit/>
          </a:bodyPr>
          <a:lstStyle>
            <a:lvl1pPr marL="0" indent="0">
              <a:spcBef>
                <a:spcPts val="0"/>
              </a:spcBef>
              <a:buFont typeface="Arial" panose="020B0604020202020204" pitchFamily="34" charset="0"/>
              <a:buNone/>
              <a:defRPr sz="1650" i="0">
                <a:solidFill>
                  <a:schemeClr val="tx1"/>
                </a:solidFill>
              </a:defRPr>
            </a:lvl1pPr>
            <a:lvl2pPr marL="0" indent="0">
              <a:spcBef>
                <a:spcPts val="0"/>
              </a:spcBef>
              <a:buNone/>
              <a:defRPr sz="1800">
                <a:solidFill>
                  <a:schemeClr val="tx1">
                    <a:lumMod val="65000"/>
                    <a:lumOff val="35000"/>
                  </a:schemeClr>
                </a:solidFill>
              </a:defRPr>
            </a:lvl2pPr>
            <a:lvl3pPr marL="0" indent="0">
              <a:spcBef>
                <a:spcPts val="0"/>
              </a:spcBef>
              <a:buNone/>
              <a:defRPr sz="1800">
                <a:solidFill>
                  <a:schemeClr val="tx1">
                    <a:lumMod val="65000"/>
                    <a:lumOff val="35000"/>
                  </a:schemeClr>
                </a:solidFill>
              </a:defRPr>
            </a:lvl3pPr>
            <a:lvl4pPr marL="0" indent="0">
              <a:spcBef>
                <a:spcPts val="0"/>
              </a:spcBef>
              <a:buNone/>
              <a:defRPr sz="1800">
                <a:solidFill>
                  <a:schemeClr val="tx1">
                    <a:lumMod val="65000"/>
                    <a:lumOff val="35000"/>
                  </a:schemeClr>
                </a:solidFill>
              </a:defRPr>
            </a:lvl4pPr>
            <a:lvl5pPr marL="0" indent="0">
              <a:spcBef>
                <a:spcPts val="0"/>
              </a:spcBef>
              <a:buNone/>
              <a:defRPr sz="1800">
                <a:solidFill>
                  <a:schemeClr val="tx1">
                    <a:lumMod val="65000"/>
                    <a:lumOff val="35000"/>
                  </a:schemeClr>
                </a:solidFill>
              </a:defRPr>
            </a:lvl5pPr>
            <a:lvl6pPr marL="0" indent="0">
              <a:spcBef>
                <a:spcPts val="0"/>
              </a:spcBef>
              <a:buNone/>
              <a:defRPr sz="1800">
                <a:solidFill>
                  <a:schemeClr val="tx1">
                    <a:lumMod val="65000"/>
                    <a:lumOff val="35000"/>
                  </a:schemeClr>
                </a:solidFill>
              </a:defRPr>
            </a:lvl6pPr>
            <a:lvl7pPr marL="0" indent="0">
              <a:spcBef>
                <a:spcPts val="0"/>
              </a:spcBef>
              <a:buNone/>
              <a:defRPr sz="1800">
                <a:solidFill>
                  <a:schemeClr val="tx1">
                    <a:lumMod val="65000"/>
                    <a:lumOff val="35000"/>
                  </a:schemeClr>
                </a:solidFill>
              </a:defRPr>
            </a:lvl7pPr>
            <a:lvl8pPr marL="0" indent="0">
              <a:spcBef>
                <a:spcPts val="0"/>
              </a:spcBef>
              <a:buNone/>
              <a:defRPr sz="1800">
                <a:solidFill>
                  <a:schemeClr val="tx1">
                    <a:lumMod val="65000"/>
                    <a:lumOff val="35000"/>
                  </a:schemeClr>
                </a:solidFill>
              </a:defRPr>
            </a:lvl8pPr>
            <a:lvl9pPr marL="0" indent="0">
              <a:spcBef>
                <a:spcPts val="0"/>
              </a:spcBef>
              <a:buNone/>
              <a:defRPr sz="1800">
                <a:solidFill>
                  <a:schemeClr val="tx1">
                    <a:lumMod val="65000"/>
                    <a:lumOff val="35000"/>
                  </a:schemeClr>
                </a:solidFill>
              </a:defRPr>
            </a:lvl9pPr>
          </a:lstStyle>
          <a:p>
            <a:pPr lvl="0"/>
            <a:r>
              <a:t>Click to Add a Subtitle</a:t>
            </a:r>
          </a:p>
        </p:txBody>
      </p:sp>
      <p:sp>
        <p:nvSpPr>
          <p:cNvPr id="5" name="Title 4">
            <a:extLst>
              <a:ext uri="{FF2B5EF4-FFF2-40B4-BE49-F238E27FC236}">
                <a16:creationId xmlns:a16="http://schemas.microsoft.com/office/drawing/2014/main" id="{13AB35E0-AD47-4AD2-A594-DF7D8B2173E4}"/>
              </a:ext>
            </a:extLst>
          </p:cNvPr>
          <p:cNvSpPr>
            <a:spLocks noGrp="1"/>
          </p:cNvSpPr>
          <p:nvPr>
            <p:ph type="title" hasCustomPrompt="1"/>
            <p:custDataLst>
              <p:tags r:id="rId3"/>
            </p:custDataLst>
          </p:nvPr>
        </p:nvSpPr>
        <p:spPr/>
        <p:txBody>
          <a:bodyPr/>
          <a:lstStyle>
            <a:lvl1pPr>
              <a:defRPr/>
            </a:lvl1pPr>
          </a:lstStyle>
          <a:p>
            <a:r>
              <a:t>Click to Add a Title</a:t>
            </a:r>
          </a:p>
        </p:txBody>
      </p:sp>
      <p:sp>
        <p:nvSpPr>
          <p:cNvPr id="6" name="ConStatement"/>
          <p:cNvSpPr txBox="1"/>
          <p:nvPr userDrawn="1">
            <p:custDataLst>
              <p:tags r:id="rId4"/>
            </p:custDataLst>
          </p:nvPr>
        </p:nvSpPr>
        <p:spPr>
          <a:xfrm>
            <a:off x="2921000" y="6590224"/>
            <a:ext cx="6350000" cy="245794"/>
          </a:xfrm>
          <a:prstGeom prst="rect">
            <a:avLst/>
          </a:prstGeom>
          <a:noFill/>
        </p:spPr>
        <p:txBody>
          <a:bodyPr vert="horz" wrap="none" lIns="68580" tIns="34290" rIns="68580" bIns="34290" rtlCol="0" anchor="ctr">
            <a:noAutofit/>
          </a:bodyPr>
          <a:lstStyle/>
          <a:p>
            <a:pPr algn="ctr"/>
            <a:r>
              <a:rPr lang="en-US" sz="600">
                <a:solidFill>
                  <a:srgbClr val="7F7F7F"/>
                </a:solidFill>
                <a:latin typeface="Arial"/>
              </a:rPr>
              <a:t>Synopsys Confidential Information</a:t>
            </a:r>
          </a:p>
        </p:txBody>
      </p:sp>
    </p:spTree>
    <p:extLst>
      <p:ext uri="{BB962C8B-B14F-4D97-AF65-F5344CB8AC3E}">
        <p14:creationId xmlns:p14="http://schemas.microsoft.com/office/powerpoint/2010/main" val="152404997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605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p>
        </p:txBody>
      </p:sp>
      <p:sp>
        <p:nvSpPr>
          <p:cNvPr id="2" name="Footer Placeholder 4">
            <a:extLst>
              <a:ext uri="{FF2B5EF4-FFF2-40B4-BE49-F238E27FC236}">
                <a16:creationId xmlns:a16="http://schemas.microsoft.com/office/drawing/2014/main" id="{6335CEF0-32BE-8FD2-3A80-D2CD97B9AA22}"/>
              </a:ext>
            </a:extLst>
          </p:cNvPr>
          <p:cNvSpPr>
            <a:spLocks noGrp="1"/>
          </p:cNvSpPr>
          <p:nvPr>
            <p:ph type="ftr" sz="quarter" idx="10"/>
          </p:nvPr>
        </p:nvSpPr>
        <p:spPr>
          <a:xfrm>
            <a:off x="4165600" y="6416676"/>
            <a:ext cx="3860800" cy="365125"/>
          </a:xfrm>
          <a:prstGeom prst="rect">
            <a:avLst/>
          </a:prstGeom>
        </p:spPr>
        <p:txBody>
          <a:bodyPr/>
          <a:lstStyle>
            <a:lvl1pPr algn="ctr" eaLnBrk="0" hangingPunct="0">
              <a:defRPr>
                <a:cs typeface="+mn-cs"/>
              </a:defRPr>
            </a:lvl1pPr>
          </a:lstStyle>
          <a:p>
            <a:pPr>
              <a:defRPr/>
            </a:pPr>
            <a:r>
              <a:rPr lang="en-US"/>
              <a:t>Synopsys Confidential and Proprietary</a:t>
            </a:r>
          </a:p>
        </p:txBody>
      </p:sp>
    </p:spTree>
    <p:extLst>
      <p:ext uri="{BB962C8B-B14F-4D97-AF65-F5344CB8AC3E}">
        <p14:creationId xmlns:p14="http://schemas.microsoft.com/office/powerpoint/2010/main" val="19721213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09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794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46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64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4331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0878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7676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63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ub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a Title</a:t>
            </a:r>
          </a:p>
        </p:txBody>
      </p:sp>
      <p:sp>
        <p:nvSpPr>
          <p:cNvPr id="3" name="Text Placeholder 6"/>
          <p:cNvSpPr>
            <a:spLocks noGrp="1"/>
          </p:cNvSpPr>
          <p:nvPr>
            <p:ph type="body" sz="quarter" idx="12" hasCustomPrompt="1"/>
          </p:nvPr>
        </p:nvSpPr>
        <p:spPr>
          <a:xfrm>
            <a:off x="609600" y="838200"/>
            <a:ext cx="11582400" cy="457200"/>
          </a:xfrm>
        </p:spPr>
        <p:txBody>
          <a:bodyPr/>
          <a:lstStyle>
            <a:lvl1pPr marL="0" indent="0">
              <a:buNone/>
              <a:defRPr sz="2400" i="1"/>
            </a:lvl1pPr>
          </a:lstStyle>
          <a:p>
            <a:pPr lvl="0"/>
            <a:r>
              <a:rPr lang="en-US"/>
              <a:t>Click to Add a Subtitle</a:t>
            </a:r>
          </a:p>
        </p:txBody>
      </p:sp>
      <p:sp>
        <p:nvSpPr>
          <p:cNvPr id="4" name="Footer Placeholder 3"/>
          <p:cNvSpPr>
            <a:spLocks noGrp="1"/>
          </p:cNvSpPr>
          <p:nvPr>
            <p:ph type="ftr" sz="quarter" idx="13"/>
          </p:nvPr>
        </p:nvSpPr>
        <p:spPr>
          <a:xfrm>
            <a:off x="2895600" y="6475624"/>
            <a:ext cx="6400800" cy="365125"/>
          </a:xfrm>
          <a:prstGeom prst="rect">
            <a:avLst/>
          </a:prstGeom>
        </p:spPr>
        <p:txBody>
          <a:bodyPr/>
          <a:lstStyle/>
          <a:p>
            <a:r>
              <a:rPr lang="en-US"/>
              <a:t>Confidential</a:t>
            </a:r>
          </a:p>
        </p:txBody>
      </p:sp>
    </p:spTree>
    <p:extLst>
      <p:ext uri="{BB962C8B-B14F-4D97-AF65-F5344CB8AC3E}">
        <p14:creationId xmlns:p14="http://schemas.microsoft.com/office/powerpoint/2010/main" val="3925235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4407492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3630210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6420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057327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002640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C8BA8C8F-8E95-A488-630C-25AF6A7D252E}"/>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3" name="Line 8">
            <a:extLst>
              <a:ext uri="{FF2B5EF4-FFF2-40B4-BE49-F238E27FC236}">
                <a16:creationId xmlns:a16="http://schemas.microsoft.com/office/drawing/2014/main" id="{9C59F1B6-E109-DFB1-4D8A-72AA687849F9}"/>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pic>
        <p:nvPicPr>
          <p:cNvPr id="4" name="Picture 12" descr="Synopsys_color">
            <a:extLst>
              <a:ext uri="{FF2B5EF4-FFF2-40B4-BE49-F238E27FC236}">
                <a16:creationId xmlns:a16="http://schemas.microsoft.com/office/drawing/2014/main" id="{1B76921F-7A8A-1973-1D3E-C0BAD2E579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9167" y="6083300"/>
            <a:ext cx="185631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4">
            <a:extLst>
              <a:ext uri="{FF2B5EF4-FFF2-40B4-BE49-F238E27FC236}">
                <a16:creationId xmlns:a16="http://schemas.microsoft.com/office/drawing/2014/main" id="{EA71B6DC-4379-AD95-28BE-38CB8909AB78}"/>
              </a:ext>
            </a:extLst>
          </p:cNvPr>
          <p:cNvSpPr>
            <a:spLocks noChangeArrowheads="1"/>
          </p:cNvSpPr>
          <p:nvPr userDrawn="1"/>
        </p:nvSpPr>
        <p:spPr bwMode="auto">
          <a:xfrm>
            <a:off x="3009900" y="6032501"/>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900">
                <a:latin typeface="Arial" panose="020B0604020202020204" pitchFamily="34" charset="0"/>
              </a:rPr>
              <a:t>Synopsys University Courseware </a:t>
            </a:r>
          </a:p>
          <a:p>
            <a:pPr algn="ctr" eaLnBrk="1" hangingPunct="1"/>
            <a:r>
              <a:rPr lang="en-US" altLang="en-US" sz="900">
                <a:latin typeface="Arial" panose="020B0604020202020204" pitchFamily="34" charset="0"/>
              </a:rPr>
              <a:t>Copyright © 2018 Synopsys, Inc. All rights reserved.</a:t>
            </a:r>
          </a:p>
          <a:p>
            <a:pPr algn="ctr" eaLnBrk="1" hangingPunct="1"/>
            <a:r>
              <a:rPr lang="en-US" altLang="en-US" sz="900">
                <a:latin typeface="Arial" panose="020B0604020202020204" pitchFamily="34" charset="0"/>
              </a:rPr>
              <a:t>Computer Language Engineering</a:t>
            </a:r>
          </a:p>
          <a:p>
            <a:pPr algn="ctr" eaLnBrk="1" hangingPunct="1"/>
            <a:r>
              <a:rPr lang="en-US" altLang="en-US" sz="900">
                <a:latin typeface="Arial" panose="020B0604020202020204" pitchFamily="34" charset="0"/>
              </a:rPr>
              <a:t>Lecture - 1</a:t>
            </a:r>
          </a:p>
          <a:p>
            <a:pPr algn="ctr" eaLnBrk="1" hangingPunct="1"/>
            <a:r>
              <a:rPr lang="en-US" altLang="en-US" sz="900">
                <a:latin typeface="Arial" panose="020B0604020202020204" pitchFamily="34" charset="0"/>
              </a:rPr>
              <a:t>Developed By: Vazgen Melikyan</a:t>
            </a:r>
          </a:p>
        </p:txBody>
      </p:sp>
      <p:sp>
        <p:nvSpPr>
          <p:cNvPr id="6" name="TextBox 5">
            <a:extLst>
              <a:ext uri="{FF2B5EF4-FFF2-40B4-BE49-F238E27FC236}">
                <a16:creationId xmlns:a16="http://schemas.microsoft.com/office/drawing/2014/main" id="{22C1E5BD-2BA2-E38F-0CB3-B096E6757B81}"/>
              </a:ext>
            </a:extLst>
          </p:cNvPr>
          <p:cNvSpPr txBox="1">
            <a:spLocks noChangeArrowheads="1"/>
          </p:cNvSpPr>
          <p:nvPr userDrawn="1"/>
        </p:nvSpPr>
        <p:spPr bwMode="auto">
          <a:xfrm>
            <a:off x="3048000" y="6521450"/>
            <a:ext cx="508000" cy="247650"/>
          </a:xfrm>
          <a:prstGeom prst="rect">
            <a:avLst/>
          </a:prstGeom>
          <a:noFill/>
          <a:ln>
            <a:noFill/>
          </a:ln>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DAD6B06-40C0-4549-A7E6-4DCA97AEFB2E}" type="slidenum">
              <a:rPr lang="en-US" altLang="en-US" sz="1000">
                <a:solidFill>
                  <a:srgbClr val="595959"/>
                </a:solidFill>
                <a:latin typeface="Arial" panose="020B0604020202020204" pitchFamily="34" charset="0"/>
              </a:rPr>
              <a:pPr eaLnBrk="1" hangingPunct="1"/>
              <a:t>‹#›</a:t>
            </a:fld>
            <a:endParaRPr lang="en-US" altLang="en-US" sz="1000">
              <a:solidFill>
                <a:srgbClr val="595959"/>
              </a:solidFill>
              <a:latin typeface="Arial" panose="020B0604020202020204" pitchFamily="34" charset="0"/>
            </a:endParaRPr>
          </a:p>
        </p:txBody>
      </p:sp>
      <p:pic>
        <p:nvPicPr>
          <p:cNvPr id="7" name="Picture 16" descr="D:\Users\User\Desktop\My Documents\AcCouncil\Logo_NPUA\LogoPolytech_1.png">
            <a:extLst>
              <a:ext uri="{FF2B5EF4-FFF2-40B4-BE49-F238E27FC236}">
                <a16:creationId xmlns:a16="http://schemas.microsoft.com/office/drawing/2014/main" id="{F0595EB0-6C60-D943-7E5F-0374C827BC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atin typeface="Arial" pitchFamily="34" charset="0"/>
                <a:cs typeface="Arial" pitchFamily="34" charset="0"/>
              </a:defRPr>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atin typeface="Arial" pitchFamily="34" charset="0"/>
                <a:cs typeface="Arial" pitchFamily="34" charset="0"/>
              </a:defRPr>
            </a:lvl1pPr>
          </a:lstStyle>
          <a:p>
            <a:endParaRPr lang="en-US" altLang="en-US"/>
          </a:p>
        </p:txBody>
      </p:sp>
    </p:spTree>
    <p:extLst>
      <p:ext uri="{BB962C8B-B14F-4D97-AF65-F5344CB8AC3E}">
        <p14:creationId xmlns:p14="http://schemas.microsoft.com/office/powerpoint/2010/main" val="35178802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08408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id="{887662A0-256C-D7CA-68EF-D69458ACB3D0}"/>
              </a:ext>
            </a:extLst>
          </p:cNvPr>
          <p:cNvSpPr>
            <a:spLocks noGrp="1" noChangeArrowheads="1"/>
          </p:cNvSpPr>
          <p:nvPr>
            <p:ph type="ftr" sz="quarter" idx="10"/>
          </p:nvPr>
        </p:nvSpPr>
        <p:spPr>
          <a:xfrm>
            <a:off x="3839634" y="6415088"/>
            <a:ext cx="4906433" cy="442912"/>
          </a:xfrm>
          <a:prstGeom prst="rect">
            <a:avLst/>
          </a:prstGeom>
        </p:spPr>
        <p:txBody>
          <a:bodyPr/>
          <a:lstStyle>
            <a:lvl1pPr algn="ctr" eaLnBrk="1" hangingPunct="1">
              <a:defRPr>
                <a:latin typeface="Arial" pitchFamily="34" charset="0"/>
                <a:cs typeface="Arial" charset="0"/>
              </a:defRPr>
            </a:lvl1pPr>
          </a:lstStyle>
          <a:p>
            <a:pPr>
              <a:defRPr/>
            </a:pPr>
            <a:r>
              <a:rPr lang="en-US" altLang="en-US"/>
              <a:t>Synopsys University Courseware – EE XXX</a:t>
            </a:r>
          </a:p>
          <a:p>
            <a:pPr>
              <a:defRPr/>
            </a:pPr>
            <a:r>
              <a:rPr lang="en-US" altLang="en-US"/>
              <a:t> IC Testing</a:t>
            </a:r>
          </a:p>
          <a:p>
            <a:pPr>
              <a:defRPr/>
            </a:pPr>
            <a:r>
              <a:rPr lang="en-US" altLang="en-US"/>
              <a:t>Topic: IC Testing Process and Equipment</a:t>
            </a:r>
          </a:p>
          <a:p>
            <a:pPr>
              <a:defRPr/>
            </a:pPr>
            <a:r>
              <a:rPr lang="en-US" altLang="en-US"/>
              <a:t>© 2007 Synopsys, Inc.</a:t>
            </a:r>
          </a:p>
          <a:p>
            <a:pPr>
              <a:defRPr/>
            </a:pPr>
            <a:r>
              <a:rPr lang="en-US" altLang="en-US"/>
              <a:t>Developed By: Vazgen Melikyan</a:t>
            </a:r>
          </a:p>
        </p:txBody>
      </p:sp>
    </p:spTree>
    <p:extLst>
      <p:ext uri="{BB962C8B-B14F-4D97-AF65-F5344CB8AC3E}">
        <p14:creationId xmlns:p14="http://schemas.microsoft.com/office/powerpoint/2010/main" val="15550407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796020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F864-5E47-CBE7-BC2B-D8DF0EA75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3CBBC6-6702-8542-F713-8331F35B8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89DBE-B6C5-EEDF-EE0B-870A19BE50F1}"/>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0C4CC655-528A-B4CD-B231-2CFF5AF1B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5087-E3A0-AACE-58BF-82ACBA8D7610}"/>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1643282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AC29-1205-BF56-2123-7CA231CC36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CE3DE-0568-1424-72DE-789324F6D4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5EB76-5625-5842-BD96-2502419E37C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7402CFB-EE67-E4D7-335B-E3A2A21BF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AC425-08F2-53BE-11E2-E85528AB938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81663655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BDC2-BDC8-DD13-576A-5AEBF41B89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852A7A-9F5D-C71F-5866-CC450BE76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819F44-6C0F-69B4-BE94-2713E0AEE268}"/>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857E62B-8FE6-F545-248D-2C985B04B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44CDC-1CB1-C93E-1C69-6EE1112116AE}"/>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1071782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A8C5-0745-D355-9175-0B7390DAC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AF0E70-3D5F-1D52-ACCD-410B855C4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235AB-5800-0D54-A980-11B16A389F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216A7-8E0F-2E45-5ACE-2F6A118C675A}"/>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9468FA53-E88F-E9BA-D3D3-C5AAA1B1A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C3C96-A0A7-954D-E717-D844E14C59AD}"/>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4933329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2EAB-2A91-DA52-B898-D2199DA4C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0A1F96-37F5-4177-FB5E-F3BA71A9C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FCD7C3-9F67-61BE-6079-E6AAE9D62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6598F-2169-02EF-6EDD-D65DD1B3E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C9AD2-BC37-4881-DECC-A2AD3554B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63B53-BA8E-56A1-7322-D6D07707CB5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8" name="Footer Placeholder 7">
            <a:extLst>
              <a:ext uri="{FF2B5EF4-FFF2-40B4-BE49-F238E27FC236}">
                <a16:creationId xmlns:a16="http://schemas.microsoft.com/office/drawing/2014/main" id="{B5909EB9-3309-D00A-589C-F8E5CCCC9B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82FCC-91F4-6C0B-507F-52877A136493}"/>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0956132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909FE-8C3F-459B-3A02-F5943828F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FAF2D-3FA2-DAB0-256A-07473760DF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4" name="Footer Placeholder 3">
            <a:extLst>
              <a:ext uri="{FF2B5EF4-FFF2-40B4-BE49-F238E27FC236}">
                <a16:creationId xmlns:a16="http://schemas.microsoft.com/office/drawing/2014/main" id="{BD02C9CA-C4A5-0A1E-3094-E11E6C55E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E9E96D-7309-286B-9469-22C62AAE6A58}"/>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31937128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57B0A3-081B-F016-AB51-CB6179C794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3" name="Footer Placeholder 2">
            <a:extLst>
              <a:ext uri="{FF2B5EF4-FFF2-40B4-BE49-F238E27FC236}">
                <a16:creationId xmlns:a16="http://schemas.microsoft.com/office/drawing/2014/main" id="{CC2DF5CA-A85C-DE18-8321-946BBA06E7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E4F835-4896-E0CA-A28D-E871FB4B998F}"/>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6415183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32A4-C094-4A6E-ACCE-11761B06D6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C87A6-43AB-D859-AE9F-D2E73348A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14E0C-12B6-633B-33A5-F834545CF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11855-81AC-5B7B-0069-6310903A23AF}"/>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38924365-B0DF-E909-5712-ECB7EA74A3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0EADC-AA67-4770-89E6-764FE2835E52}"/>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2372473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F970-9411-32EF-3FB0-2AC469E80A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0AC4E2-A6A2-B622-4247-49D23C9AB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9E7B4-CB3F-639C-BCAF-A87031E9B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33439-B276-C04F-D0C2-6D76089BA1F2}"/>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51D16CBB-BF67-CA6C-54A5-DA79854F1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C58E6C-10DA-E9AD-5F18-2D095CE0500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3616417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3AC8-5EB8-5FF6-87EF-31ED4AD8BE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DD216E-0D54-53D1-58A5-23A116410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4AD10-4017-3EA5-A9FE-BA89B1AE686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10EEF40-4745-FF38-3206-11D79D6EE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7C770-EAB0-4C36-8BEA-6103B764FF7C}"/>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9451626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1AB39-F7C8-F4C7-166E-912656FBC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0A689-EC2A-E507-74E1-71CD0805A7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33C9-5992-4711-EDBA-A748E2F14FCB}"/>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88DE4844-7F3C-1A50-562A-143A80D4C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13717-791F-3853-A9A4-E2F8F80B2655}"/>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5013335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50" Type="http://schemas.openxmlformats.org/officeDocument/2006/relationships/tags" Target="../tags/tag4.xml"/><Relationship Id="rId55"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tags" Target="../tags/tag5.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2.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48"/>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49"/>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t>Edit Master text styles</a:t>
            </a:r>
            <a:endParaRPr lang="en-US"/>
          </a:p>
          <a:p>
            <a:pPr marL="690563" lvl="1" indent="-327025">
              <a:tabLst/>
            </a:pPr>
            <a:r>
              <a:rPr lang="en-US"/>
              <a:t>Second level</a:t>
            </a:r>
          </a:p>
          <a:p>
            <a:pPr marL="914400" lvl="2" indent="-223838">
              <a:tabLst>
                <a:tab pos="736600" algn="l"/>
              </a:tabLst>
            </a:pPr>
            <a:r>
              <a:t>Third level</a:t>
            </a:r>
          </a:p>
          <a:p>
            <a:pPr lvl="3"/>
            <a:r>
              <a:t>Fourth level</a:t>
            </a:r>
          </a:p>
        </p:txBody>
      </p:sp>
      <p:sp>
        <p:nvSpPr>
          <p:cNvPr id="26" name="TaggedShape" hidden="1"/>
          <p:cNvSpPr/>
          <p:nvPr>
            <p:custDataLst>
              <p:tags r:id="rId50"/>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51"/>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63776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54"/>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52"/>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a:solidFill>
                  <a:schemeClr val="bg1">
                    <a:lumMod val="65000"/>
                  </a:schemeClr>
                </a:solidFill>
                <a:latin typeface="Arial"/>
              </a:rPr>
              <a:t>Synopsys </a:t>
            </a:r>
            <a:r>
              <a:rPr lang="en-US" sz="800">
                <a:solidFill>
                  <a:schemeClr val="bg1">
                    <a:lumMod val="65000"/>
                  </a:schemeClr>
                </a:solidFill>
                <a:latin typeface="Arial"/>
              </a:rPr>
              <a:t>University Courseware</a:t>
            </a:r>
            <a:br>
              <a:rPr lang="en-US" sz="800">
                <a:solidFill>
                  <a:schemeClr val="bg1">
                    <a:lumMod val="65000"/>
                  </a:schemeClr>
                </a:solidFill>
                <a:latin typeface="Arial"/>
              </a:rPr>
            </a:br>
            <a:r>
              <a:rPr lang="en-US" sz="800">
                <a:solidFill>
                  <a:schemeClr val="bg1">
                    <a:lumMod val="65000"/>
                  </a:schemeClr>
                </a:solidFill>
                <a:latin typeface="Arial"/>
              </a:rPr>
              <a:t>Developed by: </a:t>
            </a:r>
            <a:r>
              <a:rPr lang="en-US" sz="800" err="1">
                <a:solidFill>
                  <a:schemeClr val="bg1">
                    <a:lumMod val="65000"/>
                  </a:schemeClr>
                </a:solidFill>
                <a:latin typeface="Arial"/>
              </a:rPr>
              <a:t>Vazgen</a:t>
            </a:r>
            <a:r>
              <a:rPr lang="en-US" sz="800">
                <a:solidFill>
                  <a:schemeClr val="bg1">
                    <a:lumMod val="65000"/>
                  </a:schemeClr>
                </a:solidFill>
                <a:latin typeface="Arial"/>
              </a:rPr>
              <a:t> </a:t>
            </a:r>
            <a:r>
              <a:rPr lang="en-US" sz="800" err="1">
                <a:solidFill>
                  <a:schemeClr val="bg1">
                    <a:lumMod val="65000"/>
                  </a:schemeClr>
                </a:solidFill>
                <a:latin typeface="Arial"/>
              </a:rPr>
              <a:t>Melikyan</a:t>
            </a:r>
            <a:endParaRPr sz="80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53"/>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a:solidFill>
                  <a:schemeClr val="bg1">
                    <a:lumMod val="65000"/>
                  </a:schemeClr>
                </a:solidFill>
              </a:rPr>
              <a:t>© 2023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55">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4" r:id="rId25"/>
    <p:sldLayoutId id="2147483756"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4" r:id="rId38"/>
    <p:sldLayoutId id="2147483785" r:id="rId39"/>
    <p:sldLayoutId id="2147483786" r:id="rId40"/>
    <p:sldLayoutId id="2147483787" r:id="rId41"/>
    <p:sldLayoutId id="2147483788" r:id="rId42"/>
    <p:sldLayoutId id="2147483789" r:id="rId43"/>
    <p:sldLayoutId id="2147483790" r:id="rId44"/>
    <p:sldLayoutId id="2147483791" r:id="rId45"/>
    <p:sldLayoutId id="2147483792" r:id="rId46"/>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46FA1-A20F-2F07-D73A-B69B48D171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91EC3-C41A-E87B-D2E2-393D50812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559F0-5B42-7FDF-3F10-1A135A5DE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724034B-01CB-5600-CA84-7B07976A5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86DB71-E41A-D4BE-A634-C903E7D60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75563-B00C-4814-AE8E-CF56921A0DE6}" type="slidenum">
              <a:rPr lang="en-US" smtClean="0"/>
              <a:t>‹#›</a:t>
            </a:fld>
            <a:endParaRPr lang="en-US"/>
          </a:p>
        </p:txBody>
      </p:sp>
    </p:spTree>
    <p:extLst>
      <p:ext uri="{BB962C8B-B14F-4D97-AF65-F5344CB8AC3E}">
        <p14:creationId xmlns:p14="http://schemas.microsoft.com/office/powerpoint/2010/main" val="359543214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p:txBody>
          <a:bodyPr/>
          <a:lstStyle/>
          <a:p>
            <a:r>
              <a:rPr lang="en-US"/>
              <a:t>Synopsys Armenia Educational Department</a:t>
            </a:r>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p:txBody>
          <a:bodyPr/>
          <a:lstStyle/>
          <a:p>
            <a:r>
              <a:rPr lang="en-US" altLang="en-US" sz="4700" dirty="0"/>
              <a:t>Logic Design</a:t>
            </a:r>
            <a:endParaRPr lang="en-US" sz="4700" dirty="0"/>
          </a:p>
        </p:txBody>
      </p:sp>
      <p:sp>
        <p:nvSpPr>
          <p:cNvPr id="3" name="Subtitle 2">
            <a:extLst>
              <a:ext uri="{FF2B5EF4-FFF2-40B4-BE49-F238E27FC236}">
                <a16:creationId xmlns:a16="http://schemas.microsoft.com/office/drawing/2014/main" id="{7D6F7999-21FE-8ED6-CF90-D51899D36629}"/>
              </a:ext>
            </a:extLst>
          </p:cNvPr>
          <p:cNvSpPr>
            <a:spLocks noGrp="1"/>
          </p:cNvSpPr>
          <p:nvPr>
            <p:ph type="subTitle" idx="1"/>
          </p:nvPr>
        </p:nvSpPr>
        <p:spPr/>
        <p:txBody>
          <a:bodyPr>
            <a:normAutofit/>
          </a:bodyPr>
          <a:lstStyle/>
          <a:p>
            <a:r>
              <a:rPr lang="nb-NO"/>
              <a:t>Sci.D.Professor Vazgen Melikyan</a:t>
            </a:r>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a:extLst>
              <a:ext uri="{FF2B5EF4-FFF2-40B4-BE49-F238E27FC236}">
                <a16:creationId xmlns:a16="http://schemas.microsoft.com/office/drawing/2014/main" id="{6BC15FEB-FFEE-72B8-2B95-390B2ABA8D75}"/>
              </a:ext>
            </a:extLst>
          </p:cNvPr>
          <p:cNvSpPr>
            <a:spLocks noGrp="1" noChangeArrowheads="1"/>
          </p:cNvSpPr>
          <p:nvPr>
            <p:ph type="title"/>
          </p:nvPr>
        </p:nvSpPr>
        <p:spPr/>
        <p:txBody>
          <a:bodyPr/>
          <a:lstStyle/>
          <a:p>
            <a:r>
              <a:rPr lang="en-US" altLang="en-US"/>
              <a:t>Course Overview</a:t>
            </a:r>
            <a:endParaRPr lang="ru-RU" altLang="en-US"/>
          </a:p>
        </p:txBody>
      </p:sp>
      <p:sp>
        <p:nvSpPr>
          <p:cNvPr id="7" name="Content Placeholder 3">
            <a:extLst>
              <a:ext uri="{FF2B5EF4-FFF2-40B4-BE49-F238E27FC236}">
                <a16:creationId xmlns:a16="http://schemas.microsoft.com/office/drawing/2014/main" id="{C7FE07B7-6903-19C5-FF63-BD2012C32DEC}"/>
              </a:ext>
            </a:extLst>
          </p:cNvPr>
          <p:cNvSpPr txBox="1">
            <a:spLocks noChangeArrowheads="1"/>
          </p:cNvSpPr>
          <p:nvPr/>
        </p:nvSpPr>
        <p:spPr>
          <a:xfrm>
            <a:off x="456876"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Boolean Functions</a:t>
            </a:r>
          </a:p>
          <a:p>
            <a:pPr lvl="1"/>
            <a:r>
              <a:rPr lang="en-US" altLang="en-US" sz="1130" dirty="0"/>
              <a:t>3 lectures</a:t>
            </a:r>
          </a:p>
          <a:p>
            <a:r>
              <a:rPr lang="en-US" altLang="en-US" sz="1400" dirty="0"/>
              <a:t>Boolean Functions Minimization.                         Combinational Logic  Design Principles</a:t>
            </a:r>
          </a:p>
          <a:p>
            <a:pPr lvl="1"/>
            <a:r>
              <a:rPr lang="en-US" altLang="en-US" sz="1130" dirty="0"/>
              <a:t>4 lectures</a:t>
            </a:r>
          </a:p>
          <a:p>
            <a:r>
              <a:rPr lang="en-US" altLang="en-US" sz="1600" dirty="0"/>
              <a:t> </a:t>
            </a:r>
            <a:r>
              <a:rPr lang="en-US" altLang="en-US" sz="1400" dirty="0"/>
              <a:t>Introduction to Verilog</a:t>
            </a:r>
          </a:p>
          <a:p>
            <a:pPr lvl="1"/>
            <a:r>
              <a:rPr lang="en-US" altLang="en-US" sz="1130" dirty="0"/>
              <a:t>3 lectures</a:t>
            </a:r>
          </a:p>
          <a:p>
            <a:r>
              <a:rPr lang="en-US" altLang="en-US" sz="1400" dirty="0"/>
              <a:t>Basic Combinational Circuits</a:t>
            </a:r>
          </a:p>
          <a:p>
            <a:pPr lvl="1"/>
            <a:r>
              <a:rPr lang="en-US" altLang="en-US" sz="1130" dirty="0"/>
              <a:t>4 lectures</a:t>
            </a:r>
          </a:p>
          <a:p>
            <a:r>
              <a:rPr lang="en-US" altLang="en-US" sz="1400" dirty="0"/>
              <a:t>Finite States Machines (FSM)</a:t>
            </a:r>
          </a:p>
          <a:p>
            <a:pPr lvl="1"/>
            <a:r>
              <a:rPr lang="en-US" altLang="en-US" sz="1130" dirty="0"/>
              <a:t>3 lectures</a:t>
            </a:r>
          </a:p>
          <a:p>
            <a:r>
              <a:rPr lang="en-US" altLang="en-US" sz="1400" dirty="0"/>
              <a:t>Synthesis of Synchronous FSM</a:t>
            </a:r>
          </a:p>
          <a:p>
            <a:pPr lvl="1"/>
            <a:r>
              <a:rPr lang="en-US" altLang="en-US" sz="1130" dirty="0"/>
              <a:t>5 lectures</a:t>
            </a:r>
          </a:p>
          <a:p>
            <a:endParaRPr lang="ru-RU" altLang="en-US" sz="1600" dirty="0"/>
          </a:p>
          <a:p>
            <a:endParaRPr lang="en-US" altLang="en-US" sz="1600" dirty="0"/>
          </a:p>
        </p:txBody>
      </p:sp>
      <p:sp>
        <p:nvSpPr>
          <p:cNvPr id="8" name="Content Placeholder 3">
            <a:extLst>
              <a:ext uri="{FF2B5EF4-FFF2-40B4-BE49-F238E27FC236}">
                <a16:creationId xmlns:a16="http://schemas.microsoft.com/office/drawing/2014/main" id="{CBA6F462-5FC2-D65E-853F-4D46D3E95DE1}"/>
              </a:ext>
            </a:extLst>
          </p:cNvPr>
          <p:cNvSpPr txBox="1">
            <a:spLocks noChangeArrowheads="1"/>
          </p:cNvSpPr>
          <p:nvPr/>
        </p:nvSpPr>
        <p:spPr>
          <a:xfrm>
            <a:off x="6807200"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Basic Sequential Circuits</a:t>
            </a:r>
          </a:p>
          <a:p>
            <a:pPr lvl="1"/>
            <a:r>
              <a:rPr lang="en-US" altLang="en-US" sz="1130" dirty="0"/>
              <a:t>3 lectures</a:t>
            </a:r>
          </a:p>
          <a:p>
            <a:r>
              <a:rPr lang="en-US" altLang="en-US" sz="1400" dirty="0"/>
              <a:t>Problems of Synchronous Design</a:t>
            </a:r>
          </a:p>
          <a:p>
            <a:pPr lvl="1"/>
            <a:r>
              <a:rPr lang="en-US" altLang="en-US" sz="1130" dirty="0"/>
              <a:t>3 lectures</a:t>
            </a:r>
          </a:p>
          <a:p>
            <a:r>
              <a:rPr lang="en-US" altLang="en-US" sz="1600" dirty="0"/>
              <a:t> </a:t>
            </a:r>
            <a:r>
              <a:rPr lang="en-US" altLang="en-US" sz="1400" dirty="0"/>
              <a:t> Asynchronous FSM. Self-Timed Circuits</a:t>
            </a:r>
          </a:p>
          <a:p>
            <a:pPr lvl="1"/>
            <a:r>
              <a:rPr lang="en-US" altLang="en-US" sz="1130" dirty="0"/>
              <a:t>3 lectures</a:t>
            </a:r>
          </a:p>
          <a:p>
            <a:r>
              <a:rPr lang="en-US" altLang="en-US" sz="1400" dirty="0"/>
              <a:t>Arithmetic Units</a:t>
            </a:r>
          </a:p>
          <a:p>
            <a:pPr lvl="1"/>
            <a:r>
              <a:rPr lang="en-US" altLang="en-US" sz="1130" dirty="0"/>
              <a:t>4 lectures</a:t>
            </a:r>
          </a:p>
          <a:p>
            <a:r>
              <a:rPr lang="en-US" altLang="en-US" sz="1400" dirty="0"/>
              <a:t>Programmable Logical Integrated Circuits (PLDs)</a:t>
            </a:r>
          </a:p>
          <a:p>
            <a:pPr lvl="1"/>
            <a:r>
              <a:rPr lang="en-US" altLang="en-US" sz="1130" dirty="0"/>
              <a:t>3 lectures</a:t>
            </a:r>
          </a:p>
          <a:p>
            <a:r>
              <a:rPr lang="en-US" altLang="en-US" sz="1400" dirty="0">
                <a:solidFill>
                  <a:srgbClr val="0000FF"/>
                </a:solidFill>
              </a:rPr>
              <a:t>Memory Devices</a:t>
            </a:r>
          </a:p>
          <a:p>
            <a:pPr lvl="1"/>
            <a:r>
              <a:rPr lang="en-US" altLang="en-US" sz="1130" dirty="0">
                <a:solidFill>
                  <a:srgbClr val="0000FF"/>
                </a:solidFill>
              </a:rPr>
              <a:t>3 lectures</a:t>
            </a:r>
          </a:p>
          <a:p>
            <a:endParaRPr lang="ru-RU" altLang="en-US" sz="1600" dirty="0"/>
          </a:p>
          <a:p>
            <a:endParaRPr lang="en-US" altLang="en-US" sz="16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5610F08D-D4C4-ACC4-2A35-D3F2F363AA46}"/>
              </a:ext>
            </a:extLst>
          </p:cNvPr>
          <p:cNvSpPr>
            <a:spLocks noGrp="1" noChangeArrowheads="1"/>
          </p:cNvSpPr>
          <p:nvPr>
            <p:ph type="title"/>
          </p:nvPr>
        </p:nvSpPr>
        <p:spPr/>
        <p:txBody>
          <a:bodyPr/>
          <a:lstStyle/>
          <a:p>
            <a:r>
              <a:rPr lang="en-US" altLang="en-US" dirty="0"/>
              <a:t>Memory Devices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a:extLst>
              <a:ext uri="{FF2B5EF4-FFF2-40B4-BE49-F238E27FC236}">
                <a16:creationId xmlns:a16="http://schemas.microsoft.com/office/drawing/2014/main" id="{F5E296C3-C078-7AE2-7619-484EEF8D7050}"/>
              </a:ext>
            </a:extLst>
          </p:cNvPr>
          <p:cNvSpPr>
            <a:spLocks noGrp="1" noChangeArrowheads="1"/>
          </p:cNvSpPr>
          <p:nvPr>
            <p:ph type="title"/>
          </p:nvPr>
        </p:nvSpPr>
        <p:spPr>
          <a:xfrm>
            <a:off x="0" y="183401"/>
            <a:ext cx="11612880" cy="704088"/>
          </a:xfrm>
        </p:spPr>
        <p:txBody>
          <a:bodyPr/>
          <a:lstStyle/>
          <a:p>
            <a:r>
              <a:rPr lang="en-US" altLang="en-US"/>
              <a:t>Programmable Logic Devices</a:t>
            </a:r>
            <a:endParaRPr lang="ru-RU" altLang="en-US"/>
          </a:p>
        </p:txBody>
      </p:sp>
      <p:grpSp>
        <p:nvGrpSpPr>
          <p:cNvPr id="2" name="Группа 2">
            <a:extLst>
              <a:ext uri="{FF2B5EF4-FFF2-40B4-BE49-F238E27FC236}">
                <a16:creationId xmlns:a16="http://schemas.microsoft.com/office/drawing/2014/main" id="{64FC05D8-70D7-434F-BF0D-8410BBCB5383}"/>
              </a:ext>
            </a:extLst>
          </p:cNvPr>
          <p:cNvGrpSpPr/>
          <p:nvPr/>
        </p:nvGrpSpPr>
        <p:grpSpPr>
          <a:xfrm>
            <a:off x="2667000" y="1231900"/>
            <a:ext cx="6669088" cy="3416300"/>
            <a:chOff x="849313" y="1233805"/>
            <a:chExt cx="6962775" cy="3928745"/>
          </a:xfrm>
          <a:solidFill>
            <a:schemeClr val="accent1">
              <a:lumMod val="40000"/>
              <a:lumOff val="60000"/>
            </a:schemeClr>
          </a:solidFill>
        </p:grpSpPr>
        <p:sp>
          <p:nvSpPr>
            <p:cNvPr id="3075" name="Text Box 6">
              <a:extLst>
                <a:ext uri="{FF2B5EF4-FFF2-40B4-BE49-F238E27FC236}">
                  <a16:creationId xmlns:a16="http://schemas.microsoft.com/office/drawing/2014/main" id="{9C78A02E-EE96-490D-8E95-555192648131}"/>
                </a:ext>
              </a:extLst>
            </p:cNvPr>
            <p:cNvSpPr txBox="1">
              <a:spLocks noChangeArrowheads="1"/>
            </p:cNvSpPr>
            <p:nvPr/>
          </p:nvSpPr>
          <p:spPr bwMode="auto">
            <a:xfrm>
              <a:off x="3175000" y="1233805"/>
              <a:ext cx="2387600" cy="749300"/>
            </a:xfrm>
            <a:prstGeom prst="rect">
              <a:avLst/>
            </a:prstGeom>
            <a:grpFill/>
            <a:ln w="25400">
              <a:solidFill>
                <a:srgbClr val="000000"/>
              </a:solidFill>
              <a:miter lim="800000"/>
              <a:headEnd/>
              <a:tailEnd/>
            </a:ln>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a:defRPr/>
              </a:pPr>
              <a:r>
                <a:rPr lang="en-US"/>
                <a:t>Programmable Logic</a:t>
              </a:r>
            </a:p>
          </p:txBody>
        </p:sp>
        <p:sp>
          <p:nvSpPr>
            <p:cNvPr id="3076" name="Line 7">
              <a:extLst>
                <a:ext uri="{FF2B5EF4-FFF2-40B4-BE49-F238E27FC236}">
                  <a16:creationId xmlns:a16="http://schemas.microsoft.com/office/drawing/2014/main" id="{C90419CA-68E1-43E3-A571-C0D1F8F77412}"/>
                </a:ext>
              </a:extLst>
            </p:cNvPr>
            <p:cNvSpPr>
              <a:spLocks noChangeShapeType="1"/>
            </p:cNvSpPr>
            <p:nvPr/>
          </p:nvSpPr>
          <p:spPr bwMode="auto">
            <a:xfrm>
              <a:off x="4368800" y="1998027"/>
              <a:ext cx="0" cy="798513"/>
            </a:xfrm>
            <a:prstGeom prst="line">
              <a:avLst/>
            </a:prstGeom>
            <a:grpFill/>
            <a:ln w="25400">
              <a:solidFill>
                <a:srgbClr val="000000"/>
              </a:solidFill>
              <a:round/>
              <a:headEnd/>
              <a:tailEnd/>
            </a:ln>
          </p:spPr>
          <p:txBody>
            <a:bodyPr/>
            <a:lstStyle/>
            <a:p>
              <a:pPr eaLnBrk="1" hangingPunct="1">
                <a:defRPr/>
              </a:pPr>
              <a:endParaRPr lang="ru-RU" sz="1600"/>
            </a:p>
          </p:txBody>
        </p:sp>
        <p:sp>
          <p:nvSpPr>
            <p:cNvPr id="3077" name="Line 8">
              <a:extLst>
                <a:ext uri="{FF2B5EF4-FFF2-40B4-BE49-F238E27FC236}">
                  <a16:creationId xmlns:a16="http://schemas.microsoft.com/office/drawing/2014/main" id="{67A01B1D-7179-43B5-B7B3-68A5B0FAA736}"/>
                </a:ext>
              </a:extLst>
            </p:cNvPr>
            <p:cNvSpPr>
              <a:spLocks noChangeShapeType="1"/>
            </p:cNvSpPr>
            <p:nvPr/>
          </p:nvSpPr>
          <p:spPr bwMode="auto">
            <a:xfrm flipV="1">
              <a:off x="2482850" y="2384425"/>
              <a:ext cx="3760788" cy="0"/>
            </a:xfrm>
            <a:prstGeom prst="line">
              <a:avLst/>
            </a:prstGeom>
            <a:grpFill/>
            <a:ln w="25400">
              <a:solidFill>
                <a:srgbClr val="000000"/>
              </a:solidFill>
              <a:round/>
              <a:headEnd/>
              <a:tailEnd/>
            </a:ln>
          </p:spPr>
          <p:txBody>
            <a:bodyPr/>
            <a:lstStyle/>
            <a:p>
              <a:pPr eaLnBrk="1" hangingPunct="1">
                <a:defRPr/>
              </a:pPr>
              <a:endParaRPr lang="ru-RU" sz="1600"/>
            </a:p>
          </p:txBody>
        </p:sp>
        <p:sp>
          <p:nvSpPr>
            <p:cNvPr id="3078" name="Line 9">
              <a:extLst>
                <a:ext uri="{FF2B5EF4-FFF2-40B4-BE49-F238E27FC236}">
                  <a16:creationId xmlns:a16="http://schemas.microsoft.com/office/drawing/2014/main" id="{E68F4E9C-7E2B-4FF2-A509-1CBE4332BDE6}"/>
                </a:ext>
              </a:extLst>
            </p:cNvPr>
            <p:cNvSpPr>
              <a:spLocks noChangeShapeType="1"/>
            </p:cNvSpPr>
            <p:nvPr/>
          </p:nvSpPr>
          <p:spPr bwMode="auto">
            <a:xfrm>
              <a:off x="2491536" y="2384425"/>
              <a:ext cx="0" cy="403225"/>
            </a:xfrm>
            <a:prstGeom prst="line">
              <a:avLst/>
            </a:prstGeom>
            <a:grpFill/>
            <a:ln w="25400">
              <a:solidFill>
                <a:srgbClr val="000000"/>
              </a:solidFill>
              <a:round/>
              <a:headEnd/>
              <a:tailEnd/>
            </a:ln>
          </p:spPr>
          <p:txBody>
            <a:bodyPr/>
            <a:lstStyle/>
            <a:p>
              <a:pPr eaLnBrk="1" hangingPunct="1">
                <a:defRPr/>
              </a:pPr>
              <a:endParaRPr lang="ru-RU" sz="1600"/>
            </a:p>
          </p:txBody>
        </p:sp>
        <p:sp>
          <p:nvSpPr>
            <p:cNvPr id="3079" name="Line 10">
              <a:extLst>
                <a:ext uri="{FF2B5EF4-FFF2-40B4-BE49-F238E27FC236}">
                  <a16:creationId xmlns:a16="http://schemas.microsoft.com/office/drawing/2014/main" id="{C37D8E1F-26BD-4CEF-ABFA-C8247A255AB2}"/>
                </a:ext>
              </a:extLst>
            </p:cNvPr>
            <p:cNvSpPr>
              <a:spLocks noChangeShapeType="1"/>
            </p:cNvSpPr>
            <p:nvPr/>
          </p:nvSpPr>
          <p:spPr bwMode="auto">
            <a:xfrm>
              <a:off x="6240463" y="2374900"/>
              <a:ext cx="4762" cy="403225"/>
            </a:xfrm>
            <a:prstGeom prst="line">
              <a:avLst/>
            </a:prstGeom>
            <a:grpFill/>
            <a:ln w="25400">
              <a:solidFill>
                <a:srgbClr val="000000"/>
              </a:solidFill>
              <a:round/>
              <a:headEnd/>
              <a:tailEnd/>
            </a:ln>
          </p:spPr>
          <p:txBody>
            <a:bodyPr/>
            <a:lstStyle/>
            <a:p>
              <a:pPr eaLnBrk="1" hangingPunct="1">
                <a:defRPr/>
              </a:pPr>
              <a:endParaRPr lang="ru-RU" sz="1600"/>
            </a:p>
          </p:txBody>
        </p:sp>
        <p:sp>
          <p:nvSpPr>
            <p:cNvPr id="3080" name="Text Box 11">
              <a:extLst>
                <a:ext uri="{FF2B5EF4-FFF2-40B4-BE49-F238E27FC236}">
                  <a16:creationId xmlns:a16="http://schemas.microsoft.com/office/drawing/2014/main" id="{D4204225-C222-4668-9BD4-6B2C0FA58C8D}"/>
                </a:ext>
              </a:extLst>
            </p:cNvPr>
            <p:cNvSpPr txBox="1">
              <a:spLocks noChangeArrowheads="1"/>
            </p:cNvSpPr>
            <p:nvPr/>
          </p:nvSpPr>
          <p:spPr bwMode="auto">
            <a:xfrm>
              <a:off x="1878013" y="2787650"/>
              <a:ext cx="1262062" cy="854075"/>
            </a:xfrm>
            <a:prstGeom prst="rect">
              <a:avLst/>
            </a:prstGeom>
            <a:grpFill/>
            <a:ln w="25400">
              <a:solidFill>
                <a:srgbClr val="000000"/>
              </a:solidFill>
              <a:miter lim="800000"/>
              <a:headEnd/>
              <a:tailEnd/>
            </a:ln>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a:defRPr/>
              </a:pPr>
              <a:r>
                <a:rPr lang="en-US"/>
                <a:t>Simple PLD</a:t>
              </a:r>
            </a:p>
            <a:p>
              <a:pPr>
                <a:defRPr/>
              </a:pPr>
              <a:endParaRPr lang="en-US"/>
            </a:p>
          </p:txBody>
        </p:sp>
        <p:sp>
          <p:nvSpPr>
            <p:cNvPr id="3081" name="Text Box 13">
              <a:extLst>
                <a:ext uri="{FF2B5EF4-FFF2-40B4-BE49-F238E27FC236}">
                  <a16:creationId xmlns:a16="http://schemas.microsoft.com/office/drawing/2014/main" id="{76BE17DB-9890-4AB2-AB5B-4370AB3D0E8C}"/>
                </a:ext>
              </a:extLst>
            </p:cNvPr>
            <p:cNvSpPr txBox="1">
              <a:spLocks noChangeArrowheads="1"/>
            </p:cNvSpPr>
            <p:nvPr/>
          </p:nvSpPr>
          <p:spPr bwMode="auto">
            <a:xfrm>
              <a:off x="5481638" y="4524375"/>
              <a:ext cx="917575" cy="625475"/>
            </a:xfrm>
            <a:prstGeom prst="rect">
              <a:avLst/>
            </a:prstGeom>
            <a:grpFill/>
            <a:ln w="25400">
              <a:solidFill>
                <a:srgbClr val="000000"/>
              </a:solidFill>
              <a:miter lim="800000"/>
              <a:headEnd/>
              <a:tailEnd/>
            </a:ln>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a:defRPr/>
              </a:pPr>
              <a:r>
                <a:rPr lang="en-US" sz="1600"/>
                <a:t>FPGA</a:t>
              </a:r>
            </a:p>
          </p:txBody>
        </p:sp>
        <p:sp>
          <p:nvSpPr>
            <p:cNvPr id="3082" name="Line 15">
              <a:extLst>
                <a:ext uri="{FF2B5EF4-FFF2-40B4-BE49-F238E27FC236}">
                  <a16:creationId xmlns:a16="http://schemas.microsoft.com/office/drawing/2014/main" id="{8146E5AD-B6C8-4D18-94EF-BFE5A0CCC97E}"/>
                </a:ext>
              </a:extLst>
            </p:cNvPr>
            <p:cNvSpPr>
              <a:spLocks noChangeShapeType="1"/>
            </p:cNvSpPr>
            <p:nvPr/>
          </p:nvSpPr>
          <p:spPr bwMode="auto">
            <a:xfrm>
              <a:off x="1296988" y="4071938"/>
              <a:ext cx="3238500" cy="0"/>
            </a:xfrm>
            <a:prstGeom prst="line">
              <a:avLst/>
            </a:prstGeom>
            <a:grpFill/>
            <a:ln w="25400">
              <a:solidFill>
                <a:srgbClr val="000000"/>
              </a:solidFill>
              <a:round/>
              <a:headEnd/>
              <a:tailEnd/>
            </a:ln>
          </p:spPr>
          <p:txBody>
            <a:bodyPr/>
            <a:lstStyle/>
            <a:p>
              <a:pPr eaLnBrk="1" hangingPunct="1">
                <a:defRPr/>
              </a:pPr>
              <a:endParaRPr lang="ru-RU" sz="1600"/>
            </a:p>
          </p:txBody>
        </p:sp>
        <p:sp>
          <p:nvSpPr>
            <p:cNvPr id="3083" name="Line 16">
              <a:extLst>
                <a:ext uri="{FF2B5EF4-FFF2-40B4-BE49-F238E27FC236}">
                  <a16:creationId xmlns:a16="http://schemas.microsoft.com/office/drawing/2014/main" id="{B0EEC688-6DE3-4A82-AA05-C81B2321C7AA}"/>
                </a:ext>
              </a:extLst>
            </p:cNvPr>
            <p:cNvSpPr>
              <a:spLocks noChangeShapeType="1"/>
            </p:cNvSpPr>
            <p:nvPr/>
          </p:nvSpPr>
          <p:spPr bwMode="auto">
            <a:xfrm>
              <a:off x="1296988" y="4071938"/>
              <a:ext cx="0" cy="442912"/>
            </a:xfrm>
            <a:prstGeom prst="line">
              <a:avLst/>
            </a:prstGeom>
            <a:grpFill/>
            <a:ln w="25400">
              <a:solidFill>
                <a:srgbClr val="000000"/>
              </a:solidFill>
              <a:round/>
              <a:headEnd/>
              <a:tailEnd/>
            </a:ln>
          </p:spPr>
          <p:txBody>
            <a:bodyPr/>
            <a:lstStyle/>
            <a:p>
              <a:pPr eaLnBrk="1" hangingPunct="1">
                <a:defRPr/>
              </a:pPr>
              <a:endParaRPr lang="ru-RU" sz="1600"/>
            </a:p>
          </p:txBody>
        </p:sp>
        <p:sp>
          <p:nvSpPr>
            <p:cNvPr id="3084" name="Line 17">
              <a:extLst>
                <a:ext uri="{FF2B5EF4-FFF2-40B4-BE49-F238E27FC236}">
                  <a16:creationId xmlns:a16="http://schemas.microsoft.com/office/drawing/2014/main" id="{B921C40B-674A-492C-970A-595B5BCF569D}"/>
                </a:ext>
              </a:extLst>
            </p:cNvPr>
            <p:cNvSpPr>
              <a:spLocks noChangeShapeType="1"/>
            </p:cNvSpPr>
            <p:nvPr/>
          </p:nvSpPr>
          <p:spPr bwMode="auto">
            <a:xfrm>
              <a:off x="3581400" y="4071938"/>
              <a:ext cx="0" cy="442912"/>
            </a:xfrm>
            <a:prstGeom prst="line">
              <a:avLst/>
            </a:prstGeom>
            <a:grpFill/>
            <a:ln w="25400">
              <a:solidFill>
                <a:srgbClr val="000000"/>
              </a:solidFill>
              <a:round/>
              <a:headEnd/>
              <a:tailEnd/>
            </a:ln>
          </p:spPr>
          <p:txBody>
            <a:bodyPr/>
            <a:lstStyle/>
            <a:p>
              <a:pPr eaLnBrk="1" hangingPunct="1">
                <a:defRPr/>
              </a:pPr>
              <a:endParaRPr lang="ru-RU" sz="1600"/>
            </a:p>
          </p:txBody>
        </p:sp>
        <p:sp>
          <p:nvSpPr>
            <p:cNvPr id="3085" name="Line 18">
              <a:extLst>
                <a:ext uri="{FF2B5EF4-FFF2-40B4-BE49-F238E27FC236}">
                  <a16:creationId xmlns:a16="http://schemas.microsoft.com/office/drawing/2014/main" id="{40EFFDBA-2A5D-4E12-A009-6C715F1B1D17}"/>
                </a:ext>
              </a:extLst>
            </p:cNvPr>
            <p:cNvSpPr>
              <a:spLocks noChangeShapeType="1"/>
            </p:cNvSpPr>
            <p:nvPr/>
          </p:nvSpPr>
          <p:spPr bwMode="auto">
            <a:xfrm>
              <a:off x="2490788" y="4071938"/>
              <a:ext cx="0" cy="442912"/>
            </a:xfrm>
            <a:prstGeom prst="line">
              <a:avLst/>
            </a:prstGeom>
            <a:grpFill/>
            <a:ln w="25400">
              <a:solidFill>
                <a:srgbClr val="000000"/>
              </a:solidFill>
              <a:round/>
              <a:headEnd/>
              <a:tailEnd/>
            </a:ln>
          </p:spPr>
          <p:txBody>
            <a:bodyPr/>
            <a:lstStyle/>
            <a:p>
              <a:pPr eaLnBrk="1" hangingPunct="1">
                <a:defRPr/>
              </a:pPr>
              <a:endParaRPr lang="ru-RU" sz="1600"/>
            </a:p>
          </p:txBody>
        </p:sp>
        <p:sp>
          <p:nvSpPr>
            <p:cNvPr id="3086" name="Text Box 19">
              <a:extLst>
                <a:ext uri="{FF2B5EF4-FFF2-40B4-BE49-F238E27FC236}">
                  <a16:creationId xmlns:a16="http://schemas.microsoft.com/office/drawing/2014/main" id="{1BDEA659-11E2-44F2-BBF4-00094869DC7F}"/>
                </a:ext>
              </a:extLst>
            </p:cNvPr>
            <p:cNvSpPr txBox="1">
              <a:spLocks noChangeArrowheads="1"/>
            </p:cNvSpPr>
            <p:nvPr/>
          </p:nvSpPr>
          <p:spPr bwMode="auto">
            <a:xfrm>
              <a:off x="849313" y="4524375"/>
              <a:ext cx="808037" cy="625475"/>
            </a:xfrm>
            <a:prstGeom prst="rect">
              <a:avLst/>
            </a:prstGeom>
            <a:grpFill/>
            <a:ln w="25400">
              <a:solidFill>
                <a:srgbClr val="000000"/>
              </a:solidFill>
              <a:miter lim="800000"/>
              <a:headEnd/>
              <a:tailEnd/>
            </a:ln>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a:defRPr/>
              </a:pPr>
              <a:r>
                <a:rPr lang="en-US" sz="1600"/>
                <a:t>PLA</a:t>
              </a:r>
            </a:p>
          </p:txBody>
        </p:sp>
        <p:sp>
          <p:nvSpPr>
            <p:cNvPr id="3087" name="Text Box 20">
              <a:extLst>
                <a:ext uri="{FF2B5EF4-FFF2-40B4-BE49-F238E27FC236}">
                  <a16:creationId xmlns:a16="http://schemas.microsoft.com/office/drawing/2014/main" id="{0B6A9D61-B3F7-4FD9-A61F-6115A479095D}"/>
                </a:ext>
              </a:extLst>
            </p:cNvPr>
            <p:cNvSpPr txBox="1">
              <a:spLocks noChangeArrowheads="1"/>
            </p:cNvSpPr>
            <p:nvPr/>
          </p:nvSpPr>
          <p:spPr bwMode="auto">
            <a:xfrm>
              <a:off x="2016125" y="4524375"/>
              <a:ext cx="936625" cy="625475"/>
            </a:xfrm>
            <a:prstGeom prst="rect">
              <a:avLst/>
            </a:prstGeom>
            <a:grpFill/>
            <a:ln w="25400">
              <a:solidFill>
                <a:srgbClr val="000000"/>
              </a:solidFill>
              <a:miter lim="800000"/>
              <a:headEnd/>
              <a:tailEnd/>
            </a:ln>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a:defRPr/>
              </a:pPr>
              <a:r>
                <a:rPr lang="en-US" sz="1600"/>
                <a:t>PROM</a:t>
              </a:r>
            </a:p>
          </p:txBody>
        </p:sp>
        <p:sp>
          <p:nvSpPr>
            <p:cNvPr id="3088" name="Text Box 21">
              <a:extLst>
                <a:ext uri="{FF2B5EF4-FFF2-40B4-BE49-F238E27FC236}">
                  <a16:creationId xmlns:a16="http://schemas.microsoft.com/office/drawing/2014/main" id="{A553CBE2-2578-489C-8D4A-9EA1153BDCE7}"/>
                </a:ext>
              </a:extLst>
            </p:cNvPr>
            <p:cNvSpPr txBox="1">
              <a:spLocks noChangeArrowheads="1"/>
            </p:cNvSpPr>
            <p:nvPr/>
          </p:nvSpPr>
          <p:spPr bwMode="auto">
            <a:xfrm>
              <a:off x="3133725" y="4538663"/>
              <a:ext cx="808038" cy="623887"/>
            </a:xfrm>
            <a:prstGeom prst="rect">
              <a:avLst/>
            </a:prstGeom>
            <a:grpFill/>
            <a:ln w="25400">
              <a:solidFill>
                <a:srgbClr val="000000"/>
              </a:solidFill>
              <a:miter lim="800000"/>
              <a:headEnd/>
              <a:tailEnd/>
            </a:ln>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a:defRPr/>
              </a:pPr>
              <a:r>
                <a:rPr lang="en-US" sz="1600"/>
                <a:t>PAL</a:t>
              </a:r>
            </a:p>
          </p:txBody>
        </p:sp>
        <p:sp>
          <p:nvSpPr>
            <p:cNvPr id="3089" name="Line 22">
              <a:extLst>
                <a:ext uri="{FF2B5EF4-FFF2-40B4-BE49-F238E27FC236}">
                  <a16:creationId xmlns:a16="http://schemas.microsoft.com/office/drawing/2014/main" id="{5958687C-A78C-43A5-978C-4D68D0F97E9E}"/>
                </a:ext>
              </a:extLst>
            </p:cNvPr>
            <p:cNvSpPr>
              <a:spLocks noChangeShapeType="1"/>
            </p:cNvSpPr>
            <p:nvPr/>
          </p:nvSpPr>
          <p:spPr bwMode="auto">
            <a:xfrm>
              <a:off x="2490788" y="3654425"/>
              <a:ext cx="0" cy="414338"/>
            </a:xfrm>
            <a:prstGeom prst="line">
              <a:avLst/>
            </a:prstGeom>
            <a:grpFill/>
            <a:ln w="25400">
              <a:solidFill>
                <a:srgbClr val="000000"/>
              </a:solidFill>
              <a:round/>
              <a:headEnd/>
              <a:tailEnd type="oval" w="med" len="med"/>
            </a:ln>
          </p:spPr>
          <p:txBody>
            <a:bodyPr/>
            <a:lstStyle/>
            <a:p>
              <a:pPr eaLnBrk="1" hangingPunct="1">
                <a:defRPr/>
              </a:pPr>
              <a:endParaRPr lang="ru-RU" sz="1600"/>
            </a:p>
          </p:txBody>
        </p:sp>
        <p:sp>
          <p:nvSpPr>
            <p:cNvPr id="3090" name="Text Box 23">
              <a:extLst>
                <a:ext uri="{FF2B5EF4-FFF2-40B4-BE49-F238E27FC236}">
                  <a16:creationId xmlns:a16="http://schemas.microsoft.com/office/drawing/2014/main" id="{C64FE382-7FBB-493A-980B-CC7345D4CD46}"/>
                </a:ext>
              </a:extLst>
            </p:cNvPr>
            <p:cNvSpPr txBox="1">
              <a:spLocks noChangeArrowheads="1"/>
            </p:cNvSpPr>
            <p:nvPr/>
          </p:nvSpPr>
          <p:spPr bwMode="auto">
            <a:xfrm>
              <a:off x="6767513" y="4524375"/>
              <a:ext cx="1044575" cy="625475"/>
            </a:xfrm>
            <a:prstGeom prst="rect">
              <a:avLst/>
            </a:prstGeom>
            <a:grpFill/>
            <a:ln w="25400">
              <a:solidFill>
                <a:srgbClr val="000000"/>
              </a:solidFill>
              <a:miter lim="800000"/>
              <a:headEnd/>
              <a:tailEnd/>
            </a:ln>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a:defRPr/>
              </a:pPr>
              <a:r>
                <a:rPr lang="en-US" sz="1600"/>
                <a:t>CPLD</a:t>
              </a:r>
            </a:p>
          </p:txBody>
        </p:sp>
        <p:sp>
          <p:nvSpPr>
            <p:cNvPr id="3091" name="Text Box 24">
              <a:extLst>
                <a:ext uri="{FF2B5EF4-FFF2-40B4-BE49-F238E27FC236}">
                  <a16:creationId xmlns:a16="http://schemas.microsoft.com/office/drawing/2014/main" id="{9736D91F-51B4-449C-ADFD-C16CBF6AE8CC}"/>
                </a:ext>
              </a:extLst>
            </p:cNvPr>
            <p:cNvSpPr txBox="1">
              <a:spLocks noChangeArrowheads="1"/>
            </p:cNvSpPr>
            <p:nvPr/>
          </p:nvSpPr>
          <p:spPr bwMode="auto">
            <a:xfrm>
              <a:off x="3681413" y="2795588"/>
              <a:ext cx="1420812" cy="623887"/>
            </a:xfrm>
            <a:prstGeom prst="rect">
              <a:avLst/>
            </a:prstGeom>
            <a:grpFill/>
            <a:ln w="25400">
              <a:solidFill>
                <a:srgbClr val="000000"/>
              </a:solidFill>
              <a:miter lim="800000"/>
              <a:headEnd/>
              <a:tailEnd/>
            </a:ln>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a:defRPr/>
              </a:pPr>
              <a:r>
                <a:rPr lang="en-US" sz="1600"/>
                <a:t>Complex</a:t>
              </a:r>
            </a:p>
            <a:p>
              <a:pPr algn="ctr">
                <a:defRPr/>
              </a:pPr>
              <a:r>
                <a:rPr lang="en-US" sz="1600"/>
                <a:t>PLD</a:t>
              </a:r>
            </a:p>
            <a:p>
              <a:pPr algn="ctr">
                <a:defRPr/>
              </a:pPr>
              <a:endParaRPr lang="en-US" sz="1600"/>
            </a:p>
          </p:txBody>
        </p:sp>
        <p:sp>
          <p:nvSpPr>
            <p:cNvPr id="3092" name="Line 26">
              <a:extLst>
                <a:ext uri="{FF2B5EF4-FFF2-40B4-BE49-F238E27FC236}">
                  <a16:creationId xmlns:a16="http://schemas.microsoft.com/office/drawing/2014/main" id="{9E3DBAD3-EEC0-4B8B-A98F-2B21A9B0B0D2}"/>
                </a:ext>
              </a:extLst>
            </p:cNvPr>
            <p:cNvSpPr>
              <a:spLocks noChangeShapeType="1"/>
            </p:cNvSpPr>
            <p:nvPr/>
          </p:nvSpPr>
          <p:spPr bwMode="auto">
            <a:xfrm flipV="1">
              <a:off x="5969000" y="4071938"/>
              <a:ext cx="1274763" cy="0"/>
            </a:xfrm>
            <a:prstGeom prst="line">
              <a:avLst/>
            </a:prstGeom>
            <a:grpFill/>
            <a:ln w="25400">
              <a:solidFill>
                <a:srgbClr val="000000"/>
              </a:solidFill>
              <a:round/>
              <a:headEnd/>
              <a:tailEnd/>
            </a:ln>
          </p:spPr>
          <p:txBody>
            <a:bodyPr/>
            <a:lstStyle/>
            <a:p>
              <a:pPr eaLnBrk="1" hangingPunct="1">
                <a:defRPr/>
              </a:pPr>
              <a:endParaRPr lang="ru-RU" sz="1600"/>
            </a:p>
          </p:txBody>
        </p:sp>
        <p:sp>
          <p:nvSpPr>
            <p:cNvPr id="3093" name="Line 27">
              <a:extLst>
                <a:ext uri="{FF2B5EF4-FFF2-40B4-BE49-F238E27FC236}">
                  <a16:creationId xmlns:a16="http://schemas.microsoft.com/office/drawing/2014/main" id="{448DC0B2-2944-48F2-9FA0-1C358D13A9CF}"/>
                </a:ext>
              </a:extLst>
            </p:cNvPr>
            <p:cNvSpPr>
              <a:spLocks noChangeShapeType="1"/>
            </p:cNvSpPr>
            <p:nvPr/>
          </p:nvSpPr>
          <p:spPr bwMode="auto">
            <a:xfrm>
              <a:off x="7229475" y="4071938"/>
              <a:ext cx="0" cy="442912"/>
            </a:xfrm>
            <a:prstGeom prst="line">
              <a:avLst/>
            </a:prstGeom>
            <a:grpFill/>
            <a:ln w="25400">
              <a:solidFill>
                <a:srgbClr val="000000"/>
              </a:solidFill>
              <a:round/>
              <a:headEnd/>
              <a:tailEnd/>
            </a:ln>
          </p:spPr>
          <p:txBody>
            <a:bodyPr/>
            <a:lstStyle/>
            <a:p>
              <a:pPr eaLnBrk="1" hangingPunct="1">
                <a:defRPr/>
              </a:pPr>
              <a:endParaRPr lang="ru-RU" sz="1600"/>
            </a:p>
          </p:txBody>
        </p:sp>
        <p:sp>
          <p:nvSpPr>
            <p:cNvPr id="3094" name="Line 28">
              <a:extLst>
                <a:ext uri="{FF2B5EF4-FFF2-40B4-BE49-F238E27FC236}">
                  <a16:creationId xmlns:a16="http://schemas.microsoft.com/office/drawing/2014/main" id="{44E55E12-77AA-4E85-B39C-548B2B3562D6}"/>
                </a:ext>
              </a:extLst>
            </p:cNvPr>
            <p:cNvSpPr>
              <a:spLocks noChangeShapeType="1"/>
            </p:cNvSpPr>
            <p:nvPr/>
          </p:nvSpPr>
          <p:spPr bwMode="auto">
            <a:xfrm>
              <a:off x="5983288" y="4071938"/>
              <a:ext cx="0" cy="442912"/>
            </a:xfrm>
            <a:prstGeom prst="line">
              <a:avLst/>
            </a:prstGeom>
            <a:grpFill/>
            <a:ln w="25400">
              <a:solidFill>
                <a:srgbClr val="000000"/>
              </a:solidFill>
              <a:round/>
              <a:headEnd/>
              <a:tailEnd/>
            </a:ln>
          </p:spPr>
          <p:txBody>
            <a:bodyPr/>
            <a:lstStyle/>
            <a:p>
              <a:pPr eaLnBrk="1" hangingPunct="1">
                <a:defRPr/>
              </a:pPr>
              <a:endParaRPr lang="ru-RU" sz="1600"/>
            </a:p>
          </p:txBody>
        </p:sp>
        <p:sp>
          <p:nvSpPr>
            <p:cNvPr id="3095" name="Line 29">
              <a:extLst>
                <a:ext uri="{FF2B5EF4-FFF2-40B4-BE49-F238E27FC236}">
                  <a16:creationId xmlns:a16="http://schemas.microsoft.com/office/drawing/2014/main" id="{845D008A-ED5F-4104-876B-84A0398A4C6A}"/>
                </a:ext>
              </a:extLst>
            </p:cNvPr>
            <p:cNvSpPr>
              <a:spLocks noChangeShapeType="1"/>
            </p:cNvSpPr>
            <p:nvPr/>
          </p:nvSpPr>
          <p:spPr bwMode="auto">
            <a:xfrm>
              <a:off x="4332288" y="3429000"/>
              <a:ext cx="2232025" cy="631825"/>
            </a:xfrm>
            <a:prstGeom prst="line">
              <a:avLst/>
            </a:prstGeom>
            <a:grpFill/>
            <a:ln w="25400">
              <a:solidFill>
                <a:srgbClr val="000000"/>
              </a:solidFill>
              <a:round/>
              <a:headEnd/>
              <a:tailEnd type="oval" w="med" len="med"/>
            </a:ln>
          </p:spPr>
          <p:txBody>
            <a:bodyPr/>
            <a:lstStyle/>
            <a:p>
              <a:pPr eaLnBrk="1" hangingPunct="1">
                <a:defRPr/>
              </a:pPr>
              <a:endParaRPr lang="ru-RU" sz="1600"/>
            </a:p>
          </p:txBody>
        </p:sp>
        <p:sp>
          <p:nvSpPr>
            <p:cNvPr id="3096" name="Text Box 30">
              <a:extLst>
                <a:ext uri="{FF2B5EF4-FFF2-40B4-BE49-F238E27FC236}">
                  <a16:creationId xmlns:a16="http://schemas.microsoft.com/office/drawing/2014/main" id="{1EF0566F-3D04-4E88-9FCA-B861B9A36268}"/>
                </a:ext>
              </a:extLst>
            </p:cNvPr>
            <p:cNvSpPr txBox="1">
              <a:spLocks noChangeArrowheads="1"/>
            </p:cNvSpPr>
            <p:nvPr/>
          </p:nvSpPr>
          <p:spPr bwMode="auto">
            <a:xfrm>
              <a:off x="5472113" y="2778125"/>
              <a:ext cx="1517650" cy="673100"/>
            </a:xfrm>
            <a:prstGeom prst="rect">
              <a:avLst/>
            </a:prstGeom>
            <a:grpFill/>
            <a:ln w="25400">
              <a:solidFill>
                <a:srgbClr val="000000"/>
              </a:solidFill>
              <a:miter lim="800000"/>
              <a:headEnd/>
              <a:tailEnd/>
            </a:ln>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a:defRPr/>
              </a:pPr>
              <a:r>
                <a:rPr lang="en-US" sz="1400"/>
                <a:t>Systems on Chip  (SOPC)</a:t>
              </a:r>
            </a:p>
            <a:p>
              <a:pPr>
                <a:defRPr/>
              </a:pPr>
              <a:endParaRPr lang="en-US" sz="1400"/>
            </a:p>
          </p:txBody>
        </p:sp>
        <p:sp>
          <p:nvSpPr>
            <p:cNvPr id="3097" name="Text Box 21">
              <a:extLst>
                <a:ext uri="{FF2B5EF4-FFF2-40B4-BE49-F238E27FC236}">
                  <a16:creationId xmlns:a16="http://schemas.microsoft.com/office/drawing/2014/main" id="{FF348F01-3398-4062-8FCD-BB134515E4B2}"/>
                </a:ext>
              </a:extLst>
            </p:cNvPr>
            <p:cNvSpPr txBox="1">
              <a:spLocks noChangeArrowheads="1"/>
            </p:cNvSpPr>
            <p:nvPr/>
          </p:nvSpPr>
          <p:spPr bwMode="auto">
            <a:xfrm>
              <a:off x="4135438" y="4538663"/>
              <a:ext cx="808037" cy="623887"/>
            </a:xfrm>
            <a:prstGeom prst="rect">
              <a:avLst/>
            </a:prstGeom>
            <a:grpFill/>
            <a:ln w="25400">
              <a:solidFill>
                <a:srgbClr val="000000"/>
              </a:solidFill>
              <a:miter lim="800000"/>
              <a:headEnd/>
              <a:tailEnd/>
            </a:ln>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fontAlgn="base">
                <a:spcBef>
                  <a:spcPct val="0"/>
                </a:spcBef>
                <a:spcAft>
                  <a:spcPct val="0"/>
                </a:spcAft>
                <a:defRPr>
                  <a:solidFill>
                    <a:schemeClr val="tx1"/>
                  </a:solidFill>
                  <a:latin typeface="Arial" pitchFamily="34" charset="0"/>
                  <a:cs typeface="Arial" pitchFamily="34" charset="0"/>
                </a:defRPr>
              </a:lvl6pPr>
              <a:lvl7pPr marL="2971800" indent="-228600" fontAlgn="base">
                <a:spcBef>
                  <a:spcPct val="0"/>
                </a:spcBef>
                <a:spcAft>
                  <a:spcPct val="0"/>
                </a:spcAft>
                <a:defRPr>
                  <a:solidFill>
                    <a:schemeClr val="tx1"/>
                  </a:solidFill>
                  <a:latin typeface="Arial" pitchFamily="34" charset="0"/>
                  <a:cs typeface="Arial" pitchFamily="34" charset="0"/>
                </a:defRPr>
              </a:lvl7pPr>
              <a:lvl8pPr marL="3429000" indent="-228600" fontAlgn="base">
                <a:spcBef>
                  <a:spcPct val="0"/>
                </a:spcBef>
                <a:spcAft>
                  <a:spcPct val="0"/>
                </a:spcAft>
                <a:defRPr>
                  <a:solidFill>
                    <a:schemeClr val="tx1"/>
                  </a:solidFill>
                  <a:latin typeface="Arial" pitchFamily="34" charset="0"/>
                  <a:cs typeface="Arial" pitchFamily="34" charset="0"/>
                </a:defRPr>
              </a:lvl8pPr>
              <a:lvl9pPr marL="3886200" indent="-228600" fontAlgn="base">
                <a:spcBef>
                  <a:spcPct val="0"/>
                </a:spcBef>
                <a:spcAft>
                  <a:spcPct val="0"/>
                </a:spcAft>
                <a:defRPr>
                  <a:solidFill>
                    <a:schemeClr val="tx1"/>
                  </a:solidFill>
                  <a:latin typeface="Arial" pitchFamily="34" charset="0"/>
                  <a:cs typeface="Arial" pitchFamily="34" charset="0"/>
                </a:defRPr>
              </a:lvl9pPr>
            </a:lstStyle>
            <a:p>
              <a:pPr algn="ctr">
                <a:defRPr/>
              </a:pPr>
              <a:r>
                <a:rPr lang="en-US" sz="1600"/>
                <a:t>GAL</a:t>
              </a:r>
            </a:p>
          </p:txBody>
        </p:sp>
        <p:sp>
          <p:nvSpPr>
            <p:cNvPr id="3098" name="Line 17">
              <a:extLst>
                <a:ext uri="{FF2B5EF4-FFF2-40B4-BE49-F238E27FC236}">
                  <a16:creationId xmlns:a16="http://schemas.microsoft.com/office/drawing/2014/main" id="{6B2FEB63-26A3-46B3-BB66-27A4E4F3D67E}"/>
                </a:ext>
              </a:extLst>
            </p:cNvPr>
            <p:cNvSpPr>
              <a:spLocks noChangeShapeType="1"/>
            </p:cNvSpPr>
            <p:nvPr/>
          </p:nvSpPr>
          <p:spPr bwMode="auto">
            <a:xfrm>
              <a:off x="4538663" y="4071938"/>
              <a:ext cx="0" cy="442912"/>
            </a:xfrm>
            <a:prstGeom prst="line">
              <a:avLst/>
            </a:prstGeom>
            <a:grpFill/>
            <a:ln w="25400">
              <a:solidFill>
                <a:srgbClr val="000000"/>
              </a:solidFill>
              <a:round/>
              <a:headEnd/>
              <a:tailEnd/>
            </a:ln>
          </p:spPr>
          <p:txBody>
            <a:bodyPr/>
            <a:lstStyle/>
            <a:p>
              <a:pPr eaLnBrk="1" hangingPunct="1">
                <a:defRPr/>
              </a:pPr>
              <a:endParaRPr lang="ru-RU" sz="1600"/>
            </a:p>
          </p:txBody>
        </p:sp>
      </p:grpSp>
      <p:sp>
        <p:nvSpPr>
          <p:cNvPr id="9220" name="Text Box 35">
            <a:extLst>
              <a:ext uri="{FF2B5EF4-FFF2-40B4-BE49-F238E27FC236}">
                <a16:creationId xmlns:a16="http://schemas.microsoft.com/office/drawing/2014/main" id="{8F17F683-1768-BCCF-DA3B-A77218076704}"/>
              </a:ext>
            </a:extLst>
          </p:cNvPr>
          <p:cNvSpPr txBox="1">
            <a:spLocks noChangeArrowheads="1"/>
          </p:cNvSpPr>
          <p:nvPr/>
        </p:nvSpPr>
        <p:spPr bwMode="auto">
          <a:xfrm>
            <a:off x="2003426" y="4800601"/>
            <a:ext cx="84359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A simple PLD can replace a number of standard logic gates.</a:t>
            </a:r>
          </a:p>
          <a:p>
            <a:pPr eaLnBrk="1" hangingPunct="1"/>
            <a:r>
              <a:rPr lang="en-US" altLang="en-US" b="0" u="none"/>
              <a:t>Usually re-programmable PLDs are used during the development phase.</a:t>
            </a:r>
          </a:p>
          <a:p>
            <a:pPr eaLnBrk="1" hangingPunct="1"/>
            <a:r>
              <a:rPr lang="en-US" altLang="en-US" b="0" u="none"/>
              <a:t>One-time programmable – during production.</a:t>
            </a:r>
            <a:endParaRPr lang="ru-RU" altLang="en-US" b="0" u="non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C53B6A93-94FD-F98E-3FC9-5654244A3FED}"/>
              </a:ext>
            </a:extLst>
          </p:cNvPr>
          <p:cNvSpPr>
            <a:spLocks noGrp="1" noChangeArrowheads="1"/>
          </p:cNvSpPr>
          <p:nvPr>
            <p:ph type="title"/>
          </p:nvPr>
        </p:nvSpPr>
        <p:spPr>
          <a:xfrm>
            <a:off x="0" y="183401"/>
            <a:ext cx="11612880" cy="704088"/>
          </a:xfrm>
        </p:spPr>
        <p:txBody>
          <a:bodyPr>
            <a:normAutofit/>
          </a:bodyPr>
          <a:lstStyle/>
          <a:p>
            <a:r>
              <a:rPr lang="en-US" altLang="en-US" dirty="0"/>
              <a:t>Three  Types of Simple PLD</a:t>
            </a:r>
            <a:endParaRPr lang="en-GB" altLang="en-US" dirty="0"/>
          </a:p>
        </p:txBody>
      </p:sp>
      <p:grpSp>
        <p:nvGrpSpPr>
          <p:cNvPr id="10243" name="Group 33">
            <a:extLst>
              <a:ext uri="{FF2B5EF4-FFF2-40B4-BE49-F238E27FC236}">
                <a16:creationId xmlns:a16="http://schemas.microsoft.com/office/drawing/2014/main" id="{FE28A1AF-989B-743B-C573-4230AAA2B89A}"/>
              </a:ext>
            </a:extLst>
          </p:cNvPr>
          <p:cNvGrpSpPr>
            <a:grpSpLocks/>
          </p:cNvGrpSpPr>
          <p:nvPr/>
        </p:nvGrpSpPr>
        <p:grpSpPr bwMode="auto">
          <a:xfrm>
            <a:off x="2222500" y="1066800"/>
            <a:ext cx="7150100" cy="4343400"/>
            <a:chOff x="698500" y="1066800"/>
            <a:chExt cx="7150099" cy="4343400"/>
          </a:xfrm>
        </p:grpSpPr>
        <p:sp>
          <p:nvSpPr>
            <p:cNvPr id="3" name="Rectangle 2">
              <a:extLst>
                <a:ext uri="{FF2B5EF4-FFF2-40B4-BE49-F238E27FC236}">
                  <a16:creationId xmlns:a16="http://schemas.microsoft.com/office/drawing/2014/main" id="{487A6BB4-A766-44DB-820D-844E6CDEB87E}"/>
                </a:ext>
              </a:extLst>
            </p:cNvPr>
            <p:cNvSpPr/>
            <p:nvPr/>
          </p:nvSpPr>
          <p:spPr bwMode="auto">
            <a:xfrm>
              <a:off x="2039938" y="1574800"/>
              <a:ext cx="1736725" cy="731838"/>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latin typeface="Arial" charset="0"/>
                  <a:cs typeface="Arial" charset="0"/>
                </a:rPr>
                <a:t>Fixed AND</a:t>
              </a:r>
              <a:br>
                <a:rPr lang="en-US" dirty="0">
                  <a:latin typeface="Arial" charset="0"/>
                  <a:cs typeface="Arial" charset="0"/>
                </a:rPr>
              </a:br>
              <a:r>
                <a:rPr lang="en-US" dirty="0">
                  <a:latin typeface="Arial" charset="0"/>
                  <a:cs typeface="Arial" charset="0"/>
                </a:rPr>
                <a:t>(Decoder)</a:t>
              </a:r>
              <a:endParaRPr lang="en-GB" dirty="0">
                <a:latin typeface="Arial" charset="0"/>
                <a:cs typeface="Arial" charset="0"/>
              </a:endParaRPr>
            </a:p>
          </p:txBody>
        </p:sp>
        <p:cxnSp>
          <p:nvCxnSpPr>
            <p:cNvPr id="10245" name="Straight Arrow Connector 4">
              <a:extLst>
                <a:ext uri="{FF2B5EF4-FFF2-40B4-BE49-F238E27FC236}">
                  <a16:creationId xmlns:a16="http://schemas.microsoft.com/office/drawing/2014/main" id="{BE10CD66-744A-31A6-63ED-79F02A5202C7}"/>
                </a:ext>
              </a:extLst>
            </p:cNvPr>
            <p:cNvCxnSpPr>
              <a:cxnSpLocks noChangeShapeType="1"/>
            </p:cNvCxnSpPr>
            <p:nvPr/>
          </p:nvCxnSpPr>
          <p:spPr bwMode="auto">
            <a:xfrm flipV="1">
              <a:off x="1480820" y="1943100"/>
              <a:ext cx="54864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246" name="Straight Arrow Connector 5">
              <a:extLst>
                <a:ext uri="{FF2B5EF4-FFF2-40B4-BE49-F238E27FC236}">
                  <a16:creationId xmlns:a16="http://schemas.microsoft.com/office/drawing/2014/main" id="{5240ED86-CC7D-16A7-E75D-EAA2364912B8}"/>
                </a:ext>
              </a:extLst>
            </p:cNvPr>
            <p:cNvCxnSpPr>
              <a:cxnSpLocks noChangeShapeType="1"/>
            </p:cNvCxnSpPr>
            <p:nvPr/>
          </p:nvCxnSpPr>
          <p:spPr bwMode="auto">
            <a:xfrm flipV="1">
              <a:off x="3766820" y="1943100"/>
              <a:ext cx="64008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7" name="Rectangle 6">
              <a:extLst>
                <a:ext uri="{FF2B5EF4-FFF2-40B4-BE49-F238E27FC236}">
                  <a16:creationId xmlns:a16="http://schemas.microsoft.com/office/drawing/2014/main" id="{ABA26815-8F78-4AAB-8329-74DBA7D6E02D}"/>
                </a:ext>
              </a:extLst>
            </p:cNvPr>
            <p:cNvSpPr/>
            <p:nvPr/>
          </p:nvSpPr>
          <p:spPr bwMode="auto">
            <a:xfrm>
              <a:off x="4389437" y="1574800"/>
              <a:ext cx="1736725" cy="731838"/>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latin typeface="Arial" charset="0"/>
                  <a:cs typeface="Arial" charset="0"/>
                </a:rPr>
                <a:t>Programmable</a:t>
              </a:r>
              <a:br>
                <a:rPr lang="en-US" dirty="0">
                  <a:latin typeface="Arial" charset="0"/>
                  <a:cs typeface="Arial" charset="0"/>
                </a:rPr>
              </a:br>
              <a:r>
                <a:rPr lang="en-US" dirty="0">
                  <a:latin typeface="Arial" charset="0"/>
                  <a:cs typeface="Arial" charset="0"/>
                </a:rPr>
                <a:t>OR</a:t>
              </a:r>
              <a:endParaRPr lang="en-GB" dirty="0">
                <a:latin typeface="Arial" charset="0"/>
                <a:cs typeface="Arial" charset="0"/>
              </a:endParaRPr>
            </a:p>
          </p:txBody>
        </p:sp>
        <p:cxnSp>
          <p:nvCxnSpPr>
            <p:cNvPr id="10248" name="Straight Arrow Connector 7">
              <a:extLst>
                <a:ext uri="{FF2B5EF4-FFF2-40B4-BE49-F238E27FC236}">
                  <a16:creationId xmlns:a16="http://schemas.microsoft.com/office/drawing/2014/main" id="{7AAFDCD2-D6CB-9106-8DA3-AEA4F5DB0475}"/>
                </a:ext>
              </a:extLst>
            </p:cNvPr>
            <p:cNvCxnSpPr>
              <a:cxnSpLocks noChangeShapeType="1"/>
            </p:cNvCxnSpPr>
            <p:nvPr/>
          </p:nvCxnSpPr>
          <p:spPr bwMode="auto">
            <a:xfrm flipV="1">
              <a:off x="6141720" y="1930400"/>
              <a:ext cx="64008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0249" name="TextBox 18">
              <a:extLst>
                <a:ext uri="{FF2B5EF4-FFF2-40B4-BE49-F238E27FC236}">
                  <a16:creationId xmlns:a16="http://schemas.microsoft.com/office/drawing/2014/main" id="{C28F182F-F419-FD92-F2C8-14274E20ED39}"/>
                </a:ext>
              </a:extLst>
            </p:cNvPr>
            <p:cNvSpPr txBox="1">
              <a:spLocks noChangeArrowheads="1"/>
            </p:cNvSpPr>
            <p:nvPr/>
          </p:nvSpPr>
          <p:spPr bwMode="auto">
            <a:xfrm>
              <a:off x="1600200" y="1066800"/>
              <a:ext cx="5638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Programmable Read Only  Memory  -   PROM</a:t>
              </a:r>
              <a:endParaRPr lang="en-GB" altLang="en-US" sz="2000" b="0" u="none"/>
            </a:p>
          </p:txBody>
        </p:sp>
        <p:grpSp>
          <p:nvGrpSpPr>
            <p:cNvPr id="10250" name="Group 25">
              <a:extLst>
                <a:ext uri="{FF2B5EF4-FFF2-40B4-BE49-F238E27FC236}">
                  <a16:creationId xmlns:a16="http://schemas.microsoft.com/office/drawing/2014/main" id="{4F33E800-CC49-E5E9-48A2-99AAC1304526}"/>
                </a:ext>
              </a:extLst>
            </p:cNvPr>
            <p:cNvGrpSpPr>
              <a:grpSpLocks/>
            </p:cNvGrpSpPr>
            <p:nvPr/>
          </p:nvGrpSpPr>
          <p:grpSpPr bwMode="auto">
            <a:xfrm>
              <a:off x="1371600" y="2565400"/>
              <a:ext cx="5791200" cy="1295400"/>
              <a:chOff x="1358900" y="2590800"/>
              <a:chExt cx="5791200" cy="1295400"/>
            </a:xfrm>
          </p:grpSpPr>
          <p:sp>
            <p:nvSpPr>
              <p:cNvPr id="9" name="Rectangle 8">
                <a:extLst>
                  <a:ext uri="{FF2B5EF4-FFF2-40B4-BE49-F238E27FC236}">
                    <a16:creationId xmlns:a16="http://schemas.microsoft.com/office/drawing/2014/main" id="{05A96841-447B-4D99-92CC-3341A5B65417}"/>
                  </a:ext>
                </a:extLst>
              </p:cNvPr>
              <p:cNvSpPr/>
              <p:nvPr/>
            </p:nvSpPr>
            <p:spPr bwMode="auto">
              <a:xfrm>
                <a:off x="2073275" y="3154363"/>
                <a:ext cx="1736725" cy="731837"/>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latin typeface="Arial" charset="0"/>
                    <a:cs typeface="Arial" charset="0"/>
                  </a:rPr>
                  <a:t>Programmable</a:t>
                </a:r>
                <a:br>
                  <a:rPr lang="en-US" dirty="0">
                    <a:latin typeface="Arial" charset="0"/>
                    <a:cs typeface="Arial" charset="0"/>
                  </a:rPr>
                </a:br>
                <a:r>
                  <a:rPr lang="en-US" dirty="0">
                    <a:latin typeface="Arial" charset="0"/>
                    <a:cs typeface="Arial" charset="0"/>
                  </a:rPr>
                  <a:t>And</a:t>
                </a:r>
                <a:endParaRPr lang="en-GB" dirty="0">
                  <a:latin typeface="Arial" charset="0"/>
                  <a:cs typeface="Arial" charset="0"/>
                </a:endParaRPr>
              </a:p>
            </p:txBody>
          </p:sp>
          <p:cxnSp>
            <p:nvCxnSpPr>
              <p:cNvPr id="10265" name="Straight Arrow Connector 9">
                <a:extLst>
                  <a:ext uri="{FF2B5EF4-FFF2-40B4-BE49-F238E27FC236}">
                    <a16:creationId xmlns:a16="http://schemas.microsoft.com/office/drawing/2014/main" id="{66807044-65EE-2B96-A61A-D8A63EF7532F}"/>
                  </a:ext>
                </a:extLst>
              </p:cNvPr>
              <p:cNvCxnSpPr>
                <a:cxnSpLocks noChangeShapeType="1"/>
              </p:cNvCxnSpPr>
              <p:nvPr/>
            </p:nvCxnSpPr>
            <p:spPr bwMode="auto">
              <a:xfrm flipV="1">
                <a:off x="1511300" y="3522980"/>
                <a:ext cx="54864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266" name="Straight Arrow Connector 10">
                <a:extLst>
                  <a:ext uri="{FF2B5EF4-FFF2-40B4-BE49-F238E27FC236}">
                    <a16:creationId xmlns:a16="http://schemas.microsoft.com/office/drawing/2014/main" id="{DA222387-D8EF-0432-08D1-A3EA262DED50}"/>
                  </a:ext>
                </a:extLst>
              </p:cNvPr>
              <p:cNvCxnSpPr>
                <a:cxnSpLocks noChangeShapeType="1"/>
              </p:cNvCxnSpPr>
              <p:nvPr/>
            </p:nvCxnSpPr>
            <p:spPr bwMode="auto">
              <a:xfrm flipV="1">
                <a:off x="3810000" y="3522980"/>
                <a:ext cx="612648"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2" name="Rectangle 11">
                <a:extLst>
                  <a:ext uri="{FF2B5EF4-FFF2-40B4-BE49-F238E27FC236}">
                    <a16:creationId xmlns:a16="http://schemas.microsoft.com/office/drawing/2014/main" id="{F8B4B0E4-396B-4092-8C41-12C7F5896D94}"/>
                  </a:ext>
                </a:extLst>
              </p:cNvPr>
              <p:cNvSpPr/>
              <p:nvPr/>
            </p:nvSpPr>
            <p:spPr bwMode="auto">
              <a:xfrm>
                <a:off x="4419599" y="3154363"/>
                <a:ext cx="1736725" cy="731837"/>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latin typeface="Arial" charset="0"/>
                    <a:cs typeface="Arial" charset="0"/>
                  </a:rPr>
                  <a:t>Programmable</a:t>
                </a:r>
                <a:br>
                  <a:rPr lang="en-US" dirty="0">
                    <a:latin typeface="Arial" charset="0"/>
                    <a:cs typeface="Arial" charset="0"/>
                  </a:rPr>
                </a:br>
                <a:r>
                  <a:rPr lang="en-US" dirty="0">
                    <a:latin typeface="Arial" charset="0"/>
                    <a:cs typeface="Arial" charset="0"/>
                  </a:rPr>
                  <a:t>OR</a:t>
                </a:r>
                <a:endParaRPr lang="en-GB" dirty="0">
                  <a:latin typeface="Arial" charset="0"/>
                  <a:cs typeface="Arial" charset="0"/>
                </a:endParaRPr>
              </a:p>
            </p:txBody>
          </p:sp>
          <p:cxnSp>
            <p:nvCxnSpPr>
              <p:cNvPr id="10268" name="Straight Arrow Connector 12">
                <a:extLst>
                  <a:ext uri="{FF2B5EF4-FFF2-40B4-BE49-F238E27FC236}">
                    <a16:creationId xmlns:a16="http://schemas.microsoft.com/office/drawing/2014/main" id="{708C8CA4-5744-D187-48EF-03F632212803}"/>
                  </a:ext>
                </a:extLst>
              </p:cNvPr>
              <p:cNvCxnSpPr>
                <a:cxnSpLocks noChangeShapeType="1"/>
              </p:cNvCxnSpPr>
              <p:nvPr/>
            </p:nvCxnSpPr>
            <p:spPr bwMode="auto">
              <a:xfrm flipV="1">
                <a:off x="6172200" y="3510280"/>
                <a:ext cx="64008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0269" name="TextBox 19">
                <a:extLst>
                  <a:ext uri="{FF2B5EF4-FFF2-40B4-BE49-F238E27FC236}">
                    <a16:creationId xmlns:a16="http://schemas.microsoft.com/office/drawing/2014/main" id="{CE6A60F2-59A5-72C1-BFCC-1F1A2E381F5E}"/>
                  </a:ext>
                </a:extLst>
              </p:cNvPr>
              <p:cNvSpPr txBox="1">
                <a:spLocks noChangeArrowheads="1"/>
              </p:cNvSpPr>
              <p:nvPr/>
            </p:nvSpPr>
            <p:spPr bwMode="auto">
              <a:xfrm>
                <a:off x="1358900" y="2590800"/>
                <a:ext cx="5791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Programmable  Array  Logic   Device  -  PAL, GAL</a:t>
                </a:r>
                <a:endParaRPr lang="en-GB" altLang="en-US" sz="2000" b="0" u="none"/>
              </a:p>
            </p:txBody>
          </p:sp>
        </p:grpSp>
        <p:grpSp>
          <p:nvGrpSpPr>
            <p:cNvPr id="10251" name="Group 27">
              <a:extLst>
                <a:ext uri="{FF2B5EF4-FFF2-40B4-BE49-F238E27FC236}">
                  <a16:creationId xmlns:a16="http://schemas.microsoft.com/office/drawing/2014/main" id="{3DC7B6BD-9242-A225-151F-B29E13DDD345}"/>
                </a:ext>
              </a:extLst>
            </p:cNvPr>
            <p:cNvGrpSpPr>
              <a:grpSpLocks/>
            </p:cNvGrpSpPr>
            <p:nvPr/>
          </p:nvGrpSpPr>
          <p:grpSpPr bwMode="auto">
            <a:xfrm>
              <a:off x="1524000" y="4119880"/>
              <a:ext cx="5791200" cy="1290320"/>
              <a:chOff x="1524000" y="4119880"/>
              <a:chExt cx="5791200" cy="1290320"/>
            </a:xfrm>
          </p:grpSpPr>
          <p:sp>
            <p:nvSpPr>
              <p:cNvPr id="14" name="Rectangle 13">
                <a:extLst>
                  <a:ext uri="{FF2B5EF4-FFF2-40B4-BE49-F238E27FC236}">
                    <a16:creationId xmlns:a16="http://schemas.microsoft.com/office/drawing/2014/main" id="{5B292CAB-9DB2-40DF-B617-D6098A567228}"/>
                  </a:ext>
                </a:extLst>
              </p:cNvPr>
              <p:cNvSpPr/>
              <p:nvPr/>
            </p:nvSpPr>
            <p:spPr bwMode="auto">
              <a:xfrm>
                <a:off x="2119313" y="4678363"/>
                <a:ext cx="1738312" cy="731837"/>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latin typeface="Arial" charset="0"/>
                    <a:cs typeface="Arial" charset="0"/>
                  </a:rPr>
                  <a:t>Programmable</a:t>
                </a:r>
                <a:br>
                  <a:rPr lang="en-US" dirty="0">
                    <a:latin typeface="Arial" charset="0"/>
                    <a:cs typeface="Arial" charset="0"/>
                  </a:rPr>
                </a:br>
                <a:r>
                  <a:rPr lang="en-US" dirty="0">
                    <a:latin typeface="Arial" charset="0"/>
                    <a:cs typeface="Arial" charset="0"/>
                  </a:rPr>
                  <a:t>And</a:t>
                </a:r>
                <a:endParaRPr lang="en-GB" dirty="0">
                  <a:latin typeface="Arial" charset="0"/>
                  <a:cs typeface="Arial" charset="0"/>
                </a:endParaRPr>
              </a:p>
            </p:txBody>
          </p:sp>
          <p:cxnSp>
            <p:nvCxnSpPr>
              <p:cNvPr id="10259" name="Straight Arrow Connector 14">
                <a:extLst>
                  <a:ext uri="{FF2B5EF4-FFF2-40B4-BE49-F238E27FC236}">
                    <a16:creationId xmlns:a16="http://schemas.microsoft.com/office/drawing/2014/main" id="{041F171E-A062-1573-B193-FB39F76A2404}"/>
                  </a:ext>
                </a:extLst>
              </p:cNvPr>
              <p:cNvCxnSpPr>
                <a:cxnSpLocks noChangeShapeType="1"/>
              </p:cNvCxnSpPr>
              <p:nvPr/>
            </p:nvCxnSpPr>
            <p:spPr bwMode="auto">
              <a:xfrm flipV="1">
                <a:off x="1559557" y="5046980"/>
                <a:ext cx="54864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260" name="Straight Arrow Connector 15">
                <a:extLst>
                  <a:ext uri="{FF2B5EF4-FFF2-40B4-BE49-F238E27FC236}">
                    <a16:creationId xmlns:a16="http://schemas.microsoft.com/office/drawing/2014/main" id="{755214D5-D7DF-7780-0180-51379CF3A074}"/>
                  </a:ext>
                </a:extLst>
              </p:cNvPr>
              <p:cNvCxnSpPr>
                <a:cxnSpLocks noChangeShapeType="1"/>
              </p:cNvCxnSpPr>
              <p:nvPr/>
            </p:nvCxnSpPr>
            <p:spPr bwMode="auto">
              <a:xfrm flipV="1">
                <a:off x="3847251" y="5046980"/>
                <a:ext cx="64008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7" name="Rectangle 16">
                <a:extLst>
                  <a:ext uri="{FF2B5EF4-FFF2-40B4-BE49-F238E27FC236}">
                    <a16:creationId xmlns:a16="http://schemas.microsoft.com/office/drawing/2014/main" id="{A29F55D0-17FD-4E64-B7E0-CF268BA9015C}"/>
                  </a:ext>
                </a:extLst>
              </p:cNvPr>
              <p:cNvSpPr/>
              <p:nvPr/>
            </p:nvSpPr>
            <p:spPr bwMode="auto">
              <a:xfrm>
                <a:off x="4491037" y="4678363"/>
                <a:ext cx="1736725" cy="731837"/>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anchor="ctr"/>
              <a:lstStyle/>
              <a:p>
                <a:pPr algn="ctr" eaLnBrk="1" hangingPunct="1">
                  <a:defRPr/>
                </a:pPr>
                <a:r>
                  <a:rPr lang="en-US" dirty="0">
                    <a:latin typeface="Arial" charset="0"/>
                    <a:cs typeface="Arial" charset="0"/>
                  </a:rPr>
                  <a:t>Programmable</a:t>
                </a:r>
                <a:br>
                  <a:rPr lang="en-US" dirty="0">
                    <a:latin typeface="Arial" charset="0"/>
                    <a:cs typeface="Arial" charset="0"/>
                  </a:rPr>
                </a:br>
                <a:r>
                  <a:rPr lang="en-US" dirty="0">
                    <a:latin typeface="Arial" charset="0"/>
                    <a:cs typeface="Arial" charset="0"/>
                  </a:rPr>
                  <a:t>OR</a:t>
                </a:r>
                <a:endParaRPr lang="en-GB" dirty="0">
                  <a:latin typeface="Arial" charset="0"/>
                  <a:cs typeface="Arial" charset="0"/>
                </a:endParaRPr>
              </a:p>
            </p:txBody>
          </p:sp>
          <p:cxnSp>
            <p:nvCxnSpPr>
              <p:cNvPr id="10262" name="Straight Arrow Connector 17">
                <a:extLst>
                  <a:ext uri="{FF2B5EF4-FFF2-40B4-BE49-F238E27FC236}">
                    <a16:creationId xmlns:a16="http://schemas.microsoft.com/office/drawing/2014/main" id="{0CF819E6-14B5-CBAD-FB71-77F9FB0F73D1}"/>
                  </a:ext>
                </a:extLst>
              </p:cNvPr>
              <p:cNvCxnSpPr>
                <a:cxnSpLocks noChangeShapeType="1"/>
              </p:cNvCxnSpPr>
              <p:nvPr/>
            </p:nvCxnSpPr>
            <p:spPr bwMode="auto">
              <a:xfrm flipV="1">
                <a:off x="6234851" y="5034280"/>
                <a:ext cx="640080" cy="0"/>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0263" name="TextBox 26">
                <a:extLst>
                  <a:ext uri="{FF2B5EF4-FFF2-40B4-BE49-F238E27FC236}">
                    <a16:creationId xmlns:a16="http://schemas.microsoft.com/office/drawing/2014/main" id="{87153F81-C13F-F905-A4DA-72CF5768F1F1}"/>
                  </a:ext>
                </a:extLst>
              </p:cNvPr>
              <p:cNvSpPr txBox="1">
                <a:spLocks noChangeArrowheads="1"/>
              </p:cNvSpPr>
              <p:nvPr/>
            </p:nvSpPr>
            <p:spPr bwMode="auto">
              <a:xfrm>
                <a:off x="1524000" y="4119880"/>
                <a:ext cx="5791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Programmable Logic Array Device -  PLA</a:t>
                </a:r>
                <a:endParaRPr lang="en-GB" altLang="en-US" sz="2000" b="0" u="none"/>
              </a:p>
            </p:txBody>
          </p:sp>
        </p:grpSp>
        <p:sp>
          <p:nvSpPr>
            <p:cNvPr id="10252" name="TextBox 23">
              <a:extLst>
                <a:ext uri="{FF2B5EF4-FFF2-40B4-BE49-F238E27FC236}">
                  <a16:creationId xmlns:a16="http://schemas.microsoft.com/office/drawing/2014/main" id="{9837ADB8-7BA7-EFEF-EF0B-A5E59F736FF8}"/>
                </a:ext>
              </a:extLst>
            </p:cNvPr>
            <p:cNvSpPr txBox="1">
              <a:spLocks noChangeArrowheads="1"/>
            </p:cNvSpPr>
            <p:nvPr/>
          </p:nvSpPr>
          <p:spPr bwMode="auto">
            <a:xfrm>
              <a:off x="698500" y="175260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Inputs</a:t>
              </a:r>
              <a:endParaRPr lang="en-GB" altLang="en-US" b="0" u="none"/>
            </a:p>
          </p:txBody>
        </p:sp>
        <p:sp>
          <p:nvSpPr>
            <p:cNvPr id="10253" name="TextBox 28">
              <a:extLst>
                <a:ext uri="{FF2B5EF4-FFF2-40B4-BE49-F238E27FC236}">
                  <a16:creationId xmlns:a16="http://schemas.microsoft.com/office/drawing/2014/main" id="{0E1AC746-C7D8-465C-5CE0-7D840188D45B}"/>
                </a:ext>
              </a:extLst>
            </p:cNvPr>
            <p:cNvSpPr txBox="1">
              <a:spLocks noChangeArrowheads="1"/>
            </p:cNvSpPr>
            <p:nvPr/>
          </p:nvSpPr>
          <p:spPr bwMode="auto">
            <a:xfrm>
              <a:off x="6781800" y="172720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Outputs</a:t>
              </a:r>
              <a:endParaRPr lang="en-GB" altLang="en-US" b="0" u="none"/>
            </a:p>
          </p:txBody>
        </p:sp>
        <p:sp>
          <p:nvSpPr>
            <p:cNvPr id="10254" name="TextBox 29">
              <a:extLst>
                <a:ext uri="{FF2B5EF4-FFF2-40B4-BE49-F238E27FC236}">
                  <a16:creationId xmlns:a16="http://schemas.microsoft.com/office/drawing/2014/main" id="{84A1CA17-D41A-4A05-313B-C973686C4DC7}"/>
                </a:ext>
              </a:extLst>
            </p:cNvPr>
            <p:cNvSpPr txBox="1">
              <a:spLocks noChangeArrowheads="1"/>
            </p:cNvSpPr>
            <p:nvPr/>
          </p:nvSpPr>
          <p:spPr bwMode="auto">
            <a:xfrm>
              <a:off x="762000" y="328930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Inputs</a:t>
              </a:r>
              <a:endParaRPr lang="en-GB" altLang="en-US" b="0" u="none"/>
            </a:p>
          </p:txBody>
        </p:sp>
        <p:sp>
          <p:nvSpPr>
            <p:cNvPr id="10255" name="TextBox 30">
              <a:extLst>
                <a:ext uri="{FF2B5EF4-FFF2-40B4-BE49-F238E27FC236}">
                  <a16:creationId xmlns:a16="http://schemas.microsoft.com/office/drawing/2014/main" id="{2D7426A3-B8EF-4BD5-054E-BD857ED6588B}"/>
                </a:ext>
              </a:extLst>
            </p:cNvPr>
            <p:cNvSpPr txBox="1">
              <a:spLocks noChangeArrowheads="1"/>
            </p:cNvSpPr>
            <p:nvPr/>
          </p:nvSpPr>
          <p:spPr bwMode="auto">
            <a:xfrm>
              <a:off x="6790267" y="327660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Outputs</a:t>
              </a:r>
              <a:endParaRPr lang="en-GB" altLang="en-US" b="0" u="none"/>
            </a:p>
          </p:txBody>
        </p:sp>
        <p:sp>
          <p:nvSpPr>
            <p:cNvPr id="10256" name="TextBox 31">
              <a:extLst>
                <a:ext uri="{FF2B5EF4-FFF2-40B4-BE49-F238E27FC236}">
                  <a16:creationId xmlns:a16="http://schemas.microsoft.com/office/drawing/2014/main" id="{4B8612D1-7A75-DE09-DC90-C2DE314820EC}"/>
                </a:ext>
              </a:extLst>
            </p:cNvPr>
            <p:cNvSpPr txBox="1">
              <a:spLocks noChangeArrowheads="1"/>
            </p:cNvSpPr>
            <p:nvPr/>
          </p:nvSpPr>
          <p:spPr bwMode="auto">
            <a:xfrm>
              <a:off x="6857999" y="481330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Outputs</a:t>
              </a:r>
              <a:endParaRPr lang="en-GB" altLang="en-US" b="0" u="none"/>
            </a:p>
          </p:txBody>
        </p:sp>
        <p:sp>
          <p:nvSpPr>
            <p:cNvPr id="10257" name="TextBox 32">
              <a:extLst>
                <a:ext uri="{FF2B5EF4-FFF2-40B4-BE49-F238E27FC236}">
                  <a16:creationId xmlns:a16="http://schemas.microsoft.com/office/drawing/2014/main" id="{086B3011-CEF4-D2BE-32FA-18D0D2C479B4}"/>
                </a:ext>
              </a:extLst>
            </p:cNvPr>
            <p:cNvSpPr txBox="1">
              <a:spLocks noChangeArrowheads="1"/>
            </p:cNvSpPr>
            <p:nvPr/>
          </p:nvSpPr>
          <p:spPr bwMode="auto">
            <a:xfrm>
              <a:off x="808564" y="483870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Inputs</a:t>
              </a:r>
              <a:endParaRPr lang="en-GB" altLang="en-US" b="0" u="none"/>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a:extLst>
              <a:ext uri="{FF2B5EF4-FFF2-40B4-BE49-F238E27FC236}">
                <a16:creationId xmlns:a16="http://schemas.microsoft.com/office/drawing/2014/main" id="{BAE27D15-F754-DD6C-BC8D-40FC3F389B88}"/>
              </a:ext>
            </a:extLst>
          </p:cNvPr>
          <p:cNvSpPr>
            <a:spLocks noGrp="1" noChangeArrowheads="1"/>
          </p:cNvSpPr>
          <p:nvPr>
            <p:ph type="title"/>
          </p:nvPr>
        </p:nvSpPr>
        <p:spPr>
          <a:xfrm>
            <a:off x="0" y="183401"/>
            <a:ext cx="11612880" cy="704088"/>
          </a:xfrm>
        </p:spPr>
        <p:txBody>
          <a:bodyPr/>
          <a:lstStyle/>
          <a:p>
            <a:r>
              <a:rPr lang="en-US" altLang="en-US"/>
              <a:t>Simple PLD (PLA)</a:t>
            </a:r>
            <a:r>
              <a:rPr lang="ru-RU" altLang="en-US"/>
              <a:t> </a:t>
            </a:r>
          </a:p>
        </p:txBody>
      </p:sp>
      <p:grpSp>
        <p:nvGrpSpPr>
          <p:cNvPr id="11267" name="Группа 2">
            <a:extLst>
              <a:ext uri="{FF2B5EF4-FFF2-40B4-BE49-F238E27FC236}">
                <a16:creationId xmlns:a16="http://schemas.microsoft.com/office/drawing/2014/main" id="{D9D7F8E0-04F9-65BA-01F8-FB724CCE237E}"/>
              </a:ext>
            </a:extLst>
          </p:cNvPr>
          <p:cNvGrpSpPr>
            <a:grpSpLocks/>
          </p:cNvGrpSpPr>
          <p:nvPr/>
        </p:nvGrpSpPr>
        <p:grpSpPr bwMode="auto">
          <a:xfrm>
            <a:off x="2514600" y="1762126"/>
            <a:ext cx="7837488" cy="3959225"/>
            <a:chOff x="990600" y="1762125"/>
            <a:chExt cx="7837488" cy="3959225"/>
          </a:xfrm>
        </p:grpSpPr>
        <p:grpSp>
          <p:nvGrpSpPr>
            <p:cNvPr id="11268" name="Group 38">
              <a:extLst>
                <a:ext uri="{FF2B5EF4-FFF2-40B4-BE49-F238E27FC236}">
                  <a16:creationId xmlns:a16="http://schemas.microsoft.com/office/drawing/2014/main" id="{4D589D5A-FBEB-17A4-B2C4-5DBA142D6145}"/>
                </a:ext>
              </a:extLst>
            </p:cNvPr>
            <p:cNvGrpSpPr>
              <a:grpSpLocks/>
            </p:cNvGrpSpPr>
            <p:nvPr/>
          </p:nvGrpSpPr>
          <p:grpSpPr bwMode="auto">
            <a:xfrm>
              <a:off x="990600" y="1762125"/>
              <a:ext cx="7181850" cy="3871913"/>
              <a:chOff x="624" y="1110"/>
              <a:chExt cx="4524" cy="2439"/>
            </a:xfrm>
          </p:grpSpPr>
          <p:sp>
            <p:nvSpPr>
              <p:cNvPr id="37895" name="Rectangle 7">
                <a:extLst>
                  <a:ext uri="{FF2B5EF4-FFF2-40B4-BE49-F238E27FC236}">
                    <a16:creationId xmlns:a16="http://schemas.microsoft.com/office/drawing/2014/main" id="{D7394A52-55A2-42F1-AF9F-508FDA7E4778}"/>
                  </a:ext>
                </a:extLst>
              </p:cNvPr>
              <p:cNvSpPr>
                <a:spLocks noChangeArrowheads="1"/>
              </p:cNvSpPr>
              <p:nvPr/>
            </p:nvSpPr>
            <p:spPr bwMode="auto">
              <a:xfrm>
                <a:off x="1128" y="1199"/>
                <a:ext cx="900" cy="892"/>
              </a:xfrm>
              <a:prstGeom prst="rect">
                <a:avLst/>
              </a:prstGeom>
              <a:solidFill>
                <a:srgbClr val="C0C0C0">
                  <a:alpha val="73000"/>
                </a:srgbClr>
              </a:solidFill>
              <a:ln w="28575">
                <a:solidFill>
                  <a:srgbClr val="000000"/>
                </a:solidFill>
                <a:miter lim="800000"/>
                <a:headEnd/>
                <a:tailEnd/>
              </a:ln>
            </p:spPr>
            <p:txBody>
              <a:bodyPr/>
              <a:lstStyle/>
              <a:p>
                <a:pPr algn="ctr" eaLnBrk="1" hangingPunct="1">
                  <a:defRPr/>
                </a:pPr>
                <a:r>
                  <a:rPr lang="en-US" sz="2000">
                    <a:latin typeface="+mj-lt"/>
                  </a:rPr>
                  <a:t>Input Buffers</a:t>
                </a:r>
              </a:p>
              <a:p>
                <a:pPr algn="ctr" eaLnBrk="1" hangingPunct="1">
                  <a:defRPr/>
                </a:pPr>
                <a:r>
                  <a:rPr lang="en-US" sz="2000">
                    <a:latin typeface="+mj-lt"/>
                  </a:rPr>
                  <a:t>and </a:t>
                </a:r>
              </a:p>
              <a:p>
                <a:pPr algn="ctr" eaLnBrk="1" hangingPunct="1">
                  <a:defRPr/>
                </a:pPr>
                <a:r>
                  <a:rPr lang="en-US" sz="2000">
                    <a:latin typeface="+mj-lt"/>
                  </a:rPr>
                  <a:t>Invertors</a:t>
                </a:r>
                <a:endParaRPr lang="ru-RU" sz="2000">
                  <a:latin typeface="+mj-lt"/>
                </a:endParaRPr>
              </a:p>
            </p:txBody>
          </p:sp>
          <p:sp>
            <p:nvSpPr>
              <p:cNvPr id="37896" name="Rectangle 8">
                <a:extLst>
                  <a:ext uri="{FF2B5EF4-FFF2-40B4-BE49-F238E27FC236}">
                    <a16:creationId xmlns:a16="http://schemas.microsoft.com/office/drawing/2014/main" id="{1D420F96-6C22-4380-AED5-FF54A44BC4F8}"/>
                  </a:ext>
                </a:extLst>
              </p:cNvPr>
              <p:cNvSpPr>
                <a:spLocks noChangeArrowheads="1"/>
              </p:cNvSpPr>
              <p:nvPr/>
            </p:nvSpPr>
            <p:spPr bwMode="auto">
              <a:xfrm>
                <a:off x="2414" y="1188"/>
                <a:ext cx="1012" cy="903"/>
              </a:xfrm>
              <a:prstGeom prst="rect">
                <a:avLst/>
              </a:prstGeom>
              <a:solidFill>
                <a:schemeClr val="accent1">
                  <a:lumMod val="60000"/>
                  <a:lumOff val="40000"/>
                </a:schemeClr>
              </a:solidFill>
              <a:ln w="28575">
                <a:solidFill>
                  <a:srgbClr val="000000"/>
                </a:solidFill>
                <a:miter lim="800000"/>
                <a:headEnd/>
                <a:tailEnd/>
              </a:ln>
            </p:spPr>
            <p:txBody>
              <a:bodyPr/>
              <a:lstStyle/>
              <a:p>
                <a:pPr algn="ctr" eaLnBrk="1" hangingPunct="1">
                  <a:defRPr/>
                </a:pPr>
                <a:endParaRPr lang="en-US" sz="2000">
                  <a:latin typeface="+mj-lt"/>
                </a:endParaRPr>
              </a:p>
              <a:p>
                <a:pPr algn="ctr" eaLnBrk="1" hangingPunct="1">
                  <a:defRPr/>
                </a:pPr>
                <a:r>
                  <a:rPr lang="en-US" sz="2000">
                    <a:latin typeface="+mj-lt"/>
                  </a:rPr>
                  <a:t>AND</a:t>
                </a:r>
              </a:p>
              <a:p>
                <a:pPr algn="ctr" eaLnBrk="1" hangingPunct="1">
                  <a:defRPr/>
                </a:pPr>
                <a:r>
                  <a:rPr lang="en-US" sz="2000">
                    <a:latin typeface="+mj-lt"/>
                  </a:rPr>
                  <a:t>Matrix</a:t>
                </a:r>
                <a:endParaRPr lang="ru-RU" sz="2000">
                  <a:latin typeface="+mj-lt"/>
                </a:endParaRPr>
              </a:p>
            </p:txBody>
          </p:sp>
          <p:sp>
            <p:nvSpPr>
              <p:cNvPr id="37897" name="Line 9">
                <a:extLst>
                  <a:ext uri="{FF2B5EF4-FFF2-40B4-BE49-F238E27FC236}">
                    <a16:creationId xmlns:a16="http://schemas.microsoft.com/office/drawing/2014/main" id="{4682A5EE-E8BD-493C-9C94-44DE601BF305}"/>
                  </a:ext>
                </a:extLst>
              </p:cNvPr>
              <p:cNvSpPr>
                <a:spLocks noChangeShapeType="1"/>
              </p:cNvSpPr>
              <p:nvPr/>
            </p:nvSpPr>
            <p:spPr bwMode="auto">
              <a:xfrm>
                <a:off x="742" y="1199"/>
                <a:ext cx="0" cy="0"/>
              </a:xfrm>
              <a:prstGeom prst="line">
                <a:avLst/>
              </a:prstGeom>
              <a:noFill/>
              <a:ln w="22225">
                <a:solidFill>
                  <a:srgbClr val="000000"/>
                </a:solidFill>
                <a:round/>
                <a:headEnd/>
                <a:tailEnd type="triangle" w="med" len="med"/>
              </a:ln>
            </p:spPr>
            <p:txBody>
              <a:bodyPr/>
              <a:lstStyle/>
              <a:p>
                <a:pPr eaLnBrk="1" hangingPunct="1">
                  <a:defRPr/>
                </a:pPr>
                <a:endParaRPr lang="ru-RU">
                  <a:latin typeface="+mj-lt"/>
                </a:endParaRPr>
              </a:p>
            </p:txBody>
          </p:sp>
          <p:sp>
            <p:nvSpPr>
              <p:cNvPr id="37898" name="Line 10">
                <a:extLst>
                  <a:ext uri="{FF2B5EF4-FFF2-40B4-BE49-F238E27FC236}">
                    <a16:creationId xmlns:a16="http://schemas.microsoft.com/office/drawing/2014/main" id="{EA1B1339-9987-4A4D-A0DD-EC1074624B87}"/>
                  </a:ext>
                </a:extLst>
              </p:cNvPr>
              <p:cNvSpPr>
                <a:spLocks noChangeShapeType="1"/>
              </p:cNvSpPr>
              <p:nvPr/>
            </p:nvSpPr>
            <p:spPr bwMode="auto">
              <a:xfrm>
                <a:off x="836" y="1331"/>
                <a:ext cx="282" cy="0"/>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899" name="Line 11">
                <a:extLst>
                  <a:ext uri="{FF2B5EF4-FFF2-40B4-BE49-F238E27FC236}">
                    <a16:creationId xmlns:a16="http://schemas.microsoft.com/office/drawing/2014/main" id="{1E8E221A-3794-4609-9C08-022D12E9030B}"/>
                  </a:ext>
                </a:extLst>
              </p:cNvPr>
              <p:cNvSpPr>
                <a:spLocks noChangeShapeType="1"/>
              </p:cNvSpPr>
              <p:nvPr/>
            </p:nvSpPr>
            <p:spPr bwMode="auto">
              <a:xfrm>
                <a:off x="836" y="1519"/>
                <a:ext cx="282" cy="0"/>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900" name="Line 12">
                <a:extLst>
                  <a:ext uri="{FF2B5EF4-FFF2-40B4-BE49-F238E27FC236}">
                    <a16:creationId xmlns:a16="http://schemas.microsoft.com/office/drawing/2014/main" id="{86BD6518-D53F-4390-A82E-52B4441AAFC8}"/>
                  </a:ext>
                </a:extLst>
              </p:cNvPr>
              <p:cNvSpPr>
                <a:spLocks noChangeShapeType="1"/>
              </p:cNvSpPr>
              <p:nvPr/>
            </p:nvSpPr>
            <p:spPr bwMode="auto">
              <a:xfrm>
                <a:off x="836" y="1961"/>
                <a:ext cx="282" cy="0"/>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901" name="Line 13">
                <a:extLst>
                  <a:ext uri="{FF2B5EF4-FFF2-40B4-BE49-F238E27FC236}">
                    <a16:creationId xmlns:a16="http://schemas.microsoft.com/office/drawing/2014/main" id="{6F3AAF1D-5757-4336-84F5-FF98681514CE}"/>
                  </a:ext>
                </a:extLst>
              </p:cNvPr>
              <p:cNvSpPr>
                <a:spLocks noChangeShapeType="1"/>
              </p:cNvSpPr>
              <p:nvPr/>
            </p:nvSpPr>
            <p:spPr bwMode="auto">
              <a:xfrm>
                <a:off x="2039" y="1331"/>
                <a:ext cx="371" cy="0"/>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902" name="Line 14">
                <a:extLst>
                  <a:ext uri="{FF2B5EF4-FFF2-40B4-BE49-F238E27FC236}">
                    <a16:creationId xmlns:a16="http://schemas.microsoft.com/office/drawing/2014/main" id="{DD7AC265-BDFD-4AA0-BD79-A2B0A9F84D1D}"/>
                  </a:ext>
                </a:extLst>
              </p:cNvPr>
              <p:cNvSpPr>
                <a:spLocks noChangeShapeType="1"/>
              </p:cNvSpPr>
              <p:nvPr/>
            </p:nvSpPr>
            <p:spPr bwMode="auto">
              <a:xfrm>
                <a:off x="2039" y="1508"/>
                <a:ext cx="371" cy="0"/>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903" name="Line 15">
                <a:extLst>
                  <a:ext uri="{FF2B5EF4-FFF2-40B4-BE49-F238E27FC236}">
                    <a16:creationId xmlns:a16="http://schemas.microsoft.com/office/drawing/2014/main" id="{1BB23EF4-B750-466D-A66E-F609C3CA9E6B}"/>
                  </a:ext>
                </a:extLst>
              </p:cNvPr>
              <p:cNvSpPr>
                <a:spLocks noChangeShapeType="1"/>
              </p:cNvSpPr>
              <p:nvPr/>
            </p:nvSpPr>
            <p:spPr bwMode="auto">
              <a:xfrm>
                <a:off x="2039" y="2016"/>
                <a:ext cx="371" cy="0"/>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904" name="Line 16">
                <a:extLst>
                  <a:ext uri="{FF2B5EF4-FFF2-40B4-BE49-F238E27FC236}">
                    <a16:creationId xmlns:a16="http://schemas.microsoft.com/office/drawing/2014/main" id="{1BE68F93-A917-46E8-847B-F6D2E3F5084B}"/>
                  </a:ext>
                </a:extLst>
              </p:cNvPr>
              <p:cNvSpPr>
                <a:spLocks noChangeShapeType="1"/>
              </p:cNvSpPr>
              <p:nvPr/>
            </p:nvSpPr>
            <p:spPr bwMode="auto">
              <a:xfrm>
                <a:off x="2510" y="2093"/>
                <a:ext cx="0" cy="438"/>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905" name="Line 17">
                <a:extLst>
                  <a:ext uri="{FF2B5EF4-FFF2-40B4-BE49-F238E27FC236}">
                    <a16:creationId xmlns:a16="http://schemas.microsoft.com/office/drawing/2014/main" id="{C54F2069-4F85-47B7-91E7-20092CDF2E60}"/>
                  </a:ext>
                </a:extLst>
              </p:cNvPr>
              <p:cNvSpPr>
                <a:spLocks noChangeShapeType="1"/>
              </p:cNvSpPr>
              <p:nvPr/>
            </p:nvSpPr>
            <p:spPr bwMode="auto">
              <a:xfrm>
                <a:off x="2698" y="2093"/>
                <a:ext cx="0" cy="438"/>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906" name="Line 18">
                <a:extLst>
                  <a:ext uri="{FF2B5EF4-FFF2-40B4-BE49-F238E27FC236}">
                    <a16:creationId xmlns:a16="http://schemas.microsoft.com/office/drawing/2014/main" id="{AD3FAA88-06E9-40E2-ACA8-0CB329B4E5A4}"/>
                  </a:ext>
                </a:extLst>
              </p:cNvPr>
              <p:cNvSpPr>
                <a:spLocks noChangeShapeType="1"/>
              </p:cNvSpPr>
              <p:nvPr/>
            </p:nvSpPr>
            <p:spPr bwMode="auto">
              <a:xfrm>
                <a:off x="3235" y="2093"/>
                <a:ext cx="0" cy="438"/>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907" name="Rectangle 19">
                <a:extLst>
                  <a:ext uri="{FF2B5EF4-FFF2-40B4-BE49-F238E27FC236}">
                    <a16:creationId xmlns:a16="http://schemas.microsoft.com/office/drawing/2014/main" id="{1EABEA2D-1804-495F-9FF1-4E273D53D3F7}"/>
                  </a:ext>
                </a:extLst>
              </p:cNvPr>
              <p:cNvSpPr>
                <a:spLocks noChangeArrowheads="1"/>
              </p:cNvSpPr>
              <p:nvPr/>
            </p:nvSpPr>
            <p:spPr bwMode="auto">
              <a:xfrm>
                <a:off x="2432" y="2555"/>
                <a:ext cx="942" cy="948"/>
              </a:xfrm>
              <a:prstGeom prst="rect">
                <a:avLst/>
              </a:prstGeom>
              <a:solidFill>
                <a:schemeClr val="accent1">
                  <a:lumMod val="20000"/>
                  <a:lumOff val="80000"/>
                </a:schemeClr>
              </a:solidFill>
              <a:ln w="28575">
                <a:solidFill>
                  <a:srgbClr val="000000"/>
                </a:solidFill>
                <a:miter lim="800000"/>
                <a:headEnd/>
                <a:tailEnd/>
              </a:ln>
            </p:spPr>
            <p:txBody>
              <a:bodyPr/>
              <a:lstStyle/>
              <a:p>
                <a:pPr algn="ctr" eaLnBrk="1" hangingPunct="1">
                  <a:defRPr/>
                </a:pPr>
                <a:endParaRPr lang="en-US" sz="2000">
                  <a:latin typeface="+mj-lt"/>
                </a:endParaRPr>
              </a:p>
              <a:p>
                <a:pPr algn="ctr" eaLnBrk="1" hangingPunct="1">
                  <a:defRPr/>
                </a:pPr>
                <a:r>
                  <a:rPr lang="en-US" sz="2000">
                    <a:latin typeface="+mj-lt"/>
                  </a:rPr>
                  <a:t>OR</a:t>
                </a:r>
              </a:p>
              <a:p>
                <a:pPr algn="ctr" eaLnBrk="1" hangingPunct="1">
                  <a:defRPr/>
                </a:pPr>
                <a:r>
                  <a:rPr lang="en-US" sz="2000">
                    <a:latin typeface="+mj-lt"/>
                  </a:rPr>
                  <a:t>Matrix</a:t>
                </a:r>
                <a:endParaRPr lang="ru-RU" sz="2000">
                  <a:latin typeface="+mj-lt"/>
                </a:endParaRPr>
              </a:p>
            </p:txBody>
          </p:sp>
          <p:sp>
            <p:nvSpPr>
              <p:cNvPr id="37908" name="Rectangle 20">
                <a:extLst>
                  <a:ext uri="{FF2B5EF4-FFF2-40B4-BE49-F238E27FC236}">
                    <a16:creationId xmlns:a16="http://schemas.microsoft.com/office/drawing/2014/main" id="{7EADC338-A4AF-4EA1-9487-BB11B6DCDF26}"/>
                  </a:ext>
                </a:extLst>
              </p:cNvPr>
              <p:cNvSpPr>
                <a:spLocks noChangeArrowheads="1"/>
              </p:cNvSpPr>
              <p:nvPr/>
            </p:nvSpPr>
            <p:spPr bwMode="auto">
              <a:xfrm>
                <a:off x="3872" y="2541"/>
                <a:ext cx="994" cy="948"/>
              </a:xfrm>
              <a:prstGeom prst="rect">
                <a:avLst/>
              </a:prstGeom>
              <a:solidFill>
                <a:schemeClr val="accent1">
                  <a:lumMod val="60000"/>
                  <a:lumOff val="40000"/>
                </a:schemeClr>
              </a:solidFill>
              <a:ln w="28575">
                <a:solidFill>
                  <a:srgbClr val="000000"/>
                </a:solidFill>
                <a:miter lim="800000"/>
                <a:headEnd/>
                <a:tailEnd/>
              </a:ln>
            </p:spPr>
            <p:txBody>
              <a:bodyPr/>
              <a:lstStyle/>
              <a:p>
                <a:pPr algn="ctr" eaLnBrk="1" hangingPunct="1">
                  <a:defRPr/>
                </a:pPr>
                <a:endParaRPr lang="en-US" sz="2000" dirty="0">
                  <a:latin typeface="+mj-lt"/>
                </a:endParaRPr>
              </a:p>
              <a:p>
                <a:pPr algn="ctr" eaLnBrk="1" hangingPunct="1">
                  <a:defRPr/>
                </a:pPr>
                <a:r>
                  <a:rPr lang="en-US" sz="2000" dirty="0">
                    <a:latin typeface="+mj-lt"/>
                  </a:rPr>
                  <a:t>Output Buffers</a:t>
                </a:r>
                <a:endParaRPr lang="ru-RU" sz="2000" dirty="0">
                  <a:latin typeface="+mj-lt"/>
                </a:endParaRPr>
              </a:p>
            </p:txBody>
          </p:sp>
          <p:sp>
            <p:nvSpPr>
              <p:cNvPr id="37909" name="Line 21">
                <a:extLst>
                  <a:ext uri="{FF2B5EF4-FFF2-40B4-BE49-F238E27FC236}">
                    <a16:creationId xmlns:a16="http://schemas.microsoft.com/office/drawing/2014/main" id="{1E34394B-D84B-4961-A011-1313D73E7207}"/>
                  </a:ext>
                </a:extLst>
              </p:cNvPr>
              <p:cNvSpPr>
                <a:spLocks noChangeShapeType="1"/>
              </p:cNvSpPr>
              <p:nvPr/>
            </p:nvSpPr>
            <p:spPr bwMode="auto">
              <a:xfrm>
                <a:off x="3383" y="2690"/>
                <a:ext cx="508" cy="0"/>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910" name="Line 22">
                <a:extLst>
                  <a:ext uri="{FF2B5EF4-FFF2-40B4-BE49-F238E27FC236}">
                    <a16:creationId xmlns:a16="http://schemas.microsoft.com/office/drawing/2014/main" id="{7C344E53-0911-42F3-8803-FD5388B7253E}"/>
                  </a:ext>
                </a:extLst>
              </p:cNvPr>
              <p:cNvSpPr>
                <a:spLocks noChangeShapeType="1"/>
              </p:cNvSpPr>
              <p:nvPr/>
            </p:nvSpPr>
            <p:spPr bwMode="auto">
              <a:xfrm>
                <a:off x="3375" y="2866"/>
                <a:ext cx="508" cy="0"/>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911" name="Line 23">
                <a:extLst>
                  <a:ext uri="{FF2B5EF4-FFF2-40B4-BE49-F238E27FC236}">
                    <a16:creationId xmlns:a16="http://schemas.microsoft.com/office/drawing/2014/main" id="{4E4F84ED-0032-4EEA-A6B9-272A9E069773}"/>
                  </a:ext>
                </a:extLst>
              </p:cNvPr>
              <p:cNvSpPr>
                <a:spLocks noChangeShapeType="1"/>
              </p:cNvSpPr>
              <p:nvPr/>
            </p:nvSpPr>
            <p:spPr bwMode="auto">
              <a:xfrm>
                <a:off x="3373" y="3394"/>
                <a:ext cx="508" cy="0"/>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912" name="Line 24">
                <a:extLst>
                  <a:ext uri="{FF2B5EF4-FFF2-40B4-BE49-F238E27FC236}">
                    <a16:creationId xmlns:a16="http://schemas.microsoft.com/office/drawing/2014/main" id="{DE7DFCF5-BB23-4CA3-B1B5-74CF3829CCA5}"/>
                  </a:ext>
                </a:extLst>
              </p:cNvPr>
              <p:cNvSpPr>
                <a:spLocks noChangeShapeType="1"/>
              </p:cNvSpPr>
              <p:nvPr/>
            </p:nvSpPr>
            <p:spPr bwMode="auto">
              <a:xfrm>
                <a:off x="4863" y="2690"/>
                <a:ext cx="282" cy="0"/>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913" name="Line 25">
                <a:extLst>
                  <a:ext uri="{FF2B5EF4-FFF2-40B4-BE49-F238E27FC236}">
                    <a16:creationId xmlns:a16="http://schemas.microsoft.com/office/drawing/2014/main" id="{D9D32A33-66A1-4853-989B-61CEC9AC4442}"/>
                  </a:ext>
                </a:extLst>
              </p:cNvPr>
              <p:cNvSpPr>
                <a:spLocks noChangeShapeType="1"/>
              </p:cNvSpPr>
              <p:nvPr/>
            </p:nvSpPr>
            <p:spPr bwMode="auto">
              <a:xfrm>
                <a:off x="4866" y="2855"/>
                <a:ext cx="282" cy="0"/>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914" name="Line 26">
                <a:extLst>
                  <a:ext uri="{FF2B5EF4-FFF2-40B4-BE49-F238E27FC236}">
                    <a16:creationId xmlns:a16="http://schemas.microsoft.com/office/drawing/2014/main" id="{D72D93BB-59A1-4035-96FA-82CB937AECDD}"/>
                  </a:ext>
                </a:extLst>
              </p:cNvPr>
              <p:cNvSpPr>
                <a:spLocks noChangeShapeType="1"/>
              </p:cNvSpPr>
              <p:nvPr/>
            </p:nvSpPr>
            <p:spPr bwMode="auto">
              <a:xfrm>
                <a:off x="4866" y="3330"/>
                <a:ext cx="282" cy="0"/>
              </a:xfrm>
              <a:prstGeom prst="line">
                <a:avLst/>
              </a:prstGeom>
              <a:noFill/>
              <a:ln w="22225">
                <a:solidFill>
                  <a:srgbClr val="000000"/>
                </a:solidFill>
                <a:round/>
                <a:headEnd/>
                <a:tailEnd type="triangle" w="lg" len="lg"/>
              </a:ln>
            </p:spPr>
            <p:txBody>
              <a:bodyPr/>
              <a:lstStyle/>
              <a:p>
                <a:pPr eaLnBrk="1" hangingPunct="1">
                  <a:defRPr/>
                </a:pPr>
                <a:endParaRPr lang="ru-RU">
                  <a:latin typeface="+mj-lt"/>
                </a:endParaRPr>
              </a:p>
            </p:txBody>
          </p:sp>
          <p:sp>
            <p:nvSpPr>
              <p:cNvPr id="37915" name="Text Box 27">
                <a:extLst>
                  <a:ext uri="{FF2B5EF4-FFF2-40B4-BE49-F238E27FC236}">
                    <a16:creationId xmlns:a16="http://schemas.microsoft.com/office/drawing/2014/main" id="{BAA9B875-DF3B-4C1D-9ACD-6859904FE7F3}"/>
                  </a:ext>
                </a:extLst>
              </p:cNvPr>
              <p:cNvSpPr txBox="1">
                <a:spLocks noChangeArrowheads="1"/>
              </p:cNvSpPr>
              <p:nvPr/>
            </p:nvSpPr>
            <p:spPr bwMode="auto">
              <a:xfrm>
                <a:off x="624" y="1207"/>
                <a:ext cx="282" cy="1061"/>
              </a:xfrm>
              <a:prstGeom prst="rect">
                <a:avLst/>
              </a:prstGeom>
              <a:noFill/>
              <a:ln>
                <a:noFill/>
              </a:ln>
            </p:spPr>
            <p:txBody>
              <a:bodyPr/>
              <a:lstStyle/>
              <a:p>
                <a:pPr eaLnBrk="1" hangingPunct="1">
                  <a:defRPr/>
                </a:pPr>
                <a:r>
                  <a:rPr lang="en-US">
                    <a:latin typeface="+mj-lt"/>
                  </a:rPr>
                  <a:t>x</a:t>
                </a:r>
                <a:r>
                  <a:rPr lang="en-US" baseline="-25000">
                    <a:latin typeface="+mj-lt"/>
                  </a:rPr>
                  <a:t>1</a:t>
                </a:r>
                <a:endParaRPr lang="en-US">
                  <a:latin typeface="+mj-lt"/>
                </a:endParaRPr>
              </a:p>
              <a:p>
                <a:pPr eaLnBrk="1" hangingPunct="1">
                  <a:defRPr/>
                </a:pPr>
                <a:r>
                  <a:rPr lang="en-US">
                    <a:latin typeface="+mj-lt"/>
                  </a:rPr>
                  <a:t>x</a:t>
                </a:r>
                <a:r>
                  <a:rPr lang="en-US" baseline="-25000">
                    <a:latin typeface="+mj-lt"/>
                  </a:rPr>
                  <a:t>2</a:t>
                </a:r>
                <a:endParaRPr lang="en-US">
                  <a:latin typeface="+mj-lt"/>
                </a:endParaRPr>
              </a:p>
              <a:p>
                <a:pPr eaLnBrk="1" hangingPunct="1">
                  <a:defRPr/>
                </a:pPr>
                <a:endParaRPr lang="en-US">
                  <a:latin typeface="+mj-lt"/>
                </a:endParaRPr>
              </a:p>
              <a:p>
                <a:pPr eaLnBrk="1" hangingPunct="1">
                  <a:defRPr/>
                </a:pPr>
                <a:endParaRPr lang="en-US">
                  <a:latin typeface="+mj-lt"/>
                </a:endParaRPr>
              </a:p>
              <a:p>
                <a:pPr eaLnBrk="1" hangingPunct="1">
                  <a:defRPr/>
                </a:pPr>
                <a:r>
                  <a:rPr lang="en-US">
                    <a:latin typeface="+mj-lt"/>
                  </a:rPr>
                  <a:t>x</a:t>
                </a:r>
                <a:r>
                  <a:rPr lang="en-US" baseline="-25000">
                    <a:latin typeface="+mj-lt"/>
                  </a:rPr>
                  <a:t>n</a:t>
                </a:r>
                <a:endParaRPr lang="ru-RU">
                  <a:latin typeface="+mj-lt"/>
                </a:endParaRPr>
              </a:p>
            </p:txBody>
          </p:sp>
          <p:sp>
            <p:nvSpPr>
              <p:cNvPr id="37916" name="Text Box 28">
                <a:extLst>
                  <a:ext uri="{FF2B5EF4-FFF2-40B4-BE49-F238E27FC236}">
                    <a16:creationId xmlns:a16="http://schemas.microsoft.com/office/drawing/2014/main" id="{4C8FD319-93B4-4308-BAE5-549143ED684A}"/>
                  </a:ext>
                </a:extLst>
              </p:cNvPr>
              <p:cNvSpPr txBox="1">
                <a:spLocks noChangeArrowheads="1"/>
              </p:cNvSpPr>
              <p:nvPr/>
            </p:nvSpPr>
            <p:spPr bwMode="auto">
              <a:xfrm>
                <a:off x="2016" y="1110"/>
                <a:ext cx="314" cy="1060"/>
              </a:xfrm>
              <a:prstGeom prst="rect">
                <a:avLst/>
              </a:prstGeom>
              <a:noFill/>
              <a:ln>
                <a:noFill/>
              </a:ln>
            </p:spPr>
            <p:txBody>
              <a:bodyPr/>
              <a:lstStyle/>
              <a:p>
                <a:pPr eaLnBrk="1" hangingPunct="1">
                  <a:defRPr/>
                </a:pPr>
                <a:r>
                  <a:rPr lang="en-US">
                    <a:latin typeface="+mj-lt"/>
                  </a:rPr>
                  <a:t>I</a:t>
                </a:r>
                <a:r>
                  <a:rPr lang="en-US" baseline="-25000">
                    <a:latin typeface="+mj-lt"/>
                  </a:rPr>
                  <a:t>1</a:t>
                </a:r>
                <a:endParaRPr lang="en-US">
                  <a:latin typeface="+mj-lt"/>
                </a:endParaRPr>
              </a:p>
              <a:p>
                <a:pPr eaLnBrk="1" hangingPunct="1">
                  <a:defRPr/>
                </a:pPr>
                <a:r>
                  <a:rPr lang="en-US">
                    <a:latin typeface="+mj-lt"/>
                  </a:rPr>
                  <a:t>I</a:t>
                </a:r>
                <a:r>
                  <a:rPr lang="en-US" baseline="-25000">
                    <a:latin typeface="+mj-lt"/>
                  </a:rPr>
                  <a:t>2</a:t>
                </a:r>
              </a:p>
              <a:p>
                <a:pPr eaLnBrk="1" hangingPunct="1">
                  <a:defRPr/>
                </a:pPr>
                <a:r>
                  <a:rPr lang="en-US" baseline="-25000">
                    <a:latin typeface="+mj-lt"/>
                  </a:rPr>
                  <a:t>.</a:t>
                </a:r>
                <a:endParaRPr lang="en-US">
                  <a:latin typeface="+mj-lt"/>
                </a:endParaRPr>
              </a:p>
              <a:p>
                <a:pPr eaLnBrk="1" hangingPunct="1">
                  <a:defRPr/>
                </a:pPr>
                <a:endParaRPr lang="en-US">
                  <a:latin typeface="+mj-lt"/>
                </a:endParaRPr>
              </a:p>
              <a:p>
                <a:pPr eaLnBrk="1" hangingPunct="1">
                  <a:defRPr/>
                </a:pPr>
                <a:r>
                  <a:rPr lang="en-US">
                    <a:latin typeface="+mj-lt"/>
                  </a:rPr>
                  <a:t>I</a:t>
                </a:r>
                <a:r>
                  <a:rPr lang="en-US" baseline="-25000">
                    <a:latin typeface="+mj-lt"/>
                  </a:rPr>
                  <a:t>2n</a:t>
                </a:r>
                <a:endParaRPr lang="ru-RU" baseline="-25000">
                  <a:latin typeface="+mj-lt"/>
                </a:endParaRPr>
              </a:p>
            </p:txBody>
          </p:sp>
          <p:sp>
            <p:nvSpPr>
              <p:cNvPr id="37917" name="Text Box 29">
                <a:extLst>
                  <a:ext uri="{FF2B5EF4-FFF2-40B4-BE49-F238E27FC236}">
                    <a16:creationId xmlns:a16="http://schemas.microsoft.com/office/drawing/2014/main" id="{3BDF1F65-FA3B-46EB-BC5D-7B9745595BAC}"/>
                  </a:ext>
                </a:extLst>
              </p:cNvPr>
              <p:cNvSpPr txBox="1">
                <a:spLocks noChangeArrowheads="1"/>
              </p:cNvSpPr>
              <p:nvPr/>
            </p:nvSpPr>
            <p:spPr bwMode="auto">
              <a:xfrm>
                <a:off x="679" y="1616"/>
                <a:ext cx="188" cy="530"/>
              </a:xfrm>
              <a:prstGeom prst="rect">
                <a:avLst/>
              </a:prstGeom>
              <a:noFill/>
              <a:ln>
                <a:noFill/>
              </a:ln>
            </p:spPr>
            <p:txBody>
              <a:bodyPr/>
              <a:lstStyle/>
              <a:p>
                <a:pPr eaLnBrk="1" hangingPunct="1">
                  <a:defRPr/>
                </a:pPr>
                <a:r>
                  <a:rPr lang="ru-RU" sz="800">
                    <a:latin typeface="+mj-lt"/>
                    <a:sym typeface="Symbol" pitchFamily="18" charset="2"/>
                  </a:rPr>
                  <a:t></a:t>
                </a:r>
                <a:endParaRPr lang="en-US" sz="800">
                  <a:latin typeface="+mj-lt"/>
                </a:endParaRPr>
              </a:p>
              <a:p>
                <a:pPr eaLnBrk="1" hangingPunct="1">
                  <a:defRPr/>
                </a:pPr>
                <a:r>
                  <a:rPr lang="en-US" sz="800">
                    <a:latin typeface="+mj-lt"/>
                    <a:sym typeface="Symbol" pitchFamily="18" charset="2"/>
                  </a:rPr>
                  <a:t></a:t>
                </a:r>
                <a:endParaRPr lang="en-US" sz="800">
                  <a:latin typeface="+mj-lt"/>
                </a:endParaRPr>
              </a:p>
              <a:p>
                <a:pPr eaLnBrk="1" hangingPunct="1">
                  <a:defRPr/>
                </a:pPr>
                <a:r>
                  <a:rPr lang="en-US" sz="800">
                    <a:latin typeface="+mj-lt"/>
                    <a:sym typeface="Symbol" pitchFamily="18" charset="2"/>
                  </a:rPr>
                  <a:t></a:t>
                </a:r>
                <a:endParaRPr lang="ru-RU">
                  <a:latin typeface="+mj-lt"/>
                </a:endParaRPr>
              </a:p>
            </p:txBody>
          </p:sp>
          <p:sp>
            <p:nvSpPr>
              <p:cNvPr id="37918" name="Text Box 30">
                <a:extLst>
                  <a:ext uri="{FF2B5EF4-FFF2-40B4-BE49-F238E27FC236}">
                    <a16:creationId xmlns:a16="http://schemas.microsoft.com/office/drawing/2014/main" id="{29E1D728-71AA-4BBD-B866-E614CDD1B282}"/>
                  </a:ext>
                </a:extLst>
              </p:cNvPr>
              <p:cNvSpPr txBox="1">
                <a:spLocks noChangeArrowheads="1"/>
              </p:cNvSpPr>
              <p:nvPr/>
            </p:nvSpPr>
            <p:spPr bwMode="auto">
              <a:xfrm>
                <a:off x="2038" y="1543"/>
                <a:ext cx="284" cy="266"/>
              </a:xfrm>
              <a:prstGeom prst="rect">
                <a:avLst/>
              </a:prstGeom>
              <a:noFill/>
              <a:ln>
                <a:noFill/>
              </a:ln>
            </p:spPr>
            <p:txBody>
              <a:bodyPr/>
              <a:lstStyle/>
              <a:p>
                <a:pPr eaLnBrk="1" hangingPunct="1">
                  <a:defRPr/>
                </a:pPr>
                <a:r>
                  <a:rPr lang="ru-RU" sz="800">
                    <a:latin typeface="+mj-lt"/>
                    <a:sym typeface="Symbol" pitchFamily="18" charset="2"/>
                  </a:rPr>
                  <a:t></a:t>
                </a:r>
                <a:endParaRPr lang="en-US" sz="800">
                  <a:latin typeface="+mj-lt"/>
                </a:endParaRPr>
              </a:p>
              <a:p>
                <a:pPr eaLnBrk="1" hangingPunct="1">
                  <a:defRPr/>
                </a:pPr>
                <a:r>
                  <a:rPr lang="en-US" sz="800">
                    <a:latin typeface="+mj-lt"/>
                    <a:sym typeface="Symbol" pitchFamily="18" charset="2"/>
                  </a:rPr>
                  <a:t></a:t>
                </a:r>
                <a:endParaRPr lang="en-US" sz="800">
                  <a:latin typeface="+mj-lt"/>
                </a:endParaRPr>
              </a:p>
              <a:p>
                <a:pPr eaLnBrk="1" hangingPunct="1">
                  <a:defRPr/>
                </a:pPr>
                <a:r>
                  <a:rPr lang="en-US" sz="800">
                    <a:latin typeface="+mj-lt"/>
                    <a:sym typeface="Symbol" pitchFamily="18" charset="2"/>
                  </a:rPr>
                  <a:t></a:t>
                </a:r>
                <a:endParaRPr lang="ru-RU">
                  <a:latin typeface="+mj-lt"/>
                </a:endParaRPr>
              </a:p>
            </p:txBody>
          </p:sp>
          <p:sp>
            <p:nvSpPr>
              <p:cNvPr id="37919" name="Text Box 31">
                <a:extLst>
                  <a:ext uri="{FF2B5EF4-FFF2-40B4-BE49-F238E27FC236}">
                    <a16:creationId xmlns:a16="http://schemas.microsoft.com/office/drawing/2014/main" id="{D1AA4194-294B-48A6-8CBE-9B354049BE19}"/>
                  </a:ext>
                </a:extLst>
              </p:cNvPr>
              <p:cNvSpPr txBox="1">
                <a:spLocks noChangeArrowheads="1"/>
              </p:cNvSpPr>
              <p:nvPr/>
            </p:nvSpPr>
            <p:spPr bwMode="auto">
              <a:xfrm>
                <a:off x="2291" y="2113"/>
                <a:ext cx="1294" cy="236"/>
              </a:xfrm>
              <a:prstGeom prst="rect">
                <a:avLst/>
              </a:prstGeom>
              <a:noFill/>
              <a:ln>
                <a:noFill/>
              </a:ln>
            </p:spPr>
            <p:txBody>
              <a:bodyPr/>
              <a:lstStyle/>
              <a:p>
                <a:pPr eaLnBrk="1" hangingPunct="1">
                  <a:defRPr/>
                </a:pPr>
                <a:r>
                  <a:rPr lang="en-US" dirty="0">
                    <a:latin typeface="+mj-lt"/>
                  </a:rPr>
                  <a:t>t</a:t>
                </a:r>
                <a:r>
                  <a:rPr lang="en-US" baseline="-25000" dirty="0">
                    <a:latin typeface="+mj-lt"/>
                  </a:rPr>
                  <a:t>1</a:t>
                </a:r>
                <a:r>
                  <a:rPr lang="en-US" dirty="0">
                    <a:latin typeface="+mj-lt"/>
                  </a:rPr>
                  <a:t>    t</a:t>
                </a:r>
                <a:r>
                  <a:rPr lang="en-US" baseline="-25000" dirty="0">
                    <a:latin typeface="+mj-lt"/>
                  </a:rPr>
                  <a:t>2</a:t>
                </a:r>
                <a:r>
                  <a:rPr lang="en-US" dirty="0">
                    <a:latin typeface="+mj-lt"/>
                  </a:rPr>
                  <a:t>     </a:t>
                </a:r>
                <a:r>
                  <a:rPr lang="en-US" sz="1200" dirty="0">
                    <a:latin typeface="+mj-lt"/>
                    <a:sym typeface="Symbol" pitchFamily="18" charset="2"/>
                  </a:rPr>
                  <a:t></a:t>
                </a:r>
                <a:r>
                  <a:rPr lang="en-US" sz="1200" dirty="0">
                    <a:latin typeface="+mj-lt"/>
                  </a:rPr>
                  <a:t> </a:t>
                </a:r>
                <a:r>
                  <a:rPr lang="en-US" sz="1200" dirty="0">
                    <a:latin typeface="+mj-lt"/>
                    <a:sym typeface="Symbol" pitchFamily="18" charset="2"/>
                  </a:rPr>
                  <a:t></a:t>
                </a:r>
                <a:r>
                  <a:rPr lang="en-US" sz="1200" dirty="0">
                    <a:latin typeface="+mj-lt"/>
                  </a:rPr>
                  <a:t> </a:t>
                </a:r>
                <a:r>
                  <a:rPr lang="en-US" sz="1200" dirty="0">
                    <a:latin typeface="+mj-lt"/>
                    <a:sym typeface="Symbol" pitchFamily="18" charset="2"/>
                  </a:rPr>
                  <a:t></a:t>
                </a:r>
                <a:r>
                  <a:rPr lang="en-US" dirty="0">
                    <a:latin typeface="+mj-lt"/>
                  </a:rPr>
                  <a:t>      </a:t>
                </a:r>
                <a:r>
                  <a:rPr lang="en-US" dirty="0" err="1">
                    <a:latin typeface="+mj-lt"/>
                  </a:rPr>
                  <a:t>t</a:t>
                </a:r>
                <a:r>
                  <a:rPr lang="en-US" baseline="-25000" dirty="0" err="1">
                    <a:latin typeface="+mj-lt"/>
                  </a:rPr>
                  <a:t>k</a:t>
                </a:r>
                <a:endParaRPr lang="ru-RU" dirty="0">
                  <a:latin typeface="+mj-lt"/>
                </a:endParaRPr>
              </a:p>
            </p:txBody>
          </p:sp>
          <p:sp>
            <p:nvSpPr>
              <p:cNvPr id="37920" name="Text Box 32">
                <a:extLst>
                  <a:ext uri="{FF2B5EF4-FFF2-40B4-BE49-F238E27FC236}">
                    <a16:creationId xmlns:a16="http://schemas.microsoft.com/office/drawing/2014/main" id="{DFACDA7F-8E60-4B00-886C-2CC8A5E08DDE}"/>
                  </a:ext>
                </a:extLst>
              </p:cNvPr>
              <p:cNvSpPr txBox="1">
                <a:spLocks noChangeArrowheads="1"/>
              </p:cNvSpPr>
              <p:nvPr/>
            </p:nvSpPr>
            <p:spPr bwMode="auto">
              <a:xfrm>
                <a:off x="3407" y="2899"/>
                <a:ext cx="188" cy="530"/>
              </a:xfrm>
              <a:prstGeom prst="rect">
                <a:avLst/>
              </a:prstGeom>
              <a:noFill/>
              <a:ln>
                <a:noFill/>
              </a:ln>
            </p:spPr>
            <p:txBody>
              <a:bodyPr/>
              <a:lstStyle/>
              <a:p>
                <a:pPr eaLnBrk="1" hangingPunct="1">
                  <a:defRPr/>
                </a:pPr>
                <a:r>
                  <a:rPr lang="ru-RU" sz="800">
                    <a:latin typeface="+mj-lt"/>
                    <a:sym typeface="Symbol" pitchFamily="18" charset="2"/>
                  </a:rPr>
                  <a:t></a:t>
                </a:r>
                <a:endParaRPr lang="en-US" sz="800">
                  <a:latin typeface="+mj-lt"/>
                </a:endParaRPr>
              </a:p>
              <a:p>
                <a:pPr eaLnBrk="1" hangingPunct="1">
                  <a:defRPr/>
                </a:pPr>
                <a:r>
                  <a:rPr lang="en-US" sz="800">
                    <a:latin typeface="+mj-lt"/>
                    <a:sym typeface="Symbol" pitchFamily="18" charset="2"/>
                  </a:rPr>
                  <a:t></a:t>
                </a:r>
                <a:endParaRPr lang="en-US" sz="800">
                  <a:latin typeface="+mj-lt"/>
                </a:endParaRPr>
              </a:p>
              <a:p>
                <a:pPr eaLnBrk="1" hangingPunct="1">
                  <a:defRPr/>
                </a:pPr>
                <a:r>
                  <a:rPr lang="en-US" sz="800">
                    <a:latin typeface="+mj-lt"/>
                    <a:sym typeface="Symbol" pitchFamily="18" charset="2"/>
                  </a:rPr>
                  <a:t></a:t>
                </a:r>
                <a:endParaRPr lang="ru-RU">
                  <a:latin typeface="+mj-lt"/>
                </a:endParaRPr>
              </a:p>
            </p:txBody>
          </p:sp>
          <p:sp>
            <p:nvSpPr>
              <p:cNvPr id="37921" name="Text Box 33">
                <a:extLst>
                  <a:ext uri="{FF2B5EF4-FFF2-40B4-BE49-F238E27FC236}">
                    <a16:creationId xmlns:a16="http://schemas.microsoft.com/office/drawing/2014/main" id="{50819E96-F6DE-4841-A87B-87776899FE7A}"/>
                  </a:ext>
                </a:extLst>
              </p:cNvPr>
              <p:cNvSpPr txBox="1">
                <a:spLocks noChangeArrowheads="1"/>
              </p:cNvSpPr>
              <p:nvPr/>
            </p:nvSpPr>
            <p:spPr bwMode="auto">
              <a:xfrm>
                <a:off x="4916" y="2973"/>
                <a:ext cx="189" cy="530"/>
              </a:xfrm>
              <a:prstGeom prst="rect">
                <a:avLst/>
              </a:prstGeom>
              <a:noFill/>
              <a:ln>
                <a:noFill/>
              </a:ln>
            </p:spPr>
            <p:txBody>
              <a:bodyPr/>
              <a:lstStyle/>
              <a:p>
                <a:pPr eaLnBrk="1" hangingPunct="1">
                  <a:defRPr/>
                </a:pPr>
                <a:r>
                  <a:rPr lang="ru-RU" sz="800">
                    <a:latin typeface="+mj-lt"/>
                    <a:sym typeface="Symbol" pitchFamily="18" charset="2"/>
                  </a:rPr>
                  <a:t></a:t>
                </a:r>
                <a:endParaRPr lang="en-US" sz="800">
                  <a:latin typeface="+mj-lt"/>
                </a:endParaRPr>
              </a:p>
              <a:p>
                <a:pPr eaLnBrk="1" hangingPunct="1">
                  <a:defRPr/>
                </a:pPr>
                <a:r>
                  <a:rPr lang="en-US" sz="800">
                    <a:latin typeface="+mj-lt"/>
                    <a:sym typeface="Symbol" pitchFamily="18" charset="2"/>
                  </a:rPr>
                  <a:t></a:t>
                </a:r>
                <a:endParaRPr lang="en-US" sz="800">
                  <a:latin typeface="+mj-lt"/>
                </a:endParaRPr>
              </a:p>
              <a:p>
                <a:pPr eaLnBrk="1" hangingPunct="1">
                  <a:defRPr/>
                </a:pPr>
                <a:r>
                  <a:rPr lang="en-US" sz="800">
                    <a:latin typeface="+mj-lt"/>
                    <a:sym typeface="Symbol" pitchFamily="18" charset="2"/>
                  </a:rPr>
                  <a:t></a:t>
                </a:r>
                <a:endParaRPr lang="ru-RU">
                  <a:latin typeface="+mj-lt"/>
                </a:endParaRPr>
              </a:p>
            </p:txBody>
          </p:sp>
          <p:sp>
            <p:nvSpPr>
              <p:cNvPr id="37922" name="Text Box 34">
                <a:extLst>
                  <a:ext uri="{FF2B5EF4-FFF2-40B4-BE49-F238E27FC236}">
                    <a16:creationId xmlns:a16="http://schemas.microsoft.com/office/drawing/2014/main" id="{0860FF49-92CD-4C0E-BF56-4C15586990ED}"/>
                  </a:ext>
                </a:extLst>
              </p:cNvPr>
              <p:cNvSpPr txBox="1">
                <a:spLocks noChangeArrowheads="1"/>
              </p:cNvSpPr>
              <p:nvPr/>
            </p:nvSpPr>
            <p:spPr bwMode="auto">
              <a:xfrm>
                <a:off x="3355" y="2489"/>
                <a:ext cx="325" cy="1060"/>
              </a:xfrm>
              <a:prstGeom prst="rect">
                <a:avLst/>
              </a:prstGeom>
              <a:noFill/>
              <a:ln>
                <a:noFill/>
              </a:ln>
            </p:spPr>
            <p:txBody>
              <a:bodyPr/>
              <a:lstStyle/>
              <a:p>
                <a:pPr eaLnBrk="1" hangingPunct="1">
                  <a:defRPr/>
                </a:pPr>
                <a:r>
                  <a:rPr lang="en-US">
                    <a:latin typeface="+mj-lt"/>
                  </a:rPr>
                  <a:t>O</a:t>
                </a:r>
                <a:r>
                  <a:rPr lang="en-US" baseline="-25000">
                    <a:latin typeface="+mj-lt"/>
                  </a:rPr>
                  <a:t>1</a:t>
                </a:r>
                <a:endParaRPr lang="en-US">
                  <a:latin typeface="+mj-lt"/>
                </a:endParaRPr>
              </a:p>
              <a:p>
                <a:pPr eaLnBrk="1" hangingPunct="1">
                  <a:defRPr/>
                </a:pPr>
                <a:r>
                  <a:rPr lang="en-US">
                    <a:latin typeface="+mj-lt"/>
                  </a:rPr>
                  <a:t>O</a:t>
                </a:r>
                <a:r>
                  <a:rPr lang="en-US" baseline="-25000">
                    <a:latin typeface="+mj-lt"/>
                  </a:rPr>
                  <a:t>2</a:t>
                </a:r>
                <a:endParaRPr lang="en-US">
                  <a:latin typeface="+mj-lt"/>
                </a:endParaRPr>
              </a:p>
              <a:p>
                <a:pPr eaLnBrk="1" hangingPunct="1">
                  <a:defRPr/>
                </a:pPr>
                <a:endParaRPr lang="en-US">
                  <a:latin typeface="+mj-lt"/>
                </a:endParaRPr>
              </a:p>
              <a:p>
                <a:pPr eaLnBrk="1" hangingPunct="1">
                  <a:defRPr/>
                </a:pPr>
                <a:endParaRPr lang="en-US">
                  <a:latin typeface="+mj-lt"/>
                </a:endParaRPr>
              </a:p>
              <a:p>
                <a:pPr eaLnBrk="1" hangingPunct="1">
                  <a:defRPr/>
                </a:pPr>
                <a:r>
                  <a:rPr lang="en-US">
                    <a:latin typeface="+mj-lt"/>
                  </a:rPr>
                  <a:t>O</a:t>
                </a:r>
                <a:r>
                  <a:rPr lang="en-US" baseline="-25000">
                    <a:latin typeface="+mj-lt"/>
                  </a:rPr>
                  <a:t>m</a:t>
                </a:r>
                <a:endParaRPr lang="ru-RU">
                  <a:latin typeface="+mj-lt"/>
                </a:endParaRPr>
              </a:p>
            </p:txBody>
          </p:sp>
        </p:grpSp>
        <p:sp>
          <p:nvSpPr>
            <p:cNvPr id="37923" name="Text Box 35">
              <a:extLst>
                <a:ext uri="{FF2B5EF4-FFF2-40B4-BE49-F238E27FC236}">
                  <a16:creationId xmlns:a16="http://schemas.microsoft.com/office/drawing/2014/main" id="{006960D6-E915-46B6-80C6-4572D74A4F1A}"/>
                </a:ext>
              </a:extLst>
            </p:cNvPr>
            <p:cNvSpPr txBox="1">
              <a:spLocks noChangeArrowheads="1"/>
            </p:cNvSpPr>
            <p:nvPr/>
          </p:nvSpPr>
          <p:spPr bwMode="auto">
            <a:xfrm>
              <a:off x="8205788" y="4038600"/>
              <a:ext cx="622300" cy="1682750"/>
            </a:xfrm>
            <a:prstGeom prst="rect">
              <a:avLst/>
            </a:prstGeom>
            <a:noFill/>
            <a:ln>
              <a:noFill/>
            </a:ln>
          </p:spPr>
          <p:txBody>
            <a:bodyPr/>
            <a:lstStyle/>
            <a:p>
              <a:pPr eaLnBrk="1" hangingPunct="1">
                <a:defRPr/>
              </a:pPr>
              <a:r>
                <a:rPr lang="en-US" dirty="0">
                  <a:latin typeface="+mj-lt"/>
                </a:rPr>
                <a:t>y</a:t>
              </a:r>
              <a:r>
                <a:rPr lang="en-US" baseline="-25000" dirty="0">
                  <a:latin typeface="+mj-lt"/>
                </a:rPr>
                <a:t>1</a:t>
              </a:r>
              <a:endParaRPr lang="en-US" dirty="0">
                <a:latin typeface="+mj-lt"/>
              </a:endParaRPr>
            </a:p>
            <a:p>
              <a:pPr eaLnBrk="1" hangingPunct="1">
                <a:defRPr/>
              </a:pPr>
              <a:r>
                <a:rPr lang="en-US" dirty="0">
                  <a:latin typeface="+mj-lt"/>
                </a:rPr>
                <a:t>y</a:t>
              </a:r>
              <a:r>
                <a:rPr lang="en-US" baseline="-25000" dirty="0">
                  <a:latin typeface="+mj-lt"/>
                </a:rPr>
                <a:t>2</a:t>
              </a:r>
              <a:endParaRPr lang="en-US" dirty="0">
                <a:latin typeface="+mj-lt"/>
              </a:endParaRPr>
            </a:p>
            <a:p>
              <a:pPr eaLnBrk="1" hangingPunct="1">
                <a:defRPr/>
              </a:pPr>
              <a:endParaRPr lang="en-US" dirty="0">
                <a:latin typeface="+mj-lt"/>
              </a:endParaRPr>
            </a:p>
            <a:p>
              <a:pPr eaLnBrk="1" hangingPunct="1">
                <a:defRPr/>
              </a:pPr>
              <a:endParaRPr lang="en-US" dirty="0">
                <a:latin typeface="+mj-lt"/>
              </a:endParaRPr>
            </a:p>
            <a:p>
              <a:pPr eaLnBrk="1" hangingPunct="1">
                <a:defRPr/>
              </a:pPr>
              <a:r>
                <a:rPr lang="en-US" dirty="0" err="1">
                  <a:latin typeface="+mj-lt"/>
                </a:rPr>
                <a:t>y</a:t>
              </a:r>
              <a:r>
                <a:rPr lang="en-US" baseline="-25000" dirty="0" err="1">
                  <a:latin typeface="+mj-lt"/>
                </a:rPr>
                <a:t>m</a:t>
              </a:r>
              <a:endParaRPr lang="ru-RU" dirty="0">
                <a:latin typeface="+mj-lt"/>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a:extLst>
              <a:ext uri="{FF2B5EF4-FFF2-40B4-BE49-F238E27FC236}">
                <a16:creationId xmlns:a16="http://schemas.microsoft.com/office/drawing/2014/main" id="{12FFEA0B-D2D7-F027-9785-DAC256C656AB}"/>
              </a:ext>
            </a:extLst>
          </p:cNvPr>
          <p:cNvSpPr>
            <a:spLocks noGrp="1" noChangeArrowheads="1"/>
          </p:cNvSpPr>
          <p:nvPr>
            <p:ph type="title"/>
          </p:nvPr>
        </p:nvSpPr>
        <p:spPr/>
        <p:txBody>
          <a:bodyPr/>
          <a:lstStyle/>
          <a:p>
            <a:r>
              <a:rPr lang="en-US" altLang="en-US"/>
              <a:t>Types of Programmable Links</a:t>
            </a:r>
            <a:endParaRPr lang="ru-RU" altLang="en-US"/>
          </a:p>
        </p:txBody>
      </p:sp>
      <p:sp>
        <p:nvSpPr>
          <p:cNvPr id="2" name="Объект 1">
            <a:extLst>
              <a:ext uri="{FF2B5EF4-FFF2-40B4-BE49-F238E27FC236}">
                <a16:creationId xmlns:a16="http://schemas.microsoft.com/office/drawing/2014/main" id="{B37415AF-0466-419B-88F8-58FF4BCE4B1F}"/>
              </a:ext>
            </a:extLst>
          </p:cNvPr>
          <p:cNvSpPr>
            <a:spLocks noGrp="1"/>
          </p:cNvSpPr>
          <p:nvPr>
            <p:ph type="body" sz="quarter" idx="10"/>
          </p:nvPr>
        </p:nvSpPr>
        <p:spPr/>
        <p:txBody>
          <a:bodyPr/>
          <a:lstStyle/>
          <a:p>
            <a:r>
              <a:rPr lang="en-US" dirty="0"/>
              <a:t>Fuse logic:</a:t>
            </a:r>
          </a:p>
          <a:p>
            <a:r>
              <a:rPr lang="en-US" dirty="0"/>
              <a:t>Materials -  </a:t>
            </a:r>
            <a:r>
              <a:rPr lang="en-US" dirty="0" err="1"/>
              <a:t>nichrome</a:t>
            </a:r>
            <a:r>
              <a:rPr lang="en-US" dirty="0"/>
              <a:t>, </a:t>
            </a:r>
            <a:r>
              <a:rPr lang="en-US" dirty="0" err="1"/>
              <a:t>polysilicon</a:t>
            </a:r>
            <a:endParaRPr lang="en-US" dirty="0"/>
          </a:p>
          <a:p>
            <a:r>
              <a:rPr lang="en-US" dirty="0"/>
              <a:t>At applying high - voltage pulse fuse is vaporized</a:t>
            </a:r>
          </a:p>
          <a:p>
            <a:r>
              <a:rPr lang="en-US" dirty="0"/>
              <a:t>Non-volatile, radiation-hardened</a:t>
            </a:r>
          </a:p>
          <a:p>
            <a:r>
              <a:rPr lang="en-US" dirty="0"/>
              <a:t>One-time programmable</a:t>
            </a:r>
          </a:p>
          <a:p>
            <a:r>
              <a:rPr lang="en-US" dirty="0" err="1"/>
              <a:t>Antifuse</a:t>
            </a:r>
            <a:r>
              <a:rPr lang="en-US" dirty="0"/>
              <a:t> logic:</a:t>
            </a:r>
          </a:p>
          <a:p>
            <a:r>
              <a:rPr lang="en-US" dirty="0"/>
              <a:t>Non-volatile, radiation tolerant</a:t>
            </a:r>
          </a:p>
          <a:p>
            <a:r>
              <a:rPr lang="en-US" dirty="0"/>
              <a:t>Typical programmed resistances range from 5 to 500</a:t>
            </a:r>
            <a:r>
              <a:rPr lang="en-US" dirty="0">
                <a:sym typeface="Symbol" pitchFamily="18" charset="2"/>
              </a:rPr>
              <a:t>.</a:t>
            </a:r>
          </a:p>
          <a:p>
            <a:endParaRPr lang="ru-RU" dirty="0"/>
          </a:p>
          <a:p>
            <a:endParaRPr lang="ru-R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a:extLst>
              <a:ext uri="{FF2B5EF4-FFF2-40B4-BE49-F238E27FC236}">
                <a16:creationId xmlns:a16="http://schemas.microsoft.com/office/drawing/2014/main" id="{ECEB030E-33B7-FC31-DA56-8CC34BE1FAF0}"/>
              </a:ext>
            </a:extLst>
          </p:cNvPr>
          <p:cNvSpPr>
            <a:spLocks noGrp="1" noChangeArrowheads="1"/>
          </p:cNvSpPr>
          <p:nvPr>
            <p:ph type="title"/>
          </p:nvPr>
        </p:nvSpPr>
        <p:spPr>
          <a:xfrm>
            <a:off x="0" y="183401"/>
            <a:ext cx="11612880" cy="704088"/>
          </a:xfrm>
        </p:spPr>
        <p:txBody>
          <a:bodyPr/>
          <a:lstStyle/>
          <a:p>
            <a:r>
              <a:rPr lang="en-US" altLang="en-US"/>
              <a:t>Anti-fuse</a:t>
            </a:r>
            <a:endParaRPr lang="ru-RU" altLang="en-US"/>
          </a:p>
        </p:txBody>
      </p:sp>
      <p:grpSp>
        <p:nvGrpSpPr>
          <p:cNvPr id="13315" name="Группа 2">
            <a:extLst>
              <a:ext uri="{FF2B5EF4-FFF2-40B4-BE49-F238E27FC236}">
                <a16:creationId xmlns:a16="http://schemas.microsoft.com/office/drawing/2014/main" id="{E1A85868-D06F-32B0-5567-1A5F616A1460}"/>
              </a:ext>
            </a:extLst>
          </p:cNvPr>
          <p:cNvGrpSpPr>
            <a:grpSpLocks/>
          </p:cNvGrpSpPr>
          <p:nvPr/>
        </p:nvGrpSpPr>
        <p:grpSpPr bwMode="auto">
          <a:xfrm>
            <a:off x="3060700" y="1447801"/>
            <a:ext cx="6122988" cy="3241675"/>
            <a:chOff x="323850" y="1470810"/>
            <a:chExt cx="8281988" cy="3428134"/>
          </a:xfrm>
        </p:grpSpPr>
        <p:sp>
          <p:nvSpPr>
            <p:cNvPr id="13317" name="Line 5">
              <a:extLst>
                <a:ext uri="{FF2B5EF4-FFF2-40B4-BE49-F238E27FC236}">
                  <a16:creationId xmlns:a16="http://schemas.microsoft.com/office/drawing/2014/main" id="{BA725581-D7F0-BD03-A78D-6A5D72841685}"/>
                </a:ext>
              </a:extLst>
            </p:cNvPr>
            <p:cNvSpPr>
              <a:spLocks noChangeShapeType="1"/>
            </p:cNvSpPr>
            <p:nvPr/>
          </p:nvSpPr>
          <p:spPr bwMode="auto">
            <a:xfrm flipV="1">
              <a:off x="1187450" y="2349500"/>
              <a:ext cx="0" cy="431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18" name="Line 6">
              <a:extLst>
                <a:ext uri="{FF2B5EF4-FFF2-40B4-BE49-F238E27FC236}">
                  <a16:creationId xmlns:a16="http://schemas.microsoft.com/office/drawing/2014/main" id="{B55BC21A-AD9C-FBCA-43D9-00FD869807E9}"/>
                </a:ext>
              </a:extLst>
            </p:cNvPr>
            <p:cNvSpPr>
              <a:spLocks noChangeShapeType="1"/>
            </p:cNvSpPr>
            <p:nvPr/>
          </p:nvSpPr>
          <p:spPr bwMode="auto">
            <a:xfrm>
              <a:off x="1187450" y="2349500"/>
              <a:ext cx="5048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19" name="Line 7">
              <a:extLst>
                <a:ext uri="{FF2B5EF4-FFF2-40B4-BE49-F238E27FC236}">
                  <a16:creationId xmlns:a16="http://schemas.microsoft.com/office/drawing/2014/main" id="{17882E16-68BF-731F-9A1A-D02F044513B9}"/>
                </a:ext>
              </a:extLst>
            </p:cNvPr>
            <p:cNvSpPr>
              <a:spLocks noChangeShapeType="1"/>
            </p:cNvSpPr>
            <p:nvPr/>
          </p:nvSpPr>
          <p:spPr bwMode="auto">
            <a:xfrm>
              <a:off x="2179638" y="2708275"/>
              <a:ext cx="7921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0" name="Line 8">
              <a:extLst>
                <a:ext uri="{FF2B5EF4-FFF2-40B4-BE49-F238E27FC236}">
                  <a16:creationId xmlns:a16="http://schemas.microsoft.com/office/drawing/2014/main" id="{6C4B13DE-737B-E19A-7460-7E90A3A5AE9C}"/>
                </a:ext>
              </a:extLst>
            </p:cNvPr>
            <p:cNvSpPr>
              <a:spLocks noChangeShapeType="1"/>
            </p:cNvSpPr>
            <p:nvPr/>
          </p:nvSpPr>
          <p:spPr bwMode="auto">
            <a:xfrm>
              <a:off x="755650" y="3133725"/>
              <a:ext cx="3455988" cy="79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321" name="Group 13">
              <a:extLst>
                <a:ext uri="{FF2B5EF4-FFF2-40B4-BE49-F238E27FC236}">
                  <a16:creationId xmlns:a16="http://schemas.microsoft.com/office/drawing/2014/main" id="{1FB8359F-F149-FA5C-EBF2-37BC50C2F02C}"/>
                </a:ext>
              </a:extLst>
            </p:cNvPr>
            <p:cNvGrpSpPr>
              <a:grpSpLocks/>
            </p:cNvGrpSpPr>
            <p:nvPr/>
          </p:nvGrpSpPr>
          <p:grpSpPr bwMode="auto">
            <a:xfrm>
              <a:off x="1692275" y="2349500"/>
              <a:ext cx="503238" cy="358775"/>
              <a:chOff x="1066" y="1480"/>
              <a:chExt cx="317" cy="226"/>
            </a:xfrm>
          </p:grpSpPr>
          <p:sp>
            <p:nvSpPr>
              <p:cNvPr id="13375" name="Arc 11">
                <a:extLst>
                  <a:ext uri="{FF2B5EF4-FFF2-40B4-BE49-F238E27FC236}">
                    <a16:creationId xmlns:a16="http://schemas.microsoft.com/office/drawing/2014/main" id="{E862203C-96E9-D3C9-08DA-29D6CD8686EF}"/>
                  </a:ext>
                </a:extLst>
              </p:cNvPr>
              <p:cNvSpPr>
                <a:spLocks/>
              </p:cNvSpPr>
              <p:nvPr/>
            </p:nvSpPr>
            <p:spPr bwMode="auto">
              <a:xfrm>
                <a:off x="1066" y="1480"/>
                <a:ext cx="226" cy="18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76" name="Arc 12">
                <a:extLst>
                  <a:ext uri="{FF2B5EF4-FFF2-40B4-BE49-F238E27FC236}">
                    <a16:creationId xmlns:a16="http://schemas.microsoft.com/office/drawing/2014/main" id="{9960DF43-C359-6116-92D7-7E5E5F5E994B}"/>
                  </a:ext>
                </a:extLst>
              </p:cNvPr>
              <p:cNvSpPr>
                <a:spLocks/>
              </p:cNvSpPr>
              <p:nvPr/>
            </p:nvSpPr>
            <p:spPr bwMode="auto">
              <a:xfrm flipH="1" flipV="1">
                <a:off x="1292" y="1661"/>
                <a:ext cx="91" cy="4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grpSp>
        <p:sp>
          <p:nvSpPr>
            <p:cNvPr id="13322" name="Arc 15">
              <a:extLst>
                <a:ext uri="{FF2B5EF4-FFF2-40B4-BE49-F238E27FC236}">
                  <a16:creationId xmlns:a16="http://schemas.microsoft.com/office/drawing/2014/main" id="{A953D74E-B839-BE94-7460-B342C2424D67}"/>
                </a:ext>
              </a:extLst>
            </p:cNvPr>
            <p:cNvSpPr>
              <a:spLocks/>
            </p:cNvSpPr>
            <p:nvPr/>
          </p:nvSpPr>
          <p:spPr bwMode="auto">
            <a:xfrm rot="-4452897">
              <a:off x="3077369" y="2345532"/>
              <a:ext cx="358775" cy="287337"/>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p>
              <a:endParaRPr lang="en-US"/>
            </a:p>
          </p:txBody>
        </p:sp>
        <p:sp>
          <p:nvSpPr>
            <p:cNvPr id="13323" name="Arc 16">
              <a:extLst>
                <a:ext uri="{FF2B5EF4-FFF2-40B4-BE49-F238E27FC236}">
                  <a16:creationId xmlns:a16="http://schemas.microsoft.com/office/drawing/2014/main" id="{2EDC1E3E-924F-1A8B-8C92-06A615AC1282}"/>
                </a:ext>
              </a:extLst>
            </p:cNvPr>
            <p:cNvSpPr>
              <a:spLocks/>
            </p:cNvSpPr>
            <p:nvPr/>
          </p:nvSpPr>
          <p:spPr bwMode="auto">
            <a:xfrm rot="-4452897" flipH="1" flipV="1">
              <a:off x="2951162" y="2601913"/>
              <a:ext cx="144463" cy="71438"/>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13324" name="Line 17">
              <a:extLst>
                <a:ext uri="{FF2B5EF4-FFF2-40B4-BE49-F238E27FC236}">
                  <a16:creationId xmlns:a16="http://schemas.microsoft.com/office/drawing/2014/main" id="{C972C52F-821E-D338-3E2E-8D0CB2FEAC75}"/>
                </a:ext>
              </a:extLst>
            </p:cNvPr>
            <p:cNvSpPr>
              <a:spLocks noChangeShapeType="1"/>
            </p:cNvSpPr>
            <p:nvPr/>
          </p:nvSpPr>
          <p:spPr bwMode="auto">
            <a:xfrm>
              <a:off x="3419475" y="2349500"/>
              <a:ext cx="5048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5" name="Line 18">
              <a:extLst>
                <a:ext uri="{FF2B5EF4-FFF2-40B4-BE49-F238E27FC236}">
                  <a16:creationId xmlns:a16="http://schemas.microsoft.com/office/drawing/2014/main" id="{6281328A-7A31-314A-01C9-51FB74BD81CA}"/>
                </a:ext>
              </a:extLst>
            </p:cNvPr>
            <p:cNvSpPr>
              <a:spLocks noChangeShapeType="1"/>
            </p:cNvSpPr>
            <p:nvPr/>
          </p:nvSpPr>
          <p:spPr bwMode="auto">
            <a:xfrm flipV="1">
              <a:off x="3924300" y="2347913"/>
              <a:ext cx="0" cy="431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6" name="Line 19">
              <a:extLst>
                <a:ext uri="{FF2B5EF4-FFF2-40B4-BE49-F238E27FC236}">
                  <a16:creationId xmlns:a16="http://schemas.microsoft.com/office/drawing/2014/main" id="{B906C0F3-155E-8D10-3913-ABDFF2910D4C}"/>
                </a:ext>
              </a:extLst>
            </p:cNvPr>
            <p:cNvSpPr>
              <a:spLocks noChangeShapeType="1"/>
            </p:cNvSpPr>
            <p:nvPr/>
          </p:nvSpPr>
          <p:spPr bwMode="auto">
            <a:xfrm>
              <a:off x="812799" y="2782157"/>
              <a:ext cx="7921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7" name="Line 20">
              <a:extLst>
                <a:ext uri="{FF2B5EF4-FFF2-40B4-BE49-F238E27FC236}">
                  <a16:creationId xmlns:a16="http://schemas.microsoft.com/office/drawing/2014/main" id="{9EBB4AFE-E551-D447-CEC8-3042B5BC2E06}"/>
                </a:ext>
              </a:extLst>
            </p:cNvPr>
            <p:cNvSpPr>
              <a:spLocks noChangeShapeType="1"/>
            </p:cNvSpPr>
            <p:nvPr/>
          </p:nvSpPr>
          <p:spPr bwMode="auto">
            <a:xfrm>
              <a:off x="3356543" y="2781300"/>
              <a:ext cx="7921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8" name="Arc 22">
              <a:extLst>
                <a:ext uri="{FF2B5EF4-FFF2-40B4-BE49-F238E27FC236}">
                  <a16:creationId xmlns:a16="http://schemas.microsoft.com/office/drawing/2014/main" id="{B5429EF4-F70C-077F-A66F-388106E3F252}"/>
                </a:ext>
              </a:extLst>
            </p:cNvPr>
            <p:cNvSpPr>
              <a:spLocks/>
            </p:cNvSpPr>
            <p:nvPr/>
          </p:nvSpPr>
          <p:spPr bwMode="auto">
            <a:xfrm>
              <a:off x="1476375" y="2790825"/>
              <a:ext cx="358775" cy="314325"/>
            </a:xfrm>
            <a:custGeom>
              <a:avLst/>
              <a:gdLst>
                <a:gd name="T0" fmla="*/ 2147483646 w 21600"/>
                <a:gd name="T1" fmla="*/ 0 h 23653"/>
                <a:gd name="T2" fmla="*/ 2147483646 w 21600"/>
                <a:gd name="T3" fmla="*/ 2147483646 h 23653"/>
                <a:gd name="T4" fmla="*/ 0 w 21600"/>
                <a:gd name="T5" fmla="*/ 2147483646 h 23653"/>
                <a:gd name="T6" fmla="*/ 0 60000 65536"/>
                <a:gd name="T7" fmla="*/ 0 60000 65536"/>
                <a:gd name="T8" fmla="*/ 0 60000 65536"/>
                <a:gd name="T9" fmla="*/ 0 w 21600"/>
                <a:gd name="T10" fmla="*/ 0 h 23653"/>
                <a:gd name="T11" fmla="*/ 21600 w 21600"/>
                <a:gd name="T12" fmla="*/ 23653 h 23653"/>
              </a:gdLst>
              <a:ahLst/>
              <a:cxnLst>
                <a:cxn ang="T6">
                  <a:pos x="T0" y="T1"/>
                </a:cxn>
                <a:cxn ang="T7">
                  <a:pos x="T2" y="T3"/>
                </a:cxn>
                <a:cxn ang="T8">
                  <a:pos x="T4" y="T5"/>
                </a:cxn>
              </a:cxnLst>
              <a:rect l="T9" t="T10" r="T11" b="T12"/>
              <a:pathLst>
                <a:path w="21600" h="23653" fill="none" extrusionOk="0">
                  <a:moveTo>
                    <a:pt x="8069" y="0"/>
                  </a:moveTo>
                  <a:cubicBezTo>
                    <a:pt x="16245" y="3292"/>
                    <a:pt x="21600" y="11222"/>
                    <a:pt x="21600" y="20036"/>
                  </a:cubicBezTo>
                  <a:cubicBezTo>
                    <a:pt x="21600" y="21248"/>
                    <a:pt x="21497" y="22458"/>
                    <a:pt x="21295" y="23653"/>
                  </a:cubicBezTo>
                </a:path>
                <a:path w="21600" h="23653" stroke="0" extrusionOk="0">
                  <a:moveTo>
                    <a:pt x="8069" y="0"/>
                  </a:moveTo>
                  <a:cubicBezTo>
                    <a:pt x="16245" y="3292"/>
                    <a:pt x="21600" y="11222"/>
                    <a:pt x="21600" y="20036"/>
                  </a:cubicBezTo>
                  <a:cubicBezTo>
                    <a:pt x="21600" y="21248"/>
                    <a:pt x="21497" y="22458"/>
                    <a:pt x="21295" y="23653"/>
                  </a:cubicBezTo>
                  <a:lnTo>
                    <a:pt x="0" y="20036"/>
                  </a:lnTo>
                  <a:lnTo>
                    <a:pt x="8069"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29" name="Arc 24">
              <a:extLst>
                <a:ext uri="{FF2B5EF4-FFF2-40B4-BE49-F238E27FC236}">
                  <a16:creationId xmlns:a16="http://schemas.microsoft.com/office/drawing/2014/main" id="{2F78579B-BE04-7CFE-B769-FE29885E574B}"/>
                </a:ext>
              </a:extLst>
            </p:cNvPr>
            <p:cNvSpPr>
              <a:spLocks/>
            </p:cNvSpPr>
            <p:nvPr/>
          </p:nvSpPr>
          <p:spPr bwMode="auto">
            <a:xfrm rot="-4452897">
              <a:off x="3125788" y="2836863"/>
              <a:ext cx="388937" cy="287337"/>
            </a:xfrm>
            <a:custGeom>
              <a:avLst/>
              <a:gdLst>
                <a:gd name="T0" fmla="*/ 0 w 23448"/>
                <a:gd name="T1" fmla="*/ 2147483646 h 21600"/>
                <a:gd name="T2" fmla="*/ 2147483646 w 23448"/>
                <a:gd name="T3" fmla="*/ 2147483646 h 21600"/>
                <a:gd name="T4" fmla="*/ 2147483646 w 23448"/>
                <a:gd name="T5" fmla="*/ 2147483646 h 21600"/>
                <a:gd name="T6" fmla="*/ 0 60000 65536"/>
                <a:gd name="T7" fmla="*/ 0 60000 65536"/>
                <a:gd name="T8" fmla="*/ 0 60000 65536"/>
                <a:gd name="T9" fmla="*/ 0 w 23448"/>
                <a:gd name="T10" fmla="*/ 0 h 21600"/>
                <a:gd name="T11" fmla="*/ 23448 w 23448"/>
                <a:gd name="T12" fmla="*/ 21600 h 21600"/>
              </a:gdLst>
              <a:ahLst/>
              <a:cxnLst>
                <a:cxn ang="T6">
                  <a:pos x="T0" y="T1"/>
                </a:cxn>
                <a:cxn ang="T7">
                  <a:pos x="T2" y="T3"/>
                </a:cxn>
                <a:cxn ang="T8">
                  <a:pos x="T4" y="T5"/>
                </a:cxn>
              </a:cxnLst>
              <a:rect l="T9" t="T10" r="T11" b="T12"/>
              <a:pathLst>
                <a:path w="23448" h="21600" fill="none" extrusionOk="0">
                  <a:moveTo>
                    <a:pt x="-1" y="493"/>
                  </a:moveTo>
                  <a:cubicBezTo>
                    <a:pt x="1508" y="165"/>
                    <a:pt x="3048" y="-1"/>
                    <a:pt x="4593" y="0"/>
                  </a:cubicBezTo>
                  <a:cubicBezTo>
                    <a:pt x="12417" y="0"/>
                    <a:pt x="19630" y="4231"/>
                    <a:pt x="23447" y="11062"/>
                  </a:cubicBezTo>
                </a:path>
                <a:path w="23448" h="21600" stroke="0" extrusionOk="0">
                  <a:moveTo>
                    <a:pt x="-1" y="493"/>
                  </a:moveTo>
                  <a:cubicBezTo>
                    <a:pt x="1508" y="165"/>
                    <a:pt x="3048" y="-1"/>
                    <a:pt x="4593" y="0"/>
                  </a:cubicBezTo>
                  <a:cubicBezTo>
                    <a:pt x="12417" y="0"/>
                    <a:pt x="19630" y="4231"/>
                    <a:pt x="23447" y="11062"/>
                  </a:cubicBezTo>
                  <a:lnTo>
                    <a:pt x="4593" y="21600"/>
                  </a:lnTo>
                  <a:lnTo>
                    <a:pt x="-1" y="49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p>
              <a:endParaRPr lang="en-US"/>
            </a:p>
          </p:txBody>
        </p:sp>
        <p:sp>
          <p:nvSpPr>
            <p:cNvPr id="13330" name="Line 25">
              <a:extLst>
                <a:ext uri="{FF2B5EF4-FFF2-40B4-BE49-F238E27FC236}">
                  <a16:creationId xmlns:a16="http://schemas.microsoft.com/office/drawing/2014/main" id="{60F3A680-EC0E-6CFD-458D-D47A59A37ECE}"/>
                </a:ext>
              </a:extLst>
            </p:cNvPr>
            <p:cNvSpPr>
              <a:spLocks noChangeShapeType="1"/>
            </p:cNvSpPr>
            <p:nvPr/>
          </p:nvSpPr>
          <p:spPr bwMode="auto">
            <a:xfrm flipV="1">
              <a:off x="1835150" y="2997200"/>
              <a:ext cx="0" cy="714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1" name="Line 26">
              <a:extLst>
                <a:ext uri="{FF2B5EF4-FFF2-40B4-BE49-F238E27FC236}">
                  <a16:creationId xmlns:a16="http://schemas.microsoft.com/office/drawing/2014/main" id="{1AB170EE-DA53-A29C-0049-8DDEAE9BDEE4}"/>
                </a:ext>
              </a:extLst>
            </p:cNvPr>
            <p:cNvSpPr>
              <a:spLocks noChangeShapeType="1"/>
            </p:cNvSpPr>
            <p:nvPr/>
          </p:nvSpPr>
          <p:spPr bwMode="auto">
            <a:xfrm>
              <a:off x="1849438" y="2938463"/>
              <a:ext cx="0" cy="1444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2" name="Line 27">
              <a:extLst>
                <a:ext uri="{FF2B5EF4-FFF2-40B4-BE49-F238E27FC236}">
                  <a16:creationId xmlns:a16="http://schemas.microsoft.com/office/drawing/2014/main" id="{2CCE0A22-CE0F-6523-0658-0BBF14DA7D2A}"/>
                </a:ext>
              </a:extLst>
            </p:cNvPr>
            <p:cNvSpPr>
              <a:spLocks noChangeShapeType="1"/>
            </p:cNvSpPr>
            <p:nvPr/>
          </p:nvSpPr>
          <p:spPr bwMode="auto">
            <a:xfrm>
              <a:off x="3132138" y="2924175"/>
              <a:ext cx="0" cy="1444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3" name="Line 28">
              <a:extLst>
                <a:ext uri="{FF2B5EF4-FFF2-40B4-BE49-F238E27FC236}">
                  <a16:creationId xmlns:a16="http://schemas.microsoft.com/office/drawing/2014/main" id="{4920BAF4-FB50-0EC2-8AAF-AFD7FDEDF8B8}"/>
                </a:ext>
              </a:extLst>
            </p:cNvPr>
            <p:cNvSpPr>
              <a:spLocks noChangeShapeType="1"/>
            </p:cNvSpPr>
            <p:nvPr/>
          </p:nvSpPr>
          <p:spPr bwMode="auto">
            <a:xfrm>
              <a:off x="1835150" y="2924175"/>
              <a:ext cx="12969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3" name="Rectangle 29">
              <a:extLst>
                <a:ext uri="{FF2B5EF4-FFF2-40B4-BE49-F238E27FC236}">
                  <a16:creationId xmlns:a16="http://schemas.microsoft.com/office/drawing/2014/main" id="{4AA71C7D-BB7B-4CE6-8A5C-E17624BCAFA7}"/>
                </a:ext>
              </a:extLst>
            </p:cNvPr>
            <p:cNvSpPr>
              <a:spLocks noChangeArrowheads="1"/>
            </p:cNvSpPr>
            <p:nvPr/>
          </p:nvSpPr>
          <p:spPr bwMode="auto">
            <a:xfrm>
              <a:off x="1979389" y="2996851"/>
              <a:ext cx="1009213" cy="72188"/>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eaLnBrk="1" hangingPunct="1">
                <a:defRPr/>
              </a:pPr>
              <a:endParaRPr lang="ru-RU" sz="1600"/>
            </a:p>
          </p:txBody>
        </p:sp>
        <p:sp>
          <p:nvSpPr>
            <p:cNvPr id="13335" name="AutoShape 38">
              <a:extLst>
                <a:ext uri="{FF2B5EF4-FFF2-40B4-BE49-F238E27FC236}">
                  <a16:creationId xmlns:a16="http://schemas.microsoft.com/office/drawing/2014/main" id="{ABA7F698-A40C-6864-16F2-9731D792EFA4}"/>
                </a:ext>
              </a:extLst>
            </p:cNvPr>
            <p:cNvSpPr>
              <a:spLocks/>
            </p:cNvSpPr>
            <p:nvPr/>
          </p:nvSpPr>
          <p:spPr bwMode="auto">
            <a:xfrm rot="5400000">
              <a:off x="2411413" y="2449513"/>
              <a:ext cx="215900" cy="1657350"/>
            </a:xfrm>
            <a:prstGeom prst="rightBracket">
              <a:avLst>
                <a:gd name="adj" fmla="val 63971"/>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13336" name="Line 39">
              <a:extLst>
                <a:ext uri="{FF2B5EF4-FFF2-40B4-BE49-F238E27FC236}">
                  <a16:creationId xmlns:a16="http://schemas.microsoft.com/office/drawing/2014/main" id="{A7D8125A-9915-69AD-BAF4-E3A7AF4FDBC7}"/>
                </a:ext>
              </a:extLst>
            </p:cNvPr>
            <p:cNvSpPr>
              <a:spLocks noChangeShapeType="1"/>
            </p:cNvSpPr>
            <p:nvPr/>
          </p:nvSpPr>
          <p:spPr bwMode="auto">
            <a:xfrm>
              <a:off x="827088" y="3703638"/>
              <a:ext cx="33845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37" name="Freeform 40">
              <a:extLst>
                <a:ext uri="{FF2B5EF4-FFF2-40B4-BE49-F238E27FC236}">
                  <a16:creationId xmlns:a16="http://schemas.microsoft.com/office/drawing/2014/main" id="{6B82FDAB-7053-292F-BE08-9F9A92EC52D0}"/>
                </a:ext>
              </a:extLst>
            </p:cNvPr>
            <p:cNvSpPr>
              <a:spLocks/>
            </p:cNvSpPr>
            <p:nvPr/>
          </p:nvSpPr>
          <p:spPr bwMode="auto">
            <a:xfrm>
              <a:off x="706438" y="2770188"/>
              <a:ext cx="198437" cy="928687"/>
            </a:xfrm>
            <a:custGeom>
              <a:avLst/>
              <a:gdLst>
                <a:gd name="T0" fmla="*/ 2147483646 w 125"/>
                <a:gd name="T1" fmla="*/ 0 h 585"/>
                <a:gd name="T2" fmla="*/ 2147483646 w 125"/>
                <a:gd name="T3" fmla="*/ 2147483646 h 585"/>
                <a:gd name="T4" fmla="*/ 2147483646 w 125"/>
                <a:gd name="T5" fmla="*/ 2147483646 h 585"/>
                <a:gd name="T6" fmla="*/ 2147483646 w 125"/>
                <a:gd name="T7" fmla="*/ 2147483646 h 585"/>
                <a:gd name="T8" fmla="*/ 2147483646 w 125"/>
                <a:gd name="T9" fmla="*/ 2147483646 h 585"/>
                <a:gd name="T10" fmla="*/ 0 60000 65536"/>
                <a:gd name="T11" fmla="*/ 0 60000 65536"/>
                <a:gd name="T12" fmla="*/ 0 60000 65536"/>
                <a:gd name="T13" fmla="*/ 0 60000 65536"/>
                <a:gd name="T14" fmla="*/ 0 60000 65536"/>
                <a:gd name="T15" fmla="*/ 0 w 125"/>
                <a:gd name="T16" fmla="*/ 0 h 585"/>
                <a:gd name="T17" fmla="*/ 125 w 125"/>
                <a:gd name="T18" fmla="*/ 585 h 585"/>
              </a:gdLst>
              <a:ahLst/>
              <a:cxnLst>
                <a:cxn ang="T10">
                  <a:pos x="T0" y="T1"/>
                </a:cxn>
                <a:cxn ang="T11">
                  <a:pos x="T2" y="T3"/>
                </a:cxn>
                <a:cxn ang="T12">
                  <a:pos x="T4" y="T5"/>
                </a:cxn>
                <a:cxn ang="T13">
                  <a:pos x="T6" y="T7"/>
                </a:cxn>
                <a:cxn ang="T14">
                  <a:pos x="T8" y="T9"/>
                </a:cxn>
              </a:cxnLst>
              <a:rect l="T15" t="T16" r="T17" b="T18"/>
              <a:pathLst>
                <a:path w="125" h="585">
                  <a:moveTo>
                    <a:pt x="61" y="0"/>
                  </a:moveTo>
                  <a:cubicBezTo>
                    <a:pt x="20" y="43"/>
                    <a:pt x="0" y="144"/>
                    <a:pt x="70" y="166"/>
                  </a:cubicBezTo>
                  <a:cubicBezTo>
                    <a:pt x="111" y="209"/>
                    <a:pt x="58" y="241"/>
                    <a:pt x="26" y="271"/>
                  </a:cubicBezTo>
                  <a:cubicBezTo>
                    <a:pt x="10" y="323"/>
                    <a:pt x="3" y="391"/>
                    <a:pt x="61" y="411"/>
                  </a:cubicBezTo>
                  <a:cubicBezTo>
                    <a:pt x="125" y="505"/>
                    <a:pt x="87" y="430"/>
                    <a:pt x="87" y="585"/>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38" name="Freeform 41">
              <a:extLst>
                <a:ext uri="{FF2B5EF4-FFF2-40B4-BE49-F238E27FC236}">
                  <a16:creationId xmlns:a16="http://schemas.microsoft.com/office/drawing/2014/main" id="{96CC1657-3083-F32E-45C8-C2817E7558A8}"/>
                </a:ext>
              </a:extLst>
            </p:cNvPr>
            <p:cNvSpPr>
              <a:spLocks/>
            </p:cNvSpPr>
            <p:nvPr/>
          </p:nvSpPr>
          <p:spPr bwMode="auto">
            <a:xfrm rot="10800000">
              <a:off x="4067175" y="2781300"/>
              <a:ext cx="198438" cy="928688"/>
            </a:xfrm>
            <a:custGeom>
              <a:avLst/>
              <a:gdLst>
                <a:gd name="T0" fmla="*/ 2147483646 w 125"/>
                <a:gd name="T1" fmla="*/ 0 h 585"/>
                <a:gd name="T2" fmla="*/ 2147483646 w 125"/>
                <a:gd name="T3" fmla="*/ 2147483646 h 585"/>
                <a:gd name="T4" fmla="*/ 2147483646 w 125"/>
                <a:gd name="T5" fmla="*/ 2147483646 h 585"/>
                <a:gd name="T6" fmla="*/ 2147483646 w 125"/>
                <a:gd name="T7" fmla="*/ 2147483646 h 585"/>
                <a:gd name="T8" fmla="*/ 2147483646 w 125"/>
                <a:gd name="T9" fmla="*/ 2147483646 h 585"/>
                <a:gd name="T10" fmla="*/ 0 60000 65536"/>
                <a:gd name="T11" fmla="*/ 0 60000 65536"/>
                <a:gd name="T12" fmla="*/ 0 60000 65536"/>
                <a:gd name="T13" fmla="*/ 0 60000 65536"/>
                <a:gd name="T14" fmla="*/ 0 60000 65536"/>
                <a:gd name="T15" fmla="*/ 0 w 125"/>
                <a:gd name="T16" fmla="*/ 0 h 585"/>
                <a:gd name="T17" fmla="*/ 125 w 125"/>
                <a:gd name="T18" fmla="*/ 585 h 585"/>
              </a:gdLst>
              <a:ahLst/>
              <a:cxnLst>
                <a:cxn ang="T10">
                  <a:pos x="T0" y="T1"/>
                </a:cxn>
                <a:cxn ang="T11">
                  <a:pos x="T2" y="T3"/>
                </a:cxn>
                <a:cxn ang="T12">
                  <a:pos x="T4" y="T5"/>
                </a:cxn>
                <a:cxn ang="T13">
                  <a:pos x="T6" y="T7"/>
                </a:cxn>
                <a:cxn ang="T14">
                  <a:pos x="T8" y="T9"/>
                </a:cxn>
              </a:cxnLst>
              <a:rect l="T15" t="T16" r="T17" b="T18"/>
              <a:pathLst>
                <a:path w="125" h="585">
                  <a:moveTo>
                    <a:pt x="61" y="0"/>
                  </a:moveTo>
                  <a:cubicBezTo>
                    <a:pt x="20" y="43"/>
                    <a:pt x="0" y="144"/>
                    <a:pt x="70" y="166"/>
                  </a:cubicBezTo>
                  <a:cubicBezTo>
                    <a:pt x="111" y="209"/>
                    <a:pt x="58" y="241"/>
                    <a:pt x="26" y="271"/>
                  </a:cubicBezTo>
                  <a:cubicBezTo>
                    <a:pt x="10" y="323"/>
                    <a:pt x="3" y="391"/>
                    <a:pt x="61" y="411"/>
                  </a:cubicBezTo>
                  <a:cubicBezTo>
                    <a:pt x="125" y="505"/>
                    <a:pt x="87" y="430"/>
                    <a:pt x="87" y="585"/>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a:lstStyle/>
            <a:p>
              <a:endParaRPr lang="en-US"/>
            </a:p>
          </p:txBody>
        </p:sp>
        <p:sp>
          <p:nvSpPr>
            <p:cNvPr id="13339" name="Text Box 42">
              <a:extLst>
                <a:ext uri="{FF2B5EF4-FFF2-40B4-BE49-F238E27FC236}">
                  <a16:creationId xmlns:a16="http://schemas.microsoft.com/office/drawing/2014/main" id="{C39F2793-2359-3C07-01F3-4B1595CDF314}"/>
                </a:ext>
              </a:extLst>
            </p:cNvPr>
            <p:cNvSpPr txBox="1">
              <a:spLocks noChangeArrowheads="1"/>
            </p:cNvSpPr>
            <p:nvPr/>
          </p:nvSpPr>
          <p:spPr bwMode="auto">
            <a:xfrm>
              <a:off x="1835150" y="3084513"/>
              <a:ext cx="576263" cy="357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u="none"/>
                <a:t>n</a:t>
              </a:r>
              <a:r>
                <a:rPr lang="en-US" altLang="en-US" sz="1600" b="0" u="none" baseline="30000"/>
                <a:t>+</a:t>
              </a:r>
              <a:endParaRPr lang="ru-RU" altLang="en-US" sz="1600" b="0" u="none"/>
            </a:p>
          </p:txBody>
        </p:sp>
        <p:sp>
          <p:nvSpPr>
            <p:cNvPr id="13340" name="Line 43">
              <a:extLst>
                <a:ext uri="{FF2B5EF4-FFF2-40B4-BE49-F238E27FC236}">
                  <a16:creationId xmlns:a16="http://schemas.microsoft.com/office/drawing/2014/main" id="{1A71E827-36CC-BACD-F78A-E2F549EB0794}"/>
                </a:ext>
              </a:extLst>
            </p:cNvPr>
            <p:cNvSpPr>
              <a:spLocks noChangeShapeType="1"/>
            </p:cNvSpPr>
            <p:nvPr/>
          </p:nvSpPr>
          <p:spPr bwMode="auto">
            <a:xfrm flipV="1">
              <a:off x="1835150" y="1844675"/>
              <a:ext cx="288925"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1" name="Text Box 45">
              <a:extLst>
                <a:ext uri="{FF2B5EF4-FFF2-40B4-BE49-F238E27FC236}">
                  <a16:creationId xmlns:a16="http://schemas.microsoft.com/office/drawing/2014/main" id="{18B0A94B-A6D6-ED08-DB26-E963A5B9782F}"/>
                </a:ext>
              </a:extLst>
            </p:cNvPr>
            <p:cNvSpPr txBox="1">
              <a:spLocks noChangeArrowheads="1"/>
            </p:cNvSpPr>
            <p:nvPr/>
          </p:nvSpPr>
          <p:spPr bwMode="auto">
            <a:xfrm>
              <a:off x="1547812" y="1470810"/>
              <a:ext cx="2016125" cy="357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u="none"/>
                <a:t>Polysilicon</a:t>
              </a:r>
              <a:endParaRPr lang="ru-RU" altLang="en-US" sz="1600" b="0" u="none"/>
            </a:p>
          </p:txBody>
        </p:sp>
        <p:sp>
          <p:nvSpPr>
            <p:cNvPr id="13342" name="Line 46">
              <a:extLst>
                <a:ext uri="{FF2B5EF4-FFF2-40B4-BE49-F238E27FC236}">
                  <a16:creationId xmlns:a16="http://schemas.microsoft.com/office/drawing/2014/main" id="{8E11B78C-0179-6D1D-F216-E26A12E9BBEF}"/>
                </a:ext>
              </a:extLst>
            </p:cNvPr>
            <p:cNvSpPr>
              <a:spLocks noChangeShapeType="1"/>
            </p:cNvSpPr>
            <p:nvPr/>
          </p:nvSpPr>
          <p:spPr bwMode="auto">
            <a:xfrm flipH="1" flipV="1">
              <a:off x="684213" y="1916113"/>
              <a:ext cx="358775" cy="10810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3" name="Text Box 47">
              <a:extLst>
                <a:ext uri="{FF2B5EF4-FFF2-40B4-BE49-F238E27FC236}">
                  <a16:creationId xmlns:a16="http://schemas.microsoft.com/office/drawing/2014/main" id="{2F69B1EB-39B3-884D-FC3C-F2FE006F83CD}"/>
                </a:ext>
              </a:extLst>
            </p:cNvPr>
            <p:cNvSpPr txBox="1">
              <a:spLocks noChangeArrowheads="1"/>
            </p:cNvSpPr>
            <p:nvPr/>
          </p:nvSpPr>
          <p:spPr bwMode="auto">
            <a:xfrm>
              <a:off x="323850" y="1597614"/>
              <a:ext cx="2016125" cy="357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u="none"/>
                <a:t>SiO</a:t>
              </a:r>
              <a:r>
                <a:rPr lang="en-US" altLang="en-US" sz="1600" b="0" u="none" baseline="-25000"/>
                <a:t>2</a:t>
              </a:r>
              <a:endParaRPr lang="ru-RU" altLang="en-US" sz="1600" b="0" u="none"/>
            </a:p>
          </p:txBody>
        </p:sp>
        <p:sp>
          <p:nvSpPr>
            <p:cNvPr id="13344" name="Line 48">
              <a:extLst>
                <a:ext uri="{FF2B5EF4-FFF2-40B4-BE49-F238E27FC236}">
                  <a16:creationId xmlns:a16="http://schemas.microsoft.com/office/drawing/2014/main" id="{214F1C78-215A-48F7-AA60-A8AF91E70481}"/>
                </a:ext>
              </a:extLst>
            </p:cNvPr>
            <p:cNvSpPr>
              <a:spLocks noChangeShapeType="1"/>
            </p:cNvSpPr>
            <p:nvPr/>
          </p:nvSpPr>
          <p:spPr bwMode="auto">
            <a:xfrm flipH="1">
              <a:off x="2195513" y="2997200"/>
              <a:ext cx="288925" cy="1152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5" name="Text Box 49">
              <a:extLst>
                <a:ext uri="{FF2B5EF4-FFF2-40B4-BE49-F238E27FC236}">
                  <a16:creationId xmlns:a16="http://schemas.microsoft.com/office/drawing/2014/main" id="{AA947F6B-4F36-736E-C608-C5E984FC2304}"/>
                </a:ext>
              </a:extLst>
            </p:cNvPr>
            <p:cNvSpPr txBox="1">
              <a:spLocks noChangeArrowheads="1"/>
            </p:cNvSpPr>
            <p:nvPr/>
          </p:nvSpPr>
          <p:spPr bwMode="auto">
            <a:xfrm>
              <a:off x="346075" y="4076700"/>
              <a:ext cx="5184776" cy="357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u="none"/>
                <a:t>Dielectric ONO (oxide-nitride-oxcide)</a:t>
              </a:r>
              <a:endParaRPr lang="ru-RU" altLang="en-US" sz="1600" b="0" u="none"/>
            </a:p>
          </p:txBody>
        </p:sp>
        <p:sp>
          <p:nvSpPr>
            <p:cNvPr id="13346" name="Line 50">
              <a:extLst>
                <a:ext uri="{FF2B5EF4-FFF2-40B4-BE49-F238E27FC236}">
                  <a16:creationId xmlns:a16="http://schemas.microsoft.com/office/drawing/2014/main" id="{DE0ED50E-6C4E-5BBA-0A15-D1F5103E5504}"/>
                </a:ext>
              </a:extLst>
            </p:cNvPr>
            <p:cNvSpPr>
              <a:spLocks noChangeShapeType="1"/>
            </p:cNvSpPr>
            <p:nvPr/>
          </p:nvSpPr>
          <p:spPr bwMode="auto">
            <a:xfrm flipV="1">
              <a:off x="5148263" y="2290763"/>
              <a:ext cx="0" cy="431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7" name="Line 51">
              <a:extLst>
                <a:ext uri="{FF2B5EF4-FFF2-40B4-BE49-F238E27FC236}">
                  <a16:creationId xmlns:a16="http://schemas.microsoft.com/office/drawing/2014/main" id="{2629C117-EB9C-A103-3E1D-4A44597F8E14}"/>
                </a:ext>
              </a:extLst>
            </p:cNvPr>
            <p:cNvSpPr>
              <a:spLocks noChangeShapeType="1"/>
            </p:cNvSpPr>
            <p:nvPr/>
          </p:nvSpPr>
          <p:spPr bwMode="auto">
            <a:xfrm>
              <a:off x="5148263" y="2290763"/>
              <a:ext cx="5048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8" name="Line 52">
              <a:extLst>
                <a:ext uri="{FF2B5EF4-FFF2-40B4-BE49-F238E27FC236}">
                  <a16:creationId xmlns:a16="http://schemas.microsoft.com/office/drawing/2014/main" id="{E8E02720-2541-1434-5131-7481D96B691E}"/>
                </a:ext>
              </a:extLst>
            </p:cNvPr>
            <p:cNvSpPr>
              <a:spLocks noChangeShapeType="1"/>
            </p:cNvSpPr>
            <p:nvPr/>
          </p:nvSpPr>
          <p:spPr bwMode="auto">
            <a:xfrm>
              <a:off x="6140450" y="2649538"/>
              <a:ext cx="7921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49" name="Line 53">
              <a:extLst>
                <a:ext uri="{FF2B5EF4-FFF2-40B4-BE49-F238E27FC236}">
                  <a16:creationId xmlns:a16="http://schemas.microsoft.com/office/drawing/2014/main" id="{FBC3764C-F490-63B6-8554-12BF34ABB3EE}"/>
                </a:ext>
              </a:extLst>
            </p:cNvPr>
            <p:cNvSpPr>
              <a:spLocks noChangeShapeType="1"/>
            </p:cNvSpPr>
            <p:nvPr/>
          </p:nvSpPr>
          <p:spPr bwMode="auto">
            <a:xfrm>
              <a:off x="4750819" y="3074988"/>
              <a:ext cx="3455987" cy="79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3350" name="Group 54">
              <a:extLst>
                <a:ext uri="{FF2B5EF4-FFF2-40B4-BE49-F238E27FC236}">
                  <a16:creationId xmlns:a16="http://schemas.microsoft.com/office/drawing/2014/main" id="{54CD45E2-0E2E-5B55-AD94-BBB45721E09A}"/>
                </a:ext>
              </a:extLst>
            </p:cNvPr>
            <p:cNvGrpSpPr>
              <a:grpSpLocks/>
            </p:cNvGrpSpPr>
            <p:nvPr/>
          </p:nvGrpSpPr>
          <p:grpSpPr bwMode="auto">
            <a:xfrm>
              <a:off x="5653088" y="2290763"/>
              <a:ext cx="503237" cy="358775"/>
              <a:chOff x="1066" y="1480"/>
              <a:chExt cx="317" cy="226"/>
            </a:xfrm>
          </p:grpSpPr>
          <p:sp>
            <p:nvSpPr>
              <p:cNvPr id="13373" name="Arc 55">
                <a:extLst>
                  <a:ext uri="{FF2B5EF4-FFF2-40B4-BE49-F238E27FC236}">
                    <a16:creationId xmlns:a16="http://schemas.microsoft.com/office/drawing/2014/main" id="{E1661934-2581-8195-178D-A6FA3E16A9BC}"/>
                  </a:ext>
                </a:extLst>
              </p:cNvPr>
              <p:cNvSpPr>
                <a:spLocks/>
              </p:cNvSpPr>
              <p:nvPr/>
            </p:nvSpPr>
            <p:spPr bwMode="auto">
              <a:xfrm>
                <a:off x="1066" y="1480"/>
                <a:ext cx="226" cy="18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74" name="Arc 56">
                <a:extLst>
                  <a:ext uri="{FF2B5EF4-FFF2-40B4-BE49-F238E27FC236}">
                    <a16:creationId xmlns:a16="http://schemas.microsoft.com/office/drawing/2014/main" id="{A455E23E-3FF6-7AB5-94FD-B366361A7DB6}"/>
                  </a:ext>
                </a:extLst>
              </p:cNvPr>
              <p:cNvSpPr>
                <a:spLocks/>
              </p:cNvSpPr>
              <p:nvPr/>
            </p:nvSpPr>
            <p:spPr bwMode="auto">
              <a:xfrm flipH="1" flipV="1">
                <a:off x="1292" y="1661"/>
                <a:ext cx="91" cy="45"/>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grpSp>
        <p:sp>
          <p:nvSpPr>
            <p:cNvPr id="13351" name="Arc 57">
              <a:extLst>
                <a:ext uri="{FF2B5EF4-FFF2-40B4-BE49-F238E27FC236}">
                  <a16:creationId xmlns:a16="http://schemas.microsoft.com/office/drawing/2014/main" id="{66D75F15-4A1C-CE5F-62EE-A31894277A85}"/>
                </a:ext>
              </a:extLst>
            </p:cNvPr>
            <p:cNvSpPr>
              <a:spLocks/>
            </p:cNvSpPr>
            <p:nvPr/>
          </p:nvSpPr>
          <p:spPr bwMode="auto">
            <a:xfrm rot="-4452897">
              <a:off x="7038181" y="2286794"/>
              <a:ext cx="358775" cy="287338"/>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p>
              <a:endParaRPr lang="en-US"/>
            </a:p>
          </p:txBody>
        </p:sp>
        <p:sp>
          <p:nvSpPr>
            <p:cNvPr id="13352" name="Arc 58">
              <a:extLst>
                <a:ext uri="{FF2B5EF4-FFF2-40B4-BE49-F238E27FC236}">
                  <a16:creationId xmlns:a16="http://schemas.microsoft.com/office/drawing/2014/main" id="{B71C749C-F5DD-ABD8-F24F-D4AA4BD48E8D}"/>
                </a:ext>
              </a:extLst>
            </p:cNvPr>
            <p:cNvSpPr>
              <a:spLocks/>
            </p:cNvSpPr>
            <p:nvPr/>
          </p:nvSpPr>
          <p:spPr bwMode="auto">
            <a:xfrm rot="-4452897" flipH="1" flipV="1">
              <a:off x="6911976" y="2543175"/>
              <a:ext cx="144462" cy="71437"/>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p>
              <a:endParaRPr lang="en-US"/>
            </a:p>
          </p:txBody>
        </p:sp>
        <p:sp>
          <p:nvSpPr>
            <p:cNvPr id="13353" name="Line 59">
              <a:extLst>
                <a:ext uri="{FF2B5EF4-FFF2-40B4-BE49-F238E27FC236}">
                  <a16:creationId xmlns:a16="http://schemas.microsoft.com/office/drawing/2014/main" id="{BF6B6BAD-B1C7-78B8-78FE-068A606D56FB}"/>
                </a:ext>
              </a:extLst>
            </p:cNvPr>
            <p:cNvSpPr>
              <a:spLocks noChangeShapeType="1"/>
            </p:cNvSpPr>
            <p:nvPr/>
          </p:nvSpPr>
          <p:spPr bwMode="auto">
            <a:xfrm>
              <a:off x="7380288" y="2290763"/>
              <a:ext cx="5048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54" name="Line 60">
              <a:extLst>
                <a:ext uri="{FF2B5EF4-FFF2-40B4-BE49-F238E27FC236}">
                  <a16:creationId xmlns:a16="http://schemas.microsoft.com/office/drawing/2014/main" id="{427D8D51-470A-CD24-0C74-2CDC9B905D8A}"/>
                </a:ext>
              </a:extLst>
            </p:cNvPr>
            <p:cNvSpPr>
              <a:spLocks noChangeShapeType="1"/>
            </p:cNvSpPr>
            <p:nvPr/>
          </p:nvSpPr>
          <p:spPr bwMode="auto">
            <a:xfrm flipV="1">
              <a:off x="7885113" y="2289175"/>
              <a:ext cx="0" cy="431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55" name="Line 61">
              <a:extLst>
                <a:ext uri="{FF2B5EF4-FFF2-40B4-BE49-F238E27FC236}">
                  <a16:creationId xmlns:a16="http://schemas.microsoft.com/office/drawing/2014/main" id="{786DA6E0-7257-4A2B-3896-BF7C9303CB3A}"/>
                </a:ext>
              </a:extLst>
            </p:cNvPr>
            <p:cNvSpPr>
              <a:spLocks noChangeShapeType="1"/>
            </p:cNvSpPr>
            <p:nvPr/>
          </p:nvSpPr>
          <p:spPr bwMode="auto">
            <a:xfrm>
              <a:off x="4756435" y="2723419"/>
              <a:ext cx="8657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56" name="Line 62">
              <a:extLst>
                <a:ext uri="{FF2B5EF4-FFF2-40B4-BE49-F238E27FC236}">
                  <a16:creationId xmlns:a16="http://schemas.microsoft.com/office/drawing/2014/main" id="{4C13DDBA-D1E2-1953-242E-AA619BB9BE84}"/>
                </a:ext>
              </a:extLst>
            </p:cNvPr>
            <p:cNvSpPr>
              <a:spLocks noChangeShapeType="1"/>
            </p:cNvSpPr>
            <p:nvPr/>
          </p:nvSpPr>
          <p:spPr bwMode="auto">
            <a:xfrm>
              <a:off x="7334535" y="2722563"/>
              <a:ext cx="7921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57" name="Arc 63">
              <a:extLst>
                <a:ext uri="{FF2B5EF4-FFF2-40B4-BE49-F238E27FC236}">
                  <a16:creationId xmlns:a16="http://schemas.microsoft.com/office/drawing/2014/main" id="{C8189296-98E1-5517-FBF3-120941E1B690}"/>
                </a:ext>
              </a:extLst>
            </p:cNvPr>
            <p:cNvSpPr>
              <a:spLocks/>
            </p:cNvSpPr>
            <p:nvPr/>
          </p:nvSpPr>
          <p:spPr bwMode="auto">
            <a:xfrm>
              <a:off x="5437188" y="2732088"/>
              <a:ext cx="358775" cy="314325"/>
            </a:xfrm>
            <a:custGeom>
              <a:avLst/>
              <a:gdLst>
                <a:gd name="T0" fmla="*/ 2147483646 w 21600"/>
                <a:gd name="T1" fmla="*/ 0 h 23653"/>
                <a:gd name="T2" fmla="*/ 2147483646 w 21600"/>
                <a:gd name="T3" fmla="*/ 2147483646 h 23653"/>
                <a:gd name="T4" fmla="*/ 0 w 21600"/>
                <a:gd name="T5" fmla="*/ 2147483646 h 23653"/>
                <a:gd name="T6" fmla="*/ 0 60000 65536"/>
                <a:gd name="T7" fmla="*/ 0 60000 65536"/>
                <a:gd name="T8" fmla="*/ 0 60000 65536"/>
                <a:gd name="T9" fmla="*/ 0 w 21600"/>
                <a:gd name="T10" fmla="*/ 0 h 23653"/>
                <a:gd name="T11" fmla="*/ 21600 w 21600"/>
                <a:gd name="T12" fmla="*/ 23653 h 23653"/>
              </a:gdLst>
              <a:ahLst/>
              <a:cxnLst>
                <a:cxn ang="T6">
                  <a:pos x="T0" y="T1"/>
                </a:cxn>
                <a:cxn ang="T7">
                  <a:pos x="T2" y="T3"/>
                </a:cxn>
                <a:cxn ang="T8">
                  <a:pos x="T4" y="T5"/>
                </a:cxn>
              </a:cxnLst>
              <a:rect l="T9" t="T10" r="T11" b="T12"/>
              <a:pathLst>
                <a:path w="21600" h="23653" fill="none" extrusionOk="0">
                  <a:moveTo>
                    <a:pt x="8069" y="0"/>
                  </a:moveTo>
                  <a:cubicBezTo>
                    <a:pt x="16245" y="3292"/>
                    <a:pt x="21600" y="11222"/>
                    <a:pt x="21600" y="20036"/>
                  </a:cubicBezTo>
                  <a:cubicBezTo>
                    <a:pt x="21600" y="21248"/>
                    <a:pt x="21497" y="22458"/>
                    <a:pt x="21295" y="23653"/>
                  </a:cubicBezTo>
                </a:path>
                <a:path w="21600" h="23653" stroke="0" extrusionOk="0">
                  <a:moveTo>
                    <a:pt x="8069" y="0"/>
                  </a:moveTo>
                  <a:cubicBezTo>
                    <a:pt x="16245" y="3292"/>
                    <a:pt x="21600" y="11222"/>
                    <a:pt x="21600" y="20036"/>
                  </a:cubicBezTo>
                  <a:cubicBezTo>
                    <a:pt x="21600" y="21248"/>
                    <a:pt x="21497" y="22458"/>
                    <a:pt x="21295" y="23653"/>
                  </a:cubicBezTo>
                  <a:lnTo>
                    <a:pt x="0" y="20036"/>
                  </a:lnTo>
                  <a:lnTo>
                    <a:pt x="8069"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58" name="Arc 64">
              <a:extLst>
                <a:ext uri="{FF2B5EF4-FFF2-40B4-BE49-F238E27FC236}">
                  <a16:creationId xmlns:a16="http://schemas.microsoft.com/office/drawing/2014/main" id="{95A93ED1-34CA-A336-4042-724800C612BA}"/>
                </a:ext>
              </a:extLst>
            </p:cNvPr>
            <p:cNvSpPr>
              <a:spLocks/>
            </p:cNvSpPr>
            <p:nvPr/>
          </p:nvSpPr>
          <p:spPr bwMode="auto">
            <a:xfrm rot="-4452897">
              <a:off x="7069421" y="2764694"/>
              <a:ext cx="388938" cy="287338"/>
            </a:xfrm>
            <a:custGeom>
              <a:avLst/>
              <a:gdLst>
                <a:gd name="T0" fmla="*/ 0 w 23448"/>
                <a:gd name="T1" fmla="*/ 2147483646 h 21600"/>
                <a:gd name="T2" fmla="*/ 2147483646 w 23448"/>
                <a:gd name="T3" fmla="*/ 2147483646 h 21600"/>
                <a:gd name="T4" fmla="*/ 2147483646 w 23448"/>
                <a:gd name="T5" fmla="*/ 2147483646 h 21600"/>
                <a:gd name="T6" fmla="*/ 0 60000 65536"/>
                <a:gd name="T7" fmla="*/ 0 60000 65536"/>
                <a:gd name="T8" fmla="*/ 0 60000 65536"/>
                <a:gd name="T9" fmla="*/ 0 w 23448"/>
                <a:gd name="T10" fmla="*/ 0 h 21600"/>
                <a:gd name="T11" fmla="*/ 23448 w 23448"/>
                <a:gd name="T12" fmla="*/ 21600 h 21600"/>
              </a:gdLst>
              <a:ahLst/>
              <a:cxnLst>
                <a:cxn ang="T6">
                  <a:pos x="T0" y="T1"/>
                </a:cxn>
                <a:cxn ang="T7">
                  <a:pos x="T2" y="T3"/>
                </a:cxn>
                <a:cxn ang="T8">
                  <a:pos x="T4" y="T5"/>
                </a:cxn>
              </a:cxnLst>
              <a:rect l="T9" t="T10" r="T11" b="T12"/>
              <a:pathLst>
                <a:path w="23448" h="21600" fill="none" extrusionOk="0">
                  <a:moveTo>
                    <a:pt x="-1" y="493"/>
                  </a:moveTo>
                  <a:cubicBezTo>
                    <a:pt x="1508" y="165"/>
                    <a:pt x="3048" y="-1"/>
                    <a:pt x="4593" y="0"/>
                  </a:cubicBezTo>
                  <a:cubicBezTo>
                    <a:pt x="12417" y="0"/>
                    <a:pt x="19630" y="4231"/>
                    <a:pt x="23447" y="11062"/>
                  </a:cubicBezTo>
                </a:path>
                <a:path w="23448" h="21600" stroke="0" extrusionOk="0">
                  <a:moveTo>
                    <a:pt x="-1" y="493"/>
                  </a:moveTo>
                  <a:cubicBezTo>
                    <a:pt x="1508" y="165"/>
                    <a:pt x="3048" y="-1"/>
                    <a:pt x="4593" y="0"/>
                  </a:cubicBezTo>
                  <a:cubicBezTo>
                    <a:pt x="12417" y="0"/>
                    <a:pt x="19630" y="4231"/>
                    <a:pt x="23447" y="11062"/>
                  </a:cubicBezTo>
                  <a:lnTo>
                    <a:pt x="4593" y="21600"/>
                  </a:lnTo>
                  <a:lnTo>
                    <a:pt x="-1" y="49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p>
              <a:endParaRPr lang="en-US"/>
            </a:p>
          </p:txBody>
        </p:sp>
        <p:sp>
          <p:nvSpPr>
            <p:cNvPr id="13359" name="Line 65">
              <a:extLst>
                <a:ext uri="{FF2B5EF4-FFF2-40B4-BE49-F238E27FC236}">
                  <a16:creationId xmlns:a16="http://schemas.microsoft.com/office/drawing/2014/main" id="{BBB530C2-FE2F-6C13-2E3C-FE94F027D98A}"/>
                </a:ext>
              </a:extLst>
            </p:cNvPr>
            <p:cNvSpPr>
              <a:spLocks noChangeShapeType="1"/>
            </p:cNvSpPr>
            <p:nvPr/>
          </p:nvSpPr>
          <p:spPr bwMode="auto">
            <a:xfrm flipV="1">
              <a:off x="5795963" y="2938463"/>
              <a:ext cx="0" cy="714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60" name="AutoShape 70">
              <a:extLst>
                <a:ext uri="{FF2B5EF4-FFF2-40B4-BE49-F238E27FC236}">
                  <a16:creationId xmlns:a16="http://schemas.microsoft.com/office/drawing/2014/main" id="{681E3916-9069-967F-AEFC-D8034FF8C772}"/>
                </a:ext>
              </a:extLst>
            </p:cNvPr>
            <p:cNvSpPr>
              <a:spLocks/>
            </p:cNvSpPr>
            <p:nvPr/>
          </p:nvSpPr>
          <p:spPr bwMode="auto">
            <a:xfrm rot="5400000">
              <a:off x="6372225" y="2390775"/>
              <a:ext cx="215900" cy="1657350"/>
            </a:xfrm>
            <a:prstGeom prst="rightBracket">
              <a:avLst>
                <a:gd name="adj" fmla="val 63971"/>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13361" name="Line 71">
              <a:extLst>
                <a:ext uri="{FF2B5EF4-FFF2-40B4-BE49-F238E27FC236}">
                  <a16:creationId xmlns:a16="http://schemas.microsoft.com/office/drawing/2014/main" id="{F0C72E41-3632-B688-7E2E-A215F81617B3}"/>
                </a:ext>
              </a:extLst>
            </p:cNvPr>
            <p:cNvSpPr>
              <a:spLocks noChangeShapeType="1"/>
            </p:cNvSpPr>
            <p:nvPr/>
          </p:nvSpPr>
          <p:spPr bwMode="auto">
            <a:xfrm>
              <a:off x="4787900" y="3644900"/>
              <a:ext cx="33845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62" name="Freeform 72">
              <a:extLst>
                <a:ext uri="{FF2B5EF4-FFF2-40B4-BE49-F238E27FC236}">
                  <a16:creationId xmlns:a16="http://schemas.microsoft.com/office/drawing/2014/main" id="{803AF82B-79F3-88B8-BF80-E43C6F2D282D}"/>
                </a:ext>
              </a:extLst>
            </p:cNvPr>
            <p:cNvSpPr>
              <a:spLocks/>
            </p:cNvSpPr>
            <p:nvPr/>
          </p:nvSpPr>
          <p:spPr bwMode="auto">
            <a:xfrm>
              <a:off x="4667250" y="2711450"/>
              <a:ext cx="198438" cy="928688"/>
            </a:xfrm>
            <a:custGeom>
              <a:avLst/>
              <a:gdLst>
                <a:gd name="T0" fmla="*/ 2147483646 w 125"/>
                <a:gd name="T1" fmla="*/ 0 h 585"/>
                <a:gd name="T2" fmla="*/ 2147483646 w 125"/>
                <a:gd name="T3" fmla="*/ 2147483646 h 585"/>
                <a:gd name="T4" fmla="*/ 2147483646 w 125"/>
                <a:gd name="T5" fmla="*/ 2147483646 h 585"/>
                <a:gd name="T6" fmla="*/ 2147483646 w 125"/>
                <a:gd name="T7" fmla="*/ 2147483646 h 585"/>
                <a:gd name="T8" fmla="*/ 2147483646 w 125"/>
                <a:gd name="T9" fmla="*/ 2147483646 h 585"/>
                <a:gd name="T10" fmla="*/ 0 60000 65536"/>
                <a:gd name="T11" fmla="*/ 0 60000 65536"/>
                <a:gd name="T12" fmla="*/ 0 60000 65536"/>
                <a:gd name="T13" fmla="*/ 0 60000 65536"/>
                <a:gd name="T14" fmla="*/ 0 60000 65536"/>
                <a:gd name="T15" fmla="*/ 0 w 125"/>
                <a:gd name="T16" fmla="*/ 0 h 585"/>
                <a:gd name="T17" fmla="*/ 125 w 125"/>
                <a:gd name="T18" fmla="*/ 585 h 585"/>
              </a:gdLst>
              <a:ahLst/>
              <a:cxnLst>
                <a:cxn ang="T10">
                  <a:pos x="T0" y="T1"/>
                </a:cxn>
                <a:cxn ang="T11">
                  <a:pos x="T2" y="T3"/>
                </a:cxn>
                <a:cxn ang="T12">
                  <a:pos x="T4" y="T5"/>
                </a:cxn>
                <a:cxn ang="T13">
                  <a:pos x="T6" y="T7"/>
                </a:cxn>
                <a:cxn ang="T14">
                  <a:pos x="T8" y="T9"/>
                </a:cxn>
              </a:cxnLst>
              <a:rect l="T15" t="T16" r="T17" b="T18"/>
              <a:pathLst>
                <a:path w="125" h="585">
                  <a:moveTo>
                    <a:pt x="61" y="0"/>
                  </a:moveTo>
                  <a:cubicBezTo>
                    <a:pt x="20" y="43"/>
                    <a:pt x="0" y="144"/>
                    <a:pt x="70" y="166"/>
                  </a:cubicBezTo>
                  <a:cubicBezTo>
                    <a:pt x="111" y="209"/>
                    <a:pt x="58" y="241"/>
                    <a:pt x="26" y="271"/>
                  </a:cubicBezTo>
                  <a:cubicBezTo>
                    <a:pt x="10" y="323"/>
                    <a:pt x="3" y="391"/>
                    <a:pt x="61" y="411"/>
                  </a:cubicBezTo>
                  <a:cubicBezTo>
                    <a:pt x="125" y="505"/>
                    <a:pt x="87" y="430"/>
                    <a:pt x="87" y="585"/>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363" name="Freeform 73">
              <a:extLst>
                <a:ext uri="{FF2B5EF4-FFF2-40B4-BE49-F238E27FC236}">
                  <a16:creationId xmlns:a16="http://schemas.microsoft.com/office/drawing/2014/main" id="{8B7DC59C-0678-7501-F1A1-EB242624522B}"/>
                </a:ext>
              </a:extLst>
            </p:cNvPr>
            <p:cNvSpPr>
              <a:spLocks/>
            </p:cNvSpPr>
            <p:nvPr/>
          </p:nvSpPr>
          <p:spPr bwMode="auto">
            <a:xfrm rot="10800000">
              <a:off x="8027988" y="2722563"/>
              <a:ext cx="198437" cy="928687"/>
            </a:xfrm>
            <a:custGeom>
              <a:avLst/>
              <a:gdLst>
                <a:gd name="T0" fmla="*/ 2147483646 w 125"/>
                <a:gd name="T1" fmla="*/ 0 h 585"/>
                <a:gd name="T2" fmla="*/ 2147483646 w 125"/>
                <a:gd name="T3" fmla="*/ 2147483646 h 585"/>
                <a:gd name="T4" fmla="*/ 2147483646 w 125"/>
                <a:gd name="T5" fmla="*/ 2147483646 h 585"/>
                <a:gd name="T6" fmla="*/ 2147483646 w 125"/>
                <a:gd name="T7" fmla="*/ 2147483646 h 585"/>
                <a:gd name="T8" fmla="*/ 2147483646 w 125"/>
                <a:gd name="T9" fmla="*/ 2147483646 h 585"/>
                <a:gd name="T10" fmla="*/ 0 60000 65536"/>
                <a:gd name="T11" fmla="*/ 0 60000 65536"/>
                <a:gd name="T12" fmla="*/ 0 60000 65536"/>
                <a:gd name="T13" fmla="*/ 0 60000 65536"/>
                <a:gd name="T14" fmla="*/ 0 60000 65536"/>
                <a:gd name="T15" fmla="*/ 0 w 125"/>
                <a:gd name="T16" fmla="*/ 0 h 585"/>
                <a:gd name="T17" fmla="*/ 125 w 125"/>
                <a:gd name="T18" fmla="*/ 585 h 585"/>
              </a:gdLst>
              <a:ahLst/>
              <a:cxnLst>
                <a:cxn ang="T10">
                  <a:pos x="T0" y="T1"/>
                </a:cxn>
                <a:cxn ang="T11">
                  <a:pos x="T2" y="T3"/>
                </a:cxn>
                <a:cxn ang="T12">
                  <a:pos x="T4" y="T5"/>
                </a:cxn>
                <a:cxn ang="T13">
                  <a:pos x="T6" y="T7"/>
                </a:cxn>
                <a:cxn ang="T14">
                  <a:pos x="T8" y="T9"/>
                </a:cxn>
              </a:cxnLst>
              <a:rect l="T15" t="T16" r="T17" b="T18"/>
              <a:pathLst>
                <a:path w="125" h="585">
                  <a:moveTo>
                    <a:pt x="61" y="0"/>
                  </a:moveTo>
                  <a:cubicBezTo>
                    <a:pt x="20" y="43"/>
                    <a:pt x="0" y="144"/>
                    <a:pt x="70" y="166"/>
                  </a:cubicBezTo>
                  <a:cubicBezTo>
                    <a:pt x="111" y="209"/>
                    <a:pt x="58" y="241"/>
                    <a:pt x="26" y="271"/>
                  </a:cubicBezTo>
                  <a:cubicBezTo>
                    <a:pt x="10" y="323"/>
                    <a:pt x="3" y="391"/>
                    <a:pt x="61" y="411"/>
                  </a:cubicBezTo>
                  <a:cubicBezTo>
                    <a:pt x="125" y="505"/>
                    <a:pt x="87" y="430"/>
                    <a:pt x="87" y="585"/>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a:lstStyle/>
            <a:p>
              <a:endParaRPr lang="en-US"/>
            </a:p>
          </p:txBody>
        </p:sp>
        <p:sp>
          <p:nvSpPr>
            <p:cNvPr id="13364" name="Text Box 74">
              <a:extLst>
                <a:ext uri="{FF2B5EF4-FFF2-40B4-BE49-F238E27FC236}">
                  <a16:creationId xmlns:a16="http://schemas.microsoft.com/office/drawing/2014/main" id="{8AC89099-14EF-60FD-A0C4-48D65F5477DE}"/>
                </a:ext>
              </a:extLst>
            </p:cNvPr>
            <p:cNvSpPr txBox="1">
              <a:spLocks noChangeArrowheads="1"/>
            </p:cNvSpPr>
            <p:nvPr/>
          </p:nvSpPr>
          <p:spPr bwMode="auto">
            <a:xfrm>
              <a:off x="5795963" y="3025775"/>
              <a:ext cx="576262" cy="357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u="none"/>
                <a:t>n</a:t>
              </a:r>
              <a:r>
                <a:rPr lang="en-US" altLang="en-US" sz="1600" b="0" u="none" baseline="30000"/>
                <a:t>+</a:t>
              </a:r>
              <a:endParaRPr lang="ru-RU" altLang="en-US" sz="1600" b="0" u="none"/>
            </a:p>
          </p:txBody>
        </p:sp>
        <p:sp>
          <p:nvSpPr>
            <p:cNvPr id="13365" name="Line 75">
              <a:extLst>
                <a:ext uri="{FF2B5EF4-FFF2-40B4-BE49-F238E27FC236}">
                  <a16:creationId xmlns:a16="http://schemas.microsoft.com/office/drawing/2014/main" id="{6AC5FC10-D0FB-58FF-C629-C7969520B78A}"/>
                </a:ext>
              </a:extLst>
            </p:cNvPr>
            <p:cNvSpPr>
              <a:spLocks noChangeShapeType="1"/>
            </p:cNvSpPr>
            <p:nvPr/>
          </p:nvSpPr>
          <p:spPr bwMode="auto">
            <a:xfrm>
              <a:off x="5795963" y="2924175"/>
              <a:ext cx="3603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66" name="Line 76">
              <a:extLst>
                <a:ext uri="{FF2B5EF4-FFF2-40B4-BE49-F238E27FC236}">
                  <a16:creationId xmlns:a16="http://schemas.microsoft.com/office/drawing/2014/main" id="{DB27BD36-6323-58BD-A9B4-715DF54274BD}"/>
                </a:ext>
              </a:extLst>
            </p:cNvPr>
            <p:cNvSpPr>
              <a:spLocks noChangeShapeType="1"/>
            </p:cNvSpPr>
            <p:nvPr/>
          </p:nvSpPr>
          <p:spPr bwMode="auto">
            <a:xfrm>
              <a:off x="6761163" y="2924175"/>
              <a:ext cx="3603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67" name="Arc 77">
              <a:extLst>
                <a:ext uri="{FF2B5EF4-FFF2-40B4-BE49-F238E27FC236}">
                  <a16:creationId xmlns:a16="http://schemas.microsoft.com/office/drawing/2014/main" id="{4689D37C-5150-A76F-EC24-4CCFABA4F272}"/>
                </a:ext>
              </a:extLst>
            </p:cNvPr>
            <p:cNvSpPr>
              <a:spLocks/>
            </p:cNvSpPr>
            <p:nvPr/>
          </p:nvSpPr>
          <p:spPr bwMode="auto">
            <a:xfrm>
              <a:off x="6156325" y="2928938"/>
              <a:ext cx="71438" cy="131762"/>
            </a:xfrm>
            <a:custGeom>
              <a:avLst/>
              <a:gdLst>
                <a:gd name="T0" fmla="*/ 0 w 21600"/>
                <a:gd name="T1" fmla="*/ 0 h 39084"/>
                <a:gd name="T2" fmla="*/ 2147483646 w 21600"/>
                <a:gd name="T3" fmla="*/ 2147483646 h 39084"/>
                <a:gd name="T4" fmla="*/ 0 w 21600"/>
                <a:gd name="T5" fmla="*/ 2147483646 h 39084"/>
                <a:gd name="T6" fmla="*/ 0 60000 65536"/>
                <a:gd name="T7" fmla="*/ 0 60000 65536"/>
                <a:gd name="T8" fmla="*/ 0 60000 65536"/>
                <a:gd name="T9" fmla="*/ 0 w 21600"/>
                <a:gd name="T10" fmla="*/ 0 h 39084"/>
                <a:gd name="T11" fmla="*/ 21600 w 21600"/>
                <a:gd name="T12" fmla="*/ 39084 h 39084"/>
              </a:gdLst>
              <a:ahLst/>
              <a:cxnLst>
                <a:cxn ang="T6">
                  <a:pos x="T0" y="T1"/>
                </a:cxn>
                <a:cxn ang="T7">
                  <a:pos x="T2" y="T3"/>
                </a:cxn>
                <a:cxn ang="T8">
                  <a:pos x="T4" y="T5"/>
                </a:cxn>
              </a:cxnLst>
              <a:rect l="T9" t="T10" r="T11" b="T12"/>
              <a:pathLst>
                <a:path w="21600" h="39084" fill="none" extrusionOk="0">
                  <a:moveTo>
                    <a:pt x="-1" y="0"/>
                  </a:moveTo>
                  <a:cubicBezTo>
                    <a:pt x="11929" y="0"/>
                    <a:pt x="21600" y="9670"/>
                    <a:pt x="21600" y="21600"/>
                  </a:cubicBezTo>
                  <a:cubicBezTo>
                    <a:pt x="21600" y="28519"/>
                    <a:pt x="18284" y="35020"/>
                    <a:pt x="12683" y="39083"/>
                  </a:cubicBezTo>
                </a:path>
                <a:path w="21600" h="39084" stroke="0" extrusionOk="0">
                  <a:moveTo>
                    <a:pt x="-1" y="0"/>
                  </a:moveTo>
                  <a:cubicBezTo>
                    <a:pt x="11929" y="0"/>
                    <a:pt x="21600" y="9670"/>
                    <a:pt x="21600" y="21600"/>
                  </a:cubicBezTo>
                  <a:cubicBezTo>
                    <a:pt x="21600" y="28519"/>
                    <a:pt x="18284" y="35020"/>
                    <a:pt x="12683" y="39083"/>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368" name="Arc 78">
              <a:extLst>
                <a:ext uri="{FF2B5EF4-FFF2-40B4-BE49-F238E27FC236}">
                  <a16:creationId xmlns:a16="http://schemas.microsoft.com/office/drawing/2014/main" id="{6A0B906E-CDE9-B091-1C6F-3C02C10540F9}"/>
                </a:ext>
              </a:extLst>
            </p:cNvPr>
            <p:cNvSpPr>
              <a:spLocks/>
            </p:cNvSpPr>
            <p:nvPr/>
          </p:nvSpPr>
          <p:spPr bwMode="auto">
            <a:xfrm rot="10800000">
              <a:off x="6732588" y="2938463"/>
              <a:ext cx="71437" cy="131762"/>
            </a:xfrm>
            <a:custGeom>
              <a:avLst/>
              <a:gdLst>
                <a:gd name="T0" fmla="*/ 0 w 21600"/>
                <a:gd name="T1" fmla="*/ 0 h 39084"/>
                <a:gd name="T2" fmla="*/ 2147483646 w 21600"/>
                <a:gd name="T3" fmla="*/ 2147483646 h 39084"/>
                <a:gd name="T4" fmla="*/ 0 w 21600"/>
                <a:gd name="T5" fmla="*/ 2147483646 h 39084"/>
                <a:gd name="T6" fmla="*/ 0 60000 65536"/>
                <a:gd name="T7" fmla="*/ 0 60000 65536"/>
                <a:gd name="T8" fmla="*/ 0 60000 65536"/>
                <a:gd name="T9" fmla="*/ 0 w 21600"/>
                <a:gd name="T10" fmla="*/ 0 h 39084"/>
                <a:gd name="T11" fmla="*/ 21600 w 21600"/>
                <a:gd name="T12" fmla="*/ 39084 h 39084"/>
              </a:gdLst>
              <a:ahLst/>
              <a:cxnLst>
                <a:cxn ang="T6">
                  <a:pos x="T0" y="T1"/>
                </a:cxn>
                <a:cxn ang="T7">
                  <a:pos x="T2" y="T3"/>
                </a:cxn>
                <a:cxn ang="T8">
                  <a:pos x="T4" y="T5"/>
                </a:cxn>
              </a:cxnLst>
              <a:rect l="T9" t="T10" r="T11" b="T12"/>
              <a:pathLst>
                <a:path w="21600" h="39084" fill="none" extrusionOk="0">
                  <a:moveTo>
                    <a:pt x="-1" y="0"/>
                  </a:moveTo>
                  <a:cubicBezTo>
                    <a:pt x="11929" y="0"/>
                    <a:pt x="21600" y="9670"/>
                    <a:pt x="21600" y="21600"/>
                  </a:cubicBezTo>
                  <a:cubicBezTo>
                    <a:pt x="21600" y="28519"/>
                    <a:pt x="18284" y="35020"/>
                    <a:pt x="12683" y="39083"/>
                  </a:cubicBezTo>
                </a:path>
                <a:path w="21600" h="39084" stroke="0" extrusionOk="0">
                  <a:moveTo>
                    <a:pt x="-1" y="0"/>
                  </a:moveTo>
                  <a:cubicBezTo>
                    <a:pt x="11929" y="0"/>
                    <a:pt x="21600" y="9670"/>
                    <a:pt x="21600" y="21600"/>
                  </a:cubicBezTo>
                  <a:cubicBezTo>
                    <a:pt x="21600" y="28519"/>
                    <a:pt x="18284" y="35020"/>
                    <a:pt x="12683" y="39083"/>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5180" name="Rectangle 80">
              <a:extLst>
                <a:ext uri="{FF2B5EF4-FFF2-40B4-BE49-F238E27FC236}">
                  <a16:creationId xmlns:a16="http://schemas.microsoft.com/office/drawing/2014/main" id="{7E2F3509-E6CD-4410-82DB-04ADB0443933}"/>
                </a:ext>
              </a:extLst>
            </p:cNvPr>
            <p:cNvSpPr>
              <a:spLocks noChangeArrowheads="1"/>
            </p:cNvSpPr>
            <p:nvPr/>
          </p:nvSpPr>
          <p:spPr bwMode="auto">
            <a:xfrm flipV="1">
              <a:off x="5996915" y="2966632"/>
              <a:ext cx="216874" cy="53722"/>
            </a:xfrm>
            <a:prstGeom prst="rect">
              <a:avLst/>
            </a:prstGeom>
            <a:solidFill>
              <a:schemeClr val="accent1">
                <a:lumMod val="20000"/>
                <a:lumOff val="80000"/>
              </a:schemeClr>
            </a:solidFill>
            <a:ln w="25400">
              <a:solidFill>
                <a:schemeClr val="tx1"/>
              </a:solidFill>
              <a:miter lim="800000"/>
              <a:headEnd/>
              <a:tailEnd/>
            </a:ln>
          </p:spPr>
          <p:txBody>
            <a:bodyPr rot="10800000" wrap="none" anchor="ctr"/>
            <a:lstStyle/>
            <a:p>
              <a:pPr eaLnBrk="1" hangingPunct="1">
                <a:defRPr/>
              </a:pPr>
              <a:endParaRPr lang="ru-RU" sz="1600"/>
            </a:p>
          </p:txBody>
        </p:sp>
        <p:sp>
          <p:nvSpPr>
            <p:cNvPr id="5181" name="Rectangle 81">
              <a:extLst>
                <a:ext uri="{FF2B5EF4-FFF2-40B4-BE49-F238E27FC236}">
                  <a16:creationId xmlns:a16="http://schemas.microsoft.com/office/drawing/2014/main" id="{579AA737-483F-463A-9F85-72F6DB042D36}"/>
                </a:ext>
              </a:extLst>
            </p:cNvPr>
            <p:cNvSpPr>
              <a:spLocks noChangeArrowheads="1"/>
            </p:cNvSpPr>
            <p:nvPr/>
          </p:nvSpPr>
          <p:spPr bwMode="auto">
            <a:xfrm flipV="1">
              <a:off x="6746310" y="2981741"/>
              <a:ext cx="216873" cy="53722"/>
            </a:xfrm>
            <a:prstGeom prst="rect">
              <a:avLst/>
            </a:prstGeom>
            <a:solidFill>
              <a:schemeClr val="accent1">
                <a:lumMod val="20000"/>
                <a:lumOff val="80000"/>
              </a:schemeClr>
            </a:solidFill>
            <a:ln w="25400">
              <a:solidFill>
                <a:schemeClr val="tx1"/>
              </a:solidFill>
              <a:miter lim="800000"/>
              <a:headEnd/>
              <a:tailEnd/>
            </a:ln>
          </p:spPr>
          <p:txBody>
            <a:bodyPr rot="10800000" wrap="none" anchor="ctr"/>
            <a:lstStyle/>
            <a:p>
              <a:pPr eaLnBrk="1" hangingPunct="1">
                <a:defRPr/>
              </a:pPr>
              <a:endParaRPr lang="ru-RU" sz="1600"/>
            </a:p>
          </p:txBody>
        </p:sp>
        <p:sp>
          <p:nvSpPr>
            <p:cNvPr id="13371" name="Text Box 82">
              <a:extLst>
                <a:ext uri="{FF2B5EF4-FFF2-40B4-BE49-F238E27FC236}">
                  <a16:creationId xmlns:a16="http://schemas.microsoft.com/office/drawing/2014/main" id="{AA5F3078-E4AE-0A8D-5882-00C59CF2DA28}"/>
                </a:ext>
              </a:extLst>
            </p:cNvPr>
            <p:cNvSpPr txBox="1">
              <a:spLocks noChangeArrowheads="1"/>
            </p:cNvSpPr>
            <p:nvPr/>
          </p:nvSpPr>
          <p:spPr bwMode="auto">
            <a:xfrm>
              <a:off x="466725" y="4508500"/>
              <a:ext cx="3457574" cy="390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Before programming</a:t>
              </a:r>
              <a:endParaRPr lang="ru-RU" altLang="en-US" b="0" u="none"/>
            </a:p>
          </p:txBody>
        </p:sp>
        <p:sp>
          <p:nvSpPr>
            <p:cNvPr id="13372" name="Text Box 83">
              <a:extLst>
                <a:ext uri="{FF2B5EF4-FFF2-40B4-BE49-F238E27FC236}">
                  <a16:creationId xmlns:a16="http://schemas.microsoft.com/office/drawing/2014/main" id="{F4DD5CD1-5118-DBB0-E9A8-287D7C1E06B4}"/>
                </a:ext>
              </a:extLst>
            </p:cNvPr>
            <p:cNvSpPr txBox="1">
              <a:spLocks noChangeArrowheads="1"/>
            </p:cNvSpPr>
            <p:nvPr/>
          </p:nvSpPr>
          <p:spPr bwMode="auto">
            <a:xfrm>
              <a:off x="5148264" y="4508500"/>
              <a:ext cx="3457574" cy="390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After programming</a:t>
              </a:r>
              <a:endParaRPr lang="ru-RU" altLang="en-US" b="0" u="none"/>
            </a:p>
          </p:txBody>
        </p:sp>
      </p:grpSp>
      <p:sp>
        <p:nvSpPr>
          <p:cNvPr id="13316" name="Text Box 84">
            <a:extLst>
              <a:ext uri="{FF2B5EF4-FFF2-40B4-BE49-F238E27FC236}">
                <a16:creationId xmlns:a16="http://schemas.microsoft.com/office/drawing/2014/main" id="{7A7F1358-4EEE-29B9-9E7A-79EE2A11A0F8}"/>
              </a:ext>
            </a:extLst>
          </p:cNvPr>
          <p:cNvSpPr txBox="1">
            <a:spLocks noChangeArrowheads="1"/>
          </p:cNvSpPr>
          <p:nvPr/>
        </p:nvSpPr>
        <p:spPr bwMode="auto">
          <a:xfrm>
            <a:off x="1954214" y="5068888"/>
            <a:ext cx="82565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 programming pulse breaking-down three-layered dielectric and ONO creates conductive channel.  </a:t>
            </a:r>
            <a:endParaRPr lang="ru-RU" altLang="en-US" b="0" u="non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a:extLst>
              <a:ext uri="{FF2B5EF4-FFF2-40B4-BE49-F238E27FC236}">
                <a16:creationId xmlns:a16="http://schemas.microsoft.com/office/drawing/2014/main" id="{2CC065A7-A516-5DAD-1880-F74633C17132}"/>
              </a:ext>
            </a:extLst>
          </p:cNvPr>
          <p:cNvSpPr>
            <a:spLocks noGrp="1" noChangeArrowheads="1"/>
          </p:cNvSpPr>
          <p:nvPr>
            <p:ph type="title"/>
          </p:nvPr>
        </p:nvSpPr>
        <p:spPr/>
        <p:txBody>
          <a:bodyPr/>
          <a:lstStyle/>
          <a:p>
            <a:r>
              <a:rPr lang="en-US" altLang="en-US"/>
              <a:t>Simple  PLD: PLA</a:t>
            </a:r>
            <a:endParaRPr lang="ru-RU" altLang="en-US"/>
          </a:p>
        </p:txBody>
      </p:sp>
      <p:sp>
        <p:nvSpPr>
          <p:cNvPr id="14339" name="Объект 1">
            <a:extLst>
              <a:ext uri="{FF2B5EF4-FFF2-40B4-BE49-F238E27FC236}">
                <a16:creationId xmlns:a16="http://schemas.microsoft.com/office/drawing/2014/main" id="{9A3C2E25-4919-7CC0-A4D3-C352B2276A63}"/>
              </a:ext>
            </a:extLst>
          </p:cNvPr>
          <p:cNvSpPr>
            <a:spLocks noGrp="1" noChangeArrowheads="1"/>
          </p:cNvSpPr>
          <p:nvPr>
            <p:ph type="body" sz="quarter" idx="10"/>
          </p:nvPr>
        </p:nvSpPr>
        <p:spPr/>
        <p:txBody>
          <a:bodyPr/>
          <a:lstStyle/>
          <a:p>
            <a:r>
              <a:rPr lang="en-US" altLang="en-US" sz="2200" dirty="0"/>
              <a:t>The first PLD – PLA (programmable logic arrays)</a:t>
            </a:r>
            <a:endParaRPr lang="ru-RU" altLang="en-US" sz="2200" dirty="0"/>
          </a:p>
          <a:p>
            <a:r>
              <a:rPr lang="en-US" altLang="en-US" sz="2200" dirty="0"/>
              <a:t>PLA – combinational two-level AND-OR device that can be programmed to implement any some-of- product logic expression.</a:t>
            </a:r>
          </a:p>
          <a:p>
            <a:r>
              <a:rPr lang="en-US" altLang="en-US" sz="2200" dirty="0"/>
              <a:t>The PLA is characterized by:</a:t>
            </a:r>
          </a:p>
          <a:p>
            <a:r>
              <a:rPr lang="en-US" altLang="en-US" sz="2200" dirty="0"/>
              <a:t> Number of inputs (n)</a:t>
            </a:r>
          </a:p>
          <a:p>
            <a:r>
              <a:rPr lang="en-US" altLang="en-US" sz="2200" dirty="0"/>
              <a:t> Number of outputs (m)</a:t>
            </a:r>
          </a:p>
          <a:p>
            <a:r>
              <a:rPr lang="en-US" altLang="en-US" sz="2200" dirty="0"/>
              <a:t> Number of product term (p)</a:t>
            </a:r>
          </a:p>
          <a:p>
            <a:r>
              <a:rPr lang="en-US" altLang="en-US" sz="2200" dirty="0"/>
              <a:t> “</a:t>
            </a:r>
            <a:r>
              <a:rPr lang="en-US" altLang="en-US" sz="2200" dirty="0" err="1"/>
              <a:t>n×m</a:t>
            </a:r>
            <a:r>
              <a:rPr lang="en-US" altLang="en-US" sz="2200" dirty="0"/>
              <a:t> PLA with p product terms” contains:</a:t>
            </a:r>
          </a:p>
          <a:p>
            <a:r>
              <a:rPr lang="en-US" altLang="en-US" sz="2200" dirty="0"/>
              <a:t> p 2n-input AND gates</a:t>
            </a:r>
          </a:p>
          <a:p>
            <a:r>
              <a:rPr lang="en-US" altLang="en-US" sz="2200" dirty="0"/>
              <a:t> m p-inputs OR gates</a:t>
            </a:r>
          </a:p>
          <a:p>
            <a:r>
              <a:rPr lang="en-US" altLang="en-US" sz="2200" dirty="0"/>
              <a:t>p&lt;&lt;2n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a:extLst>
              <a:ext uri="{FF2B5EF4-FFF2-40B4-BE49-F238E27FC236}">
                <a16:creationId xmlns:a16="http://schemas.microsoft.com/office/drawing/2014/main" id="{16D413A7-BA5E-4733-15B2-7081600F2317}"/>
              </a:ext>
            </a:extLst>
          </p:cNvPr>
          <p:cNvSpPr>
            <a:spLocks noGrp="1" noChangeArrowheads="1"/>
          </p:cNvSpPr>
          <p:nvPr>
            <p:ph type="title"/>
          </p:nvPr>
        </p:nvSpPr>
        <p:spPr>
          <a:xfrm>
            <a:off x="0" y="183401"/>
            <a:ext cx="11612880" cy="704088"/>
          </a:xfrm>
        </p:spPr>
        <p:txBody>
          <a:bodyPr/>
          <a:lstStyle/>
          <a:p>
            <a:r>
              <a:rPr lang="en-US" altLang="en-US"/>
              <a:t>PLA</a:t>
            </a:r>
            <a:endParaRPr lang="ru-RU" altLang="en-US"/>
          </a:p>
        </p:txBody>
      </p:sp>
      <p:sp>
        <p:nvSpPr>
          <p:cNvPr id="15363" name="Text Box 50">
            <a:extLst>
              <a:ext uri="{FF2B5EF4-FFF2-40B4-BE49-F238E27FC236}">
                <a16:creationId xmlns:a16="http://schemas.microsoft.com/office/drawing/2014/main" id="{87FBBA59-F156-9F2A-BB14-1758D0B5AD24}"/>
              </a:ext>
            </a:extLst>
          </p:cNvPr>
          <p:cNvSpPr txBox="1">
            <a:spLocks noChangeArrowheads="1"/>
          </p:cNvSpPr>
          <p:nvPr/>
        </p:nvSpPr>
        <p:spPr bwMode="auto">
          <a:xfrm>
            <a:off x="7426326" y="5019676"/>
            <a:ext cx="5572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w</a:t>
            </a:r>
            <a:endParaRPr lang="en-US" altLang="en-US" b="0" u="none" baseline="-25000"/>
          </a:p>
        </p:txBody>
      </p:sp>
      <p:sp>
        <p:nvSpPr>
          <p:cNvPr id="15364" name="Text Box 50">
            <a:extLst>
              <a:ext uri="{FF2B5EF4-FFF2-40B4-BE49-F238E27FC236}">
                <a16:creationId xmlns:a16="http://schemas.microsoft.com/office/drawing/2014/main" id="{489C2F9B-E342-DF1B-ABB5-386C543B0558}"/>
              </a:ext>
            </a:extLst>
          </p:cNvPr>
          <p:cNvSpPr txBox="1">
            <a:spLocks noChangeArrowheads="1"/>
          </p:cNvSpPr>
          <p:nvPr/>
        </p:nvSpPr>
        <p:spPr bwMode="auto">
          <a:xfrm>
            <a:off x="3989388" y="1354138"/>
            <a:ext cx="557212"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a</a:t>
            </a:r>
            <a:endParaRPr lang="en-US" altLang="en-US" b="0" u="none" baseline="-25000"/>
          </a:p>
        </p:txBody>
      </p:sp>
      <p:sp>
        <p:nvSpPr>
          <p:cNvPr id="15365" name="Text Box 50">
            <a:extLst>
              <a:ext uri="{FF2B5EF4-FFF2-40B4-BE49-F238E27FC236}">
                <a16:creationId xmlns:a16="http://schemas.microsoft.com/office/drawing/2014/main" id="{1055BD5E-FDE3-E047-C255-9B48BBF484CE}"/>
              </a:ext>
            </a:extLst>
          </p:cNvPr>
          <p:cNvSpPr txBox="1">
            <a:spLocks noChangeArrowheads="1"/>
          </p:cNvSpPr>
          <p:nvPr/>
        </p:nvSpPr>
        <p:spPr bwMode="auto">
          <a:xfrm>
            <a:off x="8078788" y="5030788"/>
            <a:ext cx="558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x</a:t>
            </a:r>
            <a:endParaRPr lang="en-US" altLang="en-US" b="0" u="none" baseline="-25000"/>
          </a:p>
        </p:txBody>
      </p:sp>
      <p:sp>
        <p:nvSpPr>
          <p:cNvPr id="15366" name="Text Box 50">
            <a:extLst>
              <a:ext uri="{FF2B5EF4-FFF2-40B4-BE49-F238E27FC236}">
                <a16:creationId xmlns:a16="http://schemas.microsoft.com/office/drawing/2014/main" id="{107482BB-7A64-7B07-465F-8DC2FFCDAE2D}"/>
              </a:ext>
            </a:extLst>
          </p:cNvPr>
          <p:cNvSpPr txBox="1">
            <a:spLocks noChangeArrowheads="1"/>
          </p:cNvSpPr>
          <p:nvPr/>
        </p:nvSpPr>
        <p:spPr bwMode="auto">
          <a:xfrm>
            <a:off x="8632826" y="5021263"/>
            <a:ext cx="557213"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y</a:t>
            </a:r>
            <a:endParaRPr lang="en-US" altLang="en-US" b="0" u="none" baseline="-25000"/>
          </a:p>
        </p:txBody>
      </p:sp>
      <p:sp>
        <p:nvSpPr>
          <p:cNvPr id="15367" name="Text Box 50">
            <a:extLst>
              <a:ext uri="{FF2B5EF4-FFF2-40B4-BE49-F238E27FC236}">
                <a16:creationId xmlns:a16="http://schemas.microsoft.com/office/drawing/2014/main" id="{11300E2B-D7D7-4316-E2D8-0D7D67A29C5D}"/>
              </a:ext>
            </a:extLst>
          </p:cNvPr>
          <p:cNvSpPr txBox="1">
            <a:spLocks noChangeArrowheads="1"/>
          </p:cNvSpPr>
          <p:nvPr/>
        </p:nvSpPr>
        <p:spPr bwMode="auto">
          <a:xfrm>
            <a:off x="9248776" y="5032376"/>
            <a:ext cx="5572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z</a:t>
            </a:r>
            <a:endParaRPr lang="en-US" altLang="en-US" b="0" u="none" baseline="-25000"/>
          </a:p>
        </p:txBody>
      </p:sp>
      <p:sp>
        <p:nvSpPr>
          <p:cNvPr id="15368" name="Line 13">
            <a:extLst>
              <a:ext uri="{FF2B5EF4-FFF2-40B4-BE49-F238E27FC236}">
                <a16:creationId xmlns:a16="http://schemas.microsoft.com/office/drawing/2014/main" id="{EBACF2EC-8948-30BE-2689-109E0E369F01}"/>
              </a:ext>
            </a:extLst>
          </p:cNvPr>
          <p:cNvSpPr>
            <a:spLocks noChangeShapeType="1"/>
          </p:cNvSpPr>
          <p:nvPr/>
        </p:nvSpPr>
        <p:spPr bwMode="auto">
          <a:xfrm>
            <a:off x="3978275" y="2119313"/>
            <a:ext cx="0" cy="24495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9" name="Line 14">
            <a:extLst>
              <a:ext uri="{FF2B5EF4-FFF2-40B4-BE49-F238E27FC236}">
                <a16:creationId xmlns:a16="http://schemas.microsoft.com/office/drawing/2014/main" id="{EF0D9FAE-3C6B-B893-7FC9-E891D9384B24}"/>
              </a:ext>
            </a:extLst>
          </p:cNvPr>
          <p:cNvSpPr>
            <a:spLocks noChangeShapeType="1"/>
          </p:cNvSpPr>
          <p:nvPr/>
        </p:nvSpPr>
        <p:spPr bwMode="auto">
          <a:xfrm>
            <a:off x="4273550" y="2016125"/>
            <a:ext cx="0" cy="254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0" name="Line 15">
            <a:extLst>
              <a:ext uri="{FF2B5EF4-FFF2-40B4-BE49-F238E27FC236}">
                <a16:creationId xmlns:a16="http://schemas.microsoft.com/office/drawing/2014/main" id="{7B56C48A-F6E5-813E-25B7-D790AB3D4985}"/>
              </a:ext>
            </a:extLst>
          </p:cNvPr>
          <p:cNvSpPr>
            <a:spLocks noChangeShapeType="1"/>
          </p:cNvSpPr>
          <p:nvPr/>
        </p:nvSpPr>
        <p:spPr bwMode="auto">
          <a:xfrm>
            <a:off x="4146550" y="1668463"/>
            <a:ext cx="0" cy="303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1" name="AutoShape 110">
            <a:extLst>
              <a:ext uri="{FF2B5EF4-FFF2-40B4-BE49-F238E27FC236}">
                <a16:creationId xmlns:a16="http://schemas.microsoft.com/office/drawing/2014/main" id="{3F1D2055-2972-B43A-F386-DB6D1F35ADC2}"/>
              </a:ext>
            </a:extLst>
          </p:cNvPr>
          <p:cNvSpPr>
            <a:spLocks noChangeArrowheads="1"/>
          </p:cNvSpPr>
          <p:nvPr/>
        </p:nvSpPr>
        <p:spPr bwMode="auto">
          <a:xfrm rot="10819588">
            <a:off x="3933826" y="1901825"/>
            <a:ext cx="396875" cy="293688"/>
          </a:xfrm>
          <a:prstGeom prst="triangle">
            <a:avLst>
              <a:gd name="adj" fmla="val 50000"/>
            </a:avLst>
          </a:prstGeom>
          <a:solidFill>
            <a:srgbClr val="C0C0C0"/>
          </a:solidFill>
          <a:ln w="28575">
            <a:solidFill>
              <a:srgbClr val="000000"/>
            </a:solidFill>
            <a:miter lim="800000"/>
            <a:headEnd/>
            <a:tailEnd/>
          </a:ln>
        </p:spPr>
        <p:txBody>
          <a:bodyPr rot="10800000"/>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u="none"/>
          </a:p>
        </p:txBody>
      </p:sp>
      <p:sp>
        <p:nvSpPr>
          <p:cNvPr id="9229" name="Oval 19">
            <a:extLst>
              <a:ext uri="{FF2B5EF4-FFF2-40B4-BE49-F238E27FC236}">
                <a16:creationId xmlns:a16="http://schemas.microsoft.com/office/drawing/2014/main" id="{561FC999-99BD-4443-BCF7-24D8358629FF}"/>
              </a:ext>
            </a:extLst>
          </p:cNvPr>
          <p:cNvSpPr>
            <a:spLocks noChangeArrowheads="1"/>
          </p:cNvSpPr>
          <p:nvPr/>
        </p:nvSpPr>
        <p:spPr bwMode="auto">
          <a:xfrm>
            <a:off x="3930651" y="2016126"/>
            <a:ext cx="106363" cy="100013"/>
          </a:xfrm>
          <a:prstGeom prst="ellipse">
            <a:avLst/>
          </a:prstGeom>
          <a:solidFill>
            <a:schemeClr val="bg1">
              <a:lumMod val="65000"/>
            </a:schemeClr>
          </a:solidFill>
          <a:ln w="25400">
            <a:solidFill>
              <a:srgbClr val="000000"/>
            </a:solidFill>
            <a:round/>
            <a:headEnd/>
            <a:tailEnd/>
          </a:ln>
        </p:spPr>
        <p:txBody>
          <a:bodyPr/>
          <a:lstStyle/>
          <a:p>
            <a:pPr eaLnBrk="1" hangingPunct="1">
              <a:defRPr/>
            </a:pPr>
            <a:endParaRPr lang="ru-RU" sz="1400"/>
          </a:p>
        </p:txBody>
      </p:sp>
      <p:sp>
        <p:nvSpPr>
          <p:cNvPr id="15373" name="Line 13">
            <a:extLst>
              <a:ext uri="{FF2B5EF4-FFF2-40B4-BE49-F238E27FC236}">
                <a16:creationId xmlns:a16="http://schemas.microsoft.com/office/drawing/2014/main" id="{6E30455A-3471-3202-F1B5-CBF6F0947762}"/>
              </a:ext>
            </a:extLst>
          </p:cNvPr>
          <p:cNvSpPr>
            <a:spLocks noChangeShapeType="1"/>
          </p:cNvSpPr>
          <p:nvPr/>
        </p:nvSpPr>
        <p:spPr bwMode="auto">
          <a:xfrm>
            <a:off x="4935538" y="2132014"/>
            <a:ext cx="0" cy="2447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4" name="Line 14">
            <a:extLst>
              <a:ext uri="{FF2B5EF4-FFF2-40B4-BE49-F238E27FC236}">
                <a16:creationId xmlns:a16="http://schemas.microsoft.com/office/drawing/2014/main" id="{F444FD30-38DB-343B-005E-32CBA8A6F326}"/>
              </a:ext>
            </a:extLst>
          </p:cNvPr>
          <p:cNvSpPr>
            <a:spLocks noChangeShapeType="1"/>
          </p:cNvSpPr>
          <p:nvPr/>
        </p:nvSpPr>
        <p:spPr bwMode="auto">
          <a:xfrm>
            <a:off x="5229225" y="2028826"/>
            <a:ext cx="0" cy="25384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5" name="Line 15">
            <a:extLst>
              <a:ext uri="{FF2B5EF4-FFF2-40B4-BE49-F238E27FC236}">
                <a16:creationId xmlns:a16="http://schemas.microsoft.com/office/drawing/2014/main" id="{A868BCA1-1B22-812B-1C18-865D3FEE3417}"/>
              </a:ext>
            </a:extLst>
          </p:cNvPr>
          <p:cNvSpPr>
            <a:spLocks noChangeShapeType="1"/>
          </p:cNvSpPr>
          <p:nvPr/>
        </p:nvSpPr>
        <p:spPr bwMode="auto">
          <a:xfrm>
            <a:off x="5103813" y="1679575"/>
            <a:ext cx="0" cy="3048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6" name="AutoShape 110">
            <a:extLst>
              <a:ext uri="{FF2B5EF4-FFF2-40B4-BE49-F238E27FC236}">
                <a16:creationId xmlns:a16="http://schemas.microsoft.com/office/drawing/2014/main" id="{F1817ED9-E9B7-1469-63BA-6FA4A42625B8}"/>
              </a:ext>
            </a:extLst>
          </p:cNvPr>
          <p:cNvSpPr>
            <a:spLocks noChangeArrowheads="1"/>
          </p:cNvSpPr>
          <p:nvPr/>
        </p:nvSpPr>
        <p:spPr bwMode="auto">
          <a:xfrm rot="10819588">
            <a:off x="4889501" y="1912939"/>
            <a:ext cx="396875" cy="293687"/>
          </a:xfrm>
          <a:prstGeom prst="triangle">
            <a:avLst>
              <a:gd name="adj" fmla="val 50000"/>
            </a:avLst>
          </a:prstGeom>
          <a:solidFill>
            <a:srgbClr val="C0C0C0"/>
          </a:solidFill>
          <a:ln w="28575">
            <a:solidFill>
              <a:srgbClr val="000000"/>
            </a:solidFill>
            <a:miter lim="800000"/>
            <a:headEnd/>
            <a:tailEnd/>
          </a:ln>
        </p:spPr>
        <p:txBody>
          <a:bodyPr rot="10800000"/>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u="none"/>
          </a:p>
        </p:txBody>
      </p:sp>
      <p:sp>
        <p:nvSpPr>
          <p:cNvPr id="15377" name="Oval 19">
            <a:extLst>
              <a:ext uri="{FF2B5EF4-FFF2-40B4-BE49-F238E27FC236}">
                <a16:creationId xmlns:a16="http://schemas.microsoft.com/office/drawing/2014/main" id="{46B701B4-677C-F029-7ECD-9658E6E495AB}"/>
              </a:ext>
            </a:extLst>
          </p:cNvPr>
          <p:cNvSpPr>
            <a:spLocks noChangeArrowheads="1"/>
          </p:cNvSpPr>
          <p:nvPr/>
        </p:nvSpPr>
        <p:spPr bwMode="auto">
          <a:xfrm>
            <a:off x="4886326" y="2028826"/>
            <a:ext cx="106363" cy="98425"/>
          </a:xfrm>
          <a:prstGeom prst="ellipse">
            <a:avLst/>
          </a:prstGeom>
          <a:solidFill>
            <a:srgbClr val="C0C0C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u="none"/>
          </a:p>
        </p:txBody>
      </p:sp>
      <p:sp>
        <p:nvSpPr>
          <p:cNvPr id="15378" name="Line 13">
            <a:extLst>
              <a:ext uri="{FF2B5EF4-FFF2-40B4-BE49-F238E27FC236}">
                <a16:creationId xmlns:a16="http://schemas.microsoft.com/office/drawing/2014/main" id="{D89DCE50-F44C-491A-C2FD-046DEFEAC498}"/>
              </a:ext>
            </a:extLst>
          </p:cNvPr>
          <p:cNvSpPr>
            <a:spLocks noChangeShapeType="1"/>
          </p:cNvSpPr>
          <p:nvPr/>
        </p:nvSpPr>
        <p:spPr bwMode="auto">
          <a:xfrm>
            <a:off x="5916613" y="2154238"/>
            <a:ext cx="0" cy="24495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79" name="Line 14">
            <a:extLst>
              <a:ext uri="{FF2B5EF4-FFF2-40B4-BE49-F238E27FC236}">
                <a16:creationId xmlns:a16="http://schemas.microsoft.com/office/drawing/2014/main" id="{33579F79-5AB2-FD91-52CA-9B230CEE6811}"/>
              </a:ext>
            </a:extLst>
          </p:cNvPr>
          <p:cNvSpPr>
            <a:spLocks noChangeShapeType="1"/>
          </p:cNvSpPr>
          <p:nvPr/>
        </p:nvSpPr>
        <p:spPr bwMode="auto">
          <a:xfrm>
            <a:off x="6211888" y="2051050"/>
            <a:ext cx="0" cy="25400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0" name="Line 15">
            <a:extLst>
              <a:ext uri="{FF2B5EF4-FFF2-40B4-BE49-F238E27FC236}">
                <a16:creationId xmlns:a16="http://schemas.microsoft.com/office/drawing/2014/main" id="{578A4699-782A-CA56-2C7A-AF5F83756401}"/>
              </a:ext>
            </a:extLst>
          </p:cNvPr>
          <p:cNvSpPr>
            <a:spLocks noChangeShapeType="1"/>
          </p:cNvSpPr>
          <p:nvPr/>
        </p:nvSpPr>
        <p:spPr bwMode="auto">
          <a:xfrm>
            <a:off x="6084888" y="1703388"/>
            <a:ext cx="0" cy="3032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1" name="AutoShape 110">
            <a:extLst>
              <a:ext uri="{FF2B5EF4-FFF2-40B4-BE49-F238E27FC236}">
                <a16:creationId xmlns:a16="http://schemas.microsoft.com/office/drawing/2014/main" id="{29A30692-C3F8-5298-F74A-F0955C0818B8}"/>
              </a:ext>
            </a:extLst>
          </p:cNvPr>
          <p:cNvSpPr>
            <a:spLocks noChangeArrowheads="1"/>
          </p:cNvSpPr>
          <p:nvPr/>
        </p:nvSpPr>
        <p:spPr bwMode="auto">
          <a:xfrm rot="10819588">
            <a:off x="5872164" y="1936750"/>
            <a:ext cx="396875" cy="293688"/>
          </a:xfrm>
          <a:prstGeom prst="triangle">
            <a:avLst>
              <a:gd name="adj" fmla="val 50000"/>
            </a:avLst>
          </a:prstGeom>
          <a:solidFill>
            <a:srgbClr val="C0C0C0"/>
          </a:solidFill>
          <a:ln w="28575">
            <a:solidFill>
              <a:srgbClr val="000000"/>
            </a:solidFill>
            <a:miter lim="800000"/>
            <a:headEnd/>
            <a:tailEnd/>
          </a:ln>
        </p:spPr>
        <p:txBody>
          <a:bodyPr rot="10800000"/>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u="none"/>
          </a:p>
        </p:txBody>
      </p:sp>
      <p:sp>
        <p:nvSpPr>
          <p:cNvPr id="15382" name="Oval 19">
            <a:extLst>
              <a:ext uri="{FF2B5EF4-FFF2-40B4-BE49-F238E27FC236}">
                <a16:creationId xmlns:a16="http://schemas.microsoft.com/office/drawing/2014/main" id="{48C36500-7AB3-3964-4AC6-B41A1B765B81}"/>
              </a:ext>
            </a:extLst>
          </p:cNvPr>
          <p:cNvSpPr>
            <a:spLocks noChangeArrowheads="1"/>
          </p:cNvSpPr>
          <p:nvPr/>
        </p:nvSpPr>
        <p:spPr bwMode="auto">
          <a:xfrm>
            <a:off x="5868988" y="2051051"/>
            <a:ext cx="106362" cy="100013"/>
          </a:xfrm>
          <a:prstGeom prst="ellipse">
            <a:avLst/>
          </a:prstGeom>
          <a:solidFill>
            <a:srgbClr val="C0C0C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u="none"/>
          </a:p>
        </p:txBody>
      </p:sp>
      <p:sp>
        <p:nvSpPr>
          <p:cNvPr id="15383" name="Line 121">
            <a:extLst>
              <a:ext uri="{FF2B5EF4-FFF2-40B4-BE49-F238E27FC236}">
                <a16:creationId xmlns:a16="http://schemas.microsoft.com/office/drawing/2014/main" id="{2D905CA0-FB72-DBCA-3776-C8CCBAE12025}"/>
              </a:ext>
            </a:extLst>
          </p:cNvPr>
          <p:cNvSpPr>
            <a:spLocks noChangeShapeType="1"/>
          </p:cNvSpPr>
          <p:nvPr/>
        </p:nvSpPr>
        <p:spPr bwMode="auto">
          <a:xfrm>
            <a:off x="3617913" y="2449513"/>
            <a:ext cx="31861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4" name="Line 124">
            <a:extLst>
              <a:ext uri="{FF2B5EF4-FFF2-40B4-BE49-F238E27FC236}">
                <a16:creationId xmlns:a16="http://schemas.microsoft.com/office/drawing/2014/main" id="{2CDB8389-6735-6913-7DF0-D1328DE8F91F}"/>
              </a:ext>
            </a:extLst>
          </p:cNvPr>
          <p:cNvSpPr>
            <a:spLocks noChangeShapeType="1"/>
          </p:cNvSpPr>
          <p:nvPr/>
        </p:nvSpPr>
        <p:spPr bwMode="auto">
          <a:xfrm>
            <a:off x="3617913" y="2836863"/>
            <a:ext cx="31861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5" name="Line 125">
            <a:extLst>
              <a:ext uri="{FF2B5EF4-FFF2-40B4-BE49-F238E27FC236}">
                <a16:creationId xmlns:a16="http://schemas.microsoft.com/office/drawing/2014/main" id="{B6977527-6811-21A2-CC3E-0B839A05130E}"/>
              </a:ext>
            </a:extLst>
          </p:cNvPr>
          <p:cNvSpPr>
            <a:spLocks noChangeShapeType="1"/>
          </p:cNvSpPr>
          <p:nvPr/>
        </p:nvSpPr>
        <p:spPr bwMode="auto">
          <a:xfrm>
            <a:off x="3617913" y="3222625"/>
            <a:ext cx="31861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6" name="Line 126">
            <a:extLst>
              <a:ext uri="{FF2B5EF4-FFF2-40B4-BE49-F238E27FC236}">
                <a16:creationId xmlns:a16="http://schemas.microsoft.com/office/drawing/2014/main" id="{9147F38D-C102-2371-CF99-A579DEF29000}"/>
              </a:ext>
            </a:extLst>
          </p:cNvPr>
          <p:cNvSpPr>
            <a:spLocks noChangeShapeType="1"/>
          </p:cNvSpPr>
          <p:nvPr/>
        </p:nvSpPr>
        <p:spPr bwMode="auto">
          <a:xfrm>
            <a:off x="3617913" y="3613150"/>
            <a:ext cx="31861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7" name="Line 127">
            <a:extLst>
              <a:ext uri="{FF2B5EF4-FFF2-40B4-BE49-F238E27FC236}">
                <a16:creationId xmlns:a16="http://schemas.microsoft.com/office/drawing/2014/main" id="{BED2DAB8-2349-3643-40AA-5C6F00D65C60}"/>
              </a:ext>
            </a:extLst>
          </p:cNvPr>
          <p:cNvSpPr>
            <a:spLocks noChangeShapeType="1"/>
          </p:cNvSpPr>
          <p:nvPr/>
        </p:nvSpPr>
        <p:spPr bwMode="auto">
          <a:xfrm>
            <a:off x="3616326" y="4410075"/>
            <a:ext cx="31861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8" name="Line 153">
            <a:extLst>
              <a:ext uri="{FF2B5EF4-FFF2-40B4-BE49-F238E27FC236}">
                <a16:creationId xmlns:a16="http://schemas.microsoft.com/office/drawing/2014/main" id="{C0A76E8D-E909-EAB8-26B4-530EF617631C}"/>
              </a:ext>
            </a:extLst>
          </p:cNvPr>
          <p:cNvSpPr>
            <a:spLocks noChangeShapeType="1"/>
          </p:cNvSpPr>
          <p:nvPr/>
        </p:nvSpPr>
        <p:spPr bwMode="auto">
          <a:xfrm>
            <a:off x="3616326" y="3998913"/>
            <a:ext cx="31861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89" name="Line 159">
            <a:extLst>
              <a:ext uri="{FF2B5EF4-FFF2-40B4-BE49-F238E27FC236}">
                <a16:creationId xmlns:a16="http://schemas.microsoft.com/office/drawing/2014/main" id="{98B00135-3E72-6110-3E7A-01762E8E01CB}"/>
              </a:ext>
            </a:extLst>
          </p:cNvPr>
          <p:cNvSpPr>
            <a:spLocks noChangeShapeType="1"/>
          </p:cNvSpPr>
          <p:nvPr/>
        </p:nvSpPr>
        <p:spPr bwMode="auto">
          <a:xfrm>
            <a:off x="7178675" y="2435225"/>
            <a:ext cx="2374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90" name="Line 160">
            <a:extLst>
              <a:ext uri="{FF2B5EF4-FFF2-40B4-BE49-F238E27FC236}">
                <a16:creationId xmlns:a16="http://schemas.microsoft.com/office/drawing/2014/main" id="{DAF3BB5E-1001-2B9E-266B-AA721B3EA8C1}"/>
              </a:ext>
            </a:extLst>
          </p:cNvPr>
          <p:cNvSpPr>
            <a:spLocks noChangeShapeType="1"/>
          </p:cNvSpPr>
          <p:nvPr/>
        </p:nvSpPr>
        <p:spPr bwMode="auto">
          <a:xfrm>
            <a:off x="7167564" y="2825750"/>
            <a:ext cx="24352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91" name="Line 161">
            <a:extLst>
              <a:ext uri="{FF2B5EF4-FFF2-40B4-BE49-F238E27FC236}">
                <a16:creationId xmlns:a16="http://schemas.microsoft.com/office/drawing/2014/main" id="{DD0ED75A-C1D7-C860-E183-1C2251262AC0}"/>
              </a:ext>
            </a:extLst>
          </p:cNvPr>
          <p:cNvSpPr>
            <a:spLocks noChangeShapeType="1"/>
          </p:cNvSpPr>
          <p:nvPr/>
        </p:nvSpPr>
        <p:spPr bwMode="auto">
          <a:xfrm>
            <a:off x="7191376" y="3228975"/>
            <a:ext cx="24368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92" name="Line 162">
            <a:extLst>
              <a:ext uri="{FF2B5EF4-FFF2-40B4-BE49-F238E27FC236}">
                <a16:creationId xmlns:a16="http://schemas.microsoft.com/office/drawing/2014/main" id="{56E76248-3AA9-BC5F-B315-FA394BB05A92}"/>
              </a:ext>
            </a:extLst>
          </p:cNvPr>
          <p:cNvSpPr>
            <a:spLocks noChangeShapeType="1"/>
          </p:cNvSpPr>
          <p:nvPr/>
        </p:nvSpPr>
        <p:spPr bwMode="auto">
          <a:xfrm>
            <a:off x="7180263" y="3606800"/>
            <a:ext cx="24368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93" name="Line 163">
            <a:extLst>
              <a:ext uri="{FF2B5EF4-FFF2-40B4-BE49-F238E27FC236}">
                <a16:creationId xmlns:a16="http://schemas.microsoft.com/office/drawing/2014/main" id="{A54FAEE4-EB56-7BAD-538B-F8E0E458C1CE}"/>
              </a:ext>
            </a:extLst>
          </p:cNvPr>
          <p:cNvSpPr>
            <a:spLocks noChangeShapeType="1"/>
          </p:cNvSpPr>
          <p:nvPr/>
        </p:nvSpPr>
        <p:spPr bwMode="auto">
          <a:xfrm>
            <a:off x="7191376" y="3973513"/>
            <a:ext cx="24368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94" name="Line 164">
            <a:extLst>
              <a:ext uri="{FF2B5EF4-FFF2-40B4-BE49-F238E27FC236}">
                <a16:creationId xmlns:a16="http://schemas.microsoft.com/office/drawing/2014/main" id="{BFE33314-F5A4-1E78-A6E7-6B861D77C4D4}"/>
              </a:ext>
            </a:extLst>
          </p:cNvPr>
          <p:cNvSpPr>
            <a:spLocks noChangeShapeType="1"/>
          </p:cNvSpPr>
          <p:nvPr/>
        </p:nvSpPr>
        <p:spPr bwMode="auto">
          <a:xfrm>
            <a:off x="7178676" y="4400550"/>
            <a:ext cx="24368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95" name="AutoShape 165">
            <a:extLst>
              <a:ext uri="{FF2B5EF4-FFF2-40B4-BE49-F238E27FC236}">
                <a16:creationId xmlns:a16="http://schemas.microsoft.com/office/drawing/2014/main" id="{CF596665-B0D8-81BF-31E9-09D90B61A1B1}"/>
              </a:ext>
            </a:extLst>
          </p:cNvPr>
          <p:cNvSpPr>
            <a:spLocks noChangeArrowheads="1"/>
          </p:cNvSpPr>
          <p:nvPr/>
        </p:nvSpPr>
        <p:spPr bwMode="auto">
          <a:xfrm rot="5400000" flipH="1">
            <a:off x="9250363" y="4548188"/>
            <a:ext cx="279400" cy="425450"/>
          </a:xfrm>
          <a:prstGeom prst="moon">
            <a:avLst>
              <a:gd name="adj" fmla="val 84819"/>
            </a:avLst>
          </a:prstGeom>
          <a:solidFill>
            <a:srgbClr val="C0C0C0"/>
          </a:solidFill>
          <a:ln w="28575">
            <a:solidFill>
              <a:schemeClr val="tx1"/>
            </a:solidFill>
            <a:miter lim="800000"/>
            <a:headEnd/>
            <a:tailEnd/>
          </a:ln>
        </p:spPr>
        <p:txBody>
          <a:bodyPr rot="10800000" vert="eaVert"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u="none"/>
          </a:p>
        </p:txBody>
      </p:sp>
      <p:sp>
        <p:nvSpPr>
          <p:cNvPr id="15396" name="AutoShape 166">
            <a:extLst>
              <a:ext uri="{FF2B5EF4-FFF2-40B4-BE49-F238E27FC236}">
                <a16:creationId xmlns:a16="http://schemas.microsoft.com/office/drawing/2014/main" id="{A0B4E3F0-84A5-E05F-076E-95928D3C25FB}"/>
              </a:ext>
            </a:extLst>
          </p:cNvPr>
          <p:cNvSpPr>
            <a:spLocks noChangeArrowheads="1"/>
          </p:cNvSpPr>
          <p:nvPr/>
        </p:nvSpPr>
        <p:spPr bwMode="auto">
          <a:xfrm rot="5400000" flipH="1">
            <a:off x="8081169" y="4550569"/>
            <a:ext cx="279400" cy="427038"/>
          </a:xfrm>
          <a:prstGeom prst="moon">
            <a:avLst>
              <a:gd name="adj" fmla="val 84819"/>
            </a:avLst>
          </a:prstGeom>
          <a:solidFill>
            <a:srgbClr val="C0C0C0"/>
          </a:solidFill>
          <a:ln w="28575">
            <a:solidFill>
              <a:schemeClr val="tx1"/>
            </a:solidFill>
            <a:miter lim="800000"/>
            <a:headEnd/>
            <a:tailEnd/>
          </a:ln>
        </p:spPr>
        <p:txBody>
          <a:bodyPr rot="10800000" vert="eaVert"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u="none"/>
          </a:p>
        </p:txBody>
      </p:sp>
      <p:sp>
        <p:nvSpPr>
          <p:cNvPr id="15397" name="AutoShape 167">
            <a:extLst>
              <a:ext uri="{FF2B5EF4-FFF2-40B4-BE49-F238E27FC236}">
                <a16:creationId xmlns:a16="http://schemas.microsoft.com/office/drawing/2014/main" id="{F1599665-D3DE-4D36-EDCC-B160DA251C9A}"/>
              </a:ext>
            </a:extLst>
          </p:cNvPr>
          <p:cNvSpPr>
            <a:spLocks noChangeArrowheads="1"/>
          </p:cNvSpPr>
          <p:nvPr/>
        </p:nvSpPr>
        <p:spPr bwMode="auto">
          <a:xfrm rot="5400000" flipH="1">
            <a:off x="8651875" y="4551363"/>
            <a:ext cx="279400" cy="425450"/>
          </a:xfrm>
          <a:prstGeom prst="moon">
            <a:avLst>
              <a:gd name="adj" fmla="val 84819"/>
            </a:avLst>
          </a:prstGeom>
          <a:solidFill>
            <a:srgbClr val="C0C0C0"/>
          </a:solidFill>
          <a:ln w="28575">
            <a:solidFill>
              <a:schemeClr val="tx1"/>
            </a:solidFill>
            <a:miter lim="800000"/>
            <a:headEnd/>
            <a:tailEnd/>
          </a:ln>
        </p:spPr>
        <p:txBody>
          <a:bodyPr rot="10800000" vert="eaVert"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u="none"/>
          </a:p>
        </p:txBody>
      </p:sp>
      <p:sp>
        <p:nvSpPr>
          <p:cNvPr id="15398" name="AutoShape 168">
            <a:extLst>
              <a:ext uri="{FF2B5EF4-FFF2-40B4-BE49-F238E27FC236}">
                <a16:creationId xmlns:a16="http://schemas.microsoft.com/office/drawing/2014/main" id="{7642ED64-3FE7-3B69-B696-7E4550F1071E}"/>
              </a:ext>
            </a:extLst>
          </p:cNvPr>
          <p:cNvSpPr>
            <a:spLocks noChangeArrowheads="1"/>
          </p:cNvSpPr>
          <p:nvPr/>
        </p:nvSpPr>
        <p:spPr bwMode="auto">
          <a:xfrm rot="5400000" flipH="1">
            <a:off x="7465219" y="4560094"/>
            <a:ext cx="279400" cy="427038"/>
          </a:xfrm>
          <a:prstGeom prst="moon">
            <a:avLst>
              <a:gd name="adj" fmla="val 84819"/>
            </a:avLst>
          </a:prstGeom>
          <a:solidFill>
            <a:srgbClr val="C0C0C0"/>
          </a:solidFill>
          <a:ln w="28575">
            <a:solidFill>
              <a:schemeClr val="tx1"/>
            </a:solidFill>
            <a:miter lim="800000"/>
            <a:headEnd/>
            <a:tailEnd/>
          </a:ln>
        </p:spPr>
        <p:txBody>
          <a:bodyPr rot="10800000" vert="eaVert"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u="none"/>
          </a:p>
        </p:txBody>
      </p:sp>
      <p:sp>
        <p:nvSpPr>
          <p:cNvPr id="15399" name="Line 14">
            <a:extLst>
              <a:ext uri="{FF2B5EF4-FFF2-40B4-BE49-F238E27FC236}">
                <a16:creationId xmlns:a16="http://schemas.microsoft.com/office/drawing/2014/main" id="{CE446B25-3850-711E-D4FA-66546E6810AB}"/>
              </a:ext>
            </a:extLst>
          </p:cNvPr>
          <p:cNvSpPr>
            <a:spLocks noChangeShapeType="1"/>
          </p:cNvSpPr>
          <p:nvPr/>
        </p:nvSpPr>
        <p:spPr bwMode="auto">
          <a:xfrm>
            <a:off x="7610475" y="2098676"/>
            <a:ext cx="0" cy="2570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00" name="Line 14">
            <a:extLst>
              <a:ext uri="{FF2B5EF4-FFF2-40B4-BE49-F238E27FC236}">
                <a16:creationId xmlns:a16="http://schemas.microsoft.com/office/drawing/2014/main" id="{CD78E65D-7267-932F-524E-6365E90F1ECC}"/>
              </a:ext>
            </a:extLst>
          </p:cNvPr>
          <p:cNvSpPr>
            <a:spLocks noChangeShapeType="1"/>
          </p:cNvSpPr>
          <p:nvPr/>
        </p:nvSpPr>
        <p:spPr bwMode="auto">
          <a:xfrm>
            <a:off x="8215313" y="2089151"/>
            <a:ext cx="0" cy="2568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01" name="Line 14">
            <a:extLst>
              <a:ext uri="{FF2B5EF4-FFF2-40B4-BE49-F238E27FC236}">
                <a16:creationId xmlns:a16="http://schemas.microsoft.com/office/drawing/2014/main" id="{7FF4430D-71B8-75F3-B3A1-70125F51069E}"/>
              </a:ext>
            </a:extLst>
          </p:cNvPr>
          <p:cNvSpPr>
            <a:spLocks noChangeShapeType="1"/>
          </p:cNvSpPr>
          <p:nvPr/>
        </p:nvSpPr>
        <p:spPr bwMode="auto">
          <a:xfrm>
            <a:off x="8782050" y="2089151"/>
            <a:ext cx="0" cy="2568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02" name="Line 14">
            <a:extLst>
              <a:ext uri="{FF2B5EF4-FFF2-40B4-BE49-F238E27FC236}">
                <a16:creationId xmlns:a16="http://schemas.microsoft.com/office/drawing/2014/main" id="{E445E6E7-1BBE-2ED4-5AD4-D64F5EA08806}"/>
              </a:ext>
            </a:extLst>
          </p:cNvPr>
          <p:cNvSpPr>
            <a:spLocks noChangeShapeType="1"/>
          </p:cNvSpPr>
          <p:nvPr/>
        </p:nvSpPr>
        <p:spPr bwMode="auto">
          <a:xfrm>
            <a:off x="9385300" y="2078039"/>
            <a:ext cx="0" cy="25685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03" name="Line 174">
            <a:extLst>
              <a:ext uri="{FF2B5EF4-FFF2-40B4-BE49-F238E27FC236}">
                <a16:creationId xmlns:a16="http://schemas.microsoft.com/office/drawing/2014/main" id="{02464374-0246-1817-423A-9232F4DCA405}"/>
              </a:ext>
            </a:extLst>
          </p:cNvPr>
          <p:cNvSpPr>
            <a:spLocks noChangeShapeType="1"/>
          </p:cNvSpPr>
          <p:nvPr/>
        </p:nvSpPr>
        <p:spPr bwMode="auto">
          <a:xfrm>
            <a:off x="7600950" y="4902201"/>
            <a:ext cx="0" cy="26511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04" name="Line 175">
            <a:extLst>
              <a:ext uri="{FF2B5EF4-FFF2-40B4-BE49-F238E27FC236}">
                <a16:creationId xmlns:a16="http://schemas.microsoft.com/office/drawing/2014/main" id="{B155D1C2-88FE-726E-1731-C34A0845A416}"/>
              </a:ext>
            </a:extLst>
          </p:cNvPr>
          <p:cNvSpPr>
            <a:spLocks noChangeShapeType="1"/>
          </p:cNvSpPr>
          <p:nvPr/>
        </p:nvSpPr>
        <p:spPr bwMode="auto">
          <a:xfrm>
            <a:off x="8218488" y="4902201"/>
            <a:ext cx="0" cy="26511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05" name="Line 176">
            <a:extLst>
              <a:ext uri="{FF2B5EF4-FFF2-40B4-BE49-F238E27FC236}">
                <a16:creationId xmlns:a16="http://schemas.microsoft.com/office/drawing/2014/main" id="{2FA06C54-F0DC-2D9D-C2B4-B27861817C3F}"/>
              </a:ext>
            </a:extLst>
          </p:cNvPr>
          <p:cNvSpPr>
            <a:spLocks noChangeShapeType="1"/>
          </p:cNvSpPr>
          <p:nvPr/>
        </p:nvSpPr>
        <p:spPr bwMode="auto">
          <a:xfrm>
            <a:off x="8783638" y="4892676"/>
            <a:ext cx="0" cy="2635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06" name="Line 177">
            <a:extLst>
              <a:ext uri="{FF2B5EF4-FFF2-40B4-BE49-F238E27FC236}">
                <a16:creationId xmlns:a16="http://schemas.microsoft.com/office/drawing/2014/main" id="{6861F713-57B0-C15D-610D-15DA256A19BE}"/>
              </a:ext>
            </a:extLst>
          </p:cNvPr>
          <p:cNvSpPr>
            <a:spLocks noChangeShapeType="1"/>
          </p:cNvSpPr>
          <p:nvPr/>
        </p:nvSpPr>
        <p:spPr bwMode="auto">
          <a:xfrm>
            <a:off x="9390063" y="4891089"/>
            <a:ext cx="0" cy="2635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407" name="Text Box 50">
            <a:extLst>
              <a:ext uri="{FF2B5EF4-FFF2-40B4-BE49-F238E27FC236}">
                <a16:creationId xmlns:a16="http://schemas.microsoft.com/office/drawing/2014/main" id="{F589A81A-94CD-63A4-B7E0-E7AD0A5A16BB}"/>
              </a:ext>
            </a:extLst>
          </p:cNvPr>
          <p:cNvSpPr txBox="1">
            <a:spLocks noChangeArrowheads="1"/>
          </p:cNvSpPr>
          <p:nvPr/>
        </p:nvSpPr>
        <p:spPr bwMode="auto">
          <a:xfrm>
            <a:off x="4962525" y="1366838"/>
            <a:ext cx="558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b</a:t>
            </a:r>
            <a:endParaRPr lang="en-US" altLang="en-US" b="0" u="none" baseline="-25000"/>
          </a:p>
        </p:txBody>
      </p:sp>
      <p:sp>
        <p:nvSpPr>
          <p:cNvPr id="15408" name="Text Box 50">
            <a:extLst>
              <a:ext uri="{FF2B5EF4-FFF2-40B4-BE49-F238E27FC236}">
                <a16:creationId xmlns:a16="http://schemas.microsoft.com/office/drawing/2014/main" id="{DF0F55F5-083A-600C-3AB7-084970C52FE3}"/>
              </a:ext>
            </a:extLst>
          </p:cNvPr>
          <p:cNvSpPr txBox="1">
            <a:spLocks noChangeArrowheads="1"/>
          </p:cNvSpPr>
          <p:nvPr/>
        </p:nvSpPr>
        <p:spPr bwMode="auto">
          <a:xfrm>
            <a:off x="5962650" y="1366838"/>
            <a:ext cx="558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c</a:t>
            </a:r>
            <a:endParaRPr lang="en-US" altLang="en-US" b="0" u="none" baseline="-25000"/>
          </a:p>
        </p:txBody>
      </p:sp>
      <p:grpSp>
        <p:nvGrpSpPr>
          <p:cNvPr id="15409" name="Group 184">
            <a:extLst>
              <a:ext uri="{FF2B5EF4-FFF2-40B4-BE49-F238E27FC236}">
                <a16:creationId xmlns:a16="http://schemas.microsoft.com/office/drawing/2014/main" id="{F1759835-105D-946B-F250-5DC73CA43973}"/>
              </a:ext>
            </a:extLst>
          </p:cNvPr>
          <p:cNvGrpSpPr>
            <a:grpSpLocks/>
          </p:cNvGrpSpPr>
          <p:nvPr/>
        </p:nvGrpSpPr>
        <p:grpSpPr bwMode="auto">
          <a:xfrm>
            <a:off x="3900488" y="2365376"/>
            <a:ext cx="157162" cy="157163"/>
            <a:chOff x="1909" y="1470"/>
            <a:chExt cx="114" cy="122"/>
          </a:xfrm>
        </p:grpSpPr>
        <p:sp>
          <p:nvSpPr>
            <p:cNvPr id="15598" name="Line 185">
              <a:extLst>
                <a:ext uri="{FF2B5EF4-FFF2-40B4-BE49-F238E27FC236}">
                  <a16:creationId xmlns:a16="http://schemas.microsoft.com/office/drawing/2014/main" id="{41B50533-2E16-D61B-1183-EFA02F1BDC97}"/>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99" name="Line 186">
              <a:extLst>
                <a:ext uri="{FF2B5EF4-FFF2-40B4-BE49-F238E27FC236}">
                  <a16:creationId xmlns:a16="http://schemas.microsoft.com/office/drawing/2014/main" id="{EE96227C-7A38-32E3-0E7F-2697808B1B06}"/>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10" name="Group 187">
            <a:extLst>
              <a:ext uri="{FF2B5EF4-FFF2-40B4-BE49-F238E27FC236}">
                <a16:creationId xmlns:a16="http://schemas.microsoft.com/office/drawing/2014/main" id="{AD9A5ACE-5D42-94C6-0D88-8E9151DEF55E}"/>
              </a:ext>
            </a:extLst>
          </p:cNvPr>
          <p:cNvGrpSpPr>
            <a:grpSpLocks/>
          </p:cNvGrpSpPr>
          <p:nvPr/>
        </p:nvGrpSpPr>
        <p:grpSpPr bwMode="auto">
          <a:xfrm>
            <a:off x="4194176" y="2365376"/>
            <a:ext cx="157163" cy="157163"/>
            <a:chOff x="1909" y="1470"/>
            <a:chExt cx="114" cy="122"/>
          </a:xfrm>
        </p:grpSpPr>
        <p:sp>
          <p:nvSpPr>
            <p:cNvPr id="15596" name="Line 188">
              <a:extLst>
                <a:ext uri="{FF2B5EF4-FFF2-40B4-BE49-F238E27FC236}">
                  <a16:creationId xmlns:a16="http://schemas.microsoft.com/office/drawing/2014/main" id="{14567FE2-7F09-F98F-B459-89EE7FC29A4B}"/>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97" name="Line 189">
              <a:extLst>
                <a:ext uri="{FF2B5EF4-FFF2-40B4-BE49-F238E27FC236}">
                  <a16:creationId xmlns:a16="http://schemas.microsoft.com/office/drawing/2014/main" id="{77832B8B-DA6D-E27B-CA29-224A021C589D}"/>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11" name="Group 190">
            <a:extLst>
              <a:ext uri="{FF2B5EF4-FFF2-40B4-BE49-F238E27FC236}">
                <a16:creationId xmlns:a16="http://schemas.microsoft.com/office/drawing/2014/main" id="{741C258C-7AC8-8DBB-0C3C-359488FA1A60}"/>
              </a:ext>
            </a:extLst>
          </p:cNvPr>
          <p:cNvGrpSpPr>
            <a:grpSpLocks/>
          </p:cNvGrpSpPr>
          <p:nvPr/>
        </p:nvGrpSpPr>
        <p:grpSpPr bwMode="auto">
          <a:xfrm>
            <a:off x="4845051" y="2365376"/>
            <a:ext cx="157163" cy="157163"/>
            <a:chOff x="1909" y="1470"/>
            <a:chExt cx="114" cy="122"/>
          </a:xfrm>
        </p:grpSpPr>
        <p:sp>
          <p:nvSpPr>
            <p:cNvPr id="15594" name="Line 191">
              <a:extLst>
                <a:ext uri="{FF2B5EF4-FFF2-40B4-BE49-F238E27FC236}">
                  <a16:creationId xmlns:a16="http://schemas.microsoft.com/office/drawing/2014/main" id="{84E211FF-9131-B66E-9847-D009E9B0F646}"/>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95" name="Line 192">
              <a:extLst>
                <a:ext uri="{FF2B5EF4-FFF2-40B4-BE49-F238E27FC236}">
                  <a16:creationId xmlns:a16="http://schemas.microsoft.com/office/drawing/2014/main" id="{6490D80D-3A05-1D97-31A2-E4CAC1A76C0C}"/>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12" name="Group 193">
            <a:extLst>
              <a:ext uri="{FF2B5EF4-FFF2-40B4-BE49-F238E27FC236}">
                <a16:creationId xmlns:a16="http://schemas.microsoft.com/office/drawing/2014/main" id="{458F60A1-694C-AC0A-8503-63C6CC41FFC3}"/>
              </a:ext>
            </a:extLst>
          </p:cNvPr>
          <p:cNvGrpSpPr>
            <a:grpSpLocks/>
          </p:cNvGrpSpPr>
          <p:nvPr/>
        </p:nvGrpSpPr>
        <p:grpSpPr bwMode="auto">
          <a:xfrm>
            <a:off x="8689976" y="2354263"/>
            <a:ext cx="155575" cy="158750"/>
            <a:chOff x="1909" y="1470"/>
            <a:chExt cx="114" cy="122"/>
          </a:xfrm>
        </p:grpSpPr>
        <p:sp>
          <p:nvSpPr>
            <p:cNvPr id="15592" name="Line 194">
              <a:extLst>
                <a:ext uri="{FF2B5EF4-FFF2-40B4-BE49-F238E27FC236}">
                  <a16:creationId xmlns:a16="http://schemas.microsoft.com/office/drawing/2014/main" id="{D68821A1-0BB1-DA86-03FF-C3BC9E207240}"/>
                </a:ext>
              </a:extLst>
            </p:cNvPr>
            <p:cNvSpPr>
              <a:spLocks noChangeShapeType="1"/>
            </p:cNvSpPr>
            <p:nvPr/>
          </p:nvSpPr>
          <p:spPr bwMode="auto">
            <a:xfrm flipH="1">
              <a:off x="1913" y="1472"/>
              <a:ext cx="108"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93" name="Line 195">
              <a:extLst>
                <a:ext uri="{FF2B5EF4-FFF2-40B4-BE49-F238E27FC236}">
                  <a16:creationId xmlns:a16="http://schemas.microsoft.com/office/drawing/2014/main" id="{9DA7638E-0CE3-B290-DE0D-39FBDAA14974}"/>
                </a:ext>
              </a:extLst>
            </p:cNvPr>
            <p:cNvSpPr>
              <a:spLocks noChangeShapeType="1"/>
            </p:cNvSpPr>
            <p:nvPr/>
          </p:nvSpPr>
          <p:spPr bwMode="auto">
            <a:xfrm>
              <a:off x="1920" y="1470"/>
              <a:ext cx="99"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13" name="Group 196">
            <a:extLst>
              <a:ext uri="{FF2B5EF4-FFF2-40B4-BE49-F238E27FC236}">
                <a16:creationId xmlns:a16="http://schemas.microsoft.com/office/drawing/2014/main" id="{8A3DEE9B-315E-EB4A-D779-1104A7A05BCB}"/>
              </a:ext>
            </a:extLst>
          </p:cNvPr>
          <p:cNvGrpSpPr>
            <a:grpSpLocks/>
          </p:cNvGrpSpPr>
          <p:nvPr/>
        </p:nvGrpSpPr>
        <p:grpSpPr bwMode="auto">
          <a:xfrm>
            <a:off x="5146676" y="2376488"/>
            <a:ext cx="155575" cy="157162"/>
            <a:chOff x="1909" y="1470"/>
            <a:chExt cx="114" cy="122"/>
          </a:xfrm>
        </p:grpSpPr>
        <p:sp>
          <p:nvSpPr>
            <p:cNvPr id="15590" name="Line 197">
              <a:extLst>
                <a:ext uri="{FF2B5EF4-FFF2-40B4-BE49-F238E27FC236}">
                  <a16:creationId xmlns:a16="http://schemas.microsoft.com/office/drawing/2014/main" id="{E598E396-7206-FF14-EF86-2467EACD70DA}"/>
                </a:ext>
              </a:extLst>
            </p:cNvPr>
            <p:cNvSpPr>
              <a:spLocks noChangeShapeType="1"/>
            </p:cNvSpPr>
            <p:nvPr/>
          </p:nvSpPr>
          <p:spPr bwMode="auto">
            <a:xfrm flipH="1">
              <a:off x="1913" y="1473"/>
              <a:ext cx="108"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91" name="Line 198">
              <a:extLst>
                <a:ext uri="{FF2B5EF4-FFF2-40B4-BE49-F238E27FC236}">
                  <a16:creationId xmlns:a16="http://schemas.microsoft.com/office/drawing/2014/main" id="{A522F337-9292-D36B-16CB-C7525C8E7A24}"/>
                </a:ext>
              </a:extLst>
            </p:cNvPr>
            <p:cNvSpPr>
              <a:spLocks noChangeShapeType="1"/>
            </p:cNvSpPr>
            <p:nvPr/>
          </p:nvSpPr>
          <p:spPr bwMode="auto">
            <a:xfrm>
              <a:off x="1920" y="1470"/>
              <a:ext cx="99"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14" name="Group 199">
            <a:extLst>
              <a:ext uri="{FF2B5EF4-FFF2-40B4-BE49-F238E27FC236}">
                <a16:creationId xmlns:a16="http://schemas.microsoft.com/office/drawing/2014/main" id="{350ACAD8-6BCA-B04D-0097-95151D5AE1C4}"/>
              </a:ext>
            </a:extLst>
          </p:cNvPr>
          <p:cNvGrpSpPr>
            <a:grpSpLocks/>
          </p:cNvGrpSpPr>
          <p:nvPr/>
        </p:nvGrpSpPr>
        <p:grpSpPr bwMode="auto">
          <a:xfrm>
            <a:off x="5838826" y="2376488"/>
            <a:ext cx="157163" cy="157162"/>
            <a:chOff x="1909" y="1470"/>
            <a:chExt cx="114" cy="122"/>
          </a:xfrm>
        </p:grpSpPr>
        <p:sp>
          <p:nvSpPr>
            <p:cNvPr id="15588" name="Line 200">
              <a:extLst>
                <a:ext uri="{FF2B5EF4-FFF2-40B4-BE49-F238E27FC236}">
                  <a16:creationId xmlns:a16="http://schemas.microsoft.com/office/drawing/2014/main" id="{49C0E9B5-22FC-A37E-AE9D-2E662A353728}"/>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89" name="Line 201">
              <a:extLst>
                <a:ext uri="{FF2B5EF4-FFF2-40B4-BE49-F238E27FC236}">
                  <a16:creationId xmlns:a16="http://schemas.microsoft.com/office/drawing/2014/main" id="{E22577A3-3E9B-32C7-FB93-A22F1BE48665}"/>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15" name="Group 206">
            <a:extLst>
              <a:ext uri="{FF2B5EF4-FFF2-40B4-BE49-F238E27FC236}">
                <a16:creationId xmlns:a16="http://schemas.microsoft.com/office/drawing/2014/main" id="{7A5A39B6-46F2-005D-FF79-3F16B31B0A32}"/>
              </a:ext>
            </a:extLst>
          </p:cNvPr>
          <p:cNvGrpSpPr>
            <a:grpSpLocks/>
          </p:cNvGrpSpPr>
          <p:nvPr/>
        </p:nvGrpSpPr>
        <p:grpSpPr bwMode="auto">
          <a:xfrm>
            <a:off x="6127751" y="2365376"/>
            <a:ext cx="157163" cy="157163"/>
            <a:chOff x="1909" y="1470"/>
            <a:chExt cx="114" cy="122"/>
          </a:xfrm>
        </p:grpSpPr>
        <p:sp>
          <p:nvSpPr>
            <p:cNvPr id="15586" name="Line 207">
              <a:extLst>
                <a:ext uri="{FF2B5EF4-FFF2-40B4-BE49-F238E27FC236}">
                  <a16:creationId xmlns:a16="http://schemas.microsoft.com/office/drawing/2014/main" id="{9BFF7824-9B83-F13F-C101-97BA8132A427}"/>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87" name="Line 208">
              <a:extLst>
                <a:ext uri="{FF2B5EF4-FFF2-40B4-BE49-F238E27FC236}">
                  <a16:creationId xmlns:a16="http://schemas.microsoft.com/office/drawing/2014/main" id="{66BB205F-EF05-F28D-9D2E-509281F0085D}"/>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16" name="Group 209">
            <a:extLst>
              <a:ext uri="{FF2B5EF4-FFF2-40B4-BE49-F238E27FC236}">
                <a16:creationId xmlns:a16="http://schemas.microsoft.com/office/drawing/2014/main" id="{548B00D8-8565-B7F1-5FC3-AE2B9E6B5557}"/>
              </a:ext>
            </a:extLst>
          </p:cNvPr>
          <p:cNvGrpSpPr>
            <a:grpSpLocks/>
          </p:cNvGrpSpPr>
          <p:nvPr/>
        </p:nvGrpSpPr>
        <p:grpSpPr bwMode="auto">
          <a:xfrm>
            <a:off x="7524751" y="2365376"/>
            <a:ext cx="157163" cy="157163"/>
            <a:chOff x="1909" y="1470"/>
            <a:chExt cx="114" cy="122"/>
          </a:xfrm>
        </p:grpSpPr>
        <p:sp>
          <p:nvSpPr>
            <p:cNvPr id="15584" name="Line 210">
              <a:extLst>
                <a:ext uri="{FF2B5EF4-FFF2-40B4-BE49-F238E27FC236}">
                  <a16:creationId xmlns:a16="http://schemas.microsoft.com/office/drawing/2014/main" id="{CFF98E65-15D3-AFFC-CBC3-6D60302639EE}"/>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85" name="Line 211">
              <a:extLst>
                <a:ext uri="{FF2B5EF4-FFF2-40B4-BE49-F238E27FC236}">
                  <a16:creationId xmlns:a16="http://schemas.microsoft.com/office/drawing/2014/main" id="{2747FF4A-9B2C-7E4F-4A1B-70050499EF67}"/>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17" name="Group 212">
            <a:extLst>
              <a:ext uri="{FF2B5EF4-FFF2-40B4-BE49-F238E27FC236}">
                <a16:creationId xmlns:a16="http://schemas.microsoft.com/office/drawing/2014/main" id="{5228E6DE-F03F-7889-4E90-17D08DC58AE6}"/>
              </a:ext>
            </a:extLst>
          </p:cNvPr>
          <p:cNvGrpSpPr>
            <a:grpSpLocks/>
          </p:cNvGrpSpPr>
          <p:nvPr/>
        </p:nvGrpSpPr>
        <p:grpSpPr bwMode="auto">
          <a:xfrm>
            <a:off x="8129588" y="2365376"/>
            <a:ext cx="157162" cy="157163"/>
            <a:chOff x="1909" y="1470"/>
            <a:chExt cx="114" cy="122"/>
          </a:xfrm>
        </p:grpSpPr>
        <p:sp>
          <p:nvSpPr>
            <p:cNvPr id="15582" name="Line 213">
              <a:extLst>
                <a:ext uri="{FF2B5EF4-FFF2-40B4-BE49-F238E27FC236}">
                  <a16:creationId xmlns:a16="http://schemas.microsoft.com/office/drawing/2014/main" id="{B394A10E-8C18-2E16-F693-AA3EF95E7F84}"/>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83" name="Line 214">
              <a:extLst>
                <a:ext uri="{FF2B5EF4-FFF2-40B4-BE49-F238E27FC236}">
                  <a16:creationId xmlns:a16="http://schemas.microsoft.com/office/drawing/2014/main" id="{4916FB9D-A1D6-449B-E65A-B481C43E7867}"/>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18" name="Group 215">
            <a:extLst>
              <a:ext uri="{FF2B5EF4-FFF2-40B4-BE49-F238E27FC236}">
                <a16:creationId xmlns:a16="http://schemas.microsoft.com/office/drawing/2014/main" id="{DA7FB416-25D4-BF98-07CD-4B68DB50C801}"/>
              </a:ext>
            </a:extLst>
          </p:cNvPr>
          <p:cNvGrpSpPr>
            <a:grpSpLocks/>
          </p:cNvGrpSpPr>
          <p:nvPr/>
        </p:nvGrpSpPr>
        <p:grpSpPr bwMode="auto">
          <a:xfrm>
            <a:off x="3913188" y="2743201"/>
            <a:ext cx="157162" cy="157163"/>
            <a:chOff x="1909" y="1470"/>
            <a:chExt cx="114" cy="122"/>
          </a:xfrm>
        </p:grpSpPr>
        <p:sp>
          <p:nvSpPr>
            <p:cNvPr id="15580" name="Line 216">
              <a:extLst>
                <a:ext uri="{FF2B5EF4-FFF2-40B4-BE49-F238E27FC236}">
                  <a16:creationId xmlns:a16="http://schemas.microsoft.com/office/drawing/2014/main" id="{5555AAD1-58E1-0A53-BF0A-BB69FF066C43}"/>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81" name="Line 217">
              <a:extLst>
                <a:ext uri="{FF2B5EF4-FFF2-40B4-BE49-F238E27FC236}">
                  <a16:creationId xmlns:a16="http://schemas.microsoft.com/office/drawing/2014/main" id="{ACA95E24-C223-7296-A414-7044F8643C42}"/>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19" name="Group 218">
            <a:extLst>
              <a:ext uri="{FF2B5EF4-FFF2-40B4-BE49-F238E27FC236}">
                <a16:creationId xmlns:a16="http://schemas.microsoft.com/office/drawing/2014/main" id="{AA959A89-D241-91F6-E5B3-F63F79C46B11}"/>
              </a:ext>
            </a:extLst>
          </p:cNvPr>
          <p:cNvGrpSpPr>
            <a:grpSpLocks/>
          </p:cNvGrpSpPr>
          <p:nvPr/>
        </p:nvGrpSpPr>
        <p:grpSpPr bwMode="auto">
          <a:xfrm>
            <a:off x="4206876" y="2743201"/>
            <a:ext cx="157163" cy="157163"/>
            <a:chOff x="1909" y="1470"/>
            <a:chExt cx="114" cy="122"/>
          </a:xfrm>
        </p:grpSpPr>
        <p:sp>
          <p:nvSpPr>
            <p:cNvPr id="15578" name="Line 219">
              <a:extLst>
                <a:ext uri="{FF2B5EF4-FFF2-40B4-BE49-F238E27FC236}">
                  <a16:creationId xmlns:a16="http://schemas.microsoft.com/office/drawing/2014/main" id="{F5D964EE-EAA2-B92C-45D0-147699C6835E}"/>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79" name="Line 220">
              <a:extLst>
                <a:ext uri="{FF2B5EF4-FFF2-40B4-BE49-F238E27FC236}">
                  <a16:creationId xmlns:a16="http://schemas.microsoft.com/office/drawing/2014/main" id="{F9C12514-E7B3-B052-87EF-AACE0CD50469}"/>
                </a:ext>
              </a:extLst>
            </p:cNvPr>
            <p:cNvSpPr>
              <a:spLocks noChangeShapeType="1"/>
            </p:cNvSpPr>
            <p:nvPr/>
          </p:nvSpPr>
          <p:spPr bwMode="auto">
            <a:xfrm>
              <a:off x="1921" y="1470"/>
              <a:ext cx="106"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20" name="Group 221">
            <a:extLst>
              <a:ext uri="{FF2B5EF4-FFF2-40B4-BE49-F238E27FC236}">
                <a16:creationId xmlns:a16="http://schemas.microsoft.com/office/drawing/2014/main" id="{B53E8FEE-31F1-9880-EEC0-E8A812B46CB0}"/>
              </a:ext>
            </a:extLst>
          </p:cNvPr>
          <p:cNvGrpSpPr>
            <a:grpSpLocks/>
          </p:cNvGrpSpPr>
          <p:nvPr/>
        </p:nvGrpSpPr>
        <p:grpSpPr bwMode="auto">
          <a:xfrm>
            <a:off x="4857751" y="2743201"/>
            <a:ext cx="157163" cy="157163"/>
            <a:chOff x="1909" y="1470"/>
            <a:chExt cx="114" cy="122"/>
          </a:xfrm>
        </p:grpSpPr>
        <p:sp>
          <p:nvSpPr>
            <p:cNvPr id="15576" name="Line 222">
              <a:extLst>
                <a:ext uri="{FF2B5EF4-FFF2-40B4-BE49-F238E27FC236}">
                  <a16:creationId xmlns:a16="http://schemas.microsoft.com/office/drawing/2014/main" id="{66D2FDE3-967E-5FA5-7AD4-BB95237CDB86}"/>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77" name="Line 223">
              <a:extLst>
                <a:ext uri="{FF2B5EF4-FFF2-40B4-BE49-F238E27FC236}">
                  <a16:creationId xmlns:a16="http://schemas.microsoft.com/office/drawing/2014/main" id="{DB84BC90-DD36-ABB3-C3A5-A19A8A6543B9}"/>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21" name="Group 224">
            <a:extLst>
              <a:ext uri="{FF2B5EF4-FFF2-40B4-BE49-F238E27FC236}">
                <a16:creationId xmlns:a16="http://schemas.microsoft.com/office/drawing/2014/main" id="{B951689D-0617-E37D-87FD-1DF4506F656E}"/>
              </a:ext>
            </a:extLst>
          </p:cNvPr>
          <p:cNvGrpSpPr>
            <a:grpSpLocks/>
          </p:cNvGrpSpPr>
          <p:nvPr/>
        </p:nvGrpSpPr>
        <p:grpSpPr bwMode="auto">
          <a:xfrm>
            <a:off x="5157788" y="2754313"/>
            <a:ext cx="157162" cy="158750"/>
            <a:chOff x="1909" y="1470"/>
            <a:chExt cx="114" cy="122"/>
          </a:xfrm>
        </p:grpSpPr>
        <p:sp>
          <p:nvSpPr>
            <p:cNvPr id="15574" name="Line 225">
              <a:extLst>
                <a:ext uri="{FF2B5EF4-FFF2-40B4-BE49-F238E27FC236}">
                  <a16:creationId xmlns:a16="http://schemas.microsoft.com/office/drawing/2014/main" id="{72E3F17A-D67C-CE7B-302E-9722F488F1AF}"/>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75" name="Line 226">
              <a:extLst>
                <a:ext uri="{FF2B5EF4-FFF2-40B4-BE49-F238E27FC236}">
                  <a16:creationId xmlns:a16="http://schemas.microsoft.com/office/drawing/2014/main" id="{262D6163-F76D-1647-5D92-2BE3686F9CCC}"/>
                </a:ext>
              </a:extLst>
            </p:cNvPr>
            <p:cNvSpPr>
              <a:spLocks noChangeShapeType="1"/>
            </p:cNvSpPr>
            <p:nvPr/>
          </p:nvSpPr>
          <p:spPr bwMode="auto">
            <a:xfrm>
              <a:off x="1918" y="1470"/>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22" name="Group 227">
            <a:extLst>
              <a:ext uri="{FF2B5EF4-FFF2-40B4-BE49-F238E27FC236}">
                <a16:creationId xmlns:a16="http://schemas.microsoft.com/office/drawing/2014/main" id="{C5D3177C-DFE2-DD50-1933-6F2BA78F4B14}"/>
              </a:ext>
            </a:extLst>
          </p:cNvPr>
          <p:cNvGrpSpPr>
            <a:grpSpLocks/>
          </p:cNvGrpSpPr>
          <p:nvPr/>
        </p:nvGrpSpPr>
        <p:grpSpPr bwMode="auto">
          <a:xfrm>
            <a:off x="5851526" y="2754313"/>
            <a:ext cx="157163" cy="158750"/>
            <a:chOff x="1909" y="1470"/>
            <a:chExt cx="114" cy="122"/>
          </a:xfrm>
        </p:grpSpPr>
        <p:sp>
          <p:nvSpPr>
            <p:cNvPr id="15572" name="Line 228">
              <a:extLst>
                <a:ext uri="{FF2B5EF4-FFF2-40B4-BE49-F238E27FC236}">
                  <a16:creationId xmlns:a16="http://schemas.microsoft.com/office/drawing/2014/main" id="{B0C030B0-A810-C785-D2B8-34DC0DA9EEFD}"/>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73" name="Line 229">
              <a:extLst>
                <a:ext uri="{FF2B5EF4-FFF2-40B4-BE49-F238E27FC236}">
                  <a16:creationId xmlns:a16="http://schemas.microsoft.com/office/drawing/2014/main" id="{723DA6A1-DABF-3EEB-4DA1-27BE37D9E9C3}"/>
                </a:ext>
              </a:extLst>
            </p:cNvPr>
            <p:cNvSpPr>
              <a:spLocks noChangeShapeType="1"/>
            </p:cNvSpPr>
            <p:nvPr/>
          </p:nvSpPr>
          <p:spPr bwMode="auto">
            <a:xfrm>
              <a:off x="1918" y="1470"/>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23" name="Group 230">
            <a:extLst>
              <a:ext uri="{FF2B5EF4-FFF2-40B4-BE49-F238E27FC236}">
                <a16:creationId xmlns:a16="http://schemas.microsoft.com/office/drawing/2014/main" id="{5241E209-C1C4-B2ED-72BF-96609330F1B1}"/>
              </a:ext>
            </a:extLst>
          </p:cNvPr>
          <p:cNvGrpSpPr>
            <a:grpSpLocks/>
          </p:cNvGrpSpPr>
          <p:nvPr/>
        </p:nvGrpSpPr>
        <p:grpSpPr bwMode="auto">
          <a:xfrm>
            <a:off x="6140451" y="2743201"/>
            <a:ext cx="157163" cy="157163"/>
            <a:chOff x="1909" y="1470"/>
            <a:chExt cx="114" cy="122"/>
          </a:xfrm>
        </p:grpSpPr>
        <p:sp>
          <p:nvSpPr>
            <p:cNvPr id="15570" name="Line 231">
              <a:extLst>
                <a:ext uri="{FF2B5EF4-FFF2-40B4-BE49-F238E27FC236}">
                  <a16:creationId xmlns:a16="http://schemas.microsoft.com/office/drawing/2014/main" id="{84449505-C3FA-08AC-512D-E4A35E502CCE}"/>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71" name="Line 232">
              <a:extLst>
                <a:ext uri="{FF2B5EF4-FFF2-40B4-BE49-F238E27FC236}">
                  <a16:creationId xmlns:a16="http://schemas.microsoft.com/office/drawing/2014/main" id="{151DBBA5-3CFB-04DF-2B7A-051C7F38F4F4}"/>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24" name="Group 233">
            <a:extLst>
              <a:ext uri="{FF2B5EF4-FFF2-40B4-BE49-F238E27FC236}">
                <a16:creationId xmlns:a16="http://schemas.microsoft.com/office/drawing/2014/main" id="{E955A4C8-1BDA-1B91-45AD-3F558B41795A}"/>
              </a:ext>
            </a:extLst>
          </p:cNvPr>
          <p:cNvGrpSpPr>
            <a:grpSpLocks/>
          </p:cNvGrpSpPr>
          <p:nvPr/>
        </p:nvGrpSpPr>
        <p:grpSpPr bwMode="auto">
          <a:xfrm>
            <a:off x="3898901" y="3144838"/>
            <a:ext cx="157163" cy="158750"/>
            <a:chOff x="1909" y="1470"/>
            <a:chExt cx="114" cy="122"/>
          </a:xfrm>
        </p:grpSpPr>
        <p:sp>
          <p:nvSpPr>
            <p:cNvPr id="15568" name="Line 234">
              <a:extLst>
                <a:ext uri="{FF2B5EF4-FFF2-40B4-BE49-F238E27FC236}">
                  <a16:creationId xmlns:a16="http://schemas.microsoft.com/office/drawing/2014/main" id="{EA48E8CB-020C-2301-DCE6-CB6E394CA28A}"/>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9" name="Line 235">
              <a:extLst>
                <a:ext uri="{FF2B5EF4-FFF2-40B4-BE49-F238E27FC236}">
                  <a16:creationId xmlns:a16="http://schemas.microsoft.com/office/drawing/2014/main" id="{5D9A11E5-AB94-BCA4-F9A3-ABF029851844}"/>
                </a:ext>
              </a:extLst>
            </p:cNvPr>
            <p:cNvSpPr>
              <a:spLocks noChangeShapeType="1"/>
            </p:cNvSpPr>
            <p:nvPr/>
          </p:nvSpPr>
          <p:spPr bwMode="auto">
            <a:xfrm>
              <a:off x="1918" y="1467"/>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25" name="Group 236">
            <a:extLst>
              <a:ext uri="{FF2B5EF4-FFF2-40B4-BE49-F238E27FC236}">
                <a16:creationId xmlns:a16="http://schemas.microsoft.com/office/drawing/2014/main" id="{D1D3A8B7-160B-AB22-4E37-DC86C2CE2E64}"/>
              </a:ext>
            </a:extLst>
          </p:cNvPr>
          <p:cNvGrpSpPr>
            <a:grpSpLocks/>
          </p:cNvGrpSpPr>
          <p:nvPr/>
        </p:nvGrpSpPr>
        <p:grpSpPr bwMode="auto">
          <a:xfrm>
            <a:off x="4192588" y="3144838"/>
            <a:ext cx="157162" cy="158750"/>
            <a:chOff x="1909" y="1470"/>
            <a:chExt cx="114" cy="122"/>
          </a:xfrm>
        </p:grpSpPr>
        <p:sp>
          <p:nvSpPr>
            <p:cNvPr id="15566" name="Line 237">
              <a:extLst>
                <a:ext uri="{FF2B5EF4-FFF2-40B4-BE49-F238E27FC236}">
                  <a16:creationId xmlns:a16="http://schemas.microsoft.com/office/drawing/2014/main" id="{92659A3E-B56E-FACB-A6CE-C677DE408C0F}"/>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7" name="Line 238">
              <a:extLst>
                <a:ext uri="{FF2B5EF4-FFF2-40B4-BE49-F238E27FC236}">
                  <a16:creationId xmlns:a16="http://schemas.microsoft.com/office/drawing/2014/main" id="{F9CA9570-F3C5-26BF-5D24-802627AC0581}"/>
                </a:ext>
              </a:extLst>
            </p:cNvPr>
            <p:cNvSpPr>
              <a:spLocks noChangeShapeType="1"/>
            </p:cNvSpPr>
            <p:nvPr/>
          </p:nvSpPr>
          <p:spPr bwMode="auto">
            <a:xfrm>
              <a:off x="1918" y="1467"/>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26" name="Group 239">
            <a:extLst>
              <a:ext uri="{FF2B5EF4-FFF2-40B4-BE49-F238E27FC236}">
                <a16:creationId xmlns:a16="http://schemas.microsoft.com/office/drawing/2014/main" id="{338E9705-4D45-CCAA-68A4-8EC67F73EC62}"/>
              </a:ext>
            </a:extLst>
          </p:cNvPr>
          <p:cNvGrpSpPr>
            <a:grpSpLocks/>
          </p:cNvGrpSpPr>
          <p:nvPr/>
        </p:nvGrpSpPr>
        <p:grpSpPr bwMode="auto">
          <a:xfrm>
            <a:off x="4843463" y="3144838"/>
            <a:ext cx="157162" cy="158750"/>
            <a:chOff x="1909" y="1470"/>
            <a:chExt cx="114" cy="122"/>
          </a:xfrm>
        </p:grpSpPr>
        <p:sp>
          <p:nvSpPr>
            <p:cNvPr id="15564" name="Line 240">
              <a:extLst>
                <a:ext uri="{FF2B5EF4-FFF2-40B4-BE49-F238E27FC236}">
                  <a16:creationId xmlns:a16="http://schemas.microsoft.com/office/drawing/2014/main" id="{E88FD24B-D36B-188A-A5A9-5C4B57121837}"/>
                </a:ext>
              </a:extLst>
            </p:cNvPr>
            <p:cNvSpPr>
              <a:spLocks noChangeShapeType="1"/>
            </p:cNvSpPr>
            <p:nvPr/>
          </p:nvSpPr>
          <p:spPr bwMode="auto">
            <a:xfrm flipH="1">
              <a:off x="1905"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5" name="Line 241">
              <a:extLst>
                <a:ext uri="{FF2B5EF4-FFF2-40B4-BE49-F238E27FC236}">
                  <a16:creationId xmlns:a16="http://schemas.microsoft.com/office/drawing/2014/main" id="{37577087-E255-08BC-3F7F-21861D3BC5BD}"/>
                </a:ext>
              </a:extLst>
            </p:cNvPr>
            <p:cNvSpPr>
              <a:spLocks noChangeShapeType="1"/>
            </p:cNvSpPr>
            <p:nvPr/>
          </p:nvSpPr>
          <p:spPr bwMode="auto">
            <a:xfrm>
              <a:off x="1918" y="1467"/>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27" name="Group 242">
            <a:extLst>
              <a:ext uri="{FF2B5EF4-FFF2-40B4-BE49-F238E27FC236}">
                <a16:creationId xmlns:a16="http://schemas.microsoft.com/office/drawing/2014/main" id="{D1D0E04A-B0E9-A01C-7A7D-A09C24AC4F91}"/>
              </a:ext>
            </a:extLst>
          </p:cNvPr>
          <p:cNvGrpSpPr>
            <a:grpSpLocks/>
          </p:cNvGrpSpPr>
          <p:nvPr/>
        </p:nvGrpSpPr>
        <p:grpSpPr bwMode="auto">
          <a:xfrm>
            <a:off x="5145088" y="3157538"/>
            <a:ext cx="157162" cy="157162"/>
            <a:chOff x="1909" y="1470"/>
            <a:chExt cx="114" cy="122"/>
          </a:xfrm>
        </p:grpSpPr>
        <p:sp>
          <p:nvSpPr>
            <p:cNvPr id="15562" name="Line 243">
              <a:extLst>
                <a:ext uri="{FF2B5EF4-FFF2-40B4-BE49-F238E27FC236}">
                  <a16:creationId xmlns:a16="http://schemas.microsoft.com/office/drawing/2014/main" id="{B3C90F01-A78D-7FC5-65FB-CF71605D9A11}"/>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3" name="Line 244">
              <a:extLst>
                <a:ext uri="{FF2B5EF4-FFF2-40B4-BE49-F238E27FC236}">
                  <a16:creationId xmlns:a16="http://schemas.microsoft.com/office/drawing/2014/main" id="{6BB6AA22-587B-A883-6301-0328170F5A97}"/>
                </a:ext>
              </a:extLst>
            </p:cNvPr>
            <p:cNvSpPr>
              <a:spLocks noChangeShapeType="1"/>
            </p:cNvSpPr>
            <p:nvPr/>
          </p:nvSpPr>
          <p:spPr bwMode="auto">
            <a:xfrm>
              <a:off x="1921" y="1470"/>
              <a:ext cx="106"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28" name="Group 245">
            <a:extLst>
              <a:ext uri="{FF2B5EF4-FFF2-40B4-BE49-F238E27FC236}">
                <a16:creationId xmlns:a16="http://schemas.microsoft.com/office/drawing/2014/main" id="{5A2DFD57-6268-2216-7570-262665942EC2}"/>
              </a:ext>
            </a:extLst>
          </p:cNvPr>
          <p:cNvGrpSpPr>
            <a:grpSpLocks/>
          </p:cNvGrpSpPr>
          <p:nvPr/>
        </p:nvGrpSpPr>
        <p:grpSpPr bwMode="auto">
          <a:xfrm>
            <a:off x="5837238" y="3157538"/>
            <a:ext cx="157162" cy="157162"/>
            <a:chOff x="1909" y="1470"/>
            <a:chExt cx="114" cy="122"/>
          </a:xfrm>
        </p:grpSpPr>
        <p:sp>
          <p:nvSpPr>
            <p:cNvPr id="15560" name="Line 246">
              <a:extLst>
                <a:ext uri="{FF2B5EF4-FFF2-40B4-BE49-F238E27FC236}">
                  <a16:creationId xmlns:a16="http://schemas.microsoft.com/office/drawing/2014/main" id="{9DB47694-1F7D-B0B6-DC6C-E055FE81A0B3}"/>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1" name="Line 247">
              <a:extLst>
                <a:ext uri="{FF2B5EF4-FFF2-40B4-BE49-F238E27FC236}">
                  <a16:creationId xmlns:a16="http://schemas.microsoft.com/office/drawing/2014/main" id="{8FA78AD9-B477-E815-D7BF-383DC5996FBC}"/>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29" name="Group 248">
            <a:extLst>
              <a:ext uri="{FF2B5EF4-FFF2-40B4-BE49-F238E27FC236}">
                <a16:creationId xmlns:a16="http://schemas.microsoft.com/office/drawing/2014/main" id="{EE902967-B736-6F0D-F9D9-510D61044E0C}"/>
              </a:ext>
            </a:extLst>
          </p:cNvPr>
          <p:cNvGrpSpPr>
            <a:grpSpLocks/>
          </p:cNvGrpSpPr>
          <p:nvPr/>
        </p:nvGrpSpPr>
        <p:grpSpPr bwMode="auto">
          <a:xfrm>
            <a:off x="6126163" y="3144838"/>
            <a:ext cx="157162" cy="158750"/>
            <a:chOff x="1909" y="1470"/>
            <a:chExt cx="114" cy="122"/>
          </a:xfrm>
        </p:grpSpPr>
        <p:sp>
          <p:nvSpPr>
            <p:cNvPr id="15558" name="Line 249">
              <a:extLst>
                <a:ext uri="{FF2B5EF4-FFF2-40B4-BE49-F238E27FC236}">
                  <a16:creationId xmlns:a16="http://schemas.microsoft.com/office/drawing/2014/main" id="{1E40B9F0-82FA-0942-53C1-E9A1AFEE6B4C}"/>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9" name="Line 250">
              <a:extLst>
                <a:ext uri="{FF2B5EF4-FFF2-40B4-BE49-F238E27FC236}">
                  <a16:creationId xmlns:a16="http://schemas.microsoft.com/office/drawing/2014/main" id="{426E2C6A-B3AC-72AE-31AE-813E99D41907}"/>
                </a:ext>
              </a:extLst>
            </p:cNvPr>
            <p:cNvSpPr>
              <a:spLocks noChangeShapeType="1"/>
            </p:cNvSpPr>
            <p:nvPr/>
          </p:nvSpPr>
          <p:spPr bwMode="auto">
            <a:xfrm>
              <a:off x="1918" y="1467"/>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30" name="Group 251">
            <a:extLst>
              <a:ext uri="{FF2B5EF4-FFF2-40B4-BE49-F238E27FC236}">
                <a16:creationId xmlns:a16="http://schemas.microsoft.com/office/drawing/2014/main" id="{A4CC1A97-83C6-4124-A118-B806564D0C94}"/>
              </a:ext>
            </a:extLst>
          </p:cNvPr>
          <p:cNvGrpSpPr>
            <a:grpSpLocks/>
          </p:cNvGrpSpPr>
          <p:nvPr/>
        </p:nvGrpSpPr>
        <p:grpSpPr bwMode="auto">
          <a:xfrm>
            <a:off x="3898901" y="3536951"/>
            <a:ext cx="157163" cy="157163"/>
            <a:chOff x="1909" y="1470"/>
            <a:chExt cx="114" cy="122"/>
          </a:xfrm>
        </p:grpSpPr>
        <p:sp>
          <p:nvSpPr>
            <p:cNvPr id="15556" name="Line 252">
              <a:extLst>
                <a:ext uri="{FF2B5EF4-FFF2-40B4-BE49-F238E27FC236}">
                  <a16:creationId xmlns:a16="http://schemas.microsoft.com/office/drawing/2014/main" id="{97C321EB-A2D7-D70C-B47B-106807CD7F8A}"/>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7" name="Line 253">
              <a:extLst>
                <a:ext uri="{FF2B5EF4-FFF2-40B4-BE49-F238E27FC236}">
                  <a16:creationId xmlns:a16="http://schemas.microsoft.com/office/drawing/2014/main" id="{EC64B839-2D68-A4BF-AE62-E7A7433DC5B2}"/>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31" name="Group 254">
            <a:extLst>
              <a:ext uri="{FF2B5EF4-FFF2-40B4-BE49-F238E27FC236}">
                <a16:creationId xmlns:a16="http://schemas.microsoft.com/office/drawing/2014/main" id="{3D83ACB0-9456-AB4A-C272-37B33352C2F3}"/>
              </a:ext>
            </a:extLst>
          </p:cNvPr>
          <p:cNvGrpSpPr>
            <a:grpSpLocks/>
          </p:cNvGrpSpPr>
          <p:nvPr/>
        </p:nvGrpSpPr>
        <p:grpSpPr bwMode="auto">
          <a:xfrm>
            <a:off x="4192588" y="3536951"/>
            <a:ext cx="157162" cy="157163"/>
            <a:chOff x="1909" y="1470"/>
            <a:chExt cx="114" cy="122"/>
          </a:xfrm>
        </p:grpSpPr>
        <p:sp>
          <p:nvSpPr>
            <p:cNvPr id="15554" name="Line 255">
              <a:extLst>
                <a:ext uri="{FF2B5EF4-FFF2-40B4-BE49-F238E27FC236}">
                  <a16:creationId xmlns:a16="http://schemas.microsoft.com/office/drawing/2014/main" id="{6A27AB2B-7C55-F48B-328F-84C53A1A127A}"/>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5" name="Line 256">
              <a:extLst>
                <a:ext uri="{FF2B5EF4-FFF2-40B4-BE49-F238E27FC236}">
                  <a16:creationId xmlns:a16="http://schemas.microsoft.com/office/drawing/2014/main" id="{CBD8EA9B-2187-50CF-3D4B-BE070BF2E147}"/>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32" name="Group 257">
            <a:extLst>
              <a:ext uri="{FF2B5EF4-FFF2-40B4-BE49-F238E27FC236}">
                <a16:creationId xmlns:a16="http://schemas.microsoft.com/office/drawing/2014/main" id="{C7A5691F-CEBA-C00A-D271-3303D608697A}"/>
              </a:ext>
            </a:extLst>
          </p:cNvPr>
          <p:cNvGrpSpPr>
            <a:grpSpLocks/>
          </p:cNvGrpSpPr>
          <p:nvPr/>
        </p:nvGrpSpPr>
        <p:grpSpPr bwMode="auto">
          <a:xfrm>
            <a:off x="4843463" y="3536951"/>
            <a:ext cx="157162" cy="157163"/>
            <a:chOff x="1909" y="1470"/>
            <a:chExt cx="114" cy="122"/>
          </a:xfrm>
        </p:grpSpPr>
        <p:sp>
          <p:nvSpPr>
            <p:cNvPr id="15552" name="Line 258">
              <a:extLst>
                <a:ext uri="{FF2B5EF4-FFF2-40B4-BE49-F238E27FC236}">
                  <a16:creationId xmlns:a16="http://schemas.microsoft.com/office/drawing/2014/main" id="{E57F1A07-5F3E-15A4-CBFC-FD7491560C4B}"/>
                </a:ext>
              </a:extLst>
            </p:cNvPr>
            <p:cNvSpPr>
              <a:spLocks noChangeShapeType="1"/>
            </p:cNvSpPr>
            <p:nvPr/>
          </p:nvSpPr>
          <p:spPr bwMode="auto">
            <a:xfrm flipH="1">
              <a:off x="1905"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3" name="Line 259">
              <a:extLst>
                <a:ext uri="{FF2B5EF4-FFF2-40B4-BE49-F238E27FC236}">
                  <a16:creationId xmlns:a16="http://schemas.microsoft.com/office/drawing/2014/main" id="{CBC95F53-1E8F-743C-8CBB-7400323D2254}"/>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33" name="Group 260">
            <a:extLst>
              <a:ext uri="{FF2B5EF4-FFF2-40B4-BE49-F238E27FC236}">
                <a16:creationId xmlns:a16="http://schemas.microsoft.com/office/drawing/2014/main" id="{9854BF39-B9AA-472C-25B1-88D51876EB4F}"/>
              </a:ext>
            </a:extLst>
          </p:cNvPr>
          <p:cNvGrpSpPr>
            <a:grpSpLocks/>
          </p:cNvGrpSpPr>
          <p:nvPr/>
        </p:nvGrpSpPr>
        <p:grpSpPr bwMode="auto">
          <a:xfrm>
            <a:off x="5145088" y="3548063"/>
            <a:ext cx="157162" cy="158750"/>
            <a:chOff x="1909" y="1470"/>
            <a:chExt cx="114" cy="122"/>
          </a:xfrm>
        </p:grpSpPr>
        <p:sp>
          <p:nvSpPr>
            <p:cNvPr id="15550" name="Line 261">
              <a:extLst>
                <a:ext uri="{FF2B5EF4-FFF2-40B4-BE49-F238E27FC236}">
                  <a16:creationId xmlns:a16="http://schemas.microsoft.com/office/drawing/2014/main" id="{5E3AD8D3-7FC1-1A6F-A5E3-A48B8A094C4F}"/>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1" name="Line 262">
              <a:extLst>
                <a:ext uri="{FF2B5EF4-FFF2-40B4-BE49-F238E27FC236}">
                  <a16:creationId xmlns:a16="http://schemas.microsoft.com/office/drawing/2014/main" id="{491CB4F2-C951-C298-DBA5-6EA9FBC30154}"/>
                </a:ext>
              </a:extLst>
            </p:cNvPr>
            <p:cNvSpPr>
              <a:spLocks noChangeShapeType="1"/>
            </p:cNvSpPr>
            <p:nvPr/>
          </p:nvSpPr>
          <p:spPr bwMode="auto">
            <a:xfrm>
              <a:off x="1921" y="1470"/>
              <a:ext cx="106"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34" name="Group 263">
            <a:extLst>
              <a:ext uri="{FF2B5EF4-FFF2-40B4-BE49-F238E27FC236}">
                <a16:creationId xmlns:a16="http://schemas.microsoft.com/office/drawing/2014/main" id="{455017C3-7EBF-0FC7-F40F-22999E4EF071}"/>
              </a:ext>
            </a:extLst>
          </p:cNvPr>
          <p:cNvGrpSpPr>
            <a:grpSpLocks/>
          </p:cNvGrpSpPr>
          <p:nvPr/>
        </p:nvGrpSpPr>
        <p:grpSpPr bwMode="auto">
          <a:xfrm>
            <a:off x="5837238" y="3548063"/>
            <a:ext cx="157162" cy="158750"/>
            <a:chOff x="1909" y="1470"/>
            <a:chExt cx="114" cy="122"/>
          </a:xfrm>
        </p:grpSpPr>
        <p:sp>
          <p:nvSpPr>
            <p:cNvPr id="15548" name="Line 264">
              <a:extLst>
                <a:ext uri="{FF2B5EF4-FFF2-40B4-BE49-F238E27FC236}">
                  <a16:creationId xmlns:a16="http://schemas.microsoft.com/office/drawing/2014/main" id="{7B0A14CF-B0AB-B937-A25E-FFED90669693}"/>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9" name="Line 265">
              <a:extLst>
                <a:ext uri="{FF2B5EF4-FFF2-40B4-BE49-F238E27FC236}">
                  <a16:creationId xmlns:a16="http://schemas.microsoft.com/office/drawing/2014/main" id="{E18D256A-ED51-AB67-F181-CA21C05CFE32}"/>
                </a:ext>
              </a:extLst>
            </p:cNvPr>
            <p:cNvSpPr>
              <a:spLocks noChangeShapeType="1"/>
            </p:cNvSpPr>
            <p:nvPr/>
          </p:nvSpPr>
          <p:spPr bwMode="auto">
            <a:xfrm>
              <a:off x="1918" y="1470"/>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35" name="Group 266">
            <a:extLst>
              <a:ext uri="{FF2B5EF4-FFF2-40B4-BE49-F238E27FC236}">
                <a16:creationId xmlns:a16="http://schemas.microsoft.com/office/drawing/2014/main" id="{450A1B94-B34F-BFDF-85D9-E3428D6D7F83}"/>
              </a:ext>
            </a:extLst>
          </p:cNvPr>
          <p:cNvGrpSpPr>
            <a:grpSpLocks/>
          </p:cNvGrpSpPr>
          <p:nvPr/>
        </p:nvGrpSpPr>
        <p:grpSpPr bwMode="auto">
          <a:xfrm>
            <a:off x="6126163" y="3536951"/>
            <a:ext cx="157162" cy="157163"/>
            <a:chOff x="1909" y="1470"/>
            <a:chExt cx="114" cy="122"/>
          </a:xfrm>
        </p:grpSpPr>
        <p:sp>
          <p:nvSpPr>
            <p:cNvPr id="15546" name="Line 267">
              <a:extLst>
                <a:ext uri="{FF2B5EF4-FFF2-40B4-BE49-F238E27FC236}">
                  <a16:creationId xmlns:a16="http://schemas.microsoft.com/office/drawing/2014/main" id="{58A3E54E-74BA-DA18-6E8E-1D86A73E714D}"/>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7" name="Line 268">
              <a:extLst>
                <a:ext uri="{FF2B5EF4-FFF2-40B4-BE49-F238E27FC236}">
                  <a16:creationId xmlns:a16="http://schemas.microsoft.com/office/drawing/2014/main" id="{F00E0B21-00ED-AEB5-9DA0-3C5940AD4C3A}"/>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36" name="Group 269">
            <a:extLst>
              <a:ext uri="{FF2B5EF4-FFF2-40B4-BE49-F238E27FC236}">
                <a16:creationId xmlns:a16="http://schemas.microsoft.com/office/drawing/2014/main" id="{8C8B3D40-AED9-76F5-5FF3-07593672CEA2}"/>
              </a:ext>
            </a:extLst>
          </p:cNvPr>
          <p:cNvGrpSpPr>
            <a:grpSpLocks/>
          </p:cNvGrpSpPr>
          <p:nvPr/>
        </p:nvGrpSpPr>
        <p:grpSpPr bwMode="auto">
          <a:xfrm>
            <a:off x="3898901" y="3914776"/>
            <a:ext cx="157163" cy="157163"/>
            <a:chOff x="1909" y="1470"/>
            <a:chExt cx="114" cy="122"/>
          </a:xfrm>
        </p:grpSpPr>
        <p:sp>
          <p:nvSpPr>
            <p:cNvPr id="15544" name="Line 270">
              <a:extLst>
                <a:ext uri="{FF2B5EF4-FFF2-40B4-BE49-F238E27FC236}">
                  <a16:creationId xmlns:a16="http://schemas.microsoft.com/office/drawing/2014/main" id="{621750D5-4FA2-4B03-F843-698F2CF509DE}"/>
                </a:ext>
              </a:extLst>
            </p:cNvPr>
            <p:cNvSpPr>
              <a:spLocks noChangeShapeType="1"/>
            </p:cNvSpPr>
            <p:nvPr/>
          </p:nvSpPr>
          <p:spPr bwMode="auto">
            <a:xfrm flipH="1">
              <a:off x="1909" y="1472"/>
              <a:ext cx="114" cy="11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5" name="Line 271">
              <a:extLst>
                <a:ext uri="{FF2B5EF4-FFF2-40B4-BE49-F238E27FC236}">
                  <a16:creationId xmlns:a16="http://schemas.microsoft.com/office/drawing/2014/main" id="{59EF94AE-7087-1C1C-4873-136C8C1AF21D}"/>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37" name="Group 272">
            <a:extLst>
              <a:ext uri="{FF2B5EF4-FFF2-40B4-BE49-F238E27FC236}">
                <a16:creationId xmlns:a16="http://schemas.microsoft.com/office/drawing/2014/main" id="{369E460A-81C4-0281-3538-9295CE010C9D}"/>
              </a:ext>
            </a:extLst>
          </p:cNvPr>
          <p:cNvGrpSpPr>
            <a:grpSpLocks/>
          </p:cNvGrpSpPr>
          <p:nvPr/>
        </p:nvGrpSpPr>
        <p:grpSpPr bwMode="auto">
          <a:xfrm>
            <a:off x="4192588" y="3914776"/>
            <a:ext cx="157162" cy="157163"/>
            <a:chOff x="1909" y="1470"/>
            <a:chExt cx="114" cy="122"/>
          </a:xfrm>
        </p:grpSpPr>
        <p:sp>
          <p:nvSpPr>
            <p:cNvPr id="15542" name="Line 273">
              <a:extLst>
                <a:ext uri="{FF2B5EF4-FFF2-40B4-BE49-F238E27FC236}">
                  <a16:creationId xmlns:a16="http://schemas.microsoft.com/office/drawing/2014/main" id="{7D0E934A-363D-ECCC-80D9-FA3521EE7F06}"/>
                </a:ext>
              </a:extLst>
            </p:cNvPr>
            <p:cNvSpPr>
              <a:spLocks noChangeShapeType="1"/>
            </p:cNvSpPr>
            <p:nvPr/>
          </p:nvSpPr>
          <p:spPr bwMode="auto">
            <a:xfrm flipH="1">
              <a:off x="1909" y="1472"/>
              <a:ext cx="114" cy="11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3" name="Line 274">
              <a:extLst>
                <a:ext uri="{FF2B5EF4-FFF2-40B4-BE49-F238E27FC236}">
                  <a16:creationId xmlns:a16="http://schemas.microsoft.com/office/drawing/2014/main" id="{5D17E097-9B04-ECF7-FD8B-B57FE6FE46FA}"/>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38" name="Group 275">
            <a:extLst>
              <a:ext uri="{FF2B5EF4-FFF2-40B4-BE49-F238E27FC236}">
                <a16:creationId xmlns:a16="http://schemas.microsoft.com/office/drawing/2014/main" id="{BA03E356-EC23-1FBD-6BA3-BB316DE246F4}"/>
              </a:ext>
            </a:extLst>
          </p:cNvPr>
          <p:cNvGrpSpPr>
            <a:grpSpLocks/>
          </p:cNvGrpSpPr>
          <p:nvPr/>
        </p:nvGrpSpPr>
        <p:grpSpPr bwMode="auto">
          <a:xfrm>
            <a:off x="4843463" y="3914776"/>
            <a:ext cx="157162" cy="157163"/>
            <a:chOff x="1909" y="1470"/>
            <a:chExt cx="114" cy="122"/>
          </a:xfrm>
        </p:grpSpPr>
        <p:sp>
          <p:nvSpPr>
            <p:cNvPr id="15540" name="Line 276">
              <a:extLst>
                <a:ext uri="{FF2B5EF4-FFF2-40B4-BE49-F238E27FC236}">
                  <a16:creationId xmlns:a16="http://schemas.microsoft.com/office/drawing/2014/main" id="{573CB887-991D-9C4C-38A2-3AFB71312AED}"/>
                </a:ext>
              </a:extLst>
            </p:cNvPr>
            <p:cNvSpPr>
              <a:spLocks noChangeShapeType="1"/>
            </p:cNvSpPr>
            <p:nvPr/>
          </p:nvSpPr>
          <p:spPr bwMode="auto">
            <a:xfrm flipH="1">
              <a:off x="1905" y="1472"/>
              <a:ext cx="114" cy="11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1" name="Line 277">
              <a:extLst>
                <a:ext uri="{FF2B5EF4-FFF2-40B4-BE49-F238E27FC236}">
                  <a16:creationId xmlns:a16="http://schemas.microsoft.com/office/drawing/2014/main" id="{FE5DF143-A335-A532-E02F-3FF63ED5F975}"/>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39" name="Group 278">
            <a:extLst>
              <a:ext uri="{FF2B5EF4-FFF2-40B4-BE49-F238E27FC236}">
                <a16:creationId xmlns:a16="http://schemas.microsoft.com/office/drawing/2014/main" id="{E35ED148-786B-6E76-C5CC-44CB86D385DD}"/>
              </a:ext>
            </a:extLst>
          </p:cNvPr>
          <p:cNvGrpSpPr>
            <a:grpSpLocks/>
          </p:cNvGrpSpPr>
          <p:nvPr/>
        </p:nvGrpSpPr>
        <p:grpSpPr bwMode="auto">
          <a:xfrm>
            <a:off x="5145088" y="3925888"/>
            <a:ext cx="157162" cy="158750"/>
            <a:chOff x="1909" y="1470"/>
            <a:chExt cx="114" cy="122"/>
          </a:xfrm>
        </p:grpSpPr>
        <p:sp>
          <p:nvSpPr>
            <p:cNvPr id="15538" name="Line 279">
              <a:extLst>
                <a:ext uri="{FF2B5EF4-FFF2-40B4-BE49-F238E27FC236}">
                  <a16:creationId xmlns:a16="http://schemas.microsoft.com/office/drawing/2014/main" id="{E6EAE59F-B1B5-ADAB-60AD-8BD0AD8EB0DF}"/>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39" name="Line 280">
              <a:extLst>
                <a:ext uri="{FF2B5EF4-FFF2-40B4-BE49-F238E27FC236}">
                  <a16:creationId xmlns:a16="http://schemas.microsoft.com/office/drawing/2014/main" id="{1B993DD1-4ADC-DB95-34DC-2AAE54714F4B}"/>
                </a:ext>
              </a:extLst>
            </p:cNvPr>
            <p:cNvSpPr>
              <a:spLocks noChangeShapeType="1"/>
            </p:cNvSpPr>
            <p:nvPr/>
          </p:nvSpPr>
          <p:spPr bwMode="auto">
            <a:xfrm>
              <a:off x="1921" y="1470"/>
              <a:ext cx="106"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40" name="Group 281">
            <a:extLst>
              <a:ext uri="{FF2B5EF4-FFF2-40B4-BE49-F238E27FC236}">
                <a16:creationId xmlns:a16="http://schemas.microsoft.com/office/drawing/2014/main" id="{4DBB2EC6-5A80-F010-0F0A-FC39EFE5A552}"/>
              </a:ext>
            </a:extLst>
          </p:cNvPr>
          <p:cNvGrpSpPr>
            <a:grpSpLocks/>
          </p:cNvGrpSpPr>
          <p:nvPr/>
        </p:nvGrpSpPr>
        <p:grpSpPr bwMode="auto">
          <a:xfrm>
            <a:off x="5837238" y="3925888"/>
            <a:ext cx="157162" cy="158750"/>
            <a:chOff x="1909" y="1470"/>
            <a:chExt cx="114" cy="122"/>
          </a:xfrm>
        </p:grpSpPr>
        <p:sp>
          <p:nvSpPr>
            <p:cNvPr id="15536" name="Line 282">
              <a:extLst>
                <a:ext uri="{FF2B5EF4-FFF2-40B4-BE49-F238E27FC236}">
                  <a16:creationId xmlns:a16="http://schemas.microsoft.com/office/drawing/2014/main" id="{A5DDD5E5-5273-2EE2-F964-2E85E80E65EF}"/>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37" name="Line 283">
              <a:extLst>
                <a:ext uri="{FF2B5EF4-FFF2-40B4-BE49-F238E27FC236}">
                  <a16:creationId xmlns:a16="http://schemas.microsoft.com/office/drawing/2014/main" id="{7EED8152-676C-C6E0-665A-087685DDBE32}"/>
                </a:ext>
              </a:extLst>
            </p:cNvPr>
            <p:cNvSpPr>
              <a:spLocks noChangeShapeType="1"/>
            </p:cNvSpPr>
            <p:nvPr/>
          </p:nvSpPr>
          <p:spPr bwMode="auto">
            <a:xfrm>
              <a:off x="1918" y="1470"/>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41" name="Group 284">
            <a:extLst>
              <a:ext uri="{FF2B5EF4-FFF2-40B4-BE49-F238E27FC236}">
                <a16:creationId xmlns:a16="http://schemas.microsoft.com/office/drawing/2014/main" id="{7D8DD6E4-8D7D-4232-5887-0559257866C0}"/>
              </a:ext>
            </a:extLst>
          </p:cNvPr>
          <p:cNvGrpSpPr>
            <a:grpSpLocks/>
          </p:cNvGrpSpPr>
          <p:nvPr/>
        </p:nvGrpSpPr>
        <p:grpSpPr bwMode="auto">
          <a:xfrm>
            <a:off x="6126163" y="3914776"/>
            <a:ext cx="157162" cy="157163"/>
            <a:chOff x="1909" y="1470"/>
            <a:chExt cx="114" cy="122"/>
          </a:xfrm>
        </p:grpSpPr>
        <p:sp>
          <p:nvSpPr>
            <p:cNvPr id="15534" name="Line 285">
              <a:extLst>
                <a:ext uri="{FF2B5EF4-FFF2-40B4-BE49-F238E27FC236}">
                  <a16:creationId xmlns:a16="http://schemas.microsoft.com/office/drawing/2014/main" id="{609A57AF-B316-0250-DF0F-60972E713955}"/>
                </a:ext>
              </a:extLst>
            </p:cNvPr>
            <p:cNvSpPr>
              <a:spLocks noChangeShapeType="1"/>
            </p:cNvSpPr>
            <p:nvPr/>
          </p:nvSpPr>
          <p:spPr bwMode="auto">
            <a:xfrm flipH="1">
              <a:off x="1909" y="1472"/>
              <a:ext cx="114" cy="11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35" name="Line 286">
              <a:extLst>
                <a:ext uri="{FF2B5EF4-FFF2-40B4-BE49-F238E27FC236}">
                  <a16:creationId xmlns:a16="http://schemas.microsoft.com/office/drawing/2014/main" id="{BC2ABEFA-0C96-BBDC-1F73-38594A3064E4}"/>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42" name="Group 287">
            <a:extLst>
              <a:ext uri="{FF2B5EF4-FFF2-40B4-BE49-F238E27FC236}">
                <a16:creationId xmlns:a16="http://schemas.microsoft.com/office/drawing/2014/main" id="{AD09E009-2D84-EF05-B659-E2E5605B55D8}"/>
              </a:ext>
            </a:extLst>
          </p:cNvPr>
          <p:cNvGrpSpPr>
            <a:grpSpLocks/>
          </p:cNvGrpSpPr>
          <p:nvPr/>
        </p:nvGrpSpPr>
        <p:grpSpPr bwMode="auto">
          <a:xfrm>
            <a:off x="3913188" y="4318001"/>
            <a:ext cx="157162" cy="157163"/>
            <a:chOff x="1909" y="1470"/>
            <a:chExt cx="114" cy="122"/>
          </a:xfrm>
        </p:grpSpPr>
        <p:sp>
          <p:nvSpPr>
            <p:cNvPr id="15532" name="Line 288">
              <a:extLst>
                <a:ext uri="{FF2B5EF4-FFF2-40B4-BE49-F238E27FC236}">
                  <a16:creationId xmlns:a16="http://schemas.microsoft.com/office/drawing/2014/main" id="{4D7A4750-02AF-0CE0-6B81-45DF231E0C3A}"/>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33" name="Line 289">
              <a:extLst>
                <a:ext uri="{FF2B5EF4-FFF2-40B4-BE49-F238E27FC236}">
                  <a16:creationId xmlns:a16="http://schemas.microsoft.com/office/drawing/2014/main" id="{5C09EEE9-3B26-EDE3-0179-A9801DCDEF27}"/>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43" name="Group 290">
            <a:extLst>
              <a:ext uri="{FF2B5EF4-FFF2-40B4-BE49-F238E27FC236}">
                <a16:creationId xmlns:a16="http://schemas.microsoft.com/office/drawing/2014/main" id="{C1778D02-FA53-B59E-0C0F-044DD12BBA3F}"/>
              </a:ext>
            </a:extLst>
          </p:cNvPr>
          <p:cNvGrpSpPr>
            <a:grpSpLocks/>
          </p:cNvGrpSpPr>
          <p:nvPr/>
        </p:nvGrpSpPr>
        <p:grpSpPr bwMode="auto">
          <a:xfrm>
            <a:off x="4206876" y="4318001"/>
            <a:ext cx="157163" cy="157163"/>
            <a:chOff x="1909" y="1470"/>
            <a:chExt cx="114" cy="122"/>
          </a:xfrm>
        </p:grpSpPr>
        <p:sp>
          <p:nvSpPr>
            <p:cNvPr id="15530" name="Line 291">
              <a:extLst>
                <a:ext uri="{FF2B5EF4-FFF2-40B4-BE49-F238E27FC236}">
                  <a16:creationId xmlns:a16="http://schemas.microsoft.com/office/drawing/2014/main" id="{019D2A09-3F0F-F4B2-D959-9C84C5E5EBF9}"/>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31" name="Line 292">
              <a:extLst>
                <a:ext uri="{FF2B5EF4-FFF2-40B4-BE49-F238E27FC236}">
                  <a16:creationId xmlns:a16="http://schemas.microsoft.com/office/drawing/2014/main" id="{B3AC25F9-4DC6-D20B-EAB0-C43293CAF351}"/>
                </a:ext>
              </a:extLst>
            </p:cNvPr>
            <p:cNvSpPr>
              <a:spLocks noChangeShapeType="1"/>
            </p:cNvSpPr>
            <p:nvPr/>
          </p:nvSpPr>
          <p:spPr bwMode="auto">
            <a:xfrm>
              <a:off x="1921" y="1470"/>
              <a:ext cx="106"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44" name="Group 293">
            <a:extLst>
              <a:ext uri="{FF2B5EF4-FFF2-40B4-BE49-F238E27FC236}">
                <a16:creationId xmlns:a16="http://schemas.microsoft.com/office/drawing/2014/main" id="{D7CA0BAF-672E-235D-44B2-A502A9011466}"/>
              </a:ext>
            </a:extLst>
          </p:cNvPr>
          <p:cNvGrpSpPr>
            <a:grpSpLocks/>
          </p:cNvGrpSpPr>
          <p:nvPr/>
        </p:nvGrpSpPr>
        <p:grpSpPr bwMode="auto">
          <a:xfrm>
            <a:off x="4857751" y="4318001"/>
            <a:ext cx="157163" cy="157163"/>
            <a:chOff x="1909" y="1470"/>
            <a:chExt cx="114" cy="122"/>
          </a:xfrm>
        </p:grpSpPr>
        <p:sp>
          <p:nvSpPr>
            <p:cNvPr id="15528" name="Line 294">
              <a:extLst>
                <a:ext uri="{FF2B5EF4-FFF2-40B4-BE49-F238E27FC236}">
                  <a16:creationId xmlns:a16="http://schemas.microsoft.com/office/drawing/2014/main" id="{ECB5F080-C9F9-4410-FF9B-5693CA48A256}"/>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29" name="Line 295">
              <a:extLst>
                <a:ext uri="{FF2B5EF4-FFF2-40B4-BE49-F238E27FC236}">
                  <a16:creationId xmlns:a16="http://schemas.microsoft.com/office/drawing/2014/main" id="{0C3FA950-48C9-09E1-9239-E88F0C2B6CBA}"/>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45" name="Group 296">
            <a:extLst>
              <a:ext uri="{FF2B5EF4-FFF2-40B4-BE49-F238E27FC236}">
                <a16:creationId xmlns:a16="http://schemas.microsoft.com/office/drawing/2014/main" id="{3271C05F-BA85-BF0B-B64E-2C4EC993D0F2}"/>
              </a:ext>
            </a:extLst>
          </p:cNvPr>
          <p:cNvGrpSpPr>
            <a:grpSpLocks/>
          </p:cNvGrpSpPr>
          <p:nvPr/>
        </p:nvGrpSpPr>
        <p:grpSpPr bwMode="auto">
          <a:xfrm>
            <a:off x="5157788" y="4329113"/>
            <a:ext cx="157162" cy="157162"/>
            <a:chOff x="1909" y="1470"/>
            <a:chExt cx="114" cy="122"/>
          </a:xfrm>
        </p:grpSpPr>
        <p:sp>
          <p:nvSpPr>
            <p:cNvPr id="15526" name="Line 297">
              <a:extLst>
                <a:ext uri="{FF2B5EF4-FFF2-40B4-BE49-F238E27FC236}">
                  <a16:creationId xmlns:a16="http://schemas.microsoft.com/office/drawing/2014/main" id="{A0922325-7498-85E3-A69A-20F4105D6836}"/>
                </a:ext>
              </a:extLst>
            </p:cNvPr>
            <p:cNvSpPr>
              <a:spLocks noChangeShapeType="1"/>
            </p:cNvSpPr>
            <p:nvPr/>
          </p:nvSpPr>
          <p:spPr bwMode="auto">
            <a:xfrm flipH="1">
              <a:off x="1909" y="1472"/>
              <a:ext cx="114" cy="11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27" name="Line 298">
              <a:extLst>
                <a:ext uri="{FF2B5EF4-FFF2-40B4-BE49-F238E27FC236}">
                  <a16:creationId xmlns:a16="http://schemas.microsoft.com/office/drawing/2014/main" id="{6ED5772B-01F5-774E-0897-C5CD5AB3C399}"/>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46" name="Group 299">
            <a:extLst>
              <a:ext uri="{FF2B5EF4-FFF2-40B4-BE49-F238E27FC236}">
                <a16:creationId xmlns:a16="http://schemas.microsoft.com/office/drawing/2014/main" id="{DA84B5C4-6B49-C583-D164-279617E101F5}"/>
              </a:ext>
            </a:extLst>
          </p:cNvPr>
          <p:cNvGrpSpPr>
            <a:grpSpLocks/>
          </p:cNvGrpSpPr>
          <p:nvPr/>
        </p:nvGrpSpPr>
        <p:grpSpPr bwMode="auto">
          <a:xfrm>
            <a:off x="5851526" y="4329113"/>
            <a:ext cx="157163" cy="157162"/>
            <a:chOff x="1909" y="1470"/>
            <a:chExt cx="114" cy="122"/>
          </a:xfrm>
        </p:grpSpPr>
        <p:sp>
          <p:nvSpPr>
            <p:cNvPr id="15524" name="Line 300">
              <a:extLst>
                <a:ext uri="{FF2B5EF4-FFF2-40B4-BE49-F238E27FC236}">
                  <a16:creationId xmlns:a16="http://schemas.microsoft.com/office/drawing/2014/main" id="{2D944A5E-045F-39BB-177F-0DAB991F5872}"/>
                </a:ext>
              </a:extLst>
            </p:cNvPr>
            <p:cNvSpPr>
              <a:spLocks noChangeShapeType="1"/>
            </p:cNvSpPr>
            <p:nvPr/>
          </p:nvSpPr>
          <p:spPr bwMode="auto">
            <a:xfrm flipH="1">
              <a:off x="1909" y="1472"/>
              <a:ext cx="114" cy="11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25" name="Line 301">
              <a:extLst>
                <a:ext uri="{FF2B5EF4-FFF2-40B4-BE49-F238E27FC236}">
                  <a16:creationId xmlns:a16="http://schemas.microsoft.com/office/drawing/2014/main" id="{658AB6E5-4500-1BA1-B7F9-CD0EA1E3B33E}"/>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47" name="Group 302">
            <a:extLst>
              <a:ext uri="{FF2B5EF4-FFF2-40B4-BE49-F238E27FC236}">
                <a16:creationId xmlns:a16="http://schemas.microsoft.com/office/drawing/2014/main" id="{064A33E4-65D1-C267-1C85-EB375EE2D8AB}"/>
              </a:ext>
            </a:extLst>
          </p:cNvPr>
          <p:cNvGrpSpPr>
            <a:grpSpLocks/>
          </p:cNvGrpSpPr>
          <p:nvPr/>
        </p:nvGrpSpPr>
        <p:grpSpPr bwMode="auto">
          <a:xfrm>
            <a:off x="6140451" y="4318001"/>
            <a:ext cx="157163" cy="157163"/>
            <a:chOff x="1909" y="1470"/>
            <a:chExt cx="114" cy="122"/>
          </a:xfrm>
        </p:grpSpPr>
        <p:sp>
          <p:nvSpPr>
            <p:cNvPr id="15522" name="Line 303">
              <a:extLst>
                <a:ext uri="{FF2B5EF4-FFF2-40B4-BE49-F238E27FC236}">
                  <a16:creationId xmlns:a16="http://schemas.microsoft.com/office/drawing/2014/main" id="{DB4AE319-3A7A-0B82-F40A-38304510A98A}"/>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23" name="Line 304">
              <a:extLst>
                <a:ext uri="{FF2B5EF4-FFF2-40B4-BE49-F238E27FC236}">
                  <a16:creationId xmlns:a16="http://schemas.microsoft.com/office/drawing/2014/main" id="{1DF0F67F-75C6-BF83-7491-8786D9836952}"/>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48" name="Group 305">
            <a:extLst>
              <a:ext uri="{FF2B5EF4-FFF2-40B4-BE49-F238E27FC236}">
                <a16:creationId xmlns:a16="http://schemas.microsoft.com/office/drawing/2014/main" id="{3DFCB699-776B-8B43-A16C-C7A83F1B7B55}"/>
              </a:ext>
            </a:extLst>
          </p:cNvPr>
          <p:cNvGrpSpPr>
            <a:grpSpLocks/>
          </p:cNvGrpSpPr>
          <p:nvPr/>
        </p:nvGrpSpPr>
        <p:grpSpPr bwMode="auto">
          <a:xfrm>
            <a:off x="9305926" y="2354263"/>
            <a:ext cx="157163" cy="158750"/>
            <a:chOff x="1909" y="1470"/>
            <a:chExt cx="114" cy="122"/>
          </a:xfrm>
        </p:grpSpPr>
        <p:sp>
          <p:nvSpPr>
            <p:cNvPr id="15520" name="Line 306">
              <a:extLst>
                <a:ext uri="{FF2B5EF4-FFF2-40B4-BE49-F238E27FC236}">
                  <a16:creationId xmlns:a16="http://schemas.microsoft.com/office/drawing/2014/main" id="{DC872881-2D75-5226-A55E-DE04C050D8BE}"/>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21" name="Line 307">
              <a:extLst>
                <a:ext uri="{FF2B5EF4-FFF2-40B4-BE49-F238E27FC236}">
                  <a16:creationId xmlns:a16="http://schemas.microsoft.com/office/drawing/2014/main" id="{358E4A33-4C84-A423-727E-57A9AAE31714}"/>
                </a:ext>
              </a:extLst>
            </p:cNvPr>
            <p:cNvSpPr>
              <a:spLocks noChangeShapeType="1"/>
            </p:cNvSpPr>
            <p:nvPr/>
          </p:nvSpPr>
          <p:spPr bwMode="auto">
            <a:xfrm>
              <a:off x="1918" y="1470"/>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49" name="Group 308">
            <a:extLst>
              <a:ext uri="{FF2B5EF4-FFF2-40B4-BE49-F238E27FC236}">
                <a16:creationId xmlns:a16="http://schemas.microsoft.com/office/drawing/2014/main" id="{E9230DFF-2014-1C92-29E7-3A29908C35FB}"/>
              </a:ext>
            </a:extLst>
          </p:cNvPr>
          <p:cNvGrpSpPr>
            <a:grpSpLocks/>
          </p:cNvGrpSpPr>
          <p:nvPr/>
        </p:nvGrpSpPr>
        <p:grpSpPr bwMode="auto">
          <a:xfrm>
            <a:off x="8689976" y="2732088"/>
            <a:ext cx="155575" cy="158750"/>
            <a:chOff x="1909" y="1470"/>
            <a:chExt cx="114" cy="122"/>
          </a:xfrm>
        </p:grpSpPr>
        <p:sp>
          <p:nvSpPr>
            <p:cNvPr id="15518" name="Line 309">
              <a:extLst>
                <a:ext uri="{FF2B5EF4-FFF2-40B4-BE49-F238E27FC236}">
                  <a16:creationId xmlns:a16="http://schemas.microsoft.com/office/drawing/2014/main" id="{209645C3-6260-9348-6E2E-7D4156FE6E25}"/>
                </a:ext>
              </a:extLst>
            </p:cNvPr>
            <p:cNvSpPr>
              <a:spLocks noChangeShapeType="1"/>
            </p:cNvSpPr>
            <p:nvPr/>
          </p:nvSpPr>
          <p:spPr bwMode="auto">
            <a:xfrm flipH="1">
              <a:off x="1913" y="1472"/>
              <a:ext cx="108"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19" name="Line 310">
              <a:extLst>
                <a:ext uri="{FF2B5EF4-FFF2-40B4-BE49-F238E27FC236}">
                  <a16:creationId xmlns:a16="http://schemas.microsoft.com/office/drawing/2014/main" id="{E870A695-BC5D-E670-2414-541AF64AD222}"/>
                </a:ext>
              </a:extLst>
            </p:cNvPr>
            <p:cNvSpPr>
              <a:spLocks noChangeShapeType="1"/>
            </p:cNvSpPr>
            <p:nvPr/>
          </p:nvSpPr>
          <p:spPr bwMode="auto">
            <a:xfrm>
              <a:off x="1920" y="1470"/>
              <a:ext cx="99"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50" name="Group 311">
            <a:extLst>
              <a:ext uri="{FF2B5EF4-FFF2-40B4-BE49-F238E27FC236}">
                <a16:creationId xmlns:a16="http://schemas.microsoft.com/office/drawing/2014/main" id="{8881AC5B-623D-8680-DE3C-D3BCE7008120}"/>
              </a:ext>
            </a:extLst>
          </p:cNvPr>
          <p:cNvGrpSpPr>
            <a:grpSpLocks/>
          </p:cNvGrpSpPr>
          <p:nvPr/>
        </p:nvGrpSpPr>
        <p:grpSpPr bwMode="auto">
          <a:xfrm>
            <a:off x="7524751" y="2743201"/>
            <a:ext cx="157163" cy="157163"/>
            <a:chOff x="1909" y="1470"/>
            <a:chExt cx="114" cy="122"/>
          </a:xfrm>
        </p:grpSpPr>
        <p:sp>
          <p:nvSpPr>
            <p:cNvPr id="15516" name="Line 312">
              <a:extLst>
                <a:ext uri="{FF2B5EF4-FFF2-40B4-BE49-F238E27FC236}">
                  <a16:creationId xmlns:a16="http://schemas.microsoft.com/office/drawing/2014/main" id="{A60C7E15-2C7B-F2B5-37E9-7823DB624BB6}"/>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17" name="Line 313">
              <a:extLst>
                <a:ext uri="{FF2B5EF4-FFF2-40B4-BE49-F238E27FC236}">
                  <a16:creationId xmlns:a16="http://schemas.microsoft.com/office/drawing/2014/main" id="{747C8267-2697-3697-1976-6A690B5A5A0B}"/>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51" name="Group 314">
            <a:extLst>
              <a:ext uri="{FF2B5EF4-FFF2-40B4-BE49-F238E27FC236}">
                <a16:creationId xmlns:a16="http://schemas.microsoft.com/office/drawing/2014/main" id="{AC1DBB83-1CDB-A792-5FC2-20ECEF0359F2}"/>
              </a:ext>
            </a:extLst>
          </p:cNvPr>
          <p:cNvGrpSpPr>
            <a:grpSpLocks/>
          </p:cNvGrpSpPr>
          <p:nvPr/>
        </p:nvGrpSpPr>
        <p:grpSpPr bwMode="auto">
          <a:xfrm>
            <a:off x="8129588" y="2743201"/>
            <a:ext cx="157162" cy="157163"/>
            <a:chOff x="1909" y="1470"/>
            <a:chExt cx="114" cy="122"/>
          </a:xfrm>
        </p:grpSpPr>
        <p:sp>
          <p:nvSpPr>
            <p:cNvPr id="15514" name="Line 315">
              <a:extLst>
                <a:ext uri="{FF2B5EF4-FFF2-40B4-BE49-F238E27FC236}">
                  <a16:creationId xmlns:a16="http://schemas.microsoft.com/office/drawing/2014/main" id="{DD2022BE-E0DC-1413-9A6B-3DFD1B4E647A}"/>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15" name="Line 316">
              <a:extLst>
                <a:ext uri="{FF2B5EF4-FFF2-40B4-BE49-F238E27FC236}">
                  <a16:creationId xmlns:a16="http://schemas.microsoft.com/office/drawing/2014/main" id="{8EC9CDA5-D3D4-7597-46D4-F5FE61E5C999}"/>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52" name="Group 317">
            <a:extLst>
              <a:ext uri="{FF2B5EF4-FFF2-40B4-BE49-F238E27FC236}">
                <a16:creationId xmlns:a16="http://schemas.microsoft.com/office/drawing/2014/main" id="{4D78B32C-7288-6F74-9EF5-2203B12A858E}"/>
              </a:ext>
            </a:extLst>
          </p:cNvPr>
          <p:cNvGrpSpPr>
            <a:grpSpLocks/>
          </p:cNvGrpSpPr>
          <p:nvPr/>
        </p:nvGrpSpPr>
        <p:grpSpPr bwMode="auto">
          <a:xfrm>
            <a:off x="9305926" y="2732088"/>
            <a:ext cx="157163" cy="158750"/>
            <a:chOff x="1909" y="1470"/>
            <a:chExt cx="114" cy="122"/>
          </a:xfrm>
        </p:grpSpPr>
        <p:sp>
          <p:nvSpPr>
            <p:cNvPr id="15512" name="Line 318">
              <a:extLst>
                <a:ext uri="{FF2B5EF4-FFF2-40B4-BE49-F238E27FC236}">
                  <a16:creationId xmlns:a16="http://schemas.microsoft.com/office/drawing/2014/main" id="{168F0CF8-4123-7739-B205-EA7D92523135}"/>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13" name="Line 319">
              <a:extLst>
                <a:ext uri="{FF2B5EF4-FFF2-40B4-BE49-F238E27FC236}">
                  <a16:creationId xmlns:a16="http://schemas.microsoft.com/office/drawing/2014/main" id="{8DCC5046-1E2D-6D07-F45D-B7B886157250}"/>
                </a:ext>
              </a:extLst>
            </p:cNvPr>
            <p:cNvSpPr>
              <a:spLocks noChangeShapeType="1"/>
            </p:cNvSpPr>
            <p:nvPr/>
          </p:nvSpPr>
          <p:spPr bwMode="auto">
            <a:xfrm>
              <a:off x="1918" y="1470"/>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53" name="Group 320">
            <a:extLst>
              <a:ext uri="{FF2B5EF4-FFF2-40B4-BE49-F238E27FC236}">
                <a16:creationId xmlns:a16="http://schemas.microsoft.com/office/drawing/2014/main" id="{C44C615D-B617-E765-777A-51F27378EEB9}"/>
              </a:ext>
            </a:extLst>
          </p:cNvPr>
          <p:cNvGrpSpPr>
            <a:grpSpLocks/>
          </p:cNvGrpSpPr>
          <p:nvPr/>
        </p:nvGrpSpPr>
        <p:grpSpPr bwMode="auto">
          <a:xfrm>
            <a:off x="8689976" y="3135313"/>
            <a:ext cx="155575" cy="157162"/>
            <a:chOff x="1909" y="1470"/>
            <a:chExt cx="114" cy="122"/>
          </a:xfrm>
        </p:grpSpPr>
        <p:sp>
          <p:nvSpPr>
            <p:cNvPr id="15510" name="Line 321">
              <a:extLst>
                <a:ext uri="{FF2B5EF4-FFF2-40B4-BE49-F238E27FC236}">
                  <a16:creationId xmlns:a16="http://schemas.microsoft.com/office/drawing/2014/main" id="{50323413-7755-05A2-55BA-6D97AD3D3658}"/>
                </a:ext>
              </a:extLst>
            </p:cNvPr>
            <p:cNvSpPr>
              <a:spLocks noChangeShapeType="1"/>
            </p:cNvSpPr>
            <p:nvPr/>
          </p:nvSpPr>
          <p:spPr bwMode="auto">
            <a:xfrm flipH="1">
              <a:off x="1913" y="1473"/>
              <a:ext cx="108"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11" name="Line 322">
              <a:extLst>
                <a:ext uri="{FF2B5EF4-FFF2-40B4-BE49-F238E27FC236}">
                  <a16:creationId xmlns:a16="http://schemas.microsoft.com/office/drawing/2014/main" id="{7E7D604E-0F98-851D-4CB8-59CC16AD4542}"/>
                </a:ext>
              </a:extLst>
            </p:cNvPr>
            <p:cNvSpPr>
              <a:spLocks noChangeShapeType="1"/>
            </p:cNvSpPr>
            <p:nvPr/>
          </p:nvSpPr>
          <p:spPr bwMode="auto">
            <a:xfrm>
              <a:off x="1920" y="1470"/>
              <a:ext cx="99"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54" name="Group 323">
            <a:extLst>
              <a:ext uri="{FF2B5EF4-FFF2-40B4-BE49-F238E27FC236}">
                <a16:creationId xmlns:a16="http://schemas.microsoft.com/office/drawing/2014/main" id="{6F0C8C04-ED93-0860-5FFE-036A98F8C61D}"/>
              </a:ext>
            </a:extLst>
          </p:cNvPr>
          <p:cNvGrpSpPr>
            <a:grpSpLocks/>
          </p:cNvGrpSpPr>
          <p:nvPr/>
        </p:nvGrpSpPr>
        <p:grpSpPr bwMode="auto">
          <a:xfrm>
            <a:off x="7524751" y="3144838"/>
            <a:ext cx="157163" cy="158750"/>
            <a:chOff x="1909" y="1470"/>
            <a:chExt cx="114" cy="122"/>
          </a:xfrm>
        </p:grpSpPr>
        <p:sp>
          <p:nvSpPr>
            <p:cNvPr id="15508" name="Line 324">
              <a:extLst>
                <a:ext uri="{FF2B5EF4-FFF2-40B4-BE49-F238E27FC236}">
                  <a16:creationId xmlns:a16="http://schemas.microsoft.com/office/drawing/2014/main" id="{3663CF66-C078-BD91-B924-6C61AE175CCE}"/>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09" name="Line 325">
              <a:extLst>
                <a:ext uri="{FF2B5EF4-FFF2-40B4-BE49-F238E27FC236}">
                  <a16:creationId xmlns:a16="http://schemas.microsoft.com/office/drawing/2014/main" id="{C5A47ADE-DBE2-4847-B04C-D38335E1346E}"/>
                </a:ext>
              </a:extLst>
            </p:cNvPr>
            <p:cNvSpPr>
              <a:spLocks noChangeShapeType="1"/>
            </p:cNvSpPr>
            <p:nvPr/>
          </p:nvSpPr>
          <p:spPr bwMode="auto">
            <a:xfrm>
              <a:off x="1918" y="1467"/>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55" name="Group 326">
            <a:extLst>
              <a:ext uri="{FF2B5EF4-FFF2-40B4-BE49-F238E27FC236}">
                <a16:creationId xmlns:a16="http://schemas.microsoft.com/office/drawing/2014/main" id="{6AE31D52-8B2F-C69C-1F51-3AAA4D659F1E}"/>
              </a:ext>
            </a:extLst>
          </p:cNvPr>
          <p:cNvGrpSpPr>
            <a:grpSpLocks/>
          </p:cNvGrpSpPr>
          <p:nvPr/>
        </p:nvGrpSpPr>
        <p:grpSpPr bwMode="auto">
          <a:xfrm>
            <a:off x="8129588" y="3144838"/>
            <a:ext cx="157162" cy="158750"/>
            <a:chOff x="1909" y="1470"/>
            <a:chExt cx="114" cy="122"/>
          </a:xfrm>
        </p:grpSpPr>
        <p:sp>
          <p:nvSpPr>
            <p:cNvPr id="15506" name="Line 327">
              <a:extLst>
                <a:ext uri="{FF2B5EF4-FFF2-40B4-BE49-F238E27FC236}">
                  <a16:creationId xmlns:a16="http://schemas.microsoft.com/office/drawing/2014/main" id="{BE8987E0-C309-3C09-F51F-628C906F5935}"/>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07" name="Line 328">
              <a:extLst>
                <a:ext uri="{FF2B5EF4-FFF2-40B4-BE49-F238E27FC236}">
                  <a16:creationId xmlns:a16="http://schemas.microsoft.com/office/drawing/2014/main" id="{D3627656-B0C5-3D7A-1831-EC1CE9112CA5}"/>
                </a:ext>
              </a:extLst>
            </p:cNvPr>
            <p:cNvSpPr>
              <a:spLocks noChangeShapeType="1"/>
            </p:cNvSpPr>
            <p:nvPr/>
          </p:nvSpPr>
          <p:spPr bwMode="auto">
            <a:xfrm>
              <a:off x="1918" y="1467"/>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56" name="Group 329">
            <a:extLst>
              <a:ext uri="{FF2B5EF4-FFF2-40B4-BE49-F238E27FC236}">
                <a16:creationId xmlns:a16="http://schemas.microsoft.com/office/drawing/2014/main" id="{74E628A3-08DD-3178-961F-4BF69CDE6896}"/>
              </a:ext>
            </a:extLst>
          </p:cNvPr>
          <p:cNvGrpSpPr>
            <a:grpSpLocks/>
          </p:cNvGrpSpPr>
          <p:nvPr/>
        </p:nvGrpSpPr>
        <p:grpSpPr bwMode="auto">
          <a:xfrm>
            <a:off x="9305926" y="3135313"/>
            <a:ext cx="157163" cy="157162"/>
            <a:chOff x="1909" y="1470"/>
            <a:chExt cx="114" cy="122"/>
          </a:xfrm>
        </p:grpSpPr>
        <p:sp>
          <p:nvSpPr>
            <p:cNvPr id="15504" name="Line 330">
              <a:extLst>
                <a:ext uri="{FF2B5EF4-FFF2-40B4-BE49-F238E27FC236}">
                  <a16:creationId xmlns:a16="http://schemas.microsoft.com/office/drawing/2014/main" id="{43EECE45-F2C7-6592-02DE-575E0CD5FD5E}"/>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05" name="Line 331">
              <a:extLst>
                <a:ext uri="{FF2B5EF4-FFF2-40B4-BE49-F238E27FC236}">
                  <a16:creationId xmlns:a16="http://schemas.microsoft.com/office/drawing/2014/main" id="{0ACA5C40-90CB-2A7E-0E43-4AA383FA366B}"/>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57" name="Group 332">
            <a:extLst>
              <a:ext uri="{FF2B5EF4-FFF2-40B4-BE49-F238E27FC236}">
                <a16:creationId xmlns:a16="http://schemas.microsoft.com/office/drawing/2014/main" id="{C46F9FF1-C55D-AA06-C1C3-F86ED114C266}"/>
              </a:ext>
            </a:extLst>
          </p:cNvPr>
          <p:cNvGrpSpPr>
            <a:grpSpLocks/>
          </p:cNvGrpSpPr>
          <p:nvPr/>
        </p:nvGrpSpPr>
        <p:grpSpPr bwMode="auto">
          <a:xfrm>
            <a:off x="8701088" y="3513138"/>
            <a:ext cx="157162" cy="158750"/>
            <a:chOff x="1909" y="1470"/>
            <a:chExt cx="114" cy="122"/>
          </a:xfrm>
        </p:grpSpPr>
        <p:sp>
          <p:nvSpPr>
            <p:cNvPr id="15502" name="Line 333">
              <a:extLst>
                <a:ext uri="{FF2B5EF4-FFF2-40B4-BE49-F238E27FC236}">
                  <a16:creationId xmlns:a16="http://schemas.microsoft.com/office/drawing/2014/main" id="{F6FA7ADB-C01B-C540-6232-8A62344A27B0}"/>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03" name="Line 334">
              <a:extLst>
                <a:ext uri="{FF2B5EF4-FFF2-40B4-BE49-F238E27FC236}">
                  <a16:creationId xmlns:a16="http://schemas.microsoft.com/office/drawing/2014/main" id="{0E7B6149-55D4-6CB7-99CB-F9139C7F9D1B}"/>
                </a:ext>
              </a:extLst>
            </p:cNvPr>
            <p:cNvSpPr>
              <a:spLocks noChangeShapeType="1"/>
            </p:cNvSpPr>
            <p:nvPr/>
          </p:nvSpPr>
          <p:spPr bwMode="auto">
            <a:xfrm>
              <a:off x="1918" y="1470"/>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58" name="Group 335">
            <a:extLst>
              <a:ext uri="{FF2B5EF4-FFF2-40B4-BE49-F238E27FC236}">
                <a16:creationId xmlns:a16="http://schemas.microsoft.com/office/drawing/2014/main" id="{38F7B01D-C730-04E8-301A-80997672BA41}"/>
              </a:ext>
            </a:extLst>
          </p:cNvPr>
          <p:cNvGrpSpPr>
            <a:grpSpLocks/>
          </p:cNvGrpSpPr>
          <p:nvPr/>
        </p:nvGrpSpPr>
        <p:grpSpPr bwMode="auto">
          <a:xfrm>
            <a:off x="7537451" y="3524251"/>
            <a:ext cx="157163" cy="157163"/>
            <a:chOff x="1909" y="1470"/>
            <a:chExt cx="114" cy="122"/>
          </a:xfrm>
        </p:grpSpPr>
        <p:sp>
          <p:nvSpPr>
            <p:cNvPr id="15500" name="Line 336">
              <a:extLst>
                <a:ext uri="{FF2B5EF4-FFF2-40B4-BE49-F238E27FC236}">
                  <a16:creationId xmlns:a16="http://schemas.microsoft.com/office/drawing/2014/main" id="{9BCDCAE7-D9E4-0ADF-02BF-8A773A1C1457}"/>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01" name="Line 337">
              <a:extLst>
                <a:ext uri="{FF2B5EF4-FFF2-40B4-BE49-F238E27FC236}">
                  <a16:creationId xmlns:a16="http://schemas.microsoft.com/office/drawing/2014/main" id="{614EA6D0-9B5E-02FA-9CB5-12D12B95CBA0}"/>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59" name="Group 338">
            <a:extLst>
              <a:ext uri="{FF2B5EF4-FFF2-40B4-BE49-F238E27FC236}">
                <a16:creationId xmlns:a16="http://schemas.microsoft.com/office/drawing/2014/main" id="{DC2CFD4F-51A7-A6E2-6A4D-0DA947414C04}"/>
              </a:ext>
            </a:extLst>
          </p:cNvPr>
          <p:cNvGrpSpPr>
            <a:grpSpLocks/>
          </p:cNvGrpSpPr>
          <p:nvPr/>
        </p:nvGrpSpPr>
        <p:grpSpPr bwMode="auto">
          <a:xfrm>
            <a:off x="8142288" y="3524251"/>
            <a:ext cx="157162" cy="157163"/>
            <a:chOff x="1909" y="1470"/>
            <a:chExt cx="114" cy="122"/>
          </a:xfrm>
        </p:grpSpPr>
        <p:sp>
          <p:nvSpPr>
            <p:cNvPr id="15498" name="Line 339">
              <a:extLst>
                <a:ext uri="{FF2B5EF4-FFF2-40B4-BE49-F238E27FC236}">
                  <a16:creationId xmlns:a16="http://schemas.microsoft.com/office/drawing/2014/main" id="{4395AF56-084F-C5A5-BC17-51DA3E53DC84}"/>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99" name="Line 340">
              <a:extLst>
                <a:ext uri="{FF2B5EF4-FFF2-40B4-BE49-F238E27FC236}">
                  <a16:creationId xmlns:a16="http://schemas.microsoft.com/office/drawing/2014/main" id="{DDE60A31-74ED-6FE4-0290-AD029E5F7322}"/>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60" name="Group 341">
            <a:extLst>
              <a:ext uri="{FF2B5EF4-FFF2-40B4-BE49-F238E27FC236}">
                <a16:creationId xmlns:a16="http://schemas.microsoft.com/office/drawing/2014/main" id="{AA16B577-ABA4-0FAE-678A-FFC93E3BA569}"/>
              </a:ext>
            </a:extLst>
          </p:cNvPr>
          <p:cNvGrpSpPr>
            <a:grpSpLocks/>
          </p:cNvGrpSpPr>
          <p:nvPr/>
        </p:nvGrpSpPr>
        <p:grpSpPr bwMode="auto">
          <a:xfrm>
            <a:off x="9318626" y="3513138"/>
            <a:ext cx="157163" cy="158750"/>
            <a:chOff x="1909" y="1470"/>
            <a:chExt cx="114" cy="122"/>
          </a:xfrm>
        </p:grpSpPr>
        <p:sp>
          <p:nvSpPr>
            <p:cNvPr id="15496" name="Line 342">
              <a:extLst>
                <a:ext uri="{FF2B5EF4-FFF2-40B4-BE49-F238E27FC236}">
                  <a16:creationId xmlns:a16="http://schemas.microsoft.com/office/drawing/2014/main" id="{5CF94B3A-6BFA-023C-5E02-E940EBC1726A}"/>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97" name="Line 343">
              <a:extLst>
                <a:ext uri="{FF2B5EF4-FFF2-40B4-BE49-F238E27FC236}">
                  <a16:creationId xmlns:a16="http://schemas.microsoft.com/office/drawing/2014/main" id="{C05A128D-0D4F-40DD-0CBA-1A98CA82B65B}"/>
                </a:ext>
              </a:extLst>
            </p:cNvPr>
            <p:cNvSpPr>
              <a:spLocks noChangeShapeType="1"/>
            </p:cNvSpPr>
            <p:nvPr/>
          </p:nvSpPr>
          <p:spPr bwMode="auto">
            <a:xfrm>
              <a:off x="1918" y="1470"/>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61" name="Group 344">
            <a:extLst>
              <a:ext uri="{FF2B5EF4-FFF2-40B4-BE49-F238E27FC236}">
                <a16:creationId xmlns:a16="http://schemas.microsoft.com/office/drawing/2014/main" id="{1CBFF1D5-EE79-CD3A-18E3-9BED3649BF2C}"/>
              </a:ext>
            </a:extLst>
          </p:cNvPr>
          <p:cNvGrpSpPr>
            <a:grpSpLocks/>
          </p:cNvGrpSpPr>
          <p:nvPr/>
        </p:nvGrpSpPr>
        <p:grpSpPr bwMode="auto">
          <a:xfrm>
            <a:off x="8689976" y="3892550"/>
            <a:ext cx="155575" cy="158750"/>
            <a:chOff x="1909" y="1470"/>
            <a:chExt cx="114" cy="122"/>
          </a:xfrm>
        </p:grpSpPr>
        <p:sp>
          <p:nvSpPr>
            <p:cNvPr id="15494" name="Line 345">
              <a:extLst>
                <a:ext uri="{FF2B5EF4-FFF2-40B4-BE49-F238E27FC236}">
                  <a16:creationId xmlns:a16="http://schemas.microsoft.com/office/drawing/2014/main" id="{A821F1FB-C6E0-47AF-A006-4158B5A4A763}"/>
                </a:ext>
              </a:extLst>
            </p:cNvPr>
            <p:cNvSpPr>
              <a:spLocks noChangeShapeType="1"/>
            </p:cNvSpPr>
            <p:nvPr/>
          </p:nvSpPr>
          <p:spPr bwMode="auto">
            <a:xfrm flipH="1">
              <a:off x="1913" y="1472"/>
              <a:ext cx="108"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95" name="Line 346">
              <a:extLst>
                <a:ext uri="{FF2B5EF4-FFF2-40B4-BE49-F238E27FC236}">
                  <a16:creationId xmlns:a16="http://schemas.microsoft.com/office/drawing/2014/main" id="{D9F66208-94EF-E957-9A0C-0F2FA5E7459E}"/>
                </a:ext>
              </a:extLst>
            </p:cNvPr>
            <p:cNvSpPr>
              <a:spLocks noChangeShapeType="1"/>
            </p:cNvSpPr>
            <p:nvPr/>
          </p:nvSpPr>
          <p:spPr bwMode="auto">
            <a:xfrm>
              <a:off x="1920" y="1470"/>
              <a:ext cx="99"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62" name="Group 347">
            <a:extLst>
              <a:ext uri="{FF2B5EF4-FFF2-40B4-BE49-F238E27FC236}">
                <a16:creationId xmlns:a16="http://schemas.microsoft.com/office/drawing/2014/main" id="{1791703D-3DF7-D82E-7D0D-401E28525AAE}"/>
              </a:ext>
            </a:extLst>
          </p:cNvPr>
          <p:cNvGrpSpPr>
            <a:grpSpLocks/>
          </p:cNvGrpSpPr>
          <p:nvPr/>
        </p:nvGrpSpPr>
        <p:grpSpPr bwMode="auto">
          <a:xfrm>
            <a:off x="7524751" y="3903663"/>
            <a:ext cx="157163" cy="157162"/>
            <a:chOff x="1909" y="1470"/>
            <a:chExt cx="114" cy="122"/>
          </a:xfrm>
        </p:grpSpPr>
        <p:sp>
          <p:nvSpPr>
            <p:cNvPr id="15492" name="Line 348">
              <a:extLst>
                <a:ext uri="{FF2B5EF4-FFF2-40B4-BE49-F238E27FC236}">
                  <a16:creationId xmlns:a16="http://schemas.microsoft.com/office/drawing/2014/main" id="{278C8B94-913B-B520-1E0B-D04EC5D9B381}"/>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93" name="Line 349">
              <a:extLst>
                <a:ext uri="{FF2B5EF4-FFF2-40B4-BE49-F238E27FC236}">
                  <a16:creationId xmlns:a16="http://schemas.microsoft.com/office/drawing/2014/main" id="{83F8BAE2-524B-2277-AAAC-0152E7994F1F}"/>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63" name="Group 350">
            <a:extLst>
              <a:ext uri="{FF2B5EF4-FFF2-40B4-BE49-F238E27FC236}">
                <a16:creationId xmlns:a16="http://schemas.microsoft.com/office/drawing/2014/main" id="{698E84F0-5EEA-0049-F66E-4C794C75C5F4}"/>
              </a:ext>
            </a:extLst>
          </p:cNvPr>
          <p:cNvGrpSpPr>
            <a:grpSpLocks/>
          </p:cNvGrpSpPr>
          <p:nvPr/>
        </p:nvGrpSpPr>
        <p:grpSpPr bwMode="auto">
          <a:xfrm>
            <a:off x="8129588" y="3903663"/>
            <a:ext cx="157162" cy="157162"/>
            <a:chOff x="1909" y="1470"/>
            <a:chExt cx="114" cy="122"/>
          </a:xfrm>
        </p:grpSpPr>
        <p:sp>
          <p:nvSpPr>
            <p:cNvPr id="15490" name="Line 351">
              <a:extLst>
                <a:ext uri="{FF2B5EF4-FFF2-40B4-BE49-F238E27FC236}">
                  <a16:creationId xmlns:a16="http://schemas.microsoft.com/office/drawing/2014/main" id="{137637EA-752B-06E9-E375-887F0E516805}"/>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91" name="Line 352">
              <a:extLst>
                <a:ext uri="{FF2B5EF4-FFF2-40B4-BE49-F238E27FC236}">
                  <a16:creationId xmlns:a16="http://schemas.microsoft.com/office/drawing/2014/main" id="{27EA6384-314F-E0F8-46E9-3530AB24C159}"/>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64" name="Group 353">
            <a:extLst>
              <a:ext uri="{FF2B5EF4-FFF2-40B4-BE49-F238E27FC236}">
                <a16:creationId xmlns:a16="http://schemas.microsoft.com/office/drawing/2014/main" id="{FA993550-EBB1-6B9C-FE0B-AB48A054B61B}"/>
              </a:ext>
            </a:extLst>
          </p:cNvPr>
          <p:cNvGrpSpPr>
            <a:grpSpLocks/>
          </p:cNvGrpSpPr>
          <p:nvPr/>
        </p:nvGrpSpPr>
        <p:grpSpPr bwMode="auto">
          <a:xfrm>
            <a:off x="9305926" y="3892550"/>
            <a:ext cx="157163" cy="158750"/>
            <a:chOff x="1909" y="1470"/>
            <a:chExt cx="114" cy="122"/>
          </a:xfrm>
        </p:grpSpPr>
        <p:sp>
          <p:nvSpPr>
            <p:cNvPr id="15488" name="Line 354">
              <a:extLst>
                <a:ext uri="{FF2B5EF4-FFF2-40B4-BE49-F238E27FC236}">
                  <a16:creationId xmlns:a16="http://schemas.microsoft.com/office/drawing/2014/main" id="{77ED7E2E-7BCD-C79A-C00D-38E658F1F0D8}"/>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9" name="Line 355">
              <a:extLst>
                <a:ext uri="{FF2B5EF4-FFF2-40B4-BE49-F238E27FC236}">
                  <a16:creationId xmlns:a16="http://schemas.microsoft.com/office/drawing/2014/main" id="{550E52D5-9295-CA09-2591-AB4E713C710B}"/>
                </a:ext>
              </a:extLst>
            </p:cNvPr>
            <p:cNvSpPr>
              <a:spLocks noChangeShapeType="1"/>
            </p:cNvSpPr>
            <p:nvPr/>
          </p:nvSpPr>
          <p:spPr bwMode="auto">
            <a:xfrm>
              <a:off x="1918" y="1470"/>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65" name="Group 356">
            <a:extLst>
              <a:ext uri="{FF2B5EF4-FFF2-40B4-BE49-F238E27FC236}">
                <a16:creationId xmlns:a16="http://schemas.microsoft.com/office/drawing/2014/main" id="{A31228EC-2E4D-3CDD-2491-A1AEF97335A5}"/>
              </a:ext>
            </a:extLst>
          </p:cNvPr>
          <p:cNvGrpSpPr>
            <a:grpSpLocks/>
          </p:cNvGrpSpPr>
          <p:nvPr/>
        </p:nvGrpSpPr>
        <p:grpSpPr bwMode="auto">
          <a:xfrm>
            <a:off x="8701088" y="4306888"/>
            <a:ext cx="157162" cy="158750"/>
            <a:chOff x="1909" y="1470"/>
            <a:chExt cx="114" cy="122"/>
          </a:xfrm>
        </p:grpSpPr>
        <p:sp>
          <p:nvSpPr>
            <p:cNvPr id="15486" name="Line 357">
              <a:extLst>
                <a:ext uri="{FF2B5EF4-FFF2-40B4-BE49-F238E27FC236}">
                  <a16:creationId xmlns:a16="http://schemas.microsoft.com/office/drawing/2014/main" id="{4BBE17EC-6DE6-EE60-AC5C-7284908395B2}"/>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7" name="Line 358">
              <a:extLst>
                <a:ext uri="{FF2B5EF4-FFF2-40B4-BE49-F238E27FC236}">
                  <a16:creationId xmlns:a16="http://schemas.microsoft.com/office/drawing/2014/main" id="{41586060-C141-FF3F-C750-9A3BA8F1C7DD}"/>
                </a:ext>
              </a:extLst>
            </p:cNvPr>
            <p:cNvSpPr>
              <a:spLocks noChangeShapeType="1"/>
            </p:cNvSpPr>
            <p:nvPr/>
          </p:nvSpPr>
          <p:spPr bwMode="auto">
            <a:xfrm>
              <a:off x="1918" y="1470"/>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66" name="Group 359">
            <a:extLst>
              <a:ext uri="{FF2B5EF4-FFF2-40B4-BE49-F238E27FC236}">
                <a16:creationId xmlns:a16="http://schemas.microsoft.com/office/drawing/2014/main" id="{148425C7-D1AF-3D61-06E8-1B31CDFAD6D6}"/>
              </a:ext>
            </a:extLst>
          </p:cNvPr>
          <p:cNvGrpSpPr>
            <a:grpSpLocks/>
          </p:cNvGrpSpPr>
          <p:nvPr/>
        </p:nvGrpSpPr>
        <p:grpSpPr bwMode="auto">
          <a:xfrm>
            <a:off x="7537451" y="4318001"/>
            <a:ext cx="157163" cy="157163"/>
            <a:chOff x="1909" y="1470"/>
            <a:chExt cx="114" cy="122"/>
          </a:xfrm>
        </p:grpSpPr>
        <p:sp>
          <p:nvSpPr>
            <p:cNvPr id="15484" name="Line 360">
              <a:extLst>
                <a:ext uri="{FF2B5EF4-FFF2-40B4-BE49-F238E27FC236}">
                  <a16:creationId xmlns:a16="http://schemas.microsoft.com/office/drawing/2014/main" id="{228C24C2-3AEF-E603-773E-A3B758EAB828}"/>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5" name="Line 361">
              <a:extLst>
                <a:ext uri="{FF2B5EF4-FFF2-40B4-BE49-F238E27FC236}">
                  <a16:creationId xmlns:a16="http://schemas.microsoft.com/office/drawing/2014/main" id="{34A28A5A-F5EF-ED27-96EC-3BDFF560D541}"/>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67" name="Group 362">
            <a:extLst>
              <a:ext uri="{FF2B5EF4-FFF2-40B4-BE49-F238E27FC236}">
                <a16:creationId xmlns:a16="http://schemas.microsoft.com/office/drawing/2014/main" id="{9E86F78F-1649-B77D-9C68-051692A898FB}"/>
              </a:ext>
            </a:extLst>
          </p:cNvPr>
          <p:cNvGrpSpPr>
            <a:grpSpLocks/>
          </p:cNvGrpSpPr>
          <p:nvPr/>
        </p:nvGrpSpPr>
        <p:grpSpPr bwMode="auto">
          <a:xfrm>
            <a:off x="8142288" y="4318001"/>
            <a:ext cx="157162" cy="157163"/>
            <a:chOff x="1909" y="1470"/>
            <a:chExt cx="114" cy="122"/>
          </a:xfrm>
        </p:grpSpPr>
        <p:sp>
          <p:nvSpPr>
            <p:cNvPr id="15482" name="Line 363">
              <a:extLst>
                <a:ext uri="{FF2B5EF4-FFF2-40B4-BE49-F238E27FC236}">
                  <a16:creationId xmlns:a16="http://schemas.microsoft.com/office/drawing/2014/main" id="{5499642D-3B36-EF7C-4334-808AF315B3FD}"/>
                </a:ext>
              </a:extLst>
            </p:cNvPr>
            <p:cNvSpPr>
              <a:spLocks noChangeShapeType="1"/>
            </p:cNvSpPr>
            <p:nvPr/>
          </p:nvSpPr>
          <p:spPr bwMode="auto">
            <a:xfrm flipH="1">
              <a:off x="1909" y="1473"/>
              <a:ext cx="114" cy="1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3" name="Line 364">
              <a:extLst>
                <a:ext uri="{FF2B5EF4-FFF2-40B4-BE49-F238E27FC236}">
                  <a16:creationId xmlns:a16="http://schemas.microsoft.com/office/drawing/2014/main" id="{DB875444-0ABC-FDDE-D3EE-C59D4789E5F5}"/>
                </a:ext>
              </a:extLst>
            </p:cNvPr>
            <p:cNvSpPr>
              <a:spLocks noChangeShapeType="1"/>
            </p:cNvSpPr>
            <p:nvPr/>
          </p:nvSpPr>
          <p:spPr bwMode="auto">
            <a:xfrm>
              <a:off x="1918" y="1470"/>
              <a:ext cx="104" cy="1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68" name="Group 365">
            <a:extLst>
              <a:ext uri="{FF2B5EF4-FFF2-40B4-BE49-F238E27FC236}">
                <a16:creationId xmlns:a16="http://schemas.microsoft.com/office/drawing/2014/main" id="{35E2CA70-F48E-20D7-7972-38B35AEFCEFA}"/>
              </a:ext>
            </a:extLst>
          </p:cNvPr>
          <p:cNvGrpSpPr>
            <a:grpSpLocks/>
          </p:cNvGrpSpPr>
          <p:nvPr/>
        </p:nvGrpSpPr>
        <p:grpSpPr bwMode="auto">
          <a:xfrm>
            <a:off x="9318626" y="4306888"/>
            <a:ext cx="157163" cy="158750"/>
            <a:chOff x="1909" y="1470"/>
            <a:chExt cx="114" cy="122"/>
          </a:xfrm>
        </p:grpSpPr>
        <p:sp>
          <p:nvSpPr>
            <p:cNvPr id="15480" name="Line 366">
              <a:extLst>
                <a:ext uri="{FF2B5EF4-FFF2-40B4-BE49-F238E27FC236}">
                  <a16:creationId xmlns:a16="http://schemas.microsoft.com/office/drawing/2014/main" id="{7B8FA0F2-14BF-D009-0977-035ED5586914}"/>
                </a:ext>
              </a:extLst>
            </p:cNvPr>
            <p:cNvSpPr>
              <a:spLocks noChangeShapeType="1"/>
            </p:cNvSpPr>
            <p:nvPr/>
          </p:nvSpPr>
          <p:spPr bwMode="auto">
            <a:xfrm flipH="1">
              <a:off x="1909" y="1472"/>
              <a:ext cx="114" cy="11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1" name="Line 367">
              <a:extLst>
                <a:ext uri="{FF2B5EF4-FFF2-40B4-BE49-F238E27FC236}">
                  <a16:creationId xmlns:a16="http://schemas.microsoft.com/office/drawing/2014/main" id="{FF6CDF52-D65E-5891-E60A-913F2304D1D1}"/>
                </a:ext>
              </a:extLst>
            </p:cNvPr>
            <p:cNvSpPr>
              <a:spLocks noChangeShapeType="1"/>
            </p:cNvSpPr>
            <p:nvPr/>
          </p:nvSpPr>
          <p:spPr bwMode="auto">
            <a:xfrm>
              <a:off x="1918" y="1470"/>
              <a:ext cx="104" cy="1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469" name="Text Box 50">
            <a:extLst>
              <a:ext uri="{FF2B5EF4-FFF2-40B4-BE49-F238E27FC236}">
                <a16:creationId xmlns:a16="http://schemas.microsoft.com/office/drawing/2014/main" id="{D633924E-5150-0B31-8A61-CE27A6C216CF}"/>
              </a:ext>
            </a:extLst>
          </p:cNvPr>
          <p:cNvSpPr txBox="1">
            <a:spLocks noChangeArrowheads="1"/>
          </p:cNvSpPr>
          <p:nvPr/>
        </p:nvSpPr>
        <p:spPr bwMode="auto">
          <a:xfrm>
            <a:off x="3051175" y="1366838"/>
            <a:ext cx="1100138"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Inputs:</a:t>
            </a:r>
            <a:endParaRPr lang="en-US" altLang="en-US" b="0" u="none" baseline="-25000"/>
          </a:p>
        </p:txBody>
      </p:sp>
      <p:sp>
        <p:nvSpPr>
          <p:cNvPr id="15470" name="Text Box 50">
            <a:extLst>
              <a:ext uri="{FF2B5EF4-FFF2-40B4-BE49-F238E27FC236}">
                <a16:creationId xmlns:a16="http://schemas.microsoft.com/office/drawing/2014/main" id="{62E98AC7-0005-2358-D995-25435B067B63}"/>
              </a:ext>
            </a:extLst>
          </p:cNvPr>
          <p:cNvSpPr txBox="1">
            <a:spLocks noChangeArrowheads="1"/>
          </p:cNvSpPr>
          <p:nvPr/>
        </p:nvSpPr>
        <p:spPr bwMode="auto">
          <a:xfrm>
            <a:off x="6516688" y="5019676"/>
            <a:ext cx="1249362"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Outputs:</a:t>
            </a:r>
            <a:endParaRPr lang="en-US" altLang="en-US" b="0" u="none" baseline="-25000"/>
          </a:p>
        </p:txBody>
      </p:sp>
      <p:sp>
        <p:nvSpPr>
          <p:cNvPr id="15471" name="Text Box 372">
            <a:extLst>
              <a:ext uri="{FF2B5EF4-FFF2-40B4-BE49-F238E27FC236}">
                <a16:creationId xmlns:a16="http://schemas.microsoft.com/office/drawing/2014/main" id="{3102CCA1-198A-CD9C-7FF1-CFF427742B23}"/>
              </a:ext>
            </a:extLst>
          </p:cNvPr>
          <p:cNvSpPr txBox="1">
            <a:spLocks noChangeArrowheads="1"/>
          </p:cNvSpPr>
          <p:nvPr/>
        </p:nvSpPr>
        <p:spPr bwMode="auto">
          <a:xfrm>
            <a:off x="7151688" y="1565275"/>
            <a:ext cx="27479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u="none"/>
              <a:t>Programmable OR matrix</a:t>
            </a:r>
            <a:endParaRPr lang="ru-RU" altLang="en-US" sz="1600" b="0" u="none"/>
          </a:p>
        </p:txBody>
      </p:sp>
      <p:sp>
        <p:nvSpPr>
          <p:cNvPr id="15472" name="Text Box 373">
            <a:extLst>
              <a:ext uri="{FF2B5EF4-FFF2-40B4-BE49-F238E27FC236}">
                <a16:creationId xmlns:a16="http://schemas.microsoft.com/office/drawing/2014/main" id="{12F66B4F-D2D0-BE00-47EC-DFF84DAB1293}"/>
              </a:ext>
            </a:extLst>
          </p:cNvPr>
          <p:cNvSpPr txBox="1">
            <a:spLocks noChangeArrowheads="1"/>
          </p:cNvSpPr>
          <p:nvPr/>
        </p:nvSpPr>
        <p:spPr bwMode="auto">
          <a:xfrm>
            <a:off x="2422525" y="2625726"/>
            <a:ext cx="135255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Program-</a:t>
            </a:r>
          </a:p>
          <a:p>
            <a:pPr eaLnBrk="1" hangingPunct="1"/>
            <a:r>
              <a:rPr lang="en-US" altLang="en-US" sz="1600" b="0" u="none"/>
              <a:t>mable AND</a:t>
            </a:r>
          </a:p>
          <a:p>
            <a:pPr eaLnBrk="1" hangingPunct="1"/>
            <a:r>
              <a:rPr lang="en-US" altLang="en-US" sz="1600" b="0" u="none"/>
              <a:t>matrix</a:t>
            </a:r>
            <a:endParaRPr lang="ru-RU" altLang="en-US" sz="1600" b="0" u="none"/>
          </a:p>
        </p:txBody>
      </p:sp>
      <p:sp>
        <p:nvSpPr>
          <p:cNvPr id="15473" name="Text Box 375">
            <a:extLst>
              <a:ext uri="{FF2B5EF4-FFF2-40B4-BE49-F238E27FC236}">
                <a16:creationId xmlns:a16="http://schemas.microsoft.com/office/drawing/2014/main" id="{14347855-ECCB-4B2B-C31C-4F506B02D821}"/>
              </a:ext>
            </a:extLst>
          </p:cNvPr>
          <p:cNvSpPr txBox="1">
            <a:spLocks noChangeArrowheads="1"/>
          </p:cNvSpPr>
          <p:nvPr/>
        </p:nvSpPr>
        <p:spPr bwMode="auto">
          <a:xfrm>
            <a:off x="2311400" y="4989513"/>
            <a:ext cx="43703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A 3×4 PLA with six  product terms</a:t>
            </a:r>
          </a:p>
        </p:txBody>
      </p:sp>
      <p:sp>
        <p:nvSpPr>
          <p:cNvPr id="265" name="Flowchart: Delay 264">
            <a:extLst>
              <a:ext uri="{FF2B5EF4-FFF2-40B4-BE49-F238E27FC236}">
                <a16:creationId xmlns:a16="http://schemas.microsoft.com/office/drawing/2014/main" id="{E35F126E-6CF2-4B2C-A561-65A316F76CF6}"/>
              </a:ext>
            </a:extLst>
          </p:cNvPr>
          <p:cNvSpPr>
            <a:spLocks noChangeArrowheads="1"/>
          </p:cNvSpPr>
          <p:nvPr/>
        </p:nvSpPr>
        <p:spPr bwMode="auto">
          <a:xfrm>
            <a:off x="6811964" y="2316163"/>
            <a:ext cx="396875" cy="309562"/>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400">
              <a:solidFill>
                <a:schemeClr val="lt1"/>
              </a:solidFill>
            </a:endParaRPr>
          </a:p>
        </p:txBody>
      </p:sp>
      <p:sp>
        <p:nvSpPr>
          <p:cNvPr id="266" name="Flowchart: Delay 265">
            <a:extLst>
              <a:ext uri="{FF2B5EF4-FFF2-40B4-BE49-F238E27FC236}">
                <a16:creationId xmlns:a16="http://schemas.microsoft.com/office/drawing/2014/main" id="{15A99812-B781-4992-914E-2B080D7E6039}"/>
              </a:ext>
            </a:extLst>
          </p:cNvPr>
          <p:cNvSpPr>
            <a:spLocks noChangeArrowheads="1"/>
          </p:cNvSpPr>
          <p:nvPr/>
        </p:nvSpPr>
        <p:spPr bwMode="auto">
          <a:xfrm>
            <a:off x="6811964" y="2689226"/>
            <a:ext cx="396875" cy="309563"/>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400">
              <a:solidFill>
                <a:schemeClr val="lt1"/>
              </a:solidFill>
            </a:endParaRPr>
          </a:p>
        </p:txBody>
      </p:sp>
      <p:sp>
        <p:nvSpPr>
          <p:cNvPr id="267" name="Flowchart: Delay 266">
            <a:extLst>
              <a:ext uri="{FF2B5EF4-FFF2-40B4-BE49-F238E27FC236}">
                <a16:creationId xmlns:a16="http://schemas.microsoft.com/office/drawing/2014/main" id="{432B19EE-D4AA-41AB-958B-3BDA145E70B1}"/>
              </a:ext>
            </a:extLst>
          </p:cNvPr>
          <p:cNvSpPr>
            <a:spLocks noChangeArrowheads="1"/>
          </p:cNvSpPr>
          <p:nvPr/>
        </p:nvSpPr>
        <p:spPr bwMode="auto">
          <a:xfrm>
            <a:off x="6811964" y="3060700"/>
            <a:ext cx="396875" cy="311150"/>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400">
              <a:solidFill>
                <a:schemeClr val="lt1"/>
              </a:solidFill>
            </a:endParaRPr>
          </a:p>
        </p:txBody>
      </p:sp>
      <p:sp>
        <p:nvSpPr>
          <p:cNvPr id="268" name="Flowchart: Delay 267">
            <a:extLst>
              <a:ext uri="{FF2B5EF4-FFF2-40B4-BE49-F238E27FC236}">
                <a16:creationId xmlns:a16="http://schemas.microsoft.com/office/drawing/2014/main" id="{B834A33F-D9DD-4123-8984-B73AD60D10E9}"/>
              </a:ext>
            </a:extLst>
          </p:cNvPr>
          <p:cNvSpPr>
            <a:spLocks noChangeArrowheads="1"/>
          </p:cNvSpPr>
          <p:nvPr/>
        </p:nvSpPr>
        <p:spPr bwMode="auto">
          <a:xfrm>
            <a:off x="6811964" y="3433763"/>
            <a:ext cx="396875" cy="311150"/>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400">
              <a:solidFill>
                <a:schemeClr val="lt1"/>
              </a:solidFill>
            </a:endParaRPr>
          </a:p>
        </p:txBody>
      </p:sp>
      <p:sp>
        <p:nvSpPr>
          <p:cNvPr id="269" name="Flowchart: Delay 268">
            <a:extLst>
              <a:ext uri="{FF2B5EF4-FFF2-40B4-BE49-F238E27FC236}">
                <a16:creationId xmlns:a16="http://schemas.microsoft.com/office/drawing/2014/main" id="{F80C9529-2355-48D1-A763-70CC642BA9B0}"/>
              </a:ext>
            </a:extLst>
          </p:cNvPr>
          <p:cNvSpPr>
            <a:spLocks noChangeArrowheads="1"/>
          </p:cNvSpPr>
          <p:nvPr/>
        </p:nvSpPr>
        <p:spPr bwMode="auto">
          <a:xfrm>
            <a:off x="6811964" y="3806825"/>
            <a:ext cx="396875" cy="311150"/>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400">
              <a:solidFill>
                <a:schemeClr val="lt1"/>
              </a:solidFill>
            </a:endParaRPr>
          </a:p>
        </p:txBody>
      </p:sp>
      <p:sp>
        <p:nvSpPr>
          <p:cNvPr id="270" name="Flowchart: Delay 269">
            <a:extLst>
              <a:ext uri="{FF2B5EF4-FFF2-40B4-BE49-F238E27FC236}">
                <a16:creationId xmlns:a16="http://schemas.microsoft.com/office/drawing/2014/main" id="{0E5F501A-0DA0-454B-81CF-CF458B4F7CDE}"/>
              </a:ext>
            </a:extLst>
          </p:cNvPr>
          <p:cNvSpPr>
            <a:spLocks noChangeArrowheads="1"/>
          </p:cNvSpPr>
          <p:nvPr/>
        </p:nvSpPr>
        <p:spPr bwMode="auto">
          <a:xfrm>
            <a:off x="6811964" y="4241800"/>
            <a:ext cx="396875" cy="311150"/>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4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Скругленный прямоугольник 2">
            <a:extLst>
              <a:ext uri="{FF2B5EF4-FFF2-40B4-BE49-F238E27FC236}">
                <a16:creationId xmlns:a16="http://schemas.microsoft.com/office/drawing/2014/main" id="{5AB9E949-7333-761E-C6A5-0C660B5C1BD2}"/>
              </a:ext>
            </a:extLst>
          </p:cNvPr>
          <p:cNvSpPr>
            <a:spLocks noChangeArrowheads="1"/>
          </p:cNvSpPr>
          <p:nvPr/>
        </p:nvSpPr>
        <p:spPr bwMode="auto">
          <a:xfrm>
            <a:off x="2451895" y="1295400"/>
            <a:ext cx="7542213" cy="4038600"/>
          </a:xfrm>
          <a:prstGeom prst="roundRect">
            <a:avLst>
              <a:gd name="adj" fmla="val 10065"/>
            </a:avLst>
          </a:prstGeom>
          <a:solidFill>
            <a:schemeClr val="accent1"/>
          </a:solidFill>
          <a:ln w="9525" algn="ctr">
            <a:solidFill>
              <a:schemeClr val="accent1">
                <a:lumMod val="40000"/>
                <a:lumOff val="60000"/>
              </a:schemeClr>
            </a:solidFill>
            <a:round/>
            <a:headEnd/>
            <a:tailEnd/>
          </a:ln>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16387" name="Rectangle 4">
            <a:extLst>
              <a:ext uri="{FF2B5EF4-FFF2-40B4-BE49-F238E27FC236}">
                <a16:creationId xmlns:a16="http://schemas.microsoft.com/office/drawing/2014/main" id="{548FAE04-5791-8F9D-B836-66CC5649113D}"/>
              </a:ext>
            </a:extLst>
          </p:cNvPr>
          <p:cNvSpPr>
            <a:spLocks noGrp="1" noChangeArrowheads="1"/>
          </p:cNvSpPr>
          <p:nvPr>
            <p:ph type="title"/>
          </p:nvPr>
        </p:nvSpPr>
        <p:spPr>
          <a:xfrm>
            <a:off x="0" y="183401"/>
            <a:ext cx="11612880" cy="704088"/>
          </a:xfrm>
        </p:spPr>
        <p:txBody>
          <a:bodyPr/>
          <a:lstStyle/>
          <a:p>
            <a:r>
              <a:rPr lang="en-US" altLang="en-US"/>
              <a:t>Programmable AND Logic</a:t>
            </a:r>
            <a:endParaRPr lang="ru-RU" altLang="en-US"/>
          </a:p>
        </p:txBody>
      </p:sp>
      <p:sp>
        <p:nvSpPr>
          <p:cNvPr id="16388" name="Line 5">
            <a:extLst>
              <a:ext uri="{FF2B5EF4-FFF2-40B4-BE49-F238E27FC236}">
                <a16:creationId xmlns:a16="http://schemas.microsoft.com/office/drawing/2014/main" id="{D6C58E9A-1E82-26AE-D78B-E5340D327F97}"/>
              </a:ext>
            </a:extLst>
          </p:cNvPr>
          <p:cNvSpPr>
            <a:spLocks noChangeShapeType="1"/>
          </p:cNvSpPr>
          <p:nvPr/>
        </p:nvSpPr>
        <p:spPr bwMode="auto">
          <a:xfrm>
            <a:off x="3605214" y="2746375"/>
            <a:ext cx="503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89" name="Oval 7">
            <a:extLst>
              <a:ext uri="{FF2B5EF4-FFF2-40B4-BE49-F238E27FC236}">
                <a16:creationId xmlns:a16="http://schemas.microsoft.com/office/drawing/2014/main" id="{37FDE25E-B247-C15D-CC2C-6871EC00CCA6}"/>
              </a:ext>
            </a:extLst>
          </p:cNvPr>
          <p:cNvSpPr>
            <a:spLocks noChangeArrowheads="1"/>
          </p:cNvSpPr>
          <p:nvPr/>
        </p:nvSpPr>
        <p:spPr bwMode="auto">
          <a:xfrm>
            <a:off x="3440113" y="2662238"/>
            <a:ext cx="158750" cy="1587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16390" name="Rectangle 8">
            <a:extLst>
              <a:ext uri="{FF2B5EF4-FFF2-40B4-BE49-F238E27FC236}">
                <a16:creationId xmlns:a16="http://schemas.microsoft.com/office/drawing/2014/main" id="{BD3F4385-FD3D-BA88-4A1F-343EB762B2DE}"/>
              </a:ext>
            </a:extLst>
          </p:cNvPr>
          <p:cNvSpPr>
            <a:spLocks noChangeArrowheads="1"/>
          </p:cNvSpPr>
          <p:nvPr/>
        </p:nvSpPr>
        <p:spPr bwMode="auto">
          <a:xfrm>
            <a:off x="4108451" y="2616201"/>
            <a:ext cx="792163" cy="258763"/>
          </a:xfrm>
          <a:prstGeom prst="rect">
            <a:avLst/>
          </a:prstGeom>
          <a:solidFill>
            <a:schemeClr val="accent1"/>
          </a:solidFill>
          <a:ln w="25400">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16391" name="Line 9">
            <a:extLst>
              <a:ext uri="{FF2B5EF4-FFF2-40B4-BE49-F238E27FC236}">
                <a16:creationId xmlns:a16="http://schemas.microsoft.com/office/drawing/2014/main" id="{96C4B78D-E456-F3ED-E5EB-B11009F0A756}"/>
              </a:ext>
            </a:extLst>
          </p:cNvPr>
          <p:cNvSpPr>
            <a:spLocks noChangeShapeType="1"/>
          </p:cNvSpPr>
          <p:nvPr/>
        </p:nvSpPr>
        <p:spPr bwMode="auto">
          <a:xfrm>
            <a:off x="4900613" y="2746375"/>
            <a:ext cx="30972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7" name="Line 10">
            <a:extLst>
              <a:ext uri="{FF2B5EF4-FFF2-40B4-BE49-F238E27FC236}">
                <a16:creationId xmlns:a16="http://schemas.microsoft.com/office/drawing/2014/main" id="{28E18714-8563-468B-9310-ABF18560DE15}"/>
              </a:ext>
            </a:extLst>
          </p:cNvPr>
          <p:cNvSpPr>
            <a:spLocks noChangeShapeType="1"/>
          </p:cNvSpPr>
          <p:nvPr/>
        </p:nvSpPr>
        <p:spPr bwMode="auto">
          <a:xfrm>
            <a:off x="5692775" y="2025650"/>
            <a:ext cx="0" cy="1366838"/>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sp>
        <p:nvSpPr>
          <p:cNvPr id="10248" name="Line 11">
            <a:extLst>
              <a:ext uri="{FF2B5EF4-FFF2-40B4-BE49-F238E27FC236}">
                <a16:creationId xmlns:a16="http://schemas.microsoft.com/office/drawing/2014/main" id="{C028FD93-B61F-4DD1-B98A-761F65F6BD48}"/>
              </a:ext>
            </a:extLst>
          </p:cNvPr>
          <p:cNvSpPr>
            <a:spLocks noChangeShapeType="1"/>
          </p:cNvSpPr>
          <p:nvPr/>
        </p:nvSpPr>
        <p:spPr bwMode="auto">
          <a:xfrm>
            <a:off x="6305550" y="2039939"/>
            <a:ext cx="0" cy="1366837"/>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sp>
        <p:nvSpPr>
          <p:cNvPr id="16394" name="Text Box 12">
            <a:extLst>
              <a:ext uri="{FF2B5EF4-FFF2-40B4-BE49-F238E27FC236}">
                <a16:creationId xmlns:a16="http://schemas.microsoft.com/office/drawing/2014/main" id="{B1F43154-930A-F99D-F2F1-F7C8A01B0870}"/>
              </a:ext>
            </a:extLst>
          </p:cNvPr>
          <p:cNvSpPr txBox="1">
            <a:spLocks noChangeArrowheads="1"/>
          </p:cNvSpPr>
          <p:nvPr/>
        </p:nvSpPr>
        <p:spPr bwMode="auto">
          <a:xfrm>
            <a:off x="5549901" y="1695451"/>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dirty="0">
                <a:solidFill>
                  <a:schemeClr val="bg1"/>
                </a:solidFill>
              </a:rPr>
              <a:t>A</a:t>
            </a:r>
            <a:endParaRPr lang="ru-RU" altLang="en-US" sz="2000" b="0" u="none" dirty="0">
              <a:solidFill>
                <a:schemeClr val="bg1"/>
              </a:solidFill>
            </a:endParaRPr>
          </a:p>
        </p:txBody>
      </p:sp>
      <p:sp>
        <p:nvSpPr>
          <p:cNvPr id="16395" name="Text Box 13">
            <a:extLst>
              <a:ext uri="{FF2B5EF4-FFF2-40B4-BE49-F238E27FC236}">
                <a16:creationId xmlns:a16="http://schemas.microsoft.com/office/drawing/2014/main" id="{34F7F573-CDFE-07B8-DD88-8243A5C48675}"/>
              </a:ext>
            </a:extLst>
          </p:cNvPr>
          <p:cNvSpPr txBox="1">
            <a:spLocks noChangeArrowheads="1"/>
          </p:cNvSpPr>
          <p:nvPr/>
        </p:nvSpPr>
        <p:spPr bwMode="auto">
          <a:xfrm>
            <a:off x="5999164" y="1681164"/>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solidFill>
                  <a:schemeClr val="bg1"/>
                </a:solidFill>
              </a:rPr>
              <a:t>~A</a:t>
            </a:r>
            <a:endParaRPr lang="ru-RU" altLang="en-US" sz="2000" b="0" u="none">
              <a:solidFill>
                <a:schemeClr val="bg1"/>
              </a:solidFill>
            </a:endParaRPr>
          </a:p>
        </p:txBody>
      </p:sp>
      <p:grpSp>
        <p:nvGrpSpPr>
          <p:cNvPr id="16396" name="Group 17">
            <a:extLst>
              <a:ext uri="{FF2B5EF4-FFF2-40B4-BE49-F238E27FC236}">
                <a16:creationId xmlns:a16="http://schemas.microsoft.com/office/drawing/2014/main" id="{D832D780-F246-E499-6D43-BB18A613B854}"/>
              </a:ext>
            </a:extLst>
          </p:cNvPr>
          <p:cNvGrpSpPr>
            <a:grpSpLocks/>
          </p:cNvGrpSpPr>
          <p:nvPr/>
        </p:nvGrpSpPr>
        <p:grpSpPr bwMode="auto">
          <a:xfrm>
            <a:off x="5605464" y="2644776"/>
            <a:ext cx="180975" cy="193675"/>
            <a:chOff x="1909" y="1470"/>
            <a:chExt cx="114" cy="122"/>
          </a:xfrm>
        </p:grpSpPr>
        <p:sp>
          <p:nvSpPr>
            <p:cNvPr id="10252" name="Line 18">
              <a:extLst>
                <a:ext uri="{FF2B5EF4-FFF2-40B4-BE49-F238E27FC236}">
                  <a16:creationId xmlns:a16="http://schemas.microsoft.com/office/drawing/2014/main" id="{AE1E7242-09EC-43AF-9B34-5390449D3296}"/>
                </a:ext>
              </a:extLst>
            </p:cNvPr>
            <p:cNvSpPr>
              <a:spLocks noChangeShapeType="1"/>
            </p:cNvSpPr>
            <p:nvPr/>
          </p:nvSpPr>
          <p:spPr bwMode="auto">
            <a:xfrm flipH="1">
              <a:off x="1909" y="1473"/>
              <a:ext cx="114" cy="115"/>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sp>
          <p:nvSpPr>
            <p:cNvPr id="10253" name="Line 19">
              <a:extLst>
                <a:ext uri="{FF2B5EF4-FFF2-40B4-BE49-F238E27FC236}">
                  <a16:creationId xmlns:a16="http://schemas.microsoft.com/office/drawing/2014/main" id="{ECDC8EFB-1B25-4EAB-A07A-414265B9519A}"/>
                </a:ext>
              </a:extLst>
            </p:cNvPr>
            <p:cNvSpPr>
              <a:spLocks noChangeShapeType="1"/>
            </p:cNvSpPr>
            <p:nvPr/>
          </p:nvSpPr>
          <p:spPr bwMode="auto">
            <a:xfrm>
              <a:off x="1918" y="1470"/>
              <a:ext cx="104" cy="122"/>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grpSp>
      <p:grpSp>
        <p:nvGrpSpPr>
          <p:cNvPr id="16397" name="Group 20">
            <a:extLst>
              <a:ext uri="{FF2B5EF4-FFF2-40B4-BE49-F238E27FC236}">
                <a16:creationId xmlns:a16="http://schemas.microsoft.com/office/drawing/2014/main" id="{452FF368-66FA-0BAA-58E3-05DCE90203BC}"/>
              </a:ext>
            </a:extLst>
          </p:cNvPr>
          <p:cNvGrpSpPr>
            <a:grpSpLocks/>
          </p:cNvGrpSpPr>
          <p:nvPr/>
        </p:nvGrpSpPr>
        <p:grpSpPr bwMode="auto">
          <a:xfrm>
            <a:off x="6208714" y="2641601"/>
            <a:ext cx="180975" cy="193675"/>
            <a:chOff x="1909" y="1470"/>
            <a:chExt cx="114" cy="122"/>
          </a:xfrm>
        </p:grpSpPr>
        <p:sp>
          <p:nvSpPr>
            <p:cNvPr id="10255" name="Line 21">
              <a:extLst>
                <a:ext uri="{FF2B5EF4-FFF2-40B4-BE49-F238E27FC236}">
                  <a16:creationId xmlns:a16="http://schemas.microsoft.com/office/drawing/2014/main" id="{CE5EDBBB-E2F4-4EA4-B256-34D1F2D69B4F}"/>
                </a:ext>
              </a:extLst>
            </p:cNvPr>
            <p:cNvSpPr>
              <a:spLocks noChangeShapeType="1"/>
            </p:cNvSpPr>
            <p:nvPr/>
          </p:nvSpPr>
          <p:spPr bwMode="auto">
            <a:xfrm flipH="1">
              <a:off x="1909" y="1473"/>
              <a:ext cx="114" cy="115"/>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sp>
          <p:nvSpPr>
            <p:cNvPr id="10256" name="Line 22">
              <a:extLst>
                <a:ext uri="{FF2B5EF4-FFF2-40B4-BE49-F238E27FC236}">
                  <a16:creationId xmlns:a16="http://schemas.microsoft.com/office/drawing/2014/main" id="{E326D01E-66FB-4E97-8D57-425FD217A8E5}"/>
                </a:ext>
              </a:extLst>
            </p:cNvPr>
            <p:cNvSpPr>
              <a:spLocks noChangeShapeType="1"/>
            </p:cNvSpPr>
            <p:nvPr/>
          </p:nvSpPr>
          <p:spPr bwMode="auto">
            <a:xfrm>
              <a:off x="1918" y="1470"/>
              <a:ext cx="104" cy="122"/>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grpSp>
      <p:sp>
        <p:nvSpPr>
          <p:cNvPr id="10257" name="Line 23">
            <a:extLst>
              <a:ext uri="{FF2B5EF4-FFF2-40B4-BE49-F238E27FC236}">
                <a16:creationId xmlns:a16="http://schemas.microsoft.com/office/drawing/2014/main" id="{D6A487B5-6570-4D66-A8C0-D1C79D9610DF}"/>
              </a:ext>
            </a:extLst>
          </p:cNvPr>
          <p:cNvSpPr>
            <a:spLocks noChangeShapeType="1"/>
          </p:cNvSpPr>
          <p:nvPr/>
        </p:nvSpPr>
        <p:spPr bwMode="auto">
          <a:xfrm>
            <a:off x="6896100" y="2025650"/>
            <a:ext cx="0" cy="1366838"/>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sp>
        <p:nvSpPr>
          <p:cNvPr id="10258" name="Line 24">
            <a:extLst>
              <a:ext uri="{FF2B5EF4-FFF2-40B4-BE49-F238E27FC236}">
                <a16:creationId xmlns:a16="http://schemas.microsoft.com/office/drawing/2014/main" id="{43357A64-4364-44AD-ADE7-11867B6ED181}"/>
              </a:ext>
            </a:extLst>
          </p:cNvPr>
          <p:cNvSpPr>
            <a:spLocks noChangeShapeType="1"/>
          </p:cNvSpPr>
          <p:nvPr/>
        </p:nvSpPr>
        <p:spPr bwMode="auto">
          <a:xfrm>
            <a:off x="7435850" y="2039939"/>
            <a:ext cx="0" cy="1366837"/>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sp>
        <p:nvSpPr>
          <p:cNvPr id="16400" name="Text Box 25">
            <a:extLst>
              <a:ext uri="{FF2B5EF4-FFF2-40B4-BE49-F238E27FC236}">
                <a16:creationId xmlns:a16="http://schemas.microsoft.com/office/drawing/2014/main" id="{FF431CE0-12BD-11B4-0E29-1281A5903A12}"/>
              </a:ext>
            </a:extLst>
          </p:cNvPr>
          <p:cNvSpPr txBox="1">
            <a:spLocks noChangeArrowheads="1"/>
          </p:cNvSpPr>
          <p:nvPr/>
        </p:nvSpPr>
        <p:spPr bwMode="auto">
          <a:xfrm>
            <a:off x="6680201" y="1695451"/>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solidFill>
                  <a:schemeClr val="bg1"/>
                </a:solidFill>
              </a:rPr>
              <a:t>B</a:t>
            </a:r>
            <a:endParaRPr lang="ru-RU" altLang="en-US" sz="2000" b="0" u="none">
              <a:solidFill>
                <a:schemeClr val="bg1"/>
              </a:solidFill>
            </a:endParaRPr>
          </a:p>
        </p:txBody>
      </p:sp>
      <p:sp>
        <p:nvSpPr>
          <p:cNvPr id="16401" name="Text Box 26">
            <a:extLst>
              <a:ext uri="{FF2B5EF4-FFF2-40B4-BE49-F238E27FC236}">
                <a16:creationId xmlns:a16="http://schemas.microsoft.com/office/drawing/2014/main" id="{548AFD3A-703E-9442-56D7-53E01BA5A8C0}"/>
              </a:ext>
            </a:extLst>
          </p:cNvPr>
          <p:cNvSpPr txBox="1">
            <a:spLocks noChangeArrowheads="1"/>
          </p:cNvSpPr>
          <p:nvPr/>
        </p:nvSpPr>
        <p:spPr bwMode="auto">
          <a:xfrm>
            <a:off x="7129464" y="1681164"/>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solidFill>
                  <a:schemeClr val="bg1"/>
                </a:solidFill>
              </a:rPr>
              <a:t>~B</a:t>
            </a:r>
            <a:endParaRPr lang="ru-RU" altLang="en-US" sz="2000" b="0" u="none">
              <a:solidFill>
                <a:schemeClr val="bg1"/>
              </a:solidFill>
            </a:endParaRPr>
          </a:p>
        </p:txBody>
      </p:sp>
      <p:grpSp>
        <p:nvGrpSpPr>
          <p:cNvPr id="16402" name="Group 27">
            <a:extLst>
              <a:ext uri="{FF2B5EF4-FFF2-40B4-BE49-F238E27FC236}">
                <a16:creationId xmlns:a16="http://schemas.microsoft.com/office/drawing/2014/main" id="{75911AFF-F96D-9253-D7AF-D2A96B266D6D}"/>
              </a:ext>
            </a:extLst>
          </p:cNvPr>
          <p:cNvGrpSpPr>
            <a:grpSpLocks/>
          </p:cNvGrpSpPr>
          <p:nvPr/>
        </p:nvGrpSpPr>
        <p:grpSpPr bwMode="auto">
          <a:xfrm>
            <a:off x="6808789" y="2644776"/>
            <a:ext cx="180975" cy="193675"/>
            <a:chOff x="1909" y="1470"/>
            <a:chExt cx="114" cy="122"/>
          </a:xfrm>
        </p:grpSpPr>
        <p:sp>
          <p:nvSpPr>
            <p:cNvPr id="10262" name="Line 28">
              <a:extLst>
                <a:ext uri="{FF2B5EF4-FFF2-40B4-BE49-F238E27FC236}">
                  <a16:creationId xmlns:a16="http://schemas.microsoft.com/office/drawing/2014/main" id="{A7039A9C-0507-4D4B-9483-A94C65763FBA}"/>
                </a:ext>
              </a:extLst>
            </p:cNvPr>
            <p:cNvSpPr>
              <a:spLocks noChangeShapeType="1"/>
            </p:cNvSpPr>
            <p:nvPr/>
          </p:nvSpPr>
          <p:spPr bwMode="auto">
            <a:xfrm flipH="1">
              <a:off x="1909" y="1473"/>
              <a:ext cx="114" cy="115"/>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sp>
          <p:nvSpPr>
            <p:cNvPr id="10263" name="Line 29">
              <a:extLst>
                <a:ext uri="{FF2B5EF4-FFF2-40B4-BE49-F238E27FC236}">
                  <a16:creationId xmlns:a16="http://schemas.microsoft.com/office/drawing/2014/main" id="{38F11CAF-F625-4305-A411-9F7259F42322}"/>
                </a:ext>
              </a:extLst>
            </p:cNvPr>
            <p:cNvSpPr>
              <a:spLocks noChangeShapeType="1"/>
            </p:cNvSpPr>
            <p:nvPr/>
          </p:nvSpPr>
          <p:spPr bwMode="auto">
            <a:xfrm>
              <a:off x="1918" y="1470"/>
              <a:ext cx="104" cy="122"/>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grpSp>
      <p:grpSp>
        <p:nvGrpSpPr>
          <p:cNvPr id="16403" name="Group 30">
            <a:extLst>
              <a:ext uri="{FF2B5EF4-FFF2-40B4-BE49-F238E27FC236}">
                <a16:creationId xmlns:a16="http://schemas.microsoft.com/office/drawing/2014/main" id="{56276F0E-1E6B-B0D5-BF81-23BBD4796EA9}"/>
              </a:ext>
            </a:extLst>
          </p:cNvPr>
          <p:cNvGrpSpPr>
            <a:grpSpLocks/>
          </p:cNvGrpSpPr>
          <p:nvPr/>
        </p:nvGrpSpPr>
        <p:grpSpPr bwMode="auto">
          <a:xfrm>
            <a:off x="7339014" y="2641601"/>
            <a:ext cx="180975" cy="193675"/>
            <a:chOff x="1909" y="1470"/>
            <a:chExt cx="114" cy="122"/>
          </a:xfrm>
        </p:grpSpPr>
        <p:sp>
          <p:nvSpPr>
            <p:cNvPr id="10265" name="Line 31">
              <a:extLst>
                <a:ext uri="{FF2B5EF4-FFF2-40B4-BE49-F238E27FC236}">
                  <a16:creationId xmlns:a16="http://schemas.microsoft.com/office/drawing/2014/main" id="{2D860455-DB49-49D6-83E4-D813DA8D8DC4}"/>
                </a:ext>
              </a:extLst>
            </p:cNvPr>
            <p:cNvSpPr>
              <a:spLocks noChangeShapeType="1"/>
            </p:cNvSpPr>
            <p:nvPr/>
          </p:nvSpPr>
          <p:spPr bwMode="auto">
            <a:xfrm flipH="1">
              <a:off x="1909" y="1473"/>
              <a:ext cx="114" cy="115"/>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sp>
          <p:nvSpPr>
            <p:cNvPr id="10266" name="Line 32">
              <a:extLst>
                <a:ext uri="{FF2B5EF4-FFF2-40B4-BE49-F238E27FC236}">
                  <a16:creationId xmlns:a16="http://schemas.microsoft.com/office/drawing/2014/main" id="{F30AB20F-39C4-446A-A5F3-6295D595C26A}"/>
                </a:ext>
              </a:extLst>
            </p:cNvPr>
            <p:cNvSpPr>
              <a:spLocks noChangeShapeType="1"/>
            </p:cNvSpPr>
            <p:nvPr/>
          </p:nvSpPr>
          <p:spPr bwMode="auto">
            <a:xfrm>
              <a:off x="1918" y="1470"/>
              <a:ext cx="104" cy="122"/>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grpSp>
      <p:sp>
        <p:nvSpPr>
          <p:cNvPr id="16404" name="Text Box 33">
            <a:extLst>
              <a:ext uri="{FF2B5EF4-FFF2-40B4-BE49-F238E27FC236}">
                <a16:creationId xmlns:a16="http://schemas.microsoft.com/office/drawing/2014/main" id="{E6470534-3FF6-5C22-82AF-7C72785BD53B}"/>
              </a:ext>
            </a:extLst>
          </p:cNvPr>
          <p:cNvSpPr txBox="1">
            <a:spLocks noChangeArrowheads="1"/>
          </p:cNvSpPr>
          <p:nvPr/>
        </p:nvSpPr>
        <p:spPr bwMode="auto">
          <a:xfrm>
            <a:off x="2927350" y="2241551"/>
            <a:ext cx="1036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dirty="0">
                <a:solidFill>
                  <a:schemeClr val="bg1"/>
                </a:solidFill>
              </a:rPr>
              <a:t>+V</a:t>
            </a:r>
            <a:r>
              <a:rPr lang="en-US" altLang="en-US" sz="2000" b="0" u="none" baseline="-25000" dirty="0">
                <a:solidFill>
                  <a:schemeClr val="bg1"/>
                </a:solidFill>
              </a:rPr>
              <a:t>S</a:t>
            </a:r>
            <a:endParaRPr lang="ru-RU" altLang="en-US" sz="2000" b="0" u="none" dirty="0">
              <a:solidFill>
                <a:schemeClr val="bg1"/>
              </a:solidFill>
            </a:endParaRPr>
          </a:p>
        </p:txBody>
      </p:sp>
      <p:grpSp>
        <p:nvGrpSpPr>
          <p:cNvPr id="16405" name="Group 55">
            <a:extLst>
              <a:ext uri="{FF2B5EF4-FFF2-40B4-BE49-F238E27FC236}">
                <a16:creationId xmlns:a16="http://schemas.microsoft.com/office/drawing/2014/main" id="{BAFF8CBD-9566-203E-C8D8-7E2C5FCE3AFB}"/>
              </a:ext>
            </a:extLst>
          </p:cNvPr>
          <p:cNvGrpSpPr>
            <a:grpSpLocks/>
          </p:cNvGrpSpPr>
          <p:nvPr/>
        </p:nvGrpSpPr>
        <p:grpSpPr bwMode="auto">
          <a:xfrm>
            <a:off x="2711450" y="3006725"/>
            <a:ext cx="2520950" cy="2038350"/>
            <a:chOff x="748" y="2115"/>
            <a:chExt cx="1588" cy="1284"/>
          </a:xfrm>
        </p:grpSpPr>
        <p:sp>
          <p:nvSpPr>
            <p:cNvPr id="16427" name="Line 34">
              <a:extLst>
                <a:ext uri="{FF2B5EF4-FFF2-40B4-BE49-F238E27FC236}">
                  <a16:creationId xmlns:a16="http://schemas.microsoft.com/office/drawing/2014/main" id="{BB3A8522-C9F6-305C-D50D-48E0BF3A456E}"/>
                </a:ext>
              </a:extLst>
            </p:cNvPr>
            <p:cNvSpPr>
              <a:spLocks noChangeShapeType="1"/>
            </p:cNvSpPr>
            <p:nvPr/>
          </p:nvSpPr>
          <p:spPr bwMode="auto">
            <a:xfrm>
              <a:off x="748" y="3058"/>
              <a:ext cx="15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8" name="Line 35">
              <a:extLst>
                <a:ext uri="{FF2B5EF4-FFF2-40B4-BE49-F238E27FC236}">
                  <a16:creationId xmlns:a16="http://schemas.microsoft.com/office/drawing/2014/main" id="{7C320B69-7275-73C4-533C-B83060C2C9B5}"/>
                </a:ext>
              </a:extLst>
            </p:cNvPr>
            <p:cNvSpPr>
              <a:spLocks noChangeShapeType="1"/>
            </p:cNvSpPr>
            <p:nvPr/>
          </p:nvSpPr>
          <p:spPr bwMode="auto">
            <a:xfrm flipV="1">
              <a:off x="1147" y="2916"/>
              <a:ext cx="156" cy="13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6429" name="AutoShape 29">
              <a:extLst>
                <a:ext uri="{FF2B5EF4-FFF2-40B4-BE49-F238E27FC236}">
                  <a16:creationId xmlns:a16="http://schemas.microsoft.com/office/drawing/2014/main" id="{815325C0-15E1-9995-9997-28989B80F3D1}"/>
                </a:ext>
              </a:extLst>
            </p:cNvPr>
            <p:cNvSpPr>
              <a:spLocks noChangeArrowheads="1"/>
            </p:cNvSpPr>
            <p:nvPr/>
          </p:nvSpPr>
          <p:spPr bwMode="auto">
            <a:xfrm rot="2684524">
              <a:off x="1553" y="2492"/>
              <a:ext cx="190" cy="169"/>
            </a:xfrm>
            <a:prstGeom prst="triangle">
              <a:avLst>
                <a:gd name="adj" fmla="val 50000"/>
              </a:avLst>
            </a:prstGeom>
            <a:solidFill>
              <a:schemeClr val="tx1"/>
            </a:solidFill>
            <a:ln w="25400">
              <a:solidFill>
                <a:schemeClr val="tx1"/>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16430" name="Line 30">
              <a:extLst>
                <a:ext uri="{FF2B5EF4-FFF2-40B4-BE49-F238E27FC236}">
                  <a16:creationId xmlns:a16="http://schemas.microsoft.com/office/drawing/2014/main" id="{7415016C-9905-8FC4-E604-D8634F249E52}"/>
                </a:ext>
              </a:extLst>
            </p:cNvPr>
            <p:cNvSpPr>
              <a:spLocks noChangeShapeType="1"/>
            </p:cNvSpPr>
            <p:nvPr/>
          </p:nvSpPr>
          <p:spPr bwMode="auto">
            <a:xfrm>
              <a:off x="1655" y="2457"/>
              <a:ext cx="124" cy="122"/>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31" name="Line 41">
              <a:extLst>
                <a:ext uri="{FF2B5EF4-FFF2-40B4-BE49-F238E27FC236}">
                  <a16:creationId xmlns:a16="http://schemas.microsoft.com/office/drawing/2014/main" id="{F295FF88-EA3A-2BF2-3AB8-E1B46A4B45A6}"/>
                </a:ext>
              </a:extLst>
            </p:cNvPr>
            <p:cNvSpPr>
              <a:spLocks noChangeShapeType="1"/>
            </p:cNvSpPr>
            <p:nvPr/>
          </p:nvSpPr>
          <p:spPr bwMode="auto">
            <a:xfrm flipH="1">
              <a:off x="1453" y="2632"/>
              <a:ext cx="139" cy="147"/>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6432" name="Freeform 42">
              <a:extLst>
                <a:ext uri="{FF2B5EF4-FFF2-40B4-BE49-F238E27FC236}">
                  <a16:creationId xmlns:a16="http://schemas.microsoft.com/office/drawing/2014/main" id="{16E82744-3391-A1FE-D520-C4F7E9606FF5}"/>
                </a:ext>
              </a:extLst>
            </p:cNvPr>
            <p:cNvSpPr>
              <a:spLocks/>
            </p:cNvSpPr>
            <p:nvPr/>
          </p:nvSpPr>
          <p:spPr bwMode="auto">
            <a:xfrm>
              <a:off x="1274" y="2777"/>
              <a:ext cx="182" cy="136"/>
            </a:xfrm>
            <a:custGeom>
              <a:avLst/>
              <a:gdLst>
                <a:gd name="T0" fmla="*/ 2147475248 w 182"/>
                <a:gd name="T1" fmla="*/ 2147475004 h 136"/>
                <a:gd name="T2" fmla="*/ 2147475248 w 182"/>
                <a:gd name="T3" fmla="*/ 2147475004 h 136"/>
                <a:gd name="T4" fmla="*/ 2147475248 w 182"/>
                <a:gd name="T5" fmla="*/ 2147475004 h 136"/>
                <a:gd name="T6" fmla="*/ 2147475248 w 182"/>
                <a:gd name="T7" fmla="*/ 0 h 136"/>
                <a:gd name="T8" fmla="*/ 0 60000 65536"/>
                <a:gd name="T9" fmla="*/ 0 60000 65536"/>
                <a:gd name="T10" fmla="*/ 0 60000 65536"/>
                <a:gd name="T11" fmla="*/ 0 60000 65536"/>
                <a:gd name="T12" fmla="*/ 0 w 182"/>
                <a:gd name="T13" fmla="*/ 0 h 136"/>
                <a:gd name="T14" fmla="*/ 182 w 182"/>
                <a:gd name="T15" fmla="*/ 136 h 136"/>
              </a:gdLst>
              <a:ahLst/>
              <a:cxnLst>
                <a:cxn ang="T8">
                  <a:pos x="T0" y="T1"/>
                </a:cxn>
                <a:cxn ang="T9">
                  <a:pos x="T2" y="T3"/>
                </a:cxn>
                <a:cxn ang="T10">
                  <a:pos x="T4" y="T5"/>
                </a:cxn>
                <a:cxn ang="T11">
                  <a:pos x="T6" y="T7"/>
                </a:cxn>
              </a:cxnLst>
              <a:rect l="T12" t="T13" r="T14" b="T15"/>
              <a:pathLst>
                <a:path w="182" h="136">
                  <a:moveTo>
                    <a:pt x="23" y="136"/>
                  </a:moveTo>
                  <a:cubicBezTo>
                    <a:pt x="11" y="94"/>
                    <a:pt x="0" y="53"/>
                    <a:pt x="23" y="45"/>
                  </a:cubicBezTo>
                  <a:cubicBezTo>
                    <a:pt x="46" y="37"/>
                    <a:pt x="136" y="97"/>
                    <a:pt x="159" y="90"/>
                  </a:cubicBezTo>
                  <a:cubicBezTo>
                    <a:pt x="182" y="83"/>
                    <a:pt x="159" y="15"/>
                    <a:pt x="159" y="0"/>
                  </a:cubicBezTo>
                </a:path>
              </a:pathLst>
            </a:cu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33" name="Line 43">
              <a:extLst>
                <a:ext uri="{FF2B5EF4-FFF2-40B4-BE49-F238E27FC236}">
                  <a16:creationId xmlns:a16="http://schemas.microsoft.com/office/drawing/2014/main" id="{F0D0A7DC-9C04-8B49-B4CE-2F7DC8912498}"/>
                </a:ext>
              </a:extLst>
            </p:cNvPr>
            <p:cNvSpPr>
              <a:spLocks noChangeShapeType="1"/>
            </p:cNvSpPr>
            <p:nvPr/>
          </p:nvSpPr>
          <p:spPr bwMode="auto">
            <a:xfrm flipV="1">
              <a:off x="1733" y="2328"/>
              <a:ext cx="181" cy="181"/>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0275" name="Line 44">
              <a:extLst>
                <a:ext uri="{FF2B5EF4-FFF2-40B4-BE49-F238E27FC236}">
                  <a16:creationId xmlns:a16="http://schemas.microsoft.com/office/drawing/2014/main" id="{562FC219-7011-4747-87C8-02DD16EF99AF}"/>
                </a:ext>
              </a:extLst>
            </p:cNvPr>
            <p:cNvSpPr>
              <a:spLocks noChangeShapeType="1"/>
            </p:cNvSpPr>
            <p:nvPr/>
          </p:nvSpPr>
          <p:spPr bwMode="auto">
            <a:xfrm>
              <a:off x="1918" y="2115"/>
              <a:ext cx="0" cy="1134"/>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sp>
          <p:nvSpPr>
            <p:cNvPr id="16435" name="Text Box 91">
              <a:extLst>
                <a:ext uri="{FF2B5EF4-FFF2-40B4-BE49-F238E27FC236}">
                  <a16:creationId xmlns:a16="http://schemas.microsoft.com/office/drawing/2014/main" id="{AD3D471D-CAB2-FA89-D046-03567E006C09}"/>
                </a:ext>
              </a:extLst>
            </p:cNvPr>
            <p:cNvSpPr txBox="1">
              <a:spLocks noChangeArrowheads="1"/>
            </p:cNvSpPr>
            <p:nvPr/>
          </p:nvSpPr>
          <p:spPr bwMode="auto">
            <a:xfrm>
              <a:off x="960" y="3149"/>
              <a:ext cx="9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dirty="0">
                  <a:solidFill>
                    <a:schemeClr val="bg1"/>
                  </a:solidFill>
                </a:rPr>
                <a:t>Diode link</a:t>
              </a:r>
              <a:endParaRPr lang="ru-RU" altLang="en-US" sz="2000" b="0" u="none" dirty="0">
                <a:solidFill>
                  <a:schemeClr val="bg1"/>
                </a:solidFill>
              </a:endParaRPr>
            </a:p>
          </p:txBody>
        </p:sp>
      </p:grpSp>
      <p:grpSp>
        <p:nvGrpSpPr>
          <p:cNvPr id="16406" name="Group 56">
            <a:extLst>
              <a:ext uri="{FF2B5EF4-FFF2-40B4-BE49-F238E27FC236}">
                <a16:creationId xmlns:a16="http://schemas.microsoft.com/office/drawing/2014/main" id="{189B0932-F283-7359-BCBF-1894595DE8A0}"/>
              </a:ext>
            </a:extLst>
          </p:cNvPr>
          <p:cNvGrpSpPr>
            <a:grpSpLocks/>
          </p:cNvGrpSpPr>
          <p:nvPr/>
        </p:nvGrpSpPr>
        <p:grpSpPr bwMode="auto">
          <a:xfrm>
            <a:off x="6832600" y="2984501"/>
            <a:ext cx="2914650" cy="2136775"/>
            <a:chOff x="3344" y="2101"/>
            <a:chExt cx="1836" cy="1346"/>
          </a:xfrm>
        </p:grpSpPr>
        <p:sp>
          <p:nvSpPr>
            <p:cNvPr id="16410" name="Line 58">
              <a:extLst>
                <a:ext uri="{FF2B5EF4-FFF2-40B4-BE49-F238E27FC236}">
                  <a16:creationId xmlns:a16="http://schemas.microsoft.com/office/drawing/2014/main" id="{A80382E8-9E6B-6919-DB6C-1E0E2AC3BEAB}"/>
                </a:ext>
              </a:extLst>
            </p:cNvPr>
            <p:cNvSpPr>
              <a:spLocks noChangeShapeType="1"/>
            </p:cNvSpPr>
            <p:nvPr/>
          </p:nvSpPr>
          <p:spPr bwMode="auto">
            <a:xfrm>
              <a:off x="3344" y="3049"/>
              <a:ext cx="15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1" name="Line 65">
              <a:extLst>
                <a:ext uri="{FF2B5EF4-FFF2-40B4-BE49-F238E27FC236}">
                  <a16:creationId xmlns:a16="http://schemas.microsoft.com/office/drawing/2014/main" id="{AE85BB11-10DD-C367-9280-C7378A64707D}"/>
                </a:ext>
              </a:extLst>
            </p:cNvPr>
            <p:cNvSpPr>
              <a:spLocks noChangeShapeType="1"/>
            </p:cNvSpPr>
            <p:nvPr/>
          </p:nvSpPr>
          <p:spPr bwMode="auto">
            <a:xfrm flipV="1">
              <a:off x="3807" y="2902"/>
              <a:ext cx="147" cy="147"/>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6412" name="Line 68">
              <a:extLst>
                <a:ext uri="{FF2B5EF4-FFF2-40B4-BE49-F238E27FC236}">
                  <a16:creationId xmlns:a16="http://schemas.microsoft.com/office/drawing/2014/main" id="{000084BA-54F7-FB7B-79F4-AFE0072D84D6}"/>
                </a:ext>
              </a:extLst>
            </p:cNvPr>
            <p:cNvSpPr>
              <a:spLocks noChangeShapeType="1"/>
            </p:cNvSpPr>
            <p:nvPr/>
          </p:nvSpPr>
          <p:spPr bwMode="auto">
            <a:xfrm flipH="1">
              <a:off x="4104" y="2618"/>
              <a:ext cx="139" cy="147"/>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6413" name="Freeform 69">
              <a:extLst>
                <a:ext uri="{FF2B5EF4-FFF2-40B4-BE49-F238E27FC236}">
                  <a16:creationId xmlns:a16="http://schemas.microsoft.com/office/drawing/2014/main" id="{4B877AE7-F386-BC7C-DF90-34E17F7D865D}"/>
                </a:ext>
              </a:extLst>
            </p:cNvPr>
            <p:cNvSpPr>
              <a:spLocks/>
            </p:cNvSpPr>
            <p:nvPr/>
          </p:nvSpPr>
          <p:spPr bwMode="auto">
            <a:xfrm>
              <a:off x="3934" y="2763"/>
              <a:ext cx="182" cy="136"/>
            </a:xfrm>
            <a:custGeom>
              <a:avLst/>
              <a:gdLst>
                <a:gd name="T0" fmla="*/ 2147475248 w 182"/>
                <a:gd name="T1" fmla="*/ 2147475004 h 136"/>
                <a:gd name="T2" fmla="*/ 2147475248 w 182"/>
                <a:gd name="T3" fmla="*/ 2147475004 h 136"/>
                <a:gd name="T4" fmla="*/ 2147475248 w 182"/>
                <a:gd name="T5" fmla="*/ 2147475004 h 136"/>
                <a:gd name="T6" fmla="*/ 2147475248 w 182"/>
                <a:gd name="T7" fmla="*/ 0 h 136"/>
                <a:gd name="T8" fmla="*/ 0 60000 65536"/>
                <a:gd name="T9" fmla="*/ 0 60000 65536"/>
                <a:gd name="T10" fmla="*/ 0 60000 65536"/>
                <a:gd name="T11" fmla="*/ 0 60000 65536"/>
                <a:gd name="T12" fmla="*/ 0 w 182"/>
                <a:gd name="T13" fmla="*/ 0 h 136"/>
                <a:gd name="T14" fmla="*/ 182 w 182"/>
                <a:gd name="T15" fmla="*/ 136 h 136"/>
              </a:gdLst>
              <a:ahLst/>
              <a:cxnLst>
                <a:cxn ang="T8">
                  <a:pos x="T0" y="T1"/>
                </a:cxn>
                <a:cxn ang="T9">
                  <a:pos x="T2" y="T3"/>
                </a:cxn>
                <a:cxn ang="T10">
                  <a:pos x="T4" y="T5"/>
                </a:cxn>
                <a:cxn ang="T11">
                  <a:pos x="T6" y="T7"/>
                </a:cxn>
              </a:cxnLst>
              <a:rect l="T12" t="T13" r="T14" b="T15"/>
              <a:pathLst>
                <a:path w="182" h="136">
                  <a:moveTo>
                    <a:pt x="23" y="136"/>
                  </a:moveTo>
                  <a:cubicBezTo>
                    <a:pt x="11" y="94"/>
                    <a:pt x="0" y="53"/>
                    <a:pt x="23" y="45"/>
                  </a:cubicBezTo>
                  <a:cubicBezTo>
                    <a:pt x="46" y="37"/>
                    <a:pt x="136" y="97"/>
                    <a:pt x="159" y="90"/>
                  </a:cubicBezTo>
                  <a:cubicBezTo>
                    <a:pt x="182" y="83"/>
                    <a:pt x="159" y="15"/>
                    <a:pt x="159" y="0"/>
                  </a:cubicBezTo>
                </a:path>
              </a:pathLst>
            </a:cu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80" name="Line 71">
              <a:extLst>
                <a:ext uri="{FF2B5EF4-FFF2-40B4-BE49-F238E27FC236}">
                  <a16:creationId xmlns:a16="http://schemas.microsoft.com/office/drawing/2014/main" id="{21E98773-B07A-4CAD-A77E-23A6EFC5236E}"/>
                </a:ext>
              </a:extLst>
            </p:cNvPr>
            <p:cNvSpPr>
              <a:spLocks noChangeShapeType="1"/>
            </p:cNvSpPr>
            <p:nvPr/>
          </p:nvSpPr>
          <p:spPr bwMode="auto">
            <a:xfrm>
              <a:off x="4830" y="2101"/>
              <a:ext cx="0" cy="1134"/>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sp>
          <p:nvSpPr>
            <p:cNvPr id="16415" name="Line 74">
              <a:extLst>
                <a:ext uri="{FF2B5EF4-FFF2-40B4-BE49-F238E27FC236}">
                  <a16:creationId xmlns:a16="http://schemas.microsoft.com/office/drawing/2014/main" id="{99FAF4ED-23FC-AEF5-2B01-75E3F2D210B9}"/>
                </a:ext>
              </a:extLst>
            </p:cNvPr>
            <p:cNvSpPr>
              <a:spLocks noChangeShapeType="1"/>
            </p:cNvSpPr>
            <p:nvPr/>
          </p:nvSpPr>
          <p:spPr bwMode="auto">
            <a:xfrm>
              <a:off x="4241" y="2623"/>
              <a:ext cx="1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6" name="Line 51">
              <a:extLst>
                <a:ext uri="{FF2B5EF4-FFF2-40B4-BE49-F238E27FC236}">
                  <a16:creationId xmlns:a16="http://schemas.microsoft.com/office/drawing/2014/main" id="{1BF1FB00-60B5-2639-47EF-C6FCD57EC7DE}"/>
                </a:ext>
              </a:extLst>
            </p:cNvPr>
            <p:cNvSpPr>
              <a:spLocks noChangeShapeType="1"/>
            </p:cNvSpPr>
            <p:nvPr/>
          </p:nvSpPr>
          <p:spPr bwMode="auto">
            <a:xfrm>
              <a:off x="4386" y="2523"/>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7" name="Line 52">
              <a:extLst>
                <a:ext uri="{FF2B5EF4-FFF2-40B4-BE49-F238E27FC236}">
                  <a16:creationId xmlns:a16="http://schemas.microsoft.com/office/drawing/2014/main" id="{326CCDA6-BA7E-D202-AA8F-5EF2C7D49528}"/>
                </a:ext>
              </a:extLst>
            </p:cNvPr>
            <p:cNvSpPr>
              <a:spLocks noChangeShapeType="1"/>
            </p:cNvSpPr>
            <p:nvPr/>
          </p:nvSpPr>
          <p:spPr bwMode="auto">
            <a:xfrm>
              <a:off x="4486" y="2432"/>
              <a:ext cx="0" cy="3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8" name="Line 54">
              <a:extLst>
                <a:ext uri="{FF2B5EF4-FFF2-40B4-BE49-F238E27FC236}">
                  <a16:creationId xmlns:a16="http://schemas.microsoft.com/office/drawing/2014/main" id="{852A48AD-358D-2BE1-8A27-1FE55173EF6D}"/>
                </a:ext>
              </a:extLst>
            </p:cNvPr>
            <p:cNvSpPr>
              <a:spLocks noChangeShapeType="1"/>
            </p:cNvSpPr>
            <p:nvPr/>
          </p:nvSpPr>
          <p:spPr bwMode="auto">
            <a:xfrm>
              <a:off x="4486" y="2486"/>
              <a:ext cx="1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9" name="Line 55">
              <a:extLst>
                <a:ext uri="{FF2B5EF4-FFF2-40B4-BE49-F238E27FC236}">
                  <a16:creationId xmlns:a16="http://schemas.microsoft.com/office/drawing/2014/main" id="{C95A6435-3A11-C528-67BA-8635F48F19AB}"/>
                </a:ext>
              </a:extLst>
            </p:cNvPr>
            <p:cNvSpPr>
              <a:spLocks noChangeShapeType="1"/>
            </p:cNvSpPr>
            <p:nvPr/>
          </p:nvSpPr>
          <p:spPr bwMode="auto">
            <a:xfrm>
              <a:off x="4486" y="2710"/>
              <a:ext cx="1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0" name="Line 56">
              <a:extLst>
                <a:ext uri="{FF2B5EF4-FFF2-40B4-BE49-F238E27FC236}">
                  <a16:creationId xmlns:a16="http://schemas.microsoft.com/office/drawing/2014/main" id="{B487A3EC-738F-E822-E3ED-D390EDEF154B}"/>
                </a:ext>
              </a:extLst>
            </p:cNvPr>
            <p:cNvSpPr>
              <a:spLocks noChangeShapeType="1"/>
            </p:cNvSpPr>
            <p:nvPr/>
          </p:nvSpPr>
          <p:spPr bwMode="auto">
            <a:xfrm>
              <a:off x="4622" y="2714"/>
              <a:ext cx="0" cy="1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1" name="Line 57">
              <a:extLst>
                <a:ext uri="{FF2B5EF4-FFF2-40B4-BE49-F238E27FC236}">
                  <a16:creationId xmlns:a16="http://schemas.microsoft.com/office/drawing/2014/main" id="{3CF8F9DF-C8E9-6BFC-A461-56A56B42C7E9}"/>
                </a:ext>
              </a:extLst>
            </p:cNvPr>
            <p:cNvSpPr>
              <a:spLocks noChangeShapeType="1"/>
            </p:cNvSpPr>
            <p:nvPr/>
          </p:nvSpPr>
          <p:spPr bwMode="auto">
            <a:xfrm>
              <a:off x="4550" y="2850"/>
              <a:ext cx="136" cy="0"/>
            </a:xfrm>
            <a:prstGeom prst="line">
              <a:avLst/>
            </a:prstGeom>
            <a:noFill/>
            <a:ln w="412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2" name="Line 58">
              <a:extLst>
                <a:ext uri="{FF2B5EF4-FFF2-40B4-BE49-F238E27FC236}">
                  <a16:creationId xmlns:a16="http://schemas.microsoft.com/office/drawing/2014/main" id="{05705B5C-CD07-66B9-1347-B26AFF61A98F}"/>
                </a:ext>
              </a:extLst>
            </p:cNvPr>
            <p:cNvSpPr>
              <a:spLocks noChangeShapeType="1"/>
            </p:cNvSpPr>
            <p:nvPr/>
          </p:nvSpPr>
          <p:spPr bwMode="auto">
            <a:xfrm flipV="1">
              <a:off x="4622" y="2305"/>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3" name="Line 85">
              <a:extLst>
                <a:ext uri="{FF2B5EF4-FFF2-40B4-BE49-F238E27FC236}">
                  <a16:creationId xmlns:a16="http://schemas.microsoft.com/office/drawing/2014/main" id="{FCE5DC29-9A7F-102F-100F-E7872398B9A0}"/>
                </a:ext>
              </a:extLst>
            </p:cNvPr>
            <p:cNvSpPr>
              <a:spLocks noChangeShapeType="1"/>
            </p:cNvSpPr>
            <p:nvPr/>
          </p:nvSpPr>
          <p:spPr bwMode="auto">
            <a:xfrm>
              <a:off x="4554" y="2852"/>
              <a:ext cx="60" cy="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4" name="Line 86">
              <a:extLst>
                <a:ext uri="{FF2B5EF4-FFF2-40B4-BE49-F238E27FC236}">
                  <a16:creationId xmlns:a16="http://schemas.microsoft.com/office/drawing/2014/main" id="{C433DE7C-3737-7042-48CB-8CF8E69F8595}"/>
                </a:ext>
              </a:extLst>
            </p:cNvPr>
            <p:cNvSpPr>
              <a:spLocks noChangeShapeType="1"/>
            </p:cNvSpPr>
            <p:nvPr/>
          </p:nvSpPr>
          <p:spPr bwMode="auto">
            <a:xfrm flipV="1">
              <a:off x="4617" y="2845"/>
              <a:ext cx="69" cy="1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5" name="Line 88">
              <a:extLst>
                <a:ext uri="{FF2B5EF4-FFF2-40B4-BE49-F238E27FC236}">
                  <a16:creationId xmlns:a16="http://schemas.microsoft.com/office/drawing/2014/main" id="{387E42F4-8B46-B6C8-48B2-FCDB8FF1CB6D}"/>
                </a:ext>
              </a:extLst>
            </p:cNvPr>
            <p:cNvSpPr>
              <a:spLocks noChangeShapeType="1"/>
            </p:cNvSpPr>
            <p:nvPr/>
          </p:nvSpPr>
          <p:spPr bwMode="auto">
            <a:xfrm>
              <a:off x="4622" y="2304"/>
              <a:ext cx="204"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6426" name="Text Box 92">
              <a:extLst>
                <a:ext uri="{FF2B5EF4-FFF2-40B4-BE49-F238E27FC236}">
                  <a16:creationId xmlns:a16="http://schemas.microsoft.com/office/drawing/2014/main" id="{24BC65E9-A387-31A8-70B6-926DB3E6E8D0}"/>
                </a:ext>
              </a:extLst>
            </p:cNvPr>
            <p:cNvSpPr txBox="1">
              <a:spLocks noChangeArrowheads="1"/>
            </p:cNvSpPr>
            <p:nvPr/>
          </p:nvSpPr>
          <p:spPr bwMode="auto">
            <a:xfrm>
              <a:off x="3456" y="3197"/>
              <a:ext cx="17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dirty="0">
                  <a:solidFill>
                    <a:schemeClr val="bg1"/>
                  </a:solidFill>
                </a:rPr>
                <a:t>CMOS Transistor link</a:t>
              </a:r>
              <a:endParaRPr lang="ru-RU" altLang="en-US" sz="2000" b="0" u="none" dirty="0">
                <a:solidFill>
                  <a:schemeClr val="bg1"/>
                </a:solidFill>
              </a:endParaRPr>
            </a:p>
          </p:txBody>
        </p:sp>
      </p:grpSp>
      <p:sp>
        <p:nvSpPr>
          <p:cNvPr id="58" name="Flowchart: Delay 57">
            <a:extLst>
              <a:ext uri="{FF2B5EF4-FFF2-40B4-BE49-F238E27FC236}">
                <a16:creationId xmlns:a16="http://schemas.microsoft.com/office/drawing/2014/main" id="{97ECD36B-947B-446A-B7B8-4EC45334BF69}"/>
              </a:ext>
            </a:extLst>
          </p:cNvPr>
          <p:cNvSpPr>
            <a:spLocks noChangeArrowheads="1"/>
          </p:cNvSpPr>
          <p:nvPr/>
        </p:nvSpPr>
        <p:spPr bwMode="auto">
          <a:xfrm>
            <a:off x="8001000" y="2476501"/>
            <a:ext cx="685800" cy="549275"/>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200">
              <a:solidFill>
                <a:schemeClr val="lt1"/>
              </a:solidFill>
            </a:endParaRPr>
          </a:p>
        </p:txBody>
      </p:sp>
      <p:cxnSp>
        <p:nvCxnSpPr>
          <p:cNvPr id="16408" name="Straight Arrow Connector 59">
            <a:extLst>
              <a:ext uri="{FF2B5EF4-FFF2-40B4-BE49-F238E27FC236}">
                <a16:creationId xmlns:a16="http://schemas.microsoft.com/office/drawing/2014/main" id="{11358B02-466E-2990-AA48-113C4017BA55}"/>
              </a:ext>
            </a:extLst>
          </p:cNvPr>
          <p:cNvCxnSpPr>
            <a:cxnSpLocks noChangeShapeType="1"/>
          </p:cNvCxnSpPr>
          <p:nvPr/>
        </p:nvCxnSpPr>
        <p:spPr bwMode="auto">
          <a:xfrm>
            <a:off x="8712200" y="2755900"/>
            <a:ext cx="457200" cy="1588"/>
          </a:xfrm>
          <a:prstGeom prst="straightConnector1">
            <a:avLst/>
          </a:prstGeom>
          <a:noFill/>
          <a:ln w="9525"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6409" name="TextBox 58">
            <a:extLst>
              <a:ext uri="{FF2B5EF4-FFF2-40B4-BE49-F238E27FC236}">
                <a16:creationId xmlns:a16="http://schemas.microsoft.com/office/drawing/2014/main" id="{8BF93C22-C198-AB3B-EFDB-5B938429D8C5}"/>
              </a:ext>
            </a:extLst>
          </p:cNvPr>
          <p:cNvSpPr txBox="1">
            <a:spLocks noChangeArrowheads="1"/>
          </p:cNvSpPr>
          <p:nvPr/>
        </p:nvSpPr>
        <p:spPr bwMode="auto">
          <a:xfrm>
            <a:off x="9220200" y="2514600"/>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solidFill>
                  <a:schemeClr val="bg1"/>
                </a:solidFill>
              </a:rPr>
              <a:t>P</a:t>
            </a:r>
            <a:endParaRPr lang="en-GB" altLang="en-US" u="none">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Скругленный прямоугольник 2">
            <a:extLst>
              <a:ext uri="{FF2B5EF4-FFF2-40B4-BE49-F238E27FC236}">
                <a16:creationId xmlns:a16="http://schemas.microsoft.com/office/drawing/2014/main" id="{43DF5463-128F-9AF8-AF7F-3709203AFD52}"/>
              </a:ext>
            </a:extLst>
          </p:cNvPr>
          <p:cNvSpPr>
            <a:spLocks noChangeArrowheads="1"/>
          </p:cNvSpPr>
          <p:nvPr/>
        </p:nvSpPr>
        <p:spPr bwMode="auto">
          <a:xfrm>
            <a:off x="2139950" y="1376363"/>
            <a:ext cx="7607300" cy="3924300"/>
          </a:xfrm>
          <a:prstGeom prst="roundRect">
            <a:avLst>
              <a:gd name="adj" fmla="val 9810"/>
            </a:avLst>
          </a:prstGeom>
          <a:solidFill>
            <a:schemeClr val="accent1"/>
          </a:solidFill>
          <a:ln w="9525" algn="ctr">
            <a:solidFill>
              <a:schemeClr val="tx1"/>
            </a:solidFill>
            <a:round/>
            <a:headEnd/>
            <a:tailEnd/>
          </a:ln>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17411" name="Rectangle 4">
            <a:extLst>
              <a:ext uri="{FF2B5EF4-FFF2-40B4-BE49-F238E27FC236}">
                <a16:creationId xmlns:a16="http://schemas.microsoft.com/office/drawing/2014/main" id="{CB635250-50D9-6EE4-78AB-C510CC3FB878}"/>
              </a:ext>
            </a:extLst>
          </p:cNvPr>
          <p:cNvSpPr>
            <a:spLocks noGrp="1" noChangeArrowheads="1"/>
          </p:cNvSpPr>
          <p:nvPr>
            <p:ph type="title"/>
          </p:nvPr>
        </p:nvSpPr>
        <p:spPr>
          <a:xfrm>
            <a:off x="0" y="183401"/>
            <a:ext cx="11612880" cy="704088"/>
          </a:xfrm>
        </p:spPr>
        <p:txBody>
          <a:bodyPr/>
          <a:lstStyle/>
          <a:p>
            <a:r>
              <a:rPr lang="en-US" altLang="en-US"/>
              <a:t>Programmable OR Logic</a:t>
            </a:r>
            <a:endParaRPr lang="ru-RU" altLang="en-US"/>
          </a:p>
        </p:txBody>
      </p:sp>
      <p:grpSp>
        <p:nvGrpSpPr>
          <p:cNvPr id="17412" name="Group 58">
            <a:extLst>
              <a:ext uri="{FF2B5EF4-FFF2-40B4-BE49-F238E27FC236}">
                <a16:creationId xmlns:a16="http://schemas.microsoft.com/office/drawing/2014/main" id="{14210C79-F1E6-344B-1ED3-709065DD8621}"/>
              </a:ext>
            </a:extLst>
          </p:cNvPr>
          <p:cNvGrpSpPr>
            <a:grpSpLocks/>
          </p:cNvGrpSpPr>
          <p:nvPr/>
        </p:nvGrpSpPr>
        <p:grpSpPr bwMode="auto">
          <a:xfrm>
            <a:off x="6705600" y="2971801"/>
            <a:ext cx="2965450" cy="2149475"/>
            <a:chOff x="3424" y="2275"/>
            <a:chExt cx="1868" cy="1354"/>
          </a:xfrm>
        </p:grpSpPr>
        <p:sp>
          <p:nvSpPr>
            <p:cNvPr id="11300" name="Line 41">
              <a:extLst>
                <a:ext uri="{FF2B5EF4-FFF2-40B4-BE49-F238E27FC236}">
                  <a16:creationId xmlns:a16="http://schemas.microsoft.com/office/drawing/2014/main" id="{4D0FBC76-1D80-46DA-8DE0-9DF81E4B6F84}"/>
                </a:ext>
              </a:extLst>
            </p:cNvPr>
            <p:cNvSpPr>
              <a:spLocks noChangeShapeType="1"/>
            </p:cNvSpPr>
            <p:nvPr/>
          </p:nvSpPr>
          <p:spPr bwMode="auto">
            <a:xfrm>
              <a:off x="3424" y="2420"/>
              <a:ext cx="1588" cy="0"/>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sp>
          <p:nvSpPr>
            <p:cNvPr id="17455" name="Line 42">
              <a:extLst>
                <a:ext uri="{FF2B5EF4-FFF2-40B4-BE49-F238E27FC236}">
                  <a16:creationId xmlns:a16="http://schemas.microsoft.com/office/drawing/2014/main" id="{565213FF-0B85-046E-7F58-47422047F568}"/>
                </a:ext>
              </a:extLst>
            </p:cNvPr>
            <p:cNvSpPr>
              <a:spLocks noChangeShapeType="1"/>
            </p:cNvSpPr>
            <p:nvPr/>
          </p:nvSpPr>
          <p:spPr bwMode="auto">
            <a:xfrm flipV="1">
              <a:off x="3798" y="3026"/>
              <a:ext cx="156" cy="13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7456" name="Line 43">
              <a:extLst>
                <a:ext uri="{FF2B5EF4-FFF2-40B4-BE49-F238E27FC236}">
                  <a16:creationId xmlns:a16="http://schemas.microsoft.com/office/drawing/2014/main" id="{41324096-C53A-B3CF-109D-0069855C41CC}"/>
                </a:ext>
              </a:extLst>
            </p:cNvPr>
            <p:cNvSpPr>
              <a:spLocks noChangeShapeType="1"/>
            </p:cNvSpPr>
            <p:nvPr/>
          </p:nvSpPr>
          <p:spPr bwMode="auto">
            <a:xfrm flipH="1">
              <a:off x="4104" y="2742"/>
              <a:ext cx="139" cy="147"/>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7457" name="Freeform 44">
              <a:extLst>
                <a:ext uri="{FF2B5EF4-FFF2-40B4-BE49-F238E27FC236}">
                  <a16:creationId xmlns:a16="http://schemas.microsoft.com/office/drawing/2014/main" id="{926199E5-1CDF-C8BF-818B-1A36C3EA9AE0}"/>
                </a:ext>
              </a:extLst>
            </p:cNvPr>
            <p:cNvSpPr>
              <a:spLocks/>
            </p:cNvSpPr>
            <p:nvPr/>
          </p:nvSpPr>
          <p:spPr bwMode="auto">
            <a:xfrm>
              <a:off x="3925" y="2887"/>
              <a:ext cx="182" cy="136"/>
            </a:xfrm>
            <a:custGeom>
              <a:avLst/>
              <a:gdLst>
                <a:gd name="T0" fmla="*/ 2147475248 w 182"/>
                <a:gd name="T1" fmla="*/ 2147475004 h 136"/>
                <a:gd name="T2" fmla="*/ 2147475248 w 182"/>
                <a:gd name="T3" fmla="*/ 2147475004 h 136"/>
                <a:gd name="T4" fmla="*/ 2147475248 w 182"/>
                <a:gd name="T5" fmla="*/ 2147475004 h 136"/>
                <a:gd name="T6" fmla="*/ 2147475248 w 182"/>
                <a:gd name="T7" fmla="*/ 0 h 136"/>
                <a:gd name="T8" fmla="*/ 0 60000 65536"/>
                <a:gd name="T9" fmla="*/ 0 60000 65536"/>
                <a:gd name="T10" fmla="*/ 0 60000 65536"/>
                <a:gd name="T11" fmla="*/ 0 60000 65536"/>
                <a:gd name="T12" fmla="*/ 0 w 182"/>
                <a:gd name="T13" fmla="*/ 0 h 136"/>
                <a:gd name="T14" fmla="*/ 182 w 182"/>
                <a:gd name="T15" fmla="*/ 136 h 136"/>
              </a:gdLst>
              <a:ahLst/>
              <a:cxnLst>
                <a:cxn ang="T8">
                  <a:pos x="T0" y="T1"/>
                </a:cxn>
                <a:cxn ang="T9">
                  <a:pos x="T2" y="T3"/>
                </a:cxn>
                <a:cxn ang="T10">
                  <a:pos x="T4" y="T5"/>
                </a:cxn>
                <a:cxn ang="T11">
                  <a:pos x="T6" y="T7"/>
                </a:cxn>
              </a:cxnLst>
              <a:rect l="T12" t="T13" r="T14" b="T15"/>
              <a:pathLst>
                <a:path w="182" h="136">
                  <a:moveTo>
                    <a:pt x="23" y="136"/>
                  </a:moveTo>
                  <a:cubicBezTo>
                    <a:pt x="11" y="94"/>
                    <a:pt x="0" y="53"/>
                    <a:pt x="23" y="45"/>
                  </a:cubicBezTo>
                  <a:cubicBezTo>
                    <a:pt x="46" y="37"/>
                    <a:pt x="136" y="97"/>
                    <a:pt x="159" y="90"/>
                  </a:cubicBezTo>
                  <a:cubicBezTo>
                    <a:pt x="182" y="83"/>
                    <a:pt x="159" y="15"/>
                    <a:pt x="159" y="0"/>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58" name="Line 45">
              <a:extLst>
                <a:ext uri="{FF2B5EF4-FFF2-40B4-BE49-F238E27FC236}">
                  <a16:creationId xmlns:a16="http://schemas.microsoft.com/office/drawing/2014/main" id="{712FCE9E-FF6B-397A-1DF5-ACF97A5ABDFF}"/>
                </a:ext>
              </a:extLst>
            </p:cNvPr>
            <p:cNvSpPr>
              <a:spLocks noChangeShapeType="1"/>
            </p:cNvSpPr>
            <p:nvPr/>
          </p:nvSpPr>
          <p:spPr bwMode="auto">
            <a:xfrm>
              <a:off x="3803" y="2275"/>
              <a:ext cx="0" cy="113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9" name="Line 49">
              <a:extLst>
                <a:ext uri="{FF2B5EF4-FFF2-40B4-BE49-F238E27FC236}">
                  <a16:creationId xmlns:a16="http://schemas.microsoft.com/office/drawing/2014/main" id="{B6C289B1-5ED1-DF23-F5AD-D1DC099583C3}"/>
                </a:ext>
              </a:extLst>
            </p:cNvPr>
            <p:cNvSpPr>
              <a:spLocks noChangeShapeType="1"/>
            </p:cNvSpPr>
            <p:nvPr/>
          </p:nvSpPr>
          <p:spPr bwMode="auto">
            <a:xfrm>
              <a:off x="4241" y="2738"/>
              <a:ext cx="1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0" name="Line 51">
              <a:extLst>
                <a:ext uri="{FF2B5EF4-FFF2-40B4-BE49-F238E27FC236}">
                  <a16:creationId xmlns:a16="http://schemas.microsoft.com/office/drawing/2014/main" id="{86AE5936-09AA-42B4-6492-636FD9716A0B}"/>
                </a:ext>
              </a:extLst>
            </p:cNvPr>
            <p:cNvSpPr>
              <a:spLocks noChangeShapeType="1"/>
            </p:cNvSpPr>
            <p:nvPr/>
          </p:nvSpPr>
          <p:spPr bwMode="auto">
            <a:xfrm>
              <a:off x="4386" y="2638"/>
              <a:ext cx="0" cy="1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1" name="Line 52">
              <a:extLst>
                <a:ext uri="{FF2B5EF4-FFF2-40B4-BE49-F238E27FC236}">
                  <a16:creationId xmlns:a16="http://schemas.microsoft.com/office/drawing/2014/main" id="{F3FEB3B5-900B-6835-8373-0B991CE0D62E}"/>
                </a:ext>
              </a:extLst>
            </p:cNvPr>
            <p:cNvSpPr>
              <a:spLocks noChangeShapeType="1"/>
            </p:cNvSpPr>
            <p:nvPr/>
          </p:nvSpPr>
          <p:spPr bwMode="auto">
            <a:xfrm>
              <a:off x="4486" y="2547"/>
              <a:ext cx="0" cy="31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2" name="Line 54">
              <a:extLst>
                <a:ext uri="{FF2B5EF4-FFF2-40B4-BE49-F238E27FC236}">
                  <a16:creationId xmlns:a16="http://schemas.microsoft.com/office/drawing/2014/main" id="{0C3F6172-F30C-47B0-2A53-C99516DC4420}"/>
                </a:ext>
              </a:extLst>
            </p:cNvPr>
            <p:cNvSpPr>
              <a:spLocks noChangeShapeType="1"/>
            </p:cNvSpPr>
            <p:nvPr/>
          </p:nvSpPr>
          <p:spPr bwMode="auto">
            <a:xfrm>
              <a:off x="4486" y="2601"/>
              <a:ext cx="1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3" name="Line 55">
              <a:extLst>
                <a:ext uri="{FF2B5EF4-FFF2-40B4-BE49-F238E27FC236}">
                  <a16:creationId xmlns:a16="http://schemas.microsoft.com/office/drawing/2014/main" id="{7A23405B-3A40-1427-0F4C-126DE6EFD48C}"/>
                </a:ext>
              </a:extLst>
            </p:cNvPr>
            <p:cNvSpPr>
              <a:spLocks noChangeShapeType="1"/>
            </p:cNvSpPr>
            <p:nvPr/>
          </p:nvSpPr>
          <p:spPr bwMode="auto">
            <a:xfrm>
              <a:off x="4486" y="2825"/>
              <a:ext cx="1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4" name="Line 56">
              <a:extLst>
                <a:ext uri="{FF2B5EF4-FFF2-40B4-BE49-F238E27FC236}">
                  <a16:creationId xmlns:a16="http://schemas.microsoft.com/office/drawing/2014/main" id="{97A050C4-E231-760D-EE81-2693507950BE}"/>
                </a:ext>
              </a:extLst>
            </p:cNvPr>
            <p:cNvSpPr>
              <a:spLocks noChangeShapeType="1"/>
            </p:cNvSpPr>
            <p:nvPr/>
          </p:nvSpPr>
          <p:spPr bwMode="auto">
            <a:xfrm>
              <a:off x="4622" y="2829"/>
              <a:ext cx="0" cy="13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5" name="Line 58">
              <a:extLst>
                <a:ext uri="{FF2B5EF4-FFF2-40B4-BE49-F238E27FC236}">
                  <a16:creationId xmlns:a16="http://schemas.microsoft.com/office/drawing/2014/main" id="{31B86C2A-FA26-3D63-84B2-E0D6F582B88E}"/>
                </a:ext>
              </a:extLst>
            </p:cNvPr>
            <p:cNvSpPr>
              <a:spLocks noChangeShapeType="1"/>
            </p:cNvSpPr>
            <p:nvPr/>
          </p:nvSpPr>
          <p:spPr bwMode="auto">
            <a:xfrm flipV="1">
              <a:off x="4622" y="2420"/>
              <a:ext cx="0" cy="181"/>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grpSp>
          <p:nvGrpSpPr>
            <p:cNvPr id="17466" name="Group 68">
              <a:extLst>
                <a:ext uri="{FF2B5EF4-FFF2-40B4-BE49-F238E27FC236}">
                  <a16:creationId xmlns:a16="http://schemas.microsoft.com/office/drawing/2014/main" id="{1113FAC5-3A99-9F51-36A9-438BA7642636}"/>
                </a:ext>
              </a:extLst>
            </p:cNvPr>
            <p:cNvGrpSpPr>
              <a:grpSpLocks/>
            </p:cNvGrpSpPr>
            <p:nvPr/>
          </p:nvGrpSpPr>
          <p:grpSpPr bwMode="auto">
            <a:xfrm>
              <a:off x="4550" y="2960"/>
              <a:ext cx="136" cy="103"/>
              <a:chOff x="4550" y="2845"/>
              <a:chExt cx="136" cy="103"/>
            </a:xfrm>
          </p:grpSpPr>
          <p:sp>
            <p:nvSpPr>
              <p:cNvPr id="17468" name="Line 57">
                <a:extLst>
                  <a:ext uri="{FF2B5EF4-FFF2-40B4-BE49-F238E27FC236}">
                    <a16:creationId xmlns:a16="http://schemas.microsoft.com/office/drawing/2014/main" id="{7D230307-44AD-E5A9-EB0A-D2622B565852}"/>
                  </a:ext>
                </a:extLst>
              </p:cNvPr>
              <p:cNvSpPr>
                <a:spLocks noChangeShapeType="1"/>
              </p:cNvSpPr>
              <p:nvPr/>
            </p:nvSpPr>
            <p:spPr bwMode="auto">
              <a:xfrm>
                <a:off x="4550" y="2850"/>
                <a:ext cx="136" cy="0"/>
              </a:xfrm>
              <a:prstGeom prst="line">
                <a:avLst/>
              </a:prstGeom>
              <a:noFill/>
              <a:ln w="412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69" name="Line 60">
                <a:extLst>
                  <a:ext uri="{FF2B5EF4-FFF2-40B4-BE49-F238E27FC236}">
                    <a16:creationId xmlns:a16="http://schemas.microsoft.com/office/drawing/2014/main" id="{FE08D50D-A298-0358-6217-7F5DF6CAA2C7}"/>
                  </a:ext>
                </a:extLst>
              </p:cNvPr>
              <p:cNvSpPr>
                <a:spLocks noChangeShapeType="1"/>
              </p:cNvSpPr>
              <p:nvPr/>
            </p:nvSpPr>
            <p:spPr bwMode="auto">
              <a:xfrm>
                <a:off x="4554" y="2852"/>
                <a:ext cx="60" cy="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70" name="Line 61">
                <a:extLst>
                  <a:ext uri="{FF2B5EF4-FFF2-40B4-BE49-F238E27FC236}">
                    <a16:creationId xmlns:a16="http://schemas.microsoft.com/office/drawing/2014/main" id="{D736ABB8-414B-8E5D-D9DD-A4DECE6CB8BE}"/>
                  </a:ext>
                </a:extLst>
              </p:cNvPr>
              <p:cNvSpPr>
                <a:spLocks noChangeShapeType="1"/>
              </p:cNvSpPr>
              <p:nvPr/>
            </p:nvSpPr>
            <p:spPr bwMode="auto">
              <a:xfrm flipV="1">
                <a:off x="4617" y="2845"/>
                <a:ext cx="69" cy="1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7467" name="Text Box 64">
              <a:extLst>
                <a:ext uri="{FF2B5EF4-FFF2-40B4-BE49-F238E27FC236}">
                  <a16:creationId xmlns:a16="http://schemas.microsoft.com/office/drawing/2014/main" id="{A3159731-4442-C889-F480-DEB9EB7547A6}"/>
                </a:ext>
              </a:extLst>
            </p:cNvPr>
            <p:cNvSpPr txBox="1">
              <a:spLocks noChangeArrowheads="1"/>
            </p:cNvSpPr>
            <p:nvPr/>
          </p:nvSpPr>
          <p:spPr bwMode="auto">
            <a:xfrm>
              <a:off x="3568" y="3379"/>
              <a:ext cx="17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dirty="0">
                  <a:solidFill>
                    <a:schemeClr val="bg1"/>
                  </a:solidFill>
                </a:rPr>
                <a:t>CMOS Transistor link</a:t>
              </a:r>
              <a:endParaRPr lang="ru-RU" altLang="en-US" sz="2000" b="0" u="none" dirty="0">
                <a:solidFill>
                  <a:schemeClr val="bg1"/>
                </a:solidFill>
              </a:endParaRPr>
            </a:p>
          </p:txBody>
        </p:sp>
      </p:grpSp>
      <p:grpSp>
        <p:nvGrpSpPr>
          <p:cNvPr id="17413" name="Group 56">
            <a:extLst>
              <a:ext uri="{FF2B5EF4-FFF2-40B4-BE49-F238E27FC236}">
                <a16:creationId xmlns:a16="http://schemas.microsoft.com/office/drawing/2014/main" id="{3437D5A6-B052-3718-A00F-0B1FD3EAB43A}"/>
              </a:ext>
            </a:extLst>
          </p:cNvPr>
          <p:cNvGrpSpPr>
            <a:grpSpLocks/>
          </p:cNvGrpSpPr>
          <p:nvPr/>
        </p:nvGrpSpPr>
        <p:grpSpPr bwMode="auto">
          <a:xfrm>
            <a:off x="2182814" y="1298576"/>
            <a:ext cx="5056187" cy="1711325"/>
            <a:chOff x="415" y="818"/>
            <a:chExt cx="3185" cy="1078"/>
          </a:xfrm>
        </p:grpSpPr>
        <p:sp>
          <p:nvSpPr>
            <p:cNvPr id="17429" name="Line 5">
              <a:extLst>
                <a:ext uri="{FF2B5EF4-FFF2-40B4-BE49-F238E27FC236}">
                  <a16:creationId xmlns:a16="http://schemas.microsoft.com/office/drawing/2014/main" id="{7E6A1747-1739-FFBA-FFF6-1472D4428986}"/>
                </a:ext>
              </a:extLst>
            </p:cNvPr>
            <p:cNvSpPr>
              <a:spLocks noChangeShapeType="1"/>
            </p:cNvSpPr>
            <p:nvPr/>
          </p:nvSpPr>
          <p:spPr bwMode="auto">
            <a:xfrm>
              <a:off x="833" y="1480"/>
              <a:ext cx="31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0" name="Oval 7">
              <a:extLst>
                <a:ext uri="{FF2B5EF4-FFF2-40B4-BE49-F238E27FC236}">
                  <a16:creationId xmlns:a16="http://schemas.microsoft.com/office/drawing/2014/main" id="{E1FFD9CB-8651-B8C3-606F-D132E9D23DCA}"/>
                </a:ext>
              </a:extLst>
            </p:cNvPr>
            <p:cNvSpPr>
              <a:spLocks noChangeArrowheads="1"/>
            </p:cNvSpPr>
            <p:nvPr/>
          </p:nvSpPr>
          <p:spPr bwMode="auto">
            <a:xfrm>
              <a:off x="729" y="1427"/>
              <a:ext cx="100" cy="100"/>
            </a:xfrm>
            <a:prstGeom prst="ellipse">
              <a:avLst/>
            </a:prstGeom>
            <a:solidFill>
              <a:schemeClr val="accent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17431" name="Rectangle 8">
              <a:extLst>
                <a:ext uri="{FF2B5EF4-FFF2-40B4-BE49-F238E27FC236}">
                  <a16:creationId xmlns:a16="http://schemas.microsoft.com/office/drawing/2014/main" id="{1DFBD757-C1DC-CE0A-277C-751388C7CA87}"/>
                </a:ext>
              </a:extLst>
            </p:cNvPr>
            <p:cNvSpPr>
              <a:spLocks noChangeArrowheads="1"/>
            </p:cNvSpPr>
            <p:nvPr/>
          </p:nvSpPr>
          <p:spPr bwMode="auto">
            <a:xfrm>
              <a:off x="1150" y="1398"/>
              <a:ext cx="499" cy="163"/>
            </a:xfrm>
            <a:prstGeom prst="rect">
              <a:avLst/>
            </a:prstGeom>
            <a:solidFill>
              <a:schemeClr val="accent1"/>
            </a:solidFill>
            <a:ln w="25400">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11270" name="Line 9">
              <a:extLst>
                <a:ext uri="{FF2B5EF4-FFF2-40B4-BE49-F238E27FC236}">
                  <a16:creationId xmlns:a16="http://schemas.microsoft.com/office/drawing/2014/main" id="{DB2E5FDE-2D07-4688-A572-341D5A0356D1}"/>
                </a:ext>
              </a:extLst>
            </p:cNvPr>
            <p:cNvSpPr>
              <a:spLocks noChangeShapeType="1"/>
            </p:cNvSpPr>
            <p:nvPr/>
          </p:nvSpPr>
          <p:spPr bwMode="auto">
            <a:xfrm>
              <a:off x="1649" y="1480"/>
              <a:ext cx="1951" cy="0"/>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sp>
          <p:nvSpPr>
            <p:cNvPr id="17433" name="Line 10">
              <a:extLst>
                <a:ext uri="{FF2B5EF4-FFF2-40B4-BE49-F238E27FC236}">
                  <a16:creationId xmlns:a16="http://schemas.microsoft.com/office/drawing/2014/main" id="{15DA2FB6-95A3-A218-9CA0-3F0D423B62C1}"/>
                </a:ext>
              </a:extLst>
            </p:cNvPr>
            <p:cNvSpPr>
              <a:spLocks noChangeShapeType="1"/>
            </p:cNvSpPr>
            <p:nvPr/>
          </p:nvSpPr>
          <p:spPr bwMode="auto">
            <a:xfrm>
              <a:off x="2148" y="1026"/>
              <a:ext cx="0" cy="86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4" name="Line 11">
              <a:extLst>
                <a:ext uri="{FF2B5EF4-FFF2-40B4-BE49-F238E27FC236}">
                  <a16:creationId xmlns:a16="http://schemas.microsoft.com/office/drawing/2014/main" id="{ADF51294-7B6C-7B4F-8065-7E55CB5CCF12}"/>
                </a:ext>
              </a:extLst>
            </p:cNvPr>
            <p:cNvSpPr>
              <a:spLocks noChangeShapeType="1"/>
            </p:cNvSpPr>
            <p:nvPr/>
          </p:nvSpPr>
          <p:spPr bwMode="auto">
            <a:xfrm>
              <a:off x="2534" y="1035"/>
              <a:ext cx="0" cy="86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5" name="Text Box 12">
              <a:extLst>
                <a:ext uri="{FF2B5EF4-FFF2-40B4-BE49-F238E27FC236}">
                  <a16:creationId xmlns:a16="http://schemas.microsoft.com/office/drawing/2014/main" id="{1F1A78BF-1869-A282-16BA-5E60A12E3CB7}"/>
                </a:ext>
              </a:extLst>
            </p:cNvPr>
            <p:cNvSpPr txBox="1">
              <a:spLocks noChangeArrowheads="1"/>
            </p:cNvSpPr>
            <p:nvPr/>
          </p:nvSpPr>
          <p:spPr bwMode="auto">
            <a:xfrm>
              <a:off x="2058" y="818"/>
              <a:ext cx="3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dirty="0">
                  <a:solidFill>
                    <a:schemeClr val="bg1"/>
                  </a:solidFill>
                </a:rPr>
                <a:t>P1</a:t>
              </a:r>
              <a:endParaRPr lang="ru-RU" altLang="en-US" sz="2000" b="0" u="none" dirty="0">
                <a:solidFill>
                  <a:schemeClr val="bg1"/>
                </a:solidFill>
              </a:endParaRPr>
            </a:p>
          </p:txBody>
        </p:sp>
        <p:sp>
          <p:nvSpPr>
            <p:cNvPr id="17436" name="Text Box 13">
              <a:extLst>
                <a:ext uri="{FF2B5EF4-FFF2-40B4-BE49-F238E27FC236}">
                  <a16:creationId xmlns:a16="http://schemas.microsoft.com/office/drawing/2014/main" id="{97AC9950-F11D-80F3-BE96-686CEC284646}"/>
                </a:ext>
              </a:extLst>
            </p:cNvPr>
            <p:cNvSpPr txBox="1">
              <a:spLocks noChangeArrowheads="1"/>
            </p:cNvSpPr>
            <p:nvPr/>
          </p:nvSpPr>
          <p:spPr bwMode="auto">
            <a:xfrm>
              <a:off x="2386" y="818"/>
              <a:ext cx="3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dirty="0">
                  <a:solidFill>
                    <a:schemeClr val="bg1"/>
                  </a:solidFill>
                </a:rPr>
                <a:t>P2</a:t>
              </a:r>
              <a:endParaRPr lang="ru-RU" altLang="en-US" sz="2000" b="0" u="none" dirty="0">
                <a:solidFill>
                  <a:schemeClr val="bg1"/>
                </a:solidFill>
              </a:endParaRPr>
            </a:p>
          </p:txBody>
        </p:sp>
        <p:grpSp>
          <p:nvGrpSpPr>
            <p:cNvPr id="17437" name="Group 17">
              <a:extLst>
                <a:ext uri="{FF2B5EF4-FFF2-40B4-BE49-F238E27FC236}">
                  <a16:creationId xmlns:a16="http://schemas.microsoft.com/office/drawing/2014/main" id="{D6EBCE2C-AF29-14C6-F010-406715AE2E9A}"/>
                </a:ext>
              </a:extLst>
            </p:cNvPr>
            <p:cNvGrpSpPr>
              <a:grpSpLocks/>
            </p:cNvGrpSpPr>
            <p:nvPr/>
          </p:nvGrpSpPr>
          <p:grpSpPr bwMode="auto">
            <a:xfrm>
              <a:off x="2093" y="1416"/>
              <a:ext cx="114" cy="122"/>
              <a:chOff x="1909" y="1470"/>
              <a:chExt cx="114" cy="122"/>
            </a:xfrm>
          </p:grpSpPr>
          <p:sp>
            <p:nvSpPr>
              <p:cNvPr id="17452" name="Line 18">
                <a:extLst>
                  <a:ext uri="{FF2B5EF4-FFF2-40B4-BE49-F238E27FC236}">
                    <a16:creationId xmlns:a16="http://schemas.microsoft.com/office/drawing/2014/main" id="{C7162B12-5792-9FE2-A3F8-F3998A268664}"/>
                  </a:ext>
                </a:extLst>
              </p:cNvPr>
              <p:cNvSpPr>
                <a:spLocks noChangeShapeType="1"/>
              </p:cNvSpPr>
              <p:nvPr/>
            </p:nvSpPr>
            <p:spPr bwMode="auto">
              <a:xfrm flipH="1">
                <a:off x="1909" y="1473"/>
                <a:ext cx="114" cy="1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3" name="Line 19">
                <a:extLst>
                  <a:ext uri="{FF2B5EF4-FFF2-40B4-BE49-F238E27FC236}">
                    <a16:creationId xmlns:a16="http://schemas.microsoft.com/office/drawing/2014/main" id="{884749B6-B960-6193-2865-AD03DCBD31B5}"/>
                  </a:ext>
                </a:extLst>
              </p:cNvPr>
              <p:cNvSpPr>
                <a:spLocks noChangeShapeType="1"/>
              </p:cNvSpPr>
              <p:nvPr/>
            </p:nvSpPr>
            <p:spPr bwMode="auto">
              <a:xfrm>
                <a:off x="1918" y="1470"/>
                <a:ext cx="104" cy="1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7438" name="Group 20">
              <a:extLst>
                <a:ext uri="{FF2B5EF4-FFF2-40B4-BE49-F238E27FC236}">
                  <a16:creationId xmlns:a16="http://schemas.microsoft.com/office/drawing/2014/main" id="{C1A15AA8-FDCD-32B6-0CEF-71CE1B0985E7}"/>
                </a:ext>
              </a:extLst>
            </p:cNvPr>
            <p:cNvGrpSpPr>
              <a:grpSpLocks/>
            </p:cNvGrpSpPr>
            <p:nvPr/>
          </p:nvGrpSpPr>
          <p:grpSpPr bwMode="auto">
            <a:xfrm>
              <a:off x="2473" y="1414"/>
              <a:ext cx="114" cy="122"/>
              <a:chOff x="1909" y="1470"/>
              <a:chExt cx="114" cy="122"/>
            </a:xfrm>
          </p:grpSpPr>
          <p:sp>
            <p:nvSpPr>
              <p:cNvPr id="17450" name="Line 21">
                <a:extLst>
                  <a:ext uri="{FF2B5EF4-FFF2-40B4-BE49-F238E27FC236}">
                    <a16:creationId xmlns:a16="http://schemas.microsoft.com/office/drawing/2014/main" id="{F6EC2A71-F483-8218-96AD-6F326D5A34ED}"/>
                  </a:ext>
                </a:extLst>
              </p:cNvPr>
              <p:cNvSpPr>
                <a:spLocks noChangeShapeType="1"/>
              </p:cNvSpPr>
              <p:nvPr/>
            </p:nvSpPr>
            <p:spPr bwMode="auto">
              <a:xfrm flipH="1">
                <a:off x="1909" y="1473"/>
                <a:ext cx="114" cy="1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51" name="Line 22">
                <a:extLst>
                  <a:ext uri="{FF2B5EF4-FFF2-40B4-BE49-F238E27FC236}">
                    <a16:creationId xmlns:a16="http://schemas.microsoft.com/office/drawing/2014/main" id="{9F140AFE-CC7C-DB76-4A3F-B811ADF13B2E}"/>
                  </a:ext>
                </a:extLst>
              </p:cNvPr>
              <p:cNvSpPr>
                <a:spLocks noChangeShapeType="1"/>
              </p:cNvSpPr>
              <p:nvPr/>
            </p:nvSpPr>
            <p:spPr bwMode="auto">
              <a:xfrm>
                <a:off x="1918" y="1470"/>
                <a:ext cx="104" cy="1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7439" name="Line 23">
              <a:extLst>
                <a:ext uri="{FF2B5EF4-FFF2-40B4-BE49-F238E27FC236}">
                  <a16:creationId xmlns:a16="http://schemas.microsoft.com/office/drawing/2014/main" id="{8D99280A-88ED-4F9F-34AF-48562F99CB59}"/>
                </a:ext>
              </a:extLst>
            </p:cNvPr>
            <p:cNvSpPr>
              <a:spLocks noChangeShapeType="1"/>
            </p:cNvSpPr>
            <p:nvPr/>
          </p:nvSpPr>
          <p:spPr bwMode="auto">
            <a:xfrm>
              <a:off x="2906" y="1026"/>
              <a:ext cx="0" cy="86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0" name="Line 24">
              <a:extLst>
                <a:ext uri="{FF2B5EF4-FFF2-40B4-BE49-F238E27FC236}">
                  <a16:creationId xmlns:a16="http://schemas.microsoft.com/office/drawing/2014/main" id="{3EEC9FB7-F05C-DEC2-4276-E4D707103FE2}"/>
                </a:ext>
              </a:extLst>
            </p:cNvPr>
            <p:cNvSpPr>
              <a:spLocks noChangeShapeType="1"/>
            </p:cNvSpPr>
            <p:nvPr/>
          </p:nvSpPr>
          <p:spPr bwMode="auto">
            <a:xfrm>
              <a:off x="3246" y="1035"/>
              <a:ext cx="0" cy="86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1" name="Text Box 25">
              <a:extLst>
                <a:ext uri="{FF2B5EF4-FFF2-40B4-BE49-F238E27FC236}">
                  <a16:creationId xmlns:a16="http://schemas.microsoft.com/office/drawing/2014/main" id="{2EB8EA37-D42F-495E-D89E-3C511BDA1B0F}"/>
                </a:ext>
              </a:extLst>
            </p:cNvPr>
            <p:cNvSpPr txBox="1">
              <a:spLocks noChangeArrowheads="1"/>
            </p:cNvSpPr>
            <p:nvPr/>
          </p:nvSpPr>
          <p:spPr bwMode="auto">
            <a:xfrm>
              <a:off x="2770" y="818"/>
              <a:ext cx="3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dirty="0">
                  <a:solidFill>
                    <a:schemeClr val="bg1"/>
                  </a:solidFill>
                </a:rPr>
                <a:t>P3</a:t>
              </a:r>
              <a:endParaRPr lang="ru-RU" altLang="en-US" sz="2000" b="0" u="none" dirty="0">
                <a:solidFill>
                  <a:schemeClr val="bg1"/>
                </a:solidFill>
              </a:endParaRPr>
            </a:p>
          </p:txBody>
        </p:sp>
        <p:sp>
          <p:nvSpPr>
            <p:cNvPr id="17442" name="Text Box 26">
              <a:extLst>
                <a:ext uri="{FF2B5EF4-FFF2-40B4-BE49-F238E27FC236}">
                  <a16:creationId xmlns:a16="http://schemas.microsoft.com/office/drawing/2014/main" id="{28B399F7-7706-FC1C-9E0F-A1767C32296C}"/>
                </a:ext>
              </a:extLst>
            </p:cNvPr>
            <p:cNvSpPr txBox="1">
              <a:spLocks noChangeArrowheads="1"/>
            </p:cNvSpPr>
            <p:nvPr/>
          </p:nvSpPr>
          <p:spPr bwMode="auto">
            <a:xfrm>
              <a:off x="3098" y="818"/>
              <a:ext cx="3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dirty="0">
                  <a:solidFill>
                    <a:schemeClr val="bg1"/>
                  </a:solidFill>
                </a:rPr>
                <a:t>P4</a:t>
              </a:r>
              <a:endParaRPr lang="ru-RU" altLang="en-US" sz="2000" b="0" u="none" dirty="0">
                <a:solidFill>
                  <a:schemeClr val="bg1"/>
                </a:solidFill>
              </a:endParaRPr>
            </a:p>
          </p:txBody>
        </p:sp>
        <p:grpSp>
          <p:nvGrpSpPr>
            <p:cNvPr id="17443" name="Group 27">
              <a:extLst>
                <a:ext uri="{FF2B5EF4-FFF2-40B4-BE49-F238E27FC236}">
                  <a16:creationId xmlns:a16="http://schemas.microsoft.com/office/drawing/2014/main" id="{FC31265E-794B-2AFB-6642-E205DAF2C896}"/>
                </a:ext>
              </a:extLst>
            </p:cNvPr>
            <p:cNvGrpSpPr>
              <a:grpSpLocks/>
            </p:cNvGrpSpPr>
            <p:nvPr/>
          </p:nvGrpSpPr>
          <p:grpSpPr bwMode="auto">
            <a:xfrm>
              <a:off x="2851" y="1416"/>
              <a:ext cx="114" cy="122"/>
              <a:chOff x="1909" y="1470"/>
              <a:chExt cx="114" cy="122"/>
            </a:xfrm>
          </p:grpSpPr>
          <p:sp>
            <p:nvSpPr>
              <p:cNvPr id="17448" name="Line 28">
                <a:extLst>
                  <a:ext uri="{FF2B5EF4-FFF2-40B4-BE49-F238E27FC236}">
                    <a16:creationId xmlns:a16="http://schemas.microsoft.com/office/drawing/2014/main" id="{685E5E2E-268C-A245-6E26-9302B30D93D7}"/>
                  </a:ext>
                </a:extLst>
              </p:cNvPr>
              <p:cNvSpPr>
                <a:spLocks noChangeShapeType="1"/>
              </p:cNvSpPr>
              <p:nvPr/>
            </p:nvSpPr>
            <p:spPr bwMode="auto">
              <a:xfrm flipH="1">
                <a:off x="1909" y="1473"/>
                <a:ext cx="114" cy="1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9" name="Line 29">
                <a:extLst>
                  <a:ext uri="{FF2B5EF4-FFF2-40B4-BE49-F238E27FC236}">
                    <a16:creationId xmlns:a16="http://schemas.microsoft.com/office/drawing/2014/main" id="{25C062FE-362E-EF4C-9724-791A96D2F15E}"/>
                  </a:ext>
                </a:extLst>
              </p:cNvPr>
              <p:cNvSpPr>
                <a:spLocks noChangeShapeType="1"/>
              </p:cNvSpPr>
              <p:nvPr/>
            </p:nvSpPr>
            <p:spPr bwMode="auto">
              <a:xfrm>
                <a:off x="1918" y="1470"/>
                <a:ext cx="104" cy="1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7444" name="Group 30">
              <a:extLst>
                <a:ext uri="{FF2B5EF4-FFF2-40B4-BE49-F238E27FC236}">
                  <a16:creationId xmlns:a16="http://schemas.microsoft.com/office/drawing/2014/main" id="{E8712FEF-E083-7E66-B425-9881A596A311}"/>
                </a:ext>
              </a:extLst>
            </p:cNvPr>
            <p:cNvGrpSpPr>
              <a:grpSpLocks/>
            </p:cNvGrpSpPr>
            <p:nvPr/>
          </p:nvGrpSpPr>
          <p:grpSpPr bwMode="auto">
            <a:xfrm>
              <a:off x="3185" y="1414"/>
              <a:ext cx="114" cy="122"/>
              <a:chOff x="1909" y="1470"/>
              <a:chExt cx="114" cy="122"/>
            </a:xfrm>
          </p:grpSpPr>
          <p:sp>
            <p:nvSpPr>
              <p:cNvPr id="17446" name="Line 31">
                <a:extLst>
                  <a:ext uri="{FF2B5EF4-FFF2-40B4-BE49-F238E27FC236}">
                    <a16:creationId xmlns:a16="http://schemas.microsoft.com/office/drawing/2014/main" id="{6FF539C9-5C3C-9915-8E5F-6CF09363902D}"/>
                  </a:ext>
                </a:extLst>
              </p:cNvPr>
              <p:cNvSpPr>
                <a:spLocks noChangeShapeType="1"/>
              </p:cNvSpPr>
              <p:nvPr/>
            </p:nvSpPr>
            <p:spPr bwMode="auto">
              <a:xfrm flipH="1">
                <a:off x="1909" y="1473"/>
                <a:ext cx="114" cy="1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7" name="Line 32">
                <a:extLst>
                  <a:ext uri="{FF2B5EF4-FFF2-40B4-BE49-F238E27FC236}">
                    <a16:creationId xmlns:a16="http://schemas.microsoft.com/office/drawing/2014/main" id="{69186649-7D31-C1DB-039C-75FB32D81959}"/>
                  </a:ext>
                </a:extLst>
              </p:cNvPr>
              <p:cNvSpPr>
                <a:spLocks noChangeShapeType="1"/>
              </p:cNvSpPr>
              <p:nvPr/>
            </p:nvSpPr>
            <p:spPr bwMode="auto">
              <a:xfrm>
                <a:off x="1918" y="1470"/>
                <a:ext cx="104" cy="1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7445" name="Text Box 65">
              <a:extLst>
                <a:ext uri="{FF2B5EF4-FFF2-40B4-BE49-F238E27FC236}">
                  <a16:creationId xmlns:a16="http://schemas.microsoft.com/office/drawing/2014/main" id="{FC06D4FD-1658-9F99-D07C-091ED1385CBA}"/>
                </a:ext>
              </a:extLst>
            </p:cNvPr>
            <p:cNvSpPr txBox="1">
              <a:spLocks noChangeArrowheads="1"/>
            </p:cNvSpPr>
            <p:nvPr/>
          </p:nvSpPr>
          <p:spPr bwMode="auto">
            <a:xfrm>
              <a:off x="415" y="1355"/>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dirty="0">
                  <a:solidFill>
                    <a:schemeClr val="bg1"/>
                  </a:solidFill>
                </a:rPr>
                <a:t>0V</a:t>
              </a:r>
              <a:endParaRPr lang="ru-RU" altLang="en-US" sz="2000" b="0" u="none" dirty="0">
                <a:solidFill>
                  <a:schemeClr val="bg1"/>
                </a:solidFill>
              </a:endParaRPr>
            </a:p>
          </p:txBody>
        </p:sp>
      </p:grpSp>
      <p:grpSp>
        <p:nvGrpSpPr>
          <p:cNvPr id="17414" name="Group 57">
            <a:extLst>
              <a:ext uri="{FF2B5EF4-FFF2-40B4-BE49-F238E27FC236}">
                <a16:creationId xmlns:a16="http://schemas.microsoft.com/office/drawing/2014/main" id="{3047F2F4-6C4B-3B2E-E9FC-7E520D1DD2A5}"/>
              </a:ext>
            </a:extLst>
          </p:cNvPr>
          <p:cNvGrpSpPr>
            <a:grpSpLocks/>
          </p:cNvGrpSpPr>
          <p:nvPr/>
        </p:nvGrpSpPr>
        <p:grpSpPr bwMode="auto">
          <a:xfrm>
            <a:off x="2259014" y="2819401"/>
            <a:ext cx="3151187" cy="2378075"/>
            <a:chOff x="463" y="2115"/>
            <a:chExt cx="1985" cy="1498"/>
          </a:xfrm>
        </p:grpSpPr>
        <p:sp>
          <p:nvSpPr>
            <p:cNvPr id="11291" name="Line 33">
              <a:extLst>
                <a:ext uri="{FF2B5EF4-FFF2-40B4-BE49-F238E27FC236}">
                  <a16:creationId xmlns:a16="http://schemas.microsoft.com/office/drawing/2014/main" id="{A583D2F7-0215-4A8D-921D-1477DC515DFF}"/>
                </a:ext>
              </a:extLst>
            </p:cNvPr>
            <p:cNvSpPr>
              <a:spLocks noChangeShapeType="1"/>
            </p:cNvSpPr>
            <p:nvPr/>
          </p:nvSpPr>
          <p:spPr bwMode="auto">
            <a:xfrm>
              <a:off x="860" y="3049"/>
              <a:ext cx="1588" cy="0"/>
            </a:xfrm>
            <a:prstGeom prst="line">
              <a:avLst/>
            </a:prstGeom>
            <a:noFill/>
            <a:ln w="25400">
              <a:solidFill>
                <a:schemeClr val="accent1">
                  <a:lumMod val="20000"/>
                  <a:lumOff val="80000"/>
                </a:schemeClr>
              </a:solidFill>
              <a:round/>
              <a:headEnd/>
              <a:tailEnd/>
            </a:ln>
          </p:spPr>
          <p:txBody>
            <a:bodyPr/>
            <a:lstStyle/>
            <a:p>
              <a:pPr eaLnBrk="1" hangingPunct="1">
                <a:defRPr/>
              </a:pPr>
              <a:endParaRPr lang="ru-RU"/>
            </a:p>
          </p:txBody>
        </p:sp>
        <p:sp>
          <p:nvSpPr>
            <p:cNvPr id="17419" name="Line 34">
              <a:extLst>
                <a:ext uri="{FF2B5EF4-FFF2-40B4-BE49-F238E27FC236}">
                  <a16:creationId xmlns:a16="http://schemas.microsoft.com/office/drawing/2014/main" id="{E96F39C0-D60D-26DA-AA85-6409164BEE4F}"/>
                </a:ext>
              </a:extLst>
            </p:cNvPr>
            <p:cNvSpPr>
              <a:spLocks noChangeShapeType="1"/>
            </p:cNvSpPr>
            <p:nvPr/>
          </p:nvSpPr>
          <p:spPr bwMode="auto">
            <a:xfrm flipV="1">
              <a:off x="1259" y="2916"/>
              <a:ext cx="156" cy="138"/>
            </a:xfrm>
            <a:prstGeom prst="line">
              <a:avLst/>
            </a:prstGeom>
            <a:noFill/>
            <a:ln w="2857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grpSp>
          <p:nvGrpSpPr>
            <p:cNvPr id="17420" name="Group 66">
              <a:extLst>
                <a:ext uri="{FF2B5EF4-FFF2-40B4-BE49-F238E27FC236}">
                  <a16:creationId xmlns:a16="http://schemas.microsoft.com/office/drawing/2014/main" id="{ED5C23FD-2B58-52D9-7136-1B99884DF9B1}"/>
                </a:ext>
              </a:extLst>
            </p:cNvPr>
            <p:cNvGrpSpPr>
              <a:grpSpLocks/>
            </p:cNvGrpSpPr>
            <p:nvPr/>
          </p:nvGrpSpPr>
          <p:grpSpPr bwMode="auto">
            <a:xfrm rot="10800000">
              <a:off x="1649" y="2484"/>
              <a:ext cx="226" cy="204"/>
              <a:chOff x="1553" y="2457"/>
              <a:chExt cx="226" cy="204"/>
            </a:xfrm>
          </p:grpSpPr>
          <p:sp>
            <p:nvSpPr>
              <p:cNvPr id="17427" name="AutoShape 29">
                <a:extLst>
                  <a:ext uri="{FF2B5EF4-FFF2-40B4-BE49-F238E27FC236}">
                    <a16:creationId xmlns:a16="http://schemas.microsoft.com/office/drawing/2014/main" id="{F079248B-F362-5F91-EAFA-64C4387EF921}"/>
                  </a:ext>
                </a:extLst>
              </p:cNvPr>
              <p:cNvSpPr>
                <a:spLocks noChangeArrowheads="1"/>
              </p:cNvSpPr>
              <p:nvPr/>
            </p:nvSpPr>
            <p:spPr bwMode="auto">
              <a:xfrm rot="2684524">
                <a:off x="1553" y="2492"/>
                <a:ext cx="190" cy="169"/>
              </a:xfrm>
              <a:prstGeom prst="triangle">
                <a:avLst>
                  <a:gd name="adj" fmla="val 50000"/>
                </a:avLst>
              </a:prstGeom>
              <a:solidFill>
                <a:schemeClr val="tx1"/>
              </a:solidFill>
              <a:ln w="25400">
                <a:solidFill>
                  <a:schemeClr val="tx1"/>
                </a:solidFill>
                <a:miter lim="800000"/>
                <a:headEnd/>
                <a:tailEnd/>
              </a:ln>
            </p:spPr>
            <p:txBody>
              <a:bodyPr rot="10800000"/>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17428" name="Line 30">
                <a:extLst>
                  <a:ext uri="{FF2B5EF4-FFF2-40B4-BE49-F238E27FC236}">
                    <a16:creationId xmlns:a16="http://schemas.microsoft.com/office/drawing/2014/main" id="{2C48C50A-FEC2-4071-96F1-D7D497C5567E}"/>
                  </a:ext>
                </a:extLst>
              </p:cNvPr>
              <p:cNvSpPr>
                <a:spLocks noChangeShapeType="1"/>
              </p:cNvSpPr>
              <p:nvPr/>
            </p:nvSpPr>
            <p:spPr bwMode="auto">
              <a:xfrm>
                <a:off x="1655" y="2457"/>
                <a:ext cx="124" cy="122"/>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7421" name="Line 37">
              <a:extLst>
                <a:ext uri="{FF2B5EF4-FFF2-40B4-BE49-F238E27FC236}">
                  <a16:creationId xmlns:a16="http://schemas.microsoft.com/office/drawing/2014/main" id="{4064048A-85FA-4A6A-E971-4EDBB35F4A7D}"/>
                </a:ext>
              </a:extLst>
            </p:cNvPr>
            <p:cNvSpPr>
              <a:spLocks noChangeShapeType="1"/>
            </p:cNvSpPr>
            <p:nvPr/>
          </p:nvSpPr>
          <p:spPr bwMode="auto">
            <a:xfrm flipH="1">
              <a:off x="1565" y="2632"/>
              <a:ext cx="139" cy="147"/>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7422" name="Freeform 38">
              <a:extLst>
                <a:ext uri="{FF2B5EF4-FFF2-40B4-BE49-F238E27FC236}">
                  <a16:creationId xmlns:a16="http://schemas.microsoft.com/office/drawing/2014/main" id="{339A0A11-F355-719B-8C41-8E0FB7017B55}"/>
                </a:ext>
              </a:extLst>
            </p:cNvPr>
            <p:cNvSpPr>
              <a:spLocks/>
            </p:cNvSpPr>
            <p:nvPr/>
          </p:nvSpPr>
          <p:spPr bwMode="auto">
            <a:xfrm>
              <a:off x="1386" y="2777"/>
              <a:ext cx="182" cy="136"/>
            </a:xfrm>
            <a:custGeom>
              <a:avLst/>
              <a:gdLst>
                <a:gd name="T0" fmla="*/ 2147475248 w 182"/>
                <a:gd name="T1" fmla="*/ 2147475004 h 136"/>
                <a:gd name="T2" fmla="*/ 2147475248 w 182"/>
                <a:gd name="T3" fmla="*/ 2147475004 h 136"/>
                <a:gd name="T4" fmla="*/ 2147475248 w 182"/>
                <a:gd name="T5" fmla="*/ 2147475004 h 136"/>
                <a:gd name="T6" fmla="*/ 2147475248 w 182"/>
                <a:gd name="T7" fmla="*/ 0 h 136"/>
                <a:gd name="T8" fmla="*/ 0 60000 65536"/>
                <a:gd name="T9" fmla="*/ 0 60000 65536"/>
                <a:gd name="T10" fmla="*/ 0 60000 65536"/>
                <a:gd name="T11" fmla="*/ 0 60000 65536"/>
                <a:gd name="T12" fmla="*/ 0 w 182"/>
                <a:gd name="T13" fmla="*/ 0 h 136"/>
                <a:gd name="T14" fmla="*/ 182 w 182"/>
                <a:gd name="T15" fmla="*/ 136 h 136"/>
              </a:gdLst>
              <a:ahLst/>
              <a:cxnLst>
                <a:cxn ang="T8">
                  <a:pos x="T0" y="T1"/>
                </a:cxn>
                <a:cxn ang="T9">
                  <a:pos x="T2" y="T3"/>
                </a:cxn>
                <a:cxn ang="T10">
                  <a:pos x="T4" y="T5"/>
                </a:cxn>
                <a:cxn ang="T11">
                  <a:pos x="T6" y="T7"/>
                </a:cxn>
              </a:cxnLst>
              <a:rect l="T12" t="T13" r="T14" b="T15"/>
              <a:pathLst>
                <a:path w="182" h="136">
                  <a:moveTo>
                    <a:pt x="23" y="136"/>
                  </a:moveTo>
                  <a:cubicBezTo>
                    <a:pt x="11" y="94"/>
                    <a:pt x="0" y="53"/>
                    <a:pt x="23" y="45"/>
                  </a:cubicBezTo>
                  <a:cubicBezTo>
                    <a:pt x="46" y="37"/>
                    <a:pt x="136" y="97"/>
                    <a:pt x="159" y="90"/>
                  </a:cubicBezTo>
                  <a:cubicBezTo>
                    <a:pt x="182" y="83"/>
                    <a:pt x="159" y="15"/>
                    <a:pt x="159" y="0"/>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23" name="Line 39">
              <a:extLst>
                <a:ext uri="{FF2B5EF4-FFF2-40B4-BE49-F238E27FC236}">
                  <a16:creationId xmlns:a16="http://schemas.microsoft.com/office/drawing/2014/main" id="{E39E7786-2CCB-B2C8-8E02-2E211C7289C8}"/>
                </a:ext>
              </a:extLst>
            </p:cNvPr>
            <p:cNvSpPr>
              <a:spLocks noChangeShapeType="1"/>
            </p:cNvSpPr>
            <p:nvPr/>
          </p:nvSpPr>
          <p:spPr bwMode="auto">
            <a:xfrm flipV="1">
              <a:off x="1845" y="2328"/>
              <a:ext cx="181" cy="181"/>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7424" name="Line 40">
              <a:extLst>
                <a:ext uri="{FF2B5EF4-FFF2-40B4-BE49-F238E27FC236}">
                  <a16:creationId xmlns:a16="http://schemas.microsoft.com/office/drawing/2014/main" id="{3220516E-C8BA-4CCC-EA0D-FB7B9EE8AD77}"/>
                </a:ext>
              </a:extLst>
            </p:cNvPr>
            <p:cNvSpPr>
              <a:spLocks noChangeShapeType="1"/>
            </p:cNvSpPr>
            <p:nvPr/>
          </p:nvSpPr>
          <p:spPr bwMode="auto">
            <a:xfrm>
              <a:off x="2030" y="2115"/>
              <a:ext cx="0" cy="113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5" name="Text Box 63">
              <a:extLst>
                <a:ext uri="{FF2B5EF4-FFF2-40B4-BE49-F238E27FC236}">
                  <a16:creationId xmlns:a16="http://schemas.microsoft.com/office/drawing/2014/main" id="{17AB28C1-2D41-B4C9-1372-389DB6CE90F4}"/>
                </a:ext>
              </a:extLst>
            </p:cNvPr>
            <p:cNvSpPr txBox="1">
              <a:spLocks noChangeArrowheads="1"/>
            </p:cNvSpPr>
            <p:nvPr/>
          </p:nvSpPr>
          <p:spPr bwMode="auto">
            <a:xfrm>
              <a:off x="1104" y="3363"/>
              <a:ext cx="99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dirty="0">
                  <a:solidFill>
                    <a:schemeClr val="bg1"/>
                  </a:solidFill>
                </a:rPr>
                <a:t>Diode link</a:t>
              </a:r>
              <a:endParaRPr lang="ru-RU" altLang="en-US" sz="2000" b="0" u="none" dirty="0">
                <a:solidFill>
                  <a:schemeClr val="bg1"/>
                </a:solidFill>
              </a:endParaRPr>
            </a:p>
          </p:txBody>
        </p:sp>
        <p:sp>
          <p:nvSpPr>
            <p:cNvPr id="17426" name="Text Box 67">
              <a:extLst>
                <a:ext uri="{FF2B5EF4-FFF2-40B4-BE49-F238E27FC236}">
                  <a16:creationId xmlns:a16="http://schemas.microsoft.com/office/drawing/2014/main" id="{24ABE92E-A16C-DC0D-A63A-7C6F7AF7F503}"/>
                </a:ext>
              </a:extLst>
            </p:cNvPr>
            <p:cNvSpPr txBox="1">
              <a:spLocks noChangeArrowheads="1"/>
            </p:cNvSpPr>
            <p:nvPr/>
          </p:nvSpPr>
          <p:spPr bwMode="auto">
            <a:xfrm>
              <a:off x="463" y="2896"/>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dirty="0">
                  <a:solidFill>
                    <a:schemeClr val="bg1"/>
                  </a:solidFill>
                </a:rPr>
                <a:t>0V</a:t>
              </a:r>
              <a:endParaRPr lang="ru-RU" altLang="en-US" sz="2000" b="0" u="none" dirty="0">
                <a:solidFill>
                  <a:schemeClr val="bg1"/>
                </a:solidFill>
              </a:endParaRPr>
            </a:p>
          </p:txBody>
        </p:sp>
      </p:grpSp>
      <p:cxnSp>
        <p:nvCxnSpPr>
          <p:cNvPr id="62" name="Straight Connector 61">
            <a:extLst>
              <a:ext uri="{FF2B5EF4-FFF2-40B4-BE49-F238E27FC236}">
                <a16:creationId xmlns:a16="http://schemas.microsoft.com/office/drawing/2014/main" id="{9A0559BE-A6EE-4A1E-9EBE-72D789D5ECD4}"/>
              </a:ext>
            </a:extLst>
          </p:cNvPr>
          <p:cNvCxnSpPr/>
          <p:nvPr/>
        </p:nvCxnSpPr>
        <p:spPr bwMode="auto">
          <a:xfrm flipV="1">
            <a:off x="7878764" y="2336800"/>
            <a:ext cx="427037" cy="0"/>
          </a:xfrm>
          <a:prstGeom prst="line">
            <a:avLst/>
          </a:prstGeom>
          <a:solidFill>
            <a:schemeClr val="accent1"/>
          </a:solidFill>
          <a:ln w="9525" cap="flat" cmpd="sng" algn="ctr">
            <a:solidFill>
              <a:schemeClr val="accent3"/>
            </a:solidFill>
            <a:prstDash val="solid"/>
            <a:round/>
            <a:headEnd type="none" w="med" len="med"/>
            <a:tailEnd type="triangle" w="lg" len="lg"/>
          </a:ln>
          <a:effectLst/>
        </p:spPr>
      </p:cxnSp>
      <p:sp>
        <p:nvSpPr>
          <p:cNvPr id="17416" name="AutoShape 36">
            <a:extLst>
              <a:ext uri="{FF2B5EF4-FFF2-40B4-BE49-F238E27FC236}">
                <a16:creationId xmlns:a16="http://schemas.microsoft.com/office/drawing/2014/main" id="{7A5C1315-0B22-0B23-FB95-3B9D2315B43B}"/>
              </a:ext>
            </a:extLst>
          </p:cNvPr>
          <p:cNvSpPr>
            <a:spLocks noChangeArrowheads="1"/>
          </p:cNvSpPr>
          <p:nvPr/>
        </p:nvSpPr>
        <p:spPr bwMode="auto">
          <a:xfrm flipH="1">
            <a:off x="7124700" y="2044701"/>
            <a:ext cx="731838" cy="639763"/>
          </a:xfrm>
          <a:prstGeom prst="moon">
            <a:avLst>
              <a:gd name="adj" fmla="val 84819"/>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7417" name="TextBox 63">
            <a:extLst>
              <a:ext uri="{FF2B5EF4-FFF2-40B4-BE49-F238E27FC236}">
                <a16:creationId xmlns:a16="http://schemas.microsoft.com/office/drawing/2014/main" id="{B8F8B266-2F54-8DDA-7996-0DBD68A8B571}"/>
              </a:ext>
            </a:extLst>
          </p:cNvPr>
          <p:cNvSpPr txBox="1">
            <a:spLocks noChangeArrowheads="1"/>
          </p:cNvSpPr>
          <p:nvPr/>
        </p:nvSpPr>
        <p:spPr bwMode="auto">
          <a:xfrm>
            <a:off x="8382000" y="2144714"/>
            <a:ext cx="990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dirty="0">
                <a:solidFill>
                  <a:schemeClr val="bg1"/>
                </a:solidFill>
              </a:rPr>
              <a:t>Out</a:t>
            </a:r>
            <a:endParaRPr lang="en-GB" altLang="en-US" u="none"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6BAF46BC-A43F-412D-21BA-1440C7058D34}"/>
              </a:ext>
            </a:extLst>
          </p:cNvPr>
          <p:cNvSpPr>
            <a:spLocks noGrp="1" noChangeArrowheads="1"/>
          </p:cNvSpPr>
          <p:nvPr>
            <p:ph type="title"/>
          </p:nvPr>
        </p:nvSpPr>
        <p:spPr>
          <a:xfrm>
            <a:off x="0" y="183401"/>
            <a:ext cx="11612880" cy="704088"/>
          </a:xfrm>
        </p:spPr>
        <p:txBody>
          <a:bodyPr/>
          <a:lstStyle/>
          <a:p>
            <a:r>
              <a:rPr lang="en-US" altLang="en-US"/>
              <a:t>Fragment  of PLA </a:t>
            </a:r>
            <a:endParaRPr lang="en-GB" altLang="en-US"/>
          </a:p>
        </p:txBody>
      </p:sp>
      <p:grpSp>
        <p:nvGrpSpPr>
          <p:cNvPr id="18435" name="Group 106">
            <a:extLst>
              <a:ext uri="{FF2B5EF4-FFF2-40B4-BE49-F238E27FC236}">
                <a16:creationId xmlns:a16="http://schemas.microsoft.com/office/drawing/2014/main" id="{190BAD1E-B8FE-1953-379F-7EBCC54E6EE0}"/>
              </a:ext>
            </a:extLst>
          </p:cNvPr>
          <p:cNvGrpSpPr>
            <a:grpSpLocks/>
          </p:cNvGrpSpPr>
          <p:nvPr/>
        </p:nvGrpSpPr>
        <p:grpSpPr bwMode="auto">
          <a:xfrm>
            <a:off x="2590801" y="1711326"/>
            <a:ext cx="7000875" cy="4079875"/>
            <a:chOff x="1066800" y="1508125"/>
            <a:chExt cx="7140140" cy="4662830"/>
          </a:xfrm>
        </p:grpSpPr>
        <p:sp>
          <p:nvSpPr>
            <p:cNvPr id="18436" name="Line 5">
              <a:extLst>
                <a:ext uri="{FF2B5EF4-FFF2-40B4-BE49-F238E27FC236}">
                  <a16:creationId xmlns:a16="http://schemas.microsoft.com/office/drawing/2014/main" id="{E1FDD421-49A9-A4FC-5E7E-6565015037B4}"/>
                </a:ext>
              </a:extLst>
            </p:cNvPr>
            <p:cNvSpPr>
              <a:spLocks noChangeShapeType="1"/>
            </p:cNvSpPr>
            <p:nvPr/>
          </p:nvSpPr>
          <p:spPr bwMode="auto">
            <a:xfrm>
              <a:off x="1135063" y="3503612"/>
              <a:ext cx="503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7" name="Oval 7">
              <a:extLst>
                <a:ext uri="{FF2B5EF4-FFF2-40B4-BE49-F238E27FC236}">
                  <a16:creationId xmlns:a16="http://schemas.microsoft.com/office/drawing/2014/main" id="{6D7E5F82-85B7-6F7A-6851-BFF347AC8E9E}"/>
                </a:ext>
              </a:extLst>
            </p:cNvPr>
            <p:cNvSpPr>
              <a:spLocks noChangeArrowheads="1"/>
            </p:cNvSpPr>
            <p:nvPr/>
          </p:nvSpPr>
          <p:spPr bwMode="auto">
            <a:xfrm>
              <a:off x="1066800" y="5562600"/>
              <a:ext cx="158750" cy="1587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u="none"/>
            </a:p>
          </p:txBody>
        </p:sp>
        <p:sp>
          <p:nvSpPr>
            <p:cNvPr id="18438" name="Rectangle 8">
              <a:extLst>
                <a:ext uri="{FF2B5EF4-FFF2-40B4-BE49-F238E27FC236}">
                  <a16:creationId xmlns:a16="http://schemas.microsoft.com/office/drawing/2014/main" id="{0C872C24-2100-D03E-3391-07EE941E9813}"/>
                </a:ext>
              </a:extLst>
            </p:cNvPr>
            <p:cNvSpPr>
              <a:spLocks noChangeArrowheads="1"/>
            </p:cNvSpPr>
            <p:nvPr/>
          </p:nvSpPr>
          <p:spPr bwMode="auto">
            <a:xfrm>
              <a:off x="1638300" y="3373437"/>
              <a:ext cx="714759" cy="25876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u="none"/>
            </a:p>
          </p:txBody>
        </p:sp>
        <p:sp>
          <p:nvSpPr>
            <p:cNvPr id="18439" name="Line 9">
              <a:extLst>
                <a:ext uri="{FF2B5EF4-FFF2-40B4-BE49-F238E27FC236}">
                  <a16:creationId xmlns:a16="http://schemas.microsoft.com/office/drawing/2014/main" id="{A61B0F23-E2A5-E970-7352-410EE29E741F}"/>
                </a:ext>
              </a:extLst>
            </p:cNvPr>
            <p:cNvSpPr>
              <a:spLocks noChangeShapeType="1"/>
            </p:cNvSpPr>
            <p:nvPr/>
          </p:nvSpPr>
          <p:spPr bwMode="auto">
            <a:xfrm>
              <a:off x="2368417" y="3503612"/>
              <a:ext cx="553937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0" name="Line 10">
              <a:extLst>
                <a:ext uri="{FF2B5EF4-FFF2-40B4-BE49-F238E27FC236}">
                  <a16:creationId xmlns:a16="http://schemas.microsoft.com/office/drawing/2014/main" id="{DC2D1A7E-94E3-56AB-9510-E6FB41D7F037}"/>
                </a:ext>
              </a:extLst>
            </p:cNvPr>
            <p:cNvSpPr>
              <a:spLocks noChangeShapeType="1"/>
            </p:cNvSpPr>
            <p:nvPr/>
          </p:nvSpPr>
          <p:spPr bwMode="auto">
            <a:xfrm>
              <a:off x="3460125" y="1645920"/>
              <a:ext cx="0" cy="4114800"/>
            </a:xfrm>
            <a:prstGeom prst="line">
              <a:avLst/>
            </a:prstGeom>
            <a:noFill/>
            <a:ln w="25400">
              <a:solidFill>
                <a:srgbClr val="00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1" name="Line 11">
              <a:extLst>
                <a:ext uri="{FF2B5EF4-FFF2-40B4-BE49-F238E27FC236}">
                  <a16:creationId xmlns:a16="http://schemas.microsoft.com/office/drawing/2014/main" id="{B88EC187-15F0-C7F1-1083-D58E29D17939}"/>
                </a:ext>
              </a:extLst>
            </p:cNvPr>
            <p:cNvSpPr>
              <a:spLocks noChangeShapeType="1"/>
            </p:cNvSpPr>
            <p:nvPr/>
          </p:nvSpPr>
          <p:spPr bwMode="auto">
            <a:xfrm>
              <a:off x="3830637" y="2526475"/>
              <a:ext cx="0" cy="3200400"/>
            </a:xfrm>
            <a:prstGeom prst="line">
              <a:avLst/>
            </a:prstGeom>
            <a:noFill/>
            <a:ln w="25400">
              <a:solidFill>
                <a:srgbClr val="00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2" name="Text Box 12">
              <a:extLst>
                <a:ext uri="{FF2B5EF4-FFF2-40B4-BE49-F238E27FC236}">
                  <a16:creationId xmlns:a16="http://schemas.microsoft.com/office/drawing/2014/main" id="{6AC6FDA9-577A-C84B-66D9-9C1F2CBCEA4B}"/>
                </a:ext>
              </a:extLst>
            </p:cNvPr>
            <p:cNvSpPr txBox="1">
              <a:spLocks noChangeArrowheads="1"/>
            </p:cNvSpPr>
            <p:nvPr/>
          </p:nvSpPr>
          <p:spPr bwMode="auto">
            <a:xfrm>
              <a:off x="3138050" y="1508125"/>
              <a:ext cx="574675" cy="453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A</a:t>
              </a:r>
              <a:endParaRPr lang="ru-RU" altLang="en-US" sz="2000" b="0" u="none"/>
            </a:p>
          </p:txBody>
        </p:sp>
        <p:sp>
          <p:nvSpPr>
            <p:cNvPr id="18443" name="Text Box 13">
              <a:extLst>
                <a:ext uri="{FF2B5EF4-FFF2-40B4-BE49-F238E27FC236}">
                  <a16:creationId xmlns:a16="http://schemas.microsoft.com/office/drawing/2014/main" id="{003FBA58-544F-1F0F-66CA-67DC055C7F2F}"/>
                </a:ext>
              </a:extLst>
            </p:cNvPr>
            <p:cNvSpPr txBox="1">
              <a:spLocks noChangeArrowheads="1"/>
            </p:cNvSpPr>
            <p:nvPr/>
          </p:nvSpPr>
          <p:spPr bwMode="auto">
            <a:xfrm>
              <a:off x="3810000" y="2422525"/>
              <a:ext cx="574675" cy="457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u="none"/>
                <a:t>~A</a:t>
              </a:r>
              <a:endParaRPr lang="ru-RU" altLang="en-US" sz="2000" u="none"/>
            </a:p>
          </p:txBody>
        </p:sp>
        <p:sp>
          <p:nvSpPr>
            <p:cNvPr id="18444" name="Line 23">
              <a:extLst>
                <a:ext uri="{FF2B5EF4-FFF2-40B4-BE49-F238E27FC236}">
                  <a16:creationId xmlns:a16="http://schemas.microsoft.com/office/drawing/2014/main" id="{2FF5ABDF-C802-84CC-D4F8-4AF8E15B9337}"/>
                </a:ext>
              </a:extLst>
            </p:cNvPr>
            <p:cNvSpPr>
              <a:spLocks noChangeShapeType="1"/>
            </p:cNvSpPr>
            <p:nvPr/>
          </p:nvSpPr>
          <p:spPr bwMode="auto">
            <a:xfrm>
              <a:off x="4218626" y="1676400"/>
              <a:ext cx="0" cy="4023360"/>
            </a:xfrm>
            <a:prstGeom prst="line">
              <a:avLst/>
            </a:prstGeom>
            <a:noFill/>
            <a:ln w="25400">
              <a:solidFill>
                <a:srgbClr val="0066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5" name="Text Box 25">
              <a:extLst>
                <a:ext uri="{FF2B5EF4-FFF2-40B4-BE49-F238E27FC236}">
                  <a16:creationId xmlns:a16="http://schemas.microsoft.com/office/drawing/2014/main" id="{F73F2D05-393A-9CD5-5D7C-D16002BB0F0A}"/>
                </a:ext>
              </a:extLst>
            </p:cNvPr>
            <p:cNvSpPr txBox="1">
              <a:spLocks noChangeArrowheads="1"/>
            </p:cNvSpPr>
            <p:nvPr/>
          </p:nvSpPr>
          <p:spPr bwMode="auto">
            <a:xfrm>
              <a:off x="6682940" y="5752267"/>
              <a:ext cx="1524000" cy="41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u="none"/>
                <a:t>Y=A·</a:t>
              </a:r>
              <a:r>
                <a:rPr lang="en-US" altLang="en-US" u="none">
                  <a:sym typeface="Symbol" panose="05050102010706020507" pitchFamily="18" charset="2"/>
                </a:rPr>
                <a:t>B + C</a:t>
              </a:r>
              <a:endParaRPr lang="ru-RU" altLang="en-US" u="none"/>
            </a:p>
          </p:txBody>
        </p:sp>
        <p:sp>
          <p:nvSpPr>
            <p:cNvPr id="18446" name="Text Box 26">
              <a:extLst>
                <a:ext uri="{FF2B5EF4-FFF2-40B4-BE49-F238E27FC236}">
                  <a16:creationId xmlns:a16="http://schemas.microsoft.com/office/drawing/2014/main" id="{295A97AA-BF37-82AB-7C26-D43968ED38D6}"/>
                </a:ext>
              </a:extLst>
            </p:cNvPr>
            <p:cNvSpPr txBox="1">
              <a:spLocks noChangeArrowheads="1"/>
            </p:cNvSpPr>
            <p:nvPr/>
          </p:nvSpPr>
          <p:spPr bwMode="auto">
            <a:xfrm>
              <a:off x="5029200" y="2438400"/>
              <a:ext cx="574675" cy="457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u="none"/>
                <a:t>~B</a:t>
              </a:r>
              <a:endParaRPr lang="ru-RU" altLang="en-US" sz="2000" u="none"/>
            </a:p>
          </p:txBody>
        </p:sp>
        <p:sp>
          <p:nvSpPr>
            <p:cNvPr id="18447" name="Text Box 33">
              <a:extLst>
                <a:ext uri="{FF2B5EF4-FFF2-40B4-BE49-F238E27FC236}">
                  <a16:creationId xmlns:a16="http://schemas.microsoft.com/office/drawing/2014/main" id="{75BBAD3E-089F-EDB2-E9EA-C5E20D200574}"/>
                </a:ext>
              </a:extLst>
            </p:cNvPr>
            <p:cNvSpPr txBox="1">
              <a:spLocks noChangeArrowheads="1"/>
            </p:cNvSpPr>
            <p:nvPr/>
          </p:nvSpPr>
          <p:spPr bwMode="auto">
            <a:xfrm>
              <a:off x="1202375" y="5486400"/>
              <a:ext cx="1036638" cy="472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u="none"/>
                <a:t>+5V</a:t>
              </a:r>
              <a:r>
                <a:rPr lang="en-US" altLang="en-US" sz="2000" u="none" baseline="-25000"/>
                <a:t>S</a:t>
              </a:r>
              <a:endParaRPr lang="ru-RU" altLang="en-US" sz="2000" u="none"/>
            </a:p>
          </p:txBody>
        </p:sp>
        <p:sp>
          <p:nvSpPr>
            <p:cNvPr id="18448" name="Line 24">
              <a:extLst>
                <a:ext uri="{FF2B5EF4-FFF2-40B4-BE49-F238E27FC236}">
                  <a16:creationId xmlns:a16="http://schemas.microsoft.com/office/drawing/2014/main" id="{3CCC43CE-CEB6-737B-74EE-4A160E00D542}"/>
                </a:ext>
              </a:extLst>
            </p:cNvPr>
            <p:cNvSpPr>
              <a:spLocks noChangeShapeType="1"/>
            </p:cNvSpPr>
            <p:nvPr/>
          </p:nvSpPr>
          <p:spPr bwMode="auto">
            <a:xfrm>
              <a:off x="5064825" y="2514600"/>
              <a:ext cx="0" cy="3200400"/>
            </a:xfrm>
            <a:prstGeom prst="line">
              <a:avLst/>
            </a:prstGeom>
            <a:noFill/>
            <a:ln w="25400">
              <a:solidFill>
                <a:srgbClr val="0066FF"/>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8449" name="Group 96">
              <a:extLst>
                <a:ext uri="{FF2B5EF4-FFF2-40B4-BE49-F238E27FC236}">
                  <a16:creationId xmlns:a16="http://schemas.microsoft.com/office/drawing/2014/main" id="{D4C9D991-E6D2-5AB0-91CD-109AFF64E111}"/>
                </a:ext>
              </a:extLst>
            </p:cNvPr>
            <p:cNvGrpSpPr>
              <a:grpSpLocks/>
            </p:cNvGrpSpPr>
            <p:nvPr/>
          </p:nvGrpSpPr>
          <p:grpSpPr bwMode="auto">
            <a:xfrm>
              <a:off x="2743200" y="2890556"/>
              <a:ext cx="697675" cy="601184"/>
              <a:chOff x="2743200" y="2890556"/>
              <a:chExt cx="697675" cy="601184"/>
            </a:xfrm>
          </p:grpSpPr>
          <p:sp>
            <p:nvSpPr>
              <p:cNvPr id="18507" name="Line 35">
                <a:extLst>
                  <a:ext uri="{FF2B5EF4-FFF2-40B4-BE49-F238E27FC236}">
                    <a16:creationId xmlns:a16="http://schemas.microsoft.com/office/drawing/2014/main" id="{1D1515CD-6A43-97A0-6653-65FA80C6FCD0}"/>
                  </a:ext>
                </a:extLst>
              </p:cNvPr>
              <p:cNvSpPr>
                <a:spLocks noChangeShapeType="1"/>
              </p:cNvSpPr>
              <p:nvPr/>
            </p:nvSpPr>
            <p:spPr bwMode="auto">
              <a:xfrm flipV="1">
                <a:off x="2743200" y="3382318"/>
                <a:ext cx="142179" cy="109422"/>
              </a:xfrm>
              <a:prstGeom prst="line">
                <a:avLst/>
              </a:prstGeom>
              <a:noFill/>
              <a:ln w="127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508" name="AutoShape 29">
                <a:extLst>
                  <a:ext uri="{FF2B5EF4-FFF2-40B4-BE49-F238E27FC236}">
                    <a16:creationId xmlns:a16="http://schemas.microsoft.com/office/drawing/2014/main" id="{6E450F73-F679-A27F-484D-462EB249B68E}"/>
                  </a:ext>
                </a:extLst>
              </p:cNvPr>
              <p:cNvSpPr>
                <a:spLocks noChangeArrowheads="1"/>
              </p:cNvSpPr>
              <p:nvPr/>
            </p:nvSpPr>
            <p:spPr bwMode="auto">
              <a:xfrm rot="2684524">
                <a:off x="3072251" y="3024301"/>
                <a:ext cx="268034" cy="207319"/>
              </a:xfrm>
              <a:prstGeom prst="triangle">
                <a:avLst>
                  <a:gd name="adj" fmla="val 50000"/>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u="none"/>
              </a:p>
            </p:txBody>
          </p:sp>
          <p:sp>
            <p:nvSpPr>
              <p:cNvPr id="18509" name="Line 30">
                <a:extLst>
                  <a:ext uri="{FF2B5EF4-FFF2-40B4-BE49-F238E27FC236}">
                    <a16:creationId xmlns:a16="http://schemas.microsoft.com/office/drawing/2014/main" id="{4A3514D3-DF4E-DFA3-B6DE-6EEE73973883}"/>
                  </a:ext>
                </a:extLst>
              </p:cNvPr>
              <p:cNvSpPr>
                <a:spLocks noChangeShapeType="1"/>
              </p:cNvSpPr>
              <p:nvPr/>
            </p:nvSpPr>
            <p:spPr bwMode="auto">
              <a:xfrm>
                <a:off x="3179289" y="2974136"/>
                <a:ext cx="160821" cy="186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10" name="Line 41">
                <a:extLst>
                  <a:ext uri="{FF2B5EF4-FFF2-40B4-BE49-F238E27FC236}">
                    <a16:creationId xmlns:a16="http://schemas.microsoft.com/office/drawing/2014/main" id="{23B87B72-CB23-A105-6E47-182B1D078631}"/>
                  </a:ext>
                </a:extLst>
              </p:cNvPr>
              <p:cNvSpPr>
                <a:spLocks noChangeShapeType="1"/>
              </p:cNvSpPr>
              <p:nvPr/>
            </p:nvSpPr>
            <p:spPr bwMode="auto">
              <a:xfrm flipH="1">
                <a:off x="3010215" y="3180880"/>
                <a:ext cx="109728" cy="914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11" name="Freeform 42">
                <a:extLst>
                  <a:ext uri="{FF2B5EF4-FFF2-40B4-BE49-F238E27FC236}">
                    <a16:creationId xmlns:a16="http://schemas.microsoft.com/office/drawing/2014/main" id="{DA9CD77D-9081-2A45-E758-A605B824AA5B}"/>
                  </a:ext>
                </a:extLst>
              </p:cNvPr>
              <p:cNvSpPr>
                <a:spLocks/>
              </p:cNvSpPr>
              <p:nvPr/>
            </p:nvSpPr>
            <p:spPr bwMode="auto">
              <a:xfrm>
                <a:off x="2858949" y="3272102"/>
                <a:ext cx="165876" cy="107836"/>
              </a:xfrm>
              <a:custGeom>
                <a:avLst/>
                <a:gdLst>
                  <a:gd name="T0" fmla="*/ 2147483646 w 182"/>
                  <a:gd name="T1" fmla="*/ 2147483646 h 136"/>
                  <a:gd name="T2" fmla="*/ 2147483646 w 182"/>
                  <a:gd name="T3" fmla="*/ 2147483646 h 136"/>
                  <a:gd name="T4" fmla="*/ 2147483646 w 182"/>
                  <a:gd name="T5" fmla="*/ 2147483646 h 136"/>
                  <a:gd name="T6" fmla="*/ 2147483646 w 182"/>
                  <a:gd name="T7" fmla="*/ 0 h 136"/>
                  <a:gd name="T8" fmla="*/ 0 60000 65536"/>
                  <a:gd name="T9" fmla="*/ 0 60000 65536"/>
                  <a:gd name="T10" fmla="*/ 0 60000 65536"/>
                  <a:gd name="T11" fmla="*/ 0 60000 65536"/>
                  <a:gd name="T12" fmla="*/ 0 w 182"/>
                  <a:gd name="T13" fmla="*/ 0 h 136"/>
                  <a:gd name="T14" fmla="*/ 182 w 182"/>
                  <a:gd name="T15" fmla="*/ 136 h 136"/>
                </a:gdLst>
                <a:ahLst/>
                <a:cxnLst>
                  <a:cxn ang="T8">
                    <a:pos x="T0" y="T1"/>
                  </a:cxn>
                  <a:cxn ang="T9">
                    <a:pos x="T2" y="T3"/>
                  </a:cxn>
                  <a:cxn ang="T10">
                    <a:pos x="T4" y="T5"/>
                  </a:cxn>
                  <a:cxn ang="T11">
                    <a:pos x="T6" y="T7"/>
                  </a:cxn>
                </a:cxnLst>
                <a:rect l="T12" t="T13" r="T14" b="T15"/>
                <a:pathLst>
                  <a:path w="182" h="136">
                    <a:moveTo>
                      <a:pt x="23" y="136"/>
                    </a:moveTo>
                    <a:cubicBezTo>
                      <a:pt x="11" y="94"/>
                      <a:pt x="0" y="53"/>
                      <a:pt x="23" y="45"/>
                    </a:cubicBezTo>
                    <a:cubicBezTo>
                      <a:pt x="46" y="37"/>
                      <a:pt x="136" y="97"/>
                      <a:pt x="159" y="90"/>
                    </a:cubicBezTo>
                    <a:cubicBezTo>
                      <a:pt x="182" y="83"/>
                      <a:pt x="159" y="15"/>
                      <a:pt x="159" y="0"/>
                    </a:cubicBezTo>
                  </a:path>
                </a:pathLst>
              </a:custGeom>
              <a:solidFill>
                <a:schemeClr val="bg1"/>
              </a:solidFill>
              <a:ln w="12700">
                <a:solidFill>
                  <a:schemeClr val="tx1"/>
                </a:solidFill>
                <a:round/>
                <a:headEnd/>
                <a:tailEnd/>
              </a:ln>
            </p:spPr>
            <p:txBody>
              <a:bodyPr/>
              <a:lstStyle/>
              <a:p>
                <a:endParaRPr lang="en-US"/>
              </a:p>
            </p:txBody>
          </p:sp>
          <p:sp>
            <p:nvSpPr>
              <p:cNvPr id="18512" name="Line 43">
                <a:extLst>
                  <a:ext uri="{FF2B5EF4-FFF2-40B4-BE49-F238E27FC236}">
                    <a16:creationId xmlns:a16="http://schemas.microsoft.com/office/drawing/2014/main" id="{51B92700-3087-7177-4898-E7B6B28E43A9}"/>
                  </a:ext>
                </a:extLst>
              </p:cNvPr>
              <p:cNvSpPr>
                <a:spLocks noChangeShapeType="1"/>
              </p:cNvSpPr>
              <p:nvPr/>
            </p:nvSpPr>
            <p:spPr bwMode="auto">
              <a:xfrm flipV="1">
                <a:off x="3275910" y="2890556"/>
                <a:ext cx="164965" cy="143517"/>
              </a:xfrm>
              <a:prstGeom prst="line">
                <a:avLst/>
              </a:prstGeom>
              <a:noFill/>
              <a:ln w="127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grpSp>
        <p:grpSp>
          <p:nvGrpSpPr>
            <p:cNvPr id="18450" name="Group 37">
              <a:extLst>
                <a:ext uri="{FF2B5EF4-FFF2-40B4-BE49-F238E27FC236}">
                  <a16:creationId xmlns:a16="http://schemas.microsoft.com/office/drawing/2014/main" id="{7CAFB576-2C83-9CCA-8B1C-9E91D3E16A9C}"/>
                </a:ext>
              </a:extLst>
            </p:cNvPr>
            <p:cNvGrpSpPr>
              <a:grpSpLocks/>
            </p:cNvGrpSpPr>
            <p:nvPr/>
          </p:nvGrpSpPr>
          <p:grpSpPr bwMode="auto">
            <a:xfrm>
              <a:off x="4431475" y="2919350"/>
              <a:ext cx="597725" cy="572390"/>
              <a:chOff x="2743200" y="2919350"/>
              <a:chExt cx="697675" cy="572390"/>
            </a:xfrm>
          </p:grpSpPr>
          <p:sp>
            <p:nvSpPr>
              <p:cNvPr id="18501" name="Line 35">
                <a:extLst>
                  <a:ext uri="{FF2B5EF4-FFF2-40B4-BE49-F238E27FC236}">
                    <a16:creationId xmlns:a16="http://schemas.microsoft.com/office/drawing/2014/main" id="{72AE85EB-3E63-AD65-7A92-65838B6B72C0}"/>
                  </a:ext>
                </a:extLst>
              </p:cNvPr>
              <p:cNvSpPr>
                <a:spLocks noChangeShapeType="1"/>
              </p:cNvSpPr>
              <p:nvPr/>
            </p:nvSpPr>
            <p:spPr bwMode="auto">
              <a:xfrm flipV="1">
                <a:off x="2743200" y="3382318"/>
                <a:ext cx="142179" cy="109422"/>
              </a:xfrm>
              <a:prstGeom prst="line">
                <a:avLst/>
              </a:prstGeom>
              <a:noFill/>
              <a:ln w="127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502" name="AutoShape 29">
                <a:extLst>
                  <a:ext uri="{FF2B5EF4-FFF2-40B4-BE49-F238E27FC236}">
                    <a16:creationId xmlns:a16="http://schemas.microsoft.com/office/drawing/2014/main" id="{FEFF79B9-35DC-A213-EA7F-F3864430BDA9}"/>
                  </a:ext>
                </a:extLst>
              </p:cNvPr>
              <p:cNvSpPr>
                <a:spLocks noChangeArrowheads="1"/>
              </p:cNvSpPr>
              <p:nvPr/>
            </p:nvSpPr>
            <p:spPr bwMode="auto">
              <a:xfrm rot="2684524">
                <a:off x="3066345" y="3030408"/>
                <a:ext cx="274320" cy="182880"/>
              </a:xfrm>
              <a:prstGeom prst="triangle">
                <a:avLst>
                  <a:gd name="adj" fmla="val 50000"/>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u="none"/>
              </a:p>
            </p:txBody>
          </p:sp>
          <p:sp>
            <p:nvSpPr>
              <p:cNvPr id="18503" name="Line 30">
                <a:extLst>
                  <a:ext uri="{FF2B5EF4-FFF2-40B4-BE49-F238E27FC236}">
                    <a16:creationId xmlns:a16="http://schemas.microsoft.com/office/drawing/2014/main" id="{957ED7F9-3468-FEEB-D218-2A03654A6A01}"/>
                  </a:ext>
                </a:extLst>
              </p:cNvPr>
              <p:cNvSpPr>
                <a:spLocks noChangeShapeType="1"/>
              </p:cNvSpPr>
              <p:nvPr/>
            </p:nvSpPr>
            <p:spPr bwMode="auto">
              <a:xfrm>
                <a:off x="3179290" y="2974136"/>
                <a:ext cx="187713" cy="1828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4" name="Line 41">
                <a:extLst>
                  <a:ext uri="{FF2B5EF4-FFF2-40B4-BE49-F238E27FC236}">
                    <a16:creationId xmlns:a16="http://schemas.microsoft.com/office/drawing/2014/main" id="{A39A07EC-1E64-3661-3FD2-4376AA66C166}"/>
                  </a:ext>
                </a:extLst>
              </p:cNvPr>
              <p:cNvSpPr>
                <a:spLocks noChangeShapeType="1"/>
              </p:cNvSpPr>
              <p:nvPr/>
            </p:nvSpPr>
            <p:spPr bwMode="auto">
              <a:xfrm flipH="1">
                <a:off x="3010215" y="3180880"/>
                <a:ext cx="109728" cy="914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505" name="Freeform 42">
                <a:extLst>
                  <a:ext uri="{FF2B5EF4-FFF2-40B4-BE49-F238E27FC236}">
                    <a16:creationId xmlns:a16="http://schemas.microsoft.com/office/drawing/2014/main" id="{1E720C16-274E-DDB2-25E0-94FEA6CA5821}"/>
                  </a:ext>
                </a:extLst>
              </p:cNvPr>
              <p:cNvSpPr>
                <a:spLocks/>
              </p:cNvSpPr>
              <p:nvPr/>
            </p:nvSpPr>
            <p:spPr bwMode="auto">
              <a:xfrm>
                <a:off x="2858949" y="3272102"/>
                <a:ext cx="165876" cy="107836"/>
              </a:xfrm>
              <a:custGeom>
                <a:avLst/>
                <a:gdLst>
                  <a:gd name="T0" fmla="*/ 2147483646 w 182"/>
                  <a:gd name="T1" fmla="*/ 2147483646 h 136"/>
                  <a:gd name="T2" fmla="*/ 2147483646 w 182"/>
                  <a:gd name="T3" fmla="*/ 2147483646 h 136"/>
                  <a:gd name="T4" fmla="*/ 2147483646 w 182"/>
                  <a:gd name="T5" fmla="*/ 2147483646 h 136"/>
                  <a:gd name="T6" fmla="*/ 2147483646 w 182"/>
                  <a:gd name="T7" fmla="*/ 0 h 136"/>
                  <a:gd name="T8" fmla="*/ 0 60000 65536"/>
                  <a:gd name="T9" fmla="*/ 0 60000 65536"/>
                  <a:gd name="T10" fmla="*/ 0 60000 65536"/>
                  <a:gd name="T11" fmla="*/ 0 60000 65536"/>
                  <a:gd name="T12" fmla="*/ 0 w 182"/>
                  <a:gd name="T13" fmla="*/ 0 h 136"/>
                  <a:gd name="T14" fmla="*/ 182 w 182"/>
                  <a:gd name="T15" fmla="*/ 136 h 136"/>
                </a:gdLst>
                <a:ahLst/>
                <a:cxnLst>
                  <a:cxn ang="T8">
                    <a:pos x="T0" y="T1"/>
                  </a:cxn>
                  <a:cxn ang="T9">
                    <a:pos x="T2" y="T3"/>
                  </a:cxn>
                  <a:cxn ang="T10">
                    <a:pos x="T4" y="T5"/>
                  </a:cxn>
                  <a:cxn ang="T11">
                    <a:pos x="T6" y="T7"/>
                  </a:cxn>
                </a:cxnLst>
                <a:rect l="T12" t="T13" r="T14" b="T15"/>
                <a:pathLst>
                  <a:path w="182" h="136">
                    <a:moveTo>
                      <a:pt x="23" y="136"/>
                    </a:moveTo>
                    <a:cubicBezTo>
                      <a:pt x="11" y="94"/>
                      <a:pt x="0" y="53"/>
                      <a:pt x="23" y="45"/>
                    </a:cubicBezTo>
                    <a:cubicBezTo>
                      <a:pt x="46" y="37"/>
                      <a:pt x="136" y="97"/>
                      <a:pt x="159" y="90"/>
                    </a:cubicBezTo>
                    <a:cubicBezTo>
                      <a:pt x="182" y="83"/>
                      <a:pt x="159" y="15"/>
                      <a:pt x="159" y="0"/>
                    </a:cubicBezTo>
                  </a:path>
                </a:pathLst>
              </a:custGeom>
              <a:solidFill>
                <a:schemeClr val="bg1"/>
              </a:solidFill>
              <a:ln w="12700">
                <a:solidFill>
                  <a:schemeClr val="tx1"/>
                </a:solidFill>
                <a:round/>
                <a:headEnd/>
                <a:tailEnd/>
              </a:ln>
            </p:spPr>
            <p:txBody>
              <a:bodyPr/>
              <a:lstStyle/>
              <a:p>
                <a:endParaRPr lang="en-US"/>
              </a:p>
            </p:txBody>
          </p:sp>
          <p:sp>
            <p:nvSpPr>
              <p:cNvPr id="18506" name="Line 43">
                <a:extLst>
                  <a:ext uri="{FF2B5EF4-FFF2-40B4-BE49-F238E27FC236}">
                    <a16:creationId xmlns:a16="http://schemas.microsoft.com/office/drawing/2014/main" id="{C40E6DF9-D98E-AE8E-D5FB-FA1E0CD84D1D}"/>
                  </a:ext>
                </a:extLst>
              </p:cNvPr>
              <p:cNvSpPr>
                <a:spLocks noChangeShapeType="1"/>
              </p:cNvSpPr>
              <p:nvPr/>
            </p:nvSpPr>
            <p:spPr bwMode="auto">
              <a:xfrm flipV="1">
                <a:off x="3275910" y="2919350"/>
                <a:ext cx="164965" cy="143517"/>
              </a:xfrm>
              <a:prstGeom prst="line">
                <a:avLst/>
              </a:prstGeom>
              <a:noFill/>
              <a:ln w="127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grpSp>
        <p:sp>
          <p:nvSpPr>
            <p:cNvPr id="18451" name="Line 23">
              <a:extLst>
                <a:ext uri="{FF2B5EF4-FFF2-40B4-BE49-F238E27FC236}">
                  <a16:creationId xmlns:a16="http://schemas.microsoft.com/office/drawing/2014/main" id="{2FA1DFC5-0E0F-C6EB-8C09-0414B7B866D9}"/>
                </a:ext>
              </a:extLst>
            </p:cNvPr>
            <p:cNvSpPr>
              <a:spLocks noChangeShapeType="1"/>
            </p:cNvSpPr>
            <p:nvPr/>
          </p:nvSpPr>
          <p:spPr bwMode="auto">
            <a:xfrm>
              <a:off x="5876300" y="1676400"/>
              <a:ext cx="0" cy="4023360"/>
            </a:xfrm>
            <a:prstGeom prst="line">
              <a:avLst/>
            </a:prstGeom>
            <a:noFill/>
            <a:ln w="25400">
              <a:solidFill>
                <a:srgbClr val="0066FF"/>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47" name="Straight Connector 46">
              <a:extLst>
                <a:ext uri="{FF2B5EF4-FFF2-40B4-BE49-F238E27FC236}">
                  <a16:creationId xmlns:a16="http://schemas.microsoft.com/office/drawing/2014/main" id="{01C1940C-EB5D-4F14-98C9-F40C31A925DC}"/>
                </a:ext>
              </a:extLst>
            </p:cNvPr>
            <p:cNvCxnSpPr/>
            <p:nvPr/>
          </p:nvCxnSpPr>
          <p:spPr>
            <a:xfrm>
              <a:off x="3453323" y="1981666"/>
              <a:ext cx="380484" cy="1814"/>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EC960C7-D59A-4151-8ECA-43F472868164}"/>
                </a:ext>
              </a:extLst>
            </p:cNvPr>
            <p:cNvCxnSpPr/>
            <p:nvPr/>
          </p:nvCxnSpPr>
          <p:spPr>
            <a:xfrm rot="5400000">
              <a:off x="3707361" y="2095159"/>
              <a:ext cx="228606" cy="1619"/>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8454" name="Group 14">
              <a:extLst>
                <a:ext uri="{FF2B5EF4-FFF2-40B4-BE49-F238E27FC236}">
                  <a16:creationId xmlns:a16="http://schemas.microsoft.com/office/drawing/2014/main" id="{A4DD2FE9-E6E0-FB0B-2DB9-78CEBB662002}"/>
                </a:ext>
              </a:extLst>
            </p:cNvPr>
            <p:cNvGrpSpPr>
              <a:grpSpLocks/>
            </p:cNvGrpSpPr>
            <p:nvPr/>
          </p:nvGrpSpPr>
          <p:grpSpPr bwMode="auto">
            <a:xfrm rot="5400000">
              <a:off x="3677461" y="2228929"/>
              <a:ext cx="312578" cy="274320"/>
              <a:chOff x="894" y="2432"/>
              <a:chExt cx="384" cy="326"/>
            </a:xfrm>
          </p:grpSpPr>
          <p:sp>
            <p:nvSpPr>
              <p:cNvPr id="18499" name="AutoShape 15">
                <a:extLst>
                  <a:ext uri="{FF2B5EF4-FFF2-40B4-BE49-F238E27FC236}">
                    <a16:creationId xmlns:a16="http://schemas.microsoft.com/office/drawing/2014/main" id="{3A53C626-8F1E-140E-D0EC-14E82F2AD24B}"/>
                  </a:ext>
                </a:extLst>
              </p:cNvPr>
              <p:cNvSpPr>
                <a:spLocks noChangeArrowheads="1"/>
              </p:cNvSpPr>
              <p:nvPr/>
            </p:nvSpPr>
            <p:spPr bwMode="auto">
              <a:xfrm rot="5400000">
                <a:off x="860" y="2466"/>
                <a:ext cx="326" cy="258"/>
              </a:xfrm>
              <a:prstGeom prst="triangle">
                <a:avLst>
                  <a:gd name="adj" fmla="val 50000"/>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8500" name="Oval 16">
                <a:extLst>
                  <a:ext uri="{FF2B5EF4-FFF2-40B4-BE49-F238E27FC236}">
                    <a16:creationId xmlns:a16="http://schemas.microsoft.com/office/drawing/2014/main" id="{C3A818F7-001C-3452-59DF-696536F7BD43}"/>
                  </a:ext>
                </a:extLst>
              </p:cNvPr>
              <p:cNvSpPr>
                <a:spLocks noChangeArrowheads="1"/>
              </p:cNvSpPr>
              <p:nvPr/>
            </p:nvSpPr>
            <p:spPr bwMode="auto">
              <a:xfrm>
                <a:off x="1154" y="2544"/>
                <a:ext cx="124" cy="12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cxnSp>
          <p:nvCxnSpPr>
            <p:cNvPr id="55" name="Straight Connector 54">
              <a:extLst>
                <a:ext uri="{FF2B5EF4-FFF2-40B4-BE49-F238E27FC236}">
                  <a16:creationId xmlns:a16="http://schemas.microsoft.com/office/drawing/2014/main" id="{5A10E848-3BF6-4643-B67C-AB737F7959FF}"/>
                </a:ext>
              </a:extLst>
            </p:cNvPr>
            <p:cNvCxnSpPr/>
            <p:nvPr/>
          </p:nvCxnSpPr>
          <p:spPr>
            <a:xfrm>
              <a:off x="4219148" y="1981666"/>
              <a:ext cx="869445" cy="1814"/>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grpSp>
          <p:nvGrpSpPr>
            <p:cNvPr id="18456" name="Group 14">
              <a:extLst>
                <a:ext uri="{FF2B5EF4-FFF2-40B4-BE49-F238E27FC236}">
                  <a16:creationId xmlns:a16="http://schemas.microsoft.com/office/drawing/2014/main" id="{157002AE-A4E2-6DAE-795A-B2225C52E486}"/>
                </a:ext>
              </a:extLst>
            </p:cNvPr>
            <p:cNvGrpSpPr>
              <a:grpSpLocks/>
            </p:cNvGrpSpPr>
            <p:nvPr/>
          </p:nvGrpSpPr>
          <p:grpSpPr bwMode="auto">
            <a:xfrm rot="5400000">
              <a:off x="4898180" y="2224045"/>
              <a:ext cx="302810" cy="274320"/>
              <a:chOff x="894" y="2432"/>
              <a:chExt cx="372" cy="326"/>
            </a:xfrm>
          </p:grpSpPr>
          <p:sp>
            <p:nvSpPr>
              <p:cNvPr id="18497" name="AutoShape 15">
                <a:extLst>
                  <a:ext uri="{FF2B5EF4-FFF2-40B4-BE49-F238E27FC236}">
                    <a16:creationId xmlns:a16="http://schemas.microsoft.com/office/drawing/2014/main" id="{8B1D20B6-8C83-031D-F2AC-11DC7822A42B}"/>
                  </a:ext>
                </a:extLst>
              </p:cNvPr>
              <p:cNvSpPr>
                <a:spLocks noChangeArrowheads="1"/>
              </p:cNvSpPr>
              <p:nvPr/>
            </p:nvSpPr>
            <p:spPr bwMode="auto">
              <a:xfrm rot="5400000">
                <a:off x="860" y="2466"/>
                <a:ext cx="326" cy="258"/>
              </a:xfrm>
              <a:prstGeom prst="triangle">
                <a:avLst>
                  <a:gd name="adj" fmla="val 50000"/>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8498" name="Oval 16">
                <a:extLst>
                  <a:ext uri="{FF2B5EF4-FFF2-40B4-BE49-F238E27FC236}">
                    <a16:creationId xmlns:a16="http://schemas.microsoft.com/office/drawing/2014/main" id="{E14D717D-FF90-91AA-883A-58BBF39BD580}"/>
                  </a:ext>
                </a:extLst>
              </p:cNvPr>
              <p:cNvSpPr>
                <a:spLocks noChangeArrowheads="1"/>
              </p:cNvSpPr>
              <p:nvPr/>
            </p:nvSpPr>
            <p:spPr bwMode="auto">
              <a:xfrm>
                <a:off x="1154" y="2530"/>
                <a:ext cx="112" cy="109"/>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cxnSp>
          <p:nvCxnSpPr>
            <p:cNvPr id="59" name="Straight Connector 58">
              <a:extLst>
                <a:ext uri="{FF2B5EF4-FFF2-40B4-BE49-F238E27FC236}">
                  <a16:creationId xmlns:a16="http://schemas.microsoft.com/office/drawing/2014/main" id="{18C69E68-3EB1-44E2-9FEE-25675DD81C0E}"/>
                </a:ext>
              </a:extLst>
            </p:cNvPr>
            <p:cNvCxnSpPr/>
            <p:nvPr/>
          </p:nvCxnSpPr>
          <p:spPr>
            <a:xfrm rot="5400000">
              <a:off x="4963767" y="2095159"/>
              <a:ext cx="228606" cy="161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8458" name="Text Box 12">
              <a:extLst>
                <a:ext uri="{FF2B5EF4-FFF2-40B4-BE49-F238E27FC236}">
                  <a16:creationId xmlns:a16="http://schemas.microsoft.com/office/drawing/2014/main" id="{C3361C8F-BB8E-7563-1D76-721B7ED0943B}"/>
                </a:ext>
              </a:extLst>
            </p:cNvPr>
            <p:cNvSpPr txBox="1">
              <a:spLocks noChangeArrowheads="1"/>
            </p:cNvSpPr>
            <p:nvPr/>
          </p:nvSpPr>
          <p:spPr bwMode="auto">
            <a:xfrm>
              <a:off x="3928750" y="1517075"/>
              <a:ext cx="574675" cy="453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B</a:t>
              </a:r>
              <a:endParaRPr lang="ru-RU" altLang="en-US" sz="2000" b="0" u="none"/>
            </a:p>
          </p:txBody>
        </p:sp>
        <p:sp>
          <p:nvSpPr>
            <p:cNvPr id="18459" name="Text Box 12">
              <a:extLst>
                <a:ext uri="{FF2B5EF4-FFF2-40B4-BE49-F238E27FC236}">
                  <a16:creationId xmlns:a16="http://schemas.microsoft.com/office/drawing/2014/main" id="{5380BBCA-B5E1-8875-3354-137CD7C6DE0E}"/>
                </a:ext>
              </a:extLst>
            </p:cNvPr>
            <p:cNvSpPr txBox="1">
              <a:spLocks noChangeArrowheads="1"/>
            </p:cNvSpPr>
            <p:nvPr/>
          </p:nvSpPr>
          <p:spPr bwMode="auto">
            <a:xfrm>
              <a:off x="5352800" y="1512124"/>
              <a:ext cx="574675" cy="453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C</a:t>
              </a:r>
              <a:endParaRPr lang="ru-RU" altLang="en-US" sz="2000" b="0" u="none"/>
            </a:p>
          </p:txBody>
        </p:sp>
        <p:sp>
          <p:nvSpPr>
            <p:cNvPr id="18460" name="Line 23">
              <a:extLst>
                <a:ext uri="{FF2B5EF4-FFF2-40B4-BE49-F238E27FC236}">
                  <a16:creationId xmlns:a16="http://schemas.microsoft.com/office/drawing/2014/main" id="{97F1304E-92FF-37BF-378B-5ADDE92482D6}"/>
                </a:ext>
              </a:extLst>
            </p:cNvPr>
            <p:cNvSpPr>
              <a:spLocks noChangeShapeType="1"/>
            </p:cNvSpPr>
            <p:nvPr/>
          </p:nvSpPr>
          <p:spPr bwMode="auto">
            <a:xfrm>
              <a:off x="7700150" y="2667000"/>
              <a:ext cx="0" cy="3017520"/>
            </a:xfrm>
            <a:prstGeom prst="line">
              <a:avLst/>
            </a:prstGeom>
            <a:noFill/>
            <a:ln w="25400">
              <a:solidFill>
                <a:srgbClr val="0066FF"/>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cxnSp>
          <p:nvCxnSpPr>
            <p:cNvPr id="64" name="Straight Connector 63">
              <a:extLst>
                <a:ext uri="{FF2B5EF4-FFF2-40B4-BE49-F238E27FC236}">
                  <a16:creationId xmlns:a16="http://schemas.microsoft.com/office/drawing/2014/main" id="{5B668AD2-48E2-4E85-B698-ED5655212050}"/>
                </a:ext>
              </a:extLst>
            </p:cNvPr>
            <p:cNvCxnSpPr>
              <a:stCxn id="18436" idx="0"/>
            </p:cNvCxnSpPr>
            <p:nvPr/>
          </p:nvCxnSpPr>
          <p:spPr>
            <a:xfrm rot="16200000" flipH="1">
              <a:off x="109216" y="4529474"/>
              <a:ext cx="2059266" cy="809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21131384-F73A-4C0E-AFD1-48218B87BD54}"/>
                </a:ext>
              </a:extLst>
            </p:cNvPr>
            <p:cNvSpPr/>
            <p:nvPr/>
          </p:nvSpPr>
          <p:spPr>
            <a:xfrm>
              <a:off x="7598166" y="1958079"/>
              <a:ext cx="221814" cy="7257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cxnSp>
          <p:nvCxnSpPr>
            <p:cNvPr id="67" name="Straight Connector 66">
              <a:extLst>
                <a:ext uri="{FF2B5EF4-FFF2-40B4-BE49-F238E27FC236}">
                  <a16:creationId xmlns:a16="http://schemas.microsoft.com/office/drawing/2014/main" id="{B03BEF42-4D56-400B-B422-AD0C89C98CD4}"/>
                </a:ext>
              </a:extLst>
            </p:cNvPr>
            <p:cNvCxnSpPr/>
            <p:nvPr/>
          </p:nvCxnSpPr>
          <p:spPr>
            <a:xfrm rot="5400000" flipH="1" flipV="1">
              <a:off x="7562280" y="1849219"/>
              <a:ext cx="275778"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18464" name="Group 67">
              <a:extLst>
                <a:ext uri="{FF2B5EF4-FFF2-40B4-BE49-F238E27FC236}">
                  <a16:creationId xmlns:a16="http://schemas.microsoft.com/office/drawing/2014/main" id="{90575A9E-2B7F-043D-87FC-DA7783DC34FA}"/>
                </a:ext>
              </a:extLst>
            </p:cNvPr>
            <p:cNvGrpSpPr>
              <a:grpSpLocks/>
            </p:cNvGrpSpPr>
            <p:nvPr/>
          </p:nvGrpSpPr>
          <p:grpSpPr bwMode="auto">
            <a:xfrm>
              <a:off x="7090550" y="2919350"/>
              <a:ext cx="597725" cy="572390"/>
              <a:chOff x="2743200" y="2919350"/>
              <a:chExt cx="697675" cy="572390"/>
            </a:xfrm>
          </p:grpSpPr>
          <p:sp>
            <p:nvSpPr>
              <p:cNvPr id="18491" name="Line 35">
                <a:extLst>
                  <a:ext uri="{FF2B5EF4-FFF2-40B4-BE49-F238E27FC236}">
                    <a16:creationId xmlns:a16="http://schemas.microsoft.com/office/drawing/2014/main" id="{FAE74A94-70A9-A4A7-1DD0-C5B7FEA23E72}"/>
                  </a:ext>
                </a:extLst>
              </p:cNvPr>
              <p:cNvSpPr>
                <a:spLocks noChangeShapeType="1"/>
              </p:cNvSpPr>
              <p:nvPr/>
            </p:nvSpPr>
            <p:spPr bwMode="auto">
              <a:xfrm flipV="1">
                <a:off x="2743200" y="3382318"/>
                <a:ext cx="142179" cy="109422"/>
              </a:xfrm>
              <a:prstGeom prst="line">
                <a:avLst/>
              </a:prstGeom>
              <a:noFill/>
              <a:ln w="127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492" name="AutoShape 29">
                <a:extLst>
                  <a:ext uri="{FF2B5EF4-FFF2-40B4-BE49-F238E27FC236}">
                    <a16:creationId xmlns:a16="http://schemas.microsoft.com/office/drawing/2014/main" id="{497A1627-3C29-E03B-B17A-7C91E2F1FDD2}"/>
                  </a:ext>
                </a:extLst>
              </p:cNvPr>
              <p:cNvSpPr>
                <a:spLocks noChangeArrowheads="1"/>
              </p:cNvSpPr>
              <p:nvPr/>
            </p:nvSpPr>
            <p:spPr bwMode="auto">
              <a:xfrm rot="2684524">
                <a:off x="3066345" y="3030408"/>
                <a:ext cx="274320" cy="182880"/>
              </a:xfrm>
              <a:prstGeom prst="triangle">
                <a:avLst>
                  <a:gd name="adj" fmla="val 50000"/>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u="none"/>
              </a:p>
            </p:txBody>
          </p:sp>
          <p:sp>
            <p:nvSpPr>
              <p:cNvPr id="18493" name="Line 30">
                <a:extLst>
                  <a:ext uri="{FF2B5EF4-FFF2-40B4-BE49-F238E27FC236}">
                    <a16:creationId xmlns:a16="http://schemas.microsoft.com/office/drawing/2014/main" id="{78F7AAD5-EB32-2446-D4A3-54B5EAE1116C}"/>
                  </a:ext>
                </a:extLst>
              </p:cNvPr>
              <p:cNvSpPr>
                <a:spLocks noChangeShapeType="1"/>
              </p:cNvSpPr>
              <p:nvPr/>
            </p:nvSpPr>
            <p:spPr bwMode="auto">
              <a:xfrm>
                <a:off x="3179290" y="2974136"/>
                <a:ext cx="177284" cy="1762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94" name="Line 41">
                <a:extLst>
                  <a:ext uri="{FF2B5EF4-FFF2-40B4-BE49-F238E27FC236}">
                    <a16:creationId xmlns:a16="http://schemas.microsoft.com/office/drawing/2014/main" id="{C050FE89-6D09-20B6-6E51-139C620DFD52}"/>
                  </a:ext>
                </a:extLst>
              </p:cNvPr>
              <p:cNvSpPr>
                <a:spLocks noChangeShapeType="1"/>
              </p:cNvSpPr>
              <p:nvPr/>
            </p:nvSpPr>
            <p:spPr bwMode="auto">
              <a:xfrm flipH="1">
                <a:off x="3010215" y="3180880"/>
                <a:ext cx="109728" cy="914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95" name="Freeform 72">
                <a:extLst>
                  <a:ext uri="{FF2B5EF4-FFF2-40B4-BE49-F238E27FC236}">
                    <a16:creationId xmlns:a16="http://schemas.microsoft.com/office/drawing/2014/main" id="{A6B3C013-43C5-E1CB-D51C-8E34E36DBD56}"/>
                  </a:ext>
                </a:extLst>
              </p:cNvPr>
              <p:cNvSpPr>
                <a:spLocks/>
              </p:cNvSpPr>
              <p:nvPr/>
            </p:nvSpPr>
            <p:spPr bwMode="auto">
              <a:xfrm>
                <a:off x="2858949" y="3272102"/>
                <a:ext cx="165876" cy="107836"/>
              </a:xfrm>
              <a:custGeom>
                <a:avLst/>
                <a:gdLst>
                  <a:gd name="T0" fmla="*/ 2147483646 w 182"/>
                  <a:gd name="T1" fmla="*/ 2147483646 h 136"/>
                  <a:gd name="T2" fmla="*/ 2147483646 w 182"/>
                  <a:gd name="T3" fmla="*/ 2147483646 h 136"/>
                  <a:gd name="T4" fmla="*/ 2147483646 w 182"/>
                  <a:gd name="T5" fmla="*/ 2147483646 h 136"/>
                  <a:gd name="T6" fmla="*/ 2147483646 w 182"/>
                  <a:gd name="T7" fmla="*/ 0 h 136"/>
                  <a:gd name="T8" fmla="*/ 0 60000 65536"/>
                  <a:gd name="T9" fmla="*/ 0 60000 65536"/>
                  <a:gd name="T10" fmla="*/ 0 60000 65536"/>
                  <a:gd name="T11" fmla="*/ 0 60000 65536"/>
                  <a:gd name="T12" fmla="*/ 0 w 182"/>
                  <a:gd name="T13" fmla="*/ 0 h 136"/>
                  <a:gd name="T14" fmla="*/ 182 w 182"/>
                  <a:gd name="T15" fmla="*/ 136 h 136"/>
                </a:gdLst>
                <a:ahLst/>
                <a:cxnLst>
                  <a:cxn ang="T8">
                    <a:pos x="T0" y="T1"/>
                  </a:cxn>
                  <a:cxn ang="T9">
                    <a:pos x="T2" y="T3"/>
                  </a:cxn>
                  <a:cxn ang="T10">
                    <a:pos x="T4" y="T5"/>
                  </a:cxn>
                  <a:cxn ang="T11">
                    <a:pos x="T6" y="T7"/>
                  </a:cxn>
                </a:cxnLst>
                <a:rect l="T12" t="T13" r="T14" b="T15"/>
                <a:pathLst>
                  <a:path w="182" h="136">
                    <a:moveTo>
                      <a:pt x="23" y="136"/>
                    </a:moveTo>
                    <a:cubicBezTo>
                      <a:pt x="11" y="94"/>
                      <a:pt x="0" y="53"/>
                      <a:pt x="23" y="45"/>
                    </a:cubicBezTo>
                    <a:cubicBezTo>
                      <a:pt x="46" y="37"/>
                      <a:pt x="136" y="97"/>
                      <a:pt x="159" y="90"/>
                    </a:cubicBezTo>
                    <a:cubicBezTo>
                      <a:pt x="182" y="83"/>
                      <a:pt x="159" y="15"/>
                      <a:pt x="159" y="0"/>
                    </a:cubicBezTo>
                  </a:path>
                </a:pathLst>
              </a:custGeom>
              <a:solidFill>
                <a:schemeClr val="bg1"/>
              </a:solidFill>
              <a:ln w="12700">
                <a:solidFill>
                  <a:schemeClr val="tx1"/>
                </a:solidFill>
                <a:round/>
                <a:headEnd/>
                <a:tailEnd/>
              </a:ln>
            </p:spPr>
            <p:txBody>
              <a:bodyPr/>
              <a:lstStyle/>
              <a:p>
                <a:endParaRPr lang="en-US"/>
              </a:p>
            </p:txBody>
          </p:sp>
          <p:sp>
            <p:nvSpPr>
              <p:cNvPr id="18496" name="Line 43">
                <a:extLst>
                  <a:ext uri="{FF2B5EF4-FFF2-40B4-BE49-F238E27FC236}">
                    <a16:creationId xmlns:a16="http://schemas.microsoft.com/office/drawing/2014/main" id="{5F6C6C22-2D4C-3E8F-FA32-AA5189D720C1}"/>
                  </a:ext>
                </a:extLst>
              </p:cNvPr>
              <p:cNvSpPr>
                <a:spLocks noChangeShapeType="1"/>
              </p:cNvSpPr>
              <p:nvPr/>
            </p:nvSpPr>
            <p:spPr bwMode="auto">
              <a:xfrm flipV="1">
                <a:off x="3275910" y="2919350"/>
                <a:ext cx="164965" cy="143517"/>
              </a:xfrm>
              <a:prstGeom prst="line">
                <a:avLst/>
              </a:prstGeom>
              <a:noFill/>
              <a:ln w="127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grpSp>
        <p:grpSp>
          <p:nvGrpSpPr>
            <p:cNvPr id="18465" name="Group 74">
              <a:extLst>
                <a:ext uri="{FF2B5EF4-FFF2-40B4-BE49-F238E27FC236}">
                  <a16:creationId xmlns:a16="http://schemas.microsoft.com/office/drawing/2014/main" id="{AECE9E84-7538-48D9-B8BB-A6DC346080D5}"/>
                </a:ext>
              </a:extLst>
            </p:cNvPr>
            <p:cNvGrpSpPr>
              <a:grpSpLocks/>
            </p:cNvGrpSpPr>
            <p:nvPr/>
          </p:nvGrpSpPr>
          <p:grpSpPr bwMode="auto">
            <a:xfrm>
              <a:off x="5276600" y="3833750"/>
              <a:ext cx="597725" cy="572390"/>
              <a:chOff x="2743200" y="2919350"/>
              <a:chExt cx="697675" cy="572390"/>
            </a:xfrm>
          </p:grpSpPr>
          <p:sp>
            <p:nvSpPr>
              <p:cNvPr id="18485" name="Line 35">
                <a:extLst>
                  <a:ext uri="{FF2B5EF4-FFF2-40B4-BE49-F238E27FC236}">
                    <a16:creationId xmlns:a16="http://schemas.microsoft.com/office/drawing/2014/main" id="{F7D7CE8B-D6C9-CD8D-EFB2-7C98FDFC00B5}"/>
                  </a:ext>
                </a:extLst>
              </p:cNvPr>
              <p:cNvSpPr>
                <a:spLocks noChangeShapeType="1"/>
              </p:cNvSpPr>
              <p:nvPr/>
            </p:nvSpPr>
            <p:spPr bwMode="auto">
              <a:xfrm flipV="1">
                <a:off x="2743200" y="3382318"/>
                <a:ext cx="142179" cy="109422"/>
              </a:xfrm>
              <a:prstGeom prst="line">
                <a:avLst/>
              </a:prstGeom>
              <a:noFill/>
              <a:ln w="127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486" name="AutoShape 29">
                <a:extLst>
                  <a:ext uri="{FF2B5EF4-FFF2-40B4-BE49-F238E27FC236}">
                    <a16:creationId xmlns:a16="http://schemas.microsoft.com/office/drawing/2014/main" id="{FC64BD6C-7FC2-BC41-798D-22812252BB02}"/>
                  </a:ext>
                </a:extLst>
              </p:cNvPr>
              <p:cNvSpPr>
                <a:spLocks noChangeArrowheads="1"/>
              </p:cNvSpPr>
              <p:nvPr/>
            </p:nvSpPr>
            <p:spPr bwMode="auto">
              <a:xfrm rot="2684524">
                <a:off x="3066345" y="3030408"/>
                <a:ext cx="274320" cy="182880"/>
              </a:xfrm>
              <a:prstGeom prst="triangle">
                <a:avLst>
                  <a:gd name="adj" fmla="val 50000"/>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u="none"/>
              </a:p>
            </p:txBody>
          </p:sp>
          <p:sp>
            <p:nvSpPr>
              <p:cNvPr id="18487" name="Line 30">
                <a:extLst>
                  <a:ext uri="{FF2B5EF4-FFF2-40B4-BE49-F238E27FC236}">
                    <a16:creationId xmlns:a16="http://schemas.microsoft.com/office/drawing/2014/main" id="{47A7B8AB-0AFA-1675-AEAA-1808AE82ACD4}"/>
                  </a:ext>
                </a:extLst>
              </p:cNvPr>
              <p:cNvSpPr>
                <a:spLocks noChangeShapeType="1"/>
              </p:cNvSpPr>
              <p:nvPr/>
            </p:nvSpPr>
            <p:spPr bwMode="auto">
              <a:xfrm>
                <a:off x="3179290" y="2974136"/>
                <a:ext cx="177284" cy="1762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8" name="Line 41">
                <a:extLst>
                  <a:ext uri="{FF2B5EF4-FFF2-40B4-BE49-F238E27FC236}">
                    <a16:creationId xmlns:a16="http://schemas.microsoft.com/office/drawing/2014/main" id="{40B7F090-D42D-D0B4-D195-906AEB4C364C}"/>
                  </a:ext>
                </a:extLst>
              </p:cNvPr>
              <p:cNvSpPr>
                <a:spLocks noChangeShapeType="1"/>
              </p:cNvSpPr>
              <p:nvPr/>
            </p:nvSpPr>
            <p:spPr bwMode="auto">
              <a:xfrm flipH="1">
                <a:off x="3010215" y="3180880"/>
                <a:ext cx="109728" cy="914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9" name="Freeform 79">
                <a:extLst>
                  <a:ext uri="{FF2B5EF4-FFF2-40B4-BE49-F238E27FC236}">
                    <a16:creationId xmlns:a16="http://schemas.microsoft.com/office/drawing/2014/main" id="{AC902849-6164-48C1-29F8-411373D99D64}"/>
                  </a:ext>
                </a:extLst>
              </p:cNvPr>
              <p:cNvSpPr>
                <a:spLocks/>
              </p:cNvSpPr>
              <p:nvPr/>
            </p:nvSpPr>
            <p:spPr bwMode="auto">
              <a:xfrm>
                <a:off x="2858949" y="3272102"/>
                <a:ext cx="165876" cy="107836"/>
              </a:xfrm>
              <a:custGeom>
                <a:avLst/>
                <a:gdLst>
                  <a:gd name="T0" fmla="*/ 2147483646 w 182"/>
                  <a:gd name="T1" fmla="*/ 2147483646 h 136"/>
                  <a:gd name="T2" fmla="*/ 2147483646 w 182"/>
                  <a:gd name="T3" fmla="*/ 2147483646 h 136"/>
                  <a:gd name="T4" fmla="*/ 2147483646 w 182"/>
                  <a:gd name="T5" fmla="*/ 2147483646 h 136"/>
                  <a:gd name="T6" fmla="*/ 2147483646 w 182"/>
                  <a:gd name="T7" fmla="*/ 0 h 136"/>
                  <a:gd name="T8" fmla="*/ 0 60000 65536"/>
                  <a:gd name="T9" fmla="*/ 0 60000 65536"/>
                  <a:gd name="T10" fmla="*/ 0 60000 65536"/>
                  <a:gd name="T11" fmla="*/ 0 60000 65536"/>
                  <a:gd name="T12" fmla="*/ 0 w 182"/>
                  <a:gd name="T13" fmla="*/ 0 h 136"/>
                  <a:gd name="T14" fmla="*/ 182 w 182"/>
                  <a:gd name="T15" fmla="*/ 136 h 136"/>
                </a:gdLst>
                <a:ahLst/>
                <a:cxnLst>
                  <a:cxn ang="T8">
                    <a:pos x="T0" y="T1"/>
                  </a:cxn>
                  <a:cxn ang="T9">
                    <a:pos x="T2" y="T3"/>
                  </a:cxn>
                  <a:cxn ang="T10">
                    <a:pos x="T4" y="T5"/>
                  </a:cxn>
                  <a:cxn ang="T11">
                    <a:pos x="T6" y="T7"/>
                  </a:cxn>
                </a:cxnLst>
                <a:rect l="T12" t="T13" r="T14" b="T15"/>
                <a:pathLst>
                  <a:path w="182" h="136">
                    <a:moveTo>
                      <a:pt x="23" y="136"/>
                    </a:moveTo>
                    <a:cubicBezTo>
                      <a:pt x="11" y="94"/>
                      <a:pt x="0" y="53"/>
                      <a:pt x="23" y="45"/>
                    </a:cubicBezTo>
                    <a:cubicBezTo>
                      <a:pt x="46" y="37"/>
                      <a:pt x="136" y="97"/>
                      <a:pt x="159" y="90"/>
                    </a:cubicBezTo>
                    <a:cubicBezTo>
                      <a:pt x="182" y="83"/>
                      <a:pt x="159" y="15"/>
                      <a:pt x="159" y="0"/>
                    </a:cubicBezTo>
                  </a:path>
                </a:pathLst>
              </a:custGeom>
              <a:solidFill>
                <a:schemeClr val="bg1"/>
              </a:solidFill>
              <a:ln w="12700">
                <a:solidFill>
                  <a:schemeClr val="tx1"/>
                </a:solidFill>
                <a:round/>
                <a:headEnd/>
                <a:tailEnd/>
              </a:ln>
            </p:spPr>
            <p:txBody>
              <a:bodyPr/>
              <a:lstStyle/>
              <a:p>
                <a:endParaRPr lang="en-US"/>
              </a:p>
            </p:txBody>
          </p:sp>
          <p:sp>
            <p:nvSpPr>
              <p:cNvPr id="18490" name="Line 43">
                <a:extLst>
                  <a:ext uri="{FF2B5EF4-FFF2-40B4-BE49-F238E27FC236}">
                    <a16:creationId xmlns:a16="http://schemas.microsoft.com/office/drawing/2014/main" id="{30E50BEA-0F7C-0826-9CA0-2F3A1E8DC5AD}"/>
                  </a:ext>
                </a:extLst>
              </p:cNvPr>
              <p:cNvSpPr>
                <a:spLocks noChangeShapeType="1"/>
              </p:cNvSpPr>
              <p:nvPr/>
            </p:nvSpPr>
            <p:spPr bwMode="auto">
              <a:xfrm flipV="1">
                <a:off x="3275910" y="2919350"/>
                <a:ext cx="164965" cy="143517"/>
              </a:xfrm>
              <a:prstGeom prst="line">
                <a:avLst/>
              </a:prstGeom>
              <a:noFill/>
              <a:ln w="127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grpSp>
        <p:sp>
          <p:nvSpPr>
            <p:cNvPr id="18466" name="Line 5">
              <a:extLst>
                <a:ext uri="{FF2B5EF4-FFF2-40B4-BE49-F238E27FC236}">
                  <a16:creationId xmlns:a16="http://schemas.microsoft.com/office/drawing/2014/main" id="{45537C96-43AF-6478-F86B-02B8A600D530}"/>
                </a:ext>
              </a:extLst>
            </p:cNvPr>
            <p:cNvSpPr>
              <a:spLocks noChangeShapeType="1"/>
            </p:cNvSpPr>
            <p:nvPr/>
          </p:nvSpPr>
          <p:spPr bwMode="auto">
            <a:xfrm>
              <a:off x="1138050" y="4419600"/>
              <a:ext cx="5032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7" name="Rectangle 8">
              <a:extLst>
                <a:ext uri="{FF2B5EF4-FFF2-40B4-BE49-F238E27FC236}">
                  <a16:creationId xmlns:a16="http://schemas.microsoft.com/office/drawing/2014/main" id="{29C2EADE-09F4-207B-534B-84BB4C38EC97}"/>
                </a:ext>
              </a:extLst>
            </p:cNvPr>
            <p:cNvSpPr>
              <a:spLocks noChangeArrowheads="1"/>
            </p:cNvSpPr>
            <p:nvPr/>
          </p:nvSpPr>
          <p:spPr bwMode="auto">
            <a:xfrm>
              <a:off x="1641287" y="4289425"/>
              <a:ext cx="714759" cy="25876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u="none"/>
            </a:p>
          </p:txBody>
        </p:sp>
        <p:sp>
          <p:nvSpPr>
            <p:cNvPr id="18468" name="Line 9">
              <a:extLst>
                <a:ext uri="{FF2B5EF4-FFF2-40B4-BE49-F238E27FC236}">
                  <a16:creationId xmlns:a16="http://schemas.microsoft.com/office/drawing/2014/main" id="{07E4DC12-4C25-08B3-6603-78627B5E71A9}"/>
                </a:ext>
              </a:extLst>
            </p:cNvPr>
            <p:cNvSpPr>
              <a:spLocks noChangeShapeType="1"/>
            </p:cNvSpPr>
            <p:nvPr/>
          </p:nvSpPr>
          <p:spPr bwMode="auto">
            <a:xfrm>
              <a:off x="2358995" y="4419600"/>
              <a:ext cx="553937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9" name="AutoShape 15">
              <a:extLst>
                <a:ext uri="{FF2B5EF4-FFF2-40B4-BE49-F238E27FC236}">
                  <a16:creationId xmlns:a16="http://schemas.microsoft.com/office/drawing/2014/main" id="{CC6999EF-1974-3D3E-A999-CE32C6F365C2}"/>
                </a:ext>
              </a:extLst>
            </p:cNvPr>
            <p:cNvSpPr>
              <a:spLocks noChangeArrowheads="1"/>
            </p:cNvSpPr>
            <p:nvPr/>
          </p:nvSpPr>
          <p:spPr bwMode="auto">
            <a:xfrm>
              <a:off x="7593470" y="1608710"/>
              <a:ext cx="182880" cy="91440"/>
            </a:xfrm>
            <a:prstGeom prst="triangle">
              <a:avLst>
                <a:gd name="adj" fmla="val 50000"/>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nvGrpSpPr>
            <p:cNvPr id="18470" name="Group 89">
              <a:extLst>
                <a:ext uri="{FF2B5EF4-FFF2-40B4-BE49-F238E27FC236}">
                  <a16:creationId xmlns:a16="http://schemas.microsoft.com/office/drawing/2014/main" id="{46517DBB-3474-026F-654F-239A58C02E4A}"/>
                </a:ext>
              </a:extLst>
            </p:cNvPr>
            <p:cNvGrpSpPr>
              <a:grpSpLocks/>
            </p:cNvGrpSpPr>
            <p:nvPr/>
          </p:nvGrpSpPr>
          <p:grpSpPr bwMode="auto">
            <a:xfrm>
              <a:off x="7073725" y="3833750"/>
              <a:ext cx="597725" cy="572390"/>
              <a:chOff x="2743200" y="2919350"/>
              <a:chExt cx="697675" cy="572390"/>
            </a:xfrm>
          </p:grpSpPr>
          <p:sp>
            <p:nvSpPr>
              <p:cNvPr id="18479" name="Line 35">
                <a:extLst>
                  <a:ext uri="{FF2B5EF4-FFF2-40B4-BE49-F238E27FC236}">
                    <a16:creationId xmlns:a16="http://schemas.microsoft.com/office/drawing/2014/main" id="{319F7D12-EE80-BBCD-56A1-5453FDEC7384}"/>
                  </a:ext>
                </a:extLst>
              </p:cNvPr>
              <p:cNvSpPr>
                <a:spLocks noChangeShapeType="1"/>
              </p:cNvSpPr>
              <p:nvPr/>
            </p:nvSpPr>
            <p:spPr bwMode="auto">
              <a:xfrm flipV="1">
                <a:off x="2743200" y="3382318"/>
                <a:ext cx="142179" cy="109422"/>
              </a:xfrm>
              <a:prstGeom prst="line">
                <a:avLst/>
              </a:prstGeom>
              <a:noFill/>
              <a:ln w="127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8480" name="AutoShape 29">
                <a:extLst>
                  <a:ext uri="{FF2B5EF4-FFF2-40B4-BE49-F238E27FC236}">
                    <a16:creationId xmlns:a16="http://schemas.microsoft.com/office/drawing/2014/main" id="{9476FB28-6299-4988-B301-73BDC669D01C}"/>
                  </a:ext>
                </a:extLst>
              </p:cNvPr>
              <p:cNvSpPr>
                <a:spLocks noChangeArrowheads="1"/>
              </p:cNvSpPr>
              <p:nvPr/>
            </p:nvSpPr>
            <p:spPr bwMode="auto">
              <a:xfrm rot="2684524">
                <a:off x="3066345" y="3030408"/>
                <a:ext cx="274320" cy="182880"/>
              </a:xfrm>
              <a:prstGeom prst="triangle">
                <a:avLst>
                  <a:gd name="adj" fmla="val 50000"/>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u="none"/>
              </a:p>
            </p:txBody>
          </p:sp>
          <p:sp>
            <p:nvSpPr>
              <p:cNvPr id="18481" name="Line 30">
                <a:extLst>
                  <a:ext uri="{FF2B5EF4-FFF2-40B4-BE49-F238E27FC236}">
                    <a16:creationId xmlns:a16="http://schemas.microsoft.com/office/drawing/2014/main" id="{E330AF59-DA46-1AC9-3E7A-96235C426951}"/>
                  </a:ext>
                </a:extLst>
              </p:cNvPr>
              <p:cNvSpPr>
                <a:spLocks noChangeShapeType="1"/>
              </p:cNvSpPr>
              <p:nvPr/>
            </p:nvSpPr>
            <p:spPr bwMode="auto">
              <a:xfrm>
                <a:off x="3179290" y="2974136"/>
                <a:ext cx="177284" cy="1828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2" name="Line 41">
                <a:extLst>
                  <a:ext uri="{FF2B5EF4-FFF2-40B4-BE49-F238E27FC236}">
                    <a16:creationId xmlns:a16="http://schemas.microsoft.com/office/drawing/2014/main" id="{EC200CB9-668A-E148-285E-7B0BD9759A2C}"/>
                  </a:ext>
                </a:extLst>
              </p:cNvPr>
              <p:cNvSpPr>
                <a:spLocks noChangeShapeType="1"/>
              </p:cNvSpPr>
              <p:nvPr/>
            </p:nvSpPr>
            <p:spPr bwMode="auto">
              <a:xfrm flipH="1">
                <a:off x="3010215" y="3180880"/>
                <a:ext cx="109728" cy="914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3" name="Freeform 94">
                <a:extLst>
                  <a:ext uri="{FF2B5EF4-FFF2-40B4-BE49-F238E27FC236}">
                    <a16:creationId xmlns:a16="http://schemas.microsoft.com/office/drawing/2014/main" id="{0125A42F-8F63-65F9-D116-E9DCFC777066}"/>
                  </a:ext>
                </a:extLst>
              </p:cNvPr>
              <p:cNvSpPr>
                <a:spLocks/>
              </p:cNvSpPr>
              <p:nvPr/>
            </p:nvSpPr>
            <p:spPr bwMode="auto">
              <a:xfrm>
                <a:off x="2858949" y="3272102"/>
                <a:ext cx="165876" cy="107836"/>
              </a:xfrm>
              <a:custGeom>
                <a:avLst/>
                <a:gdLst>
                  <a:gd name="T0" fmla="*/ 2147483646 w 182"/>
                  <a:gd name="T1" fmla="*/ 2147483646 h 136"/>
                  <a:gd name="T2" fmla="*/ 2147483646 w 182"/>
                  <a:gd name="T3" fmla="*/ 2147483646 h 136"/>
                  <a:gd name="T4" fmla="*/ 2147483646 w 182"/>
                  <a:gd name="T5" fmla="*/ 2147483646 h 136"/>
                  <a:gd name="T6" fmla="*/ 2147483646 w 182"/>
                  <a:gd name="T7" fmla="*/ 0 h 136"/>
                  <a:gd name="T8" fmla="*/ 0 60000 65536"/>
                  <a:gd name="T9" fmla="*/ 0 60000 65536"/>
                  <a:gd name="T10" fmla="*/ 0 60000 65536"/>
                  <a:gd name="T11" fmla="*/ 0 60000 65536"/>
                  <a:gd name="T12" fmla="*/ 0 w 182"/>
                  <a:gd name="T13" fmla="*/ 0 h 136"/>
                  <a:gd name="T14" fmla="*/ 182 w 182"/>
                  <a:gd name="T15" fmla="*/ 136 h 136"/>
                </a:gdLst>
                <a:ahLst/>
                <a:cxnLst>
                  <a:cxn ang="T8">
                    <a:pos x="T0" y="T1"/>
                  </a:cxn>
                  <a:cxn ang="T9">
                    <a:pos x="T2" y="T3"/>
                  </a:cxn>
                  <a:cxn ang="T10">
                    <a:pos x="T4" y="T5"/>
                  </a:cxn>
                  <a:cxn ang="T11">
                    <a:pos x="T6" y="T7"/>
                  </a:cxn>
                </a:cxnLst>
                <a:rect l="T12" t="T13" r="T14" b="T15"/>
                <a:pathLst>
                  <a:path w="182" h="136">
                    <a:moveTo>
                      <a:pt x="23" y="136"/>
                    </a:moveTo>
                    <a:cubicBezTo>
                      <a:pt x="11" y="94"/>
                      <a:pt x="0" y="53"/>
                      <a:pt x="23" y="45"/>
                    </a:cubicBezTo>
                    <a:cubicBezTo>
                      <a:pt x="46" y="37"/>
                      <a:pt x="136" y="97"/>
                      <a:pt x="159" y="90"/>
                    </a:cubicBezTo>
                    <a:cubicBezTo>
                      <a:pt x="182" y="83"/>
                      <a:pt x="159" y="15"/>
                      <a:pt x="159" y="0"/>
                    </a:cubicBezTo>
                  </a:path>
                </a:pathLst>
              </a:custGeom>
              <a:solidFill>
                <a:schemeClr val="bg1"/>
              </a:solidFill>
              <a:ln w="12700">
                <a:solidFill>
                  <a:schemeClr val="tx1"/>
                </a:solidFill>
                <a:round/>
                <a:headEnd/>
                <a:tailEnd/>
              </a:ln>
            </p:spPr>
            <p:txBody>
              <a:bodyPr/>
              <a:lstStyle/>
              <a:p>
                <a:endParaRPr lang="en-US"/>
              </a:p>
            </p:txBody>
          </p:sp>
          <p:sp>
            <p:nvSpPr>
              <p:cNvPr id="18484" name="Line 43">
                <a:extLst>
                  <a:ext uri="{FF2B5EF4-FFF2-40B4-BE49-F238E27FC236}">
                    <a16:creationId xmlns:a16="http://schemas.microsoft.com/office/drawing/2014/main" id="{294964D6-D161-CD23-CE35-0E643778A469}"/>
                  </a:ext>
                </a:extLst>
              </p:cNvPr>
              <p:cNvSpPr>
                <a:spLocks noChangeShapeType="1"/>
              </p:cNvSpPr>
              <p:nvPr/>
            </p:nvSpPr>
            <p:spPr bwMode="auto">
              <a:xfrm flipV="1">
                <a:off x="3275910" y="2919350"/>
                <a:ext cx="164965" cy="143517"/>
              </a:xfrm>
              <a:prstGeom prst="line">
                <a:avLst/>
              </a:prstGeom>
              <a:noFill/>
              <a:ln w="127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grpSp>
        <p:sp>
          <p:nvSpPr>
            <p:cNvPr id="18471" name="Line 11">
              <a:extLst>
                <a:ext uri="{FF2B5EF4-FFF2-40B4-BE49-F238E27FC236}">
                  <a16:creationId xmlns:a16="http://schemas.microsoft.com/office/drawing/2014/main" id="{4A75C841-30B4-D9E9-E716-9B9C7B6F0019}"/>
                </a:ext>
              </a:extLst>
            </p:cNvPr>
            <p:cNvSpPr>
              <a:spLocks noChangeShapeType="1"/>
            </p:cNvSpPr>
            <p:nvPr/>
          </p:nvSpPr>
          <p:spPr bwMode="auto">
            <a:xfrm>
              <a:off x="6270622" y="2543300"/>
              <a:ext cx="0" cy="3154680"/>
            </a:xfrm>
            <a:prstGeom prst="line">
              <a:avLst/>
            </a:prstGeom>
            <a:noFill/>
            <a:ln w="25400">
              <a:solidFill>
                <a:srgbClr val="0066FF"/>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99" name="Straight Connector 98">
              <a:extLst>
                <a:ext uri="{FF2B5EF4-FFF2-40B4-BE49-F238E27FC236}">
                  <a16:creationId xmlns:a16="http://schemas.microsoft.com/office/drawing/2014/main" id="{C1B06758-05ED-4573-9190-CEDD77CC826D}"/>
                </a:ext>
              </a:extLst>
            </p:cNvPr>
            <p:cNvCxnSpPr/>
            <p:nvPr/>
          </p:nvCxnSpPr>
          <p:spPr>
            <a:xfrm>
              <a:off x="5893276" y="1997994"/>
              <a:ext cx="380483" cy="1815"/>
            </a:xfrm>
            <a:prstGeom prst="line">
              <a:avLst/>
            </a:prstGeom>
            <a:ln w="19050">
              <a:headEnd type="ova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3C64C128-6E5E-40EC-8C88-5697DACE39D1}"/>
                </a:ext>
              </a:extLst>
            </p:cNvPr>
            <p:cNvCxnSpPr/>
            <p:nvPr/>
          </p:nvCxnSpPr>
          <p:spPr>
            <a:xfrm rot="5400000">
              <a:off x="6147313" y="2111488"/>
              <a:ext cx="228606" cy="162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8474" name="Group 14">
              <a:extLst>
                <a:ext uri="{FF2B5EF4-FFF2-40B4-BE49-F238E27FC236}">
                  <a16:creationId xmlns:a16="http://schemas.microsoft.com/office/drawing/2014/main" id="{E304A0E5-77A9-F6FB-52DF-CBDBDE698BEE}"/>
                </a:ext>
              </a:extLst>
            </p:cNvPr>
            <p:cNvGrpSpPr>
              <a:grpSpLocks/>
            </p:cNvGrpSpPr>
            <p:nvPr/>
          </p:nvGrpSpPr>
          <p:grpSpPr bwMode="auto">
            <a:xfrm rot="5400000">
              <a:off x="6117446" y="2245754"/>
              <a:ext cx="312578" cy="274320"/>
              <a:chOff x="894" y="2432"/>
              <a:chExt cx="384" cy="326"/>
            </a:xfrm>
          </p:grpSpPr>
          <p:sp>
            <p:nvSpPr>
              <p:cNvPr id="18477" name="AutoShape 15">
                <a:extLst>
                  <a:ext uri="{FF2B5EF4-FFF2-40B4-BE49-F238E27FC236}">
                    <a16:creationId xmlns:a16="http://schemas.microsoft.com/office/drawing/2014/main" id="{051FF0EA-F271-925F-FCFC-F372387BBB2D}"/>
                  </a:ext>
                </a:extLst>
              </p:cNvPr>
              <p:cNvSpPr>
                <a:spLocks noChangeArrowheads="1"/>
              </p:cNvSpPr>
              <p:nvPr/>
            </p:nvSpPr>
            <p:spPr bwMode="auto">
              <a:xfrm rot="5400000">
                <a:off x="860" y="2466"/>
                <a:ext cx="326" cy="258"/>
              </a:xfrm>
              <a:prstGeom prst="triangle">
                <a:avLst>
                  <a:gd name="adj" fmla="val 50000"/>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8478" name="Oval 16">
                <a:extLst>
                  <a:ext uri="{FF2B5EF4-FFF2-40B4-BE49-F238E27FC236}">
                    <a16:creationId xmlns:a16="http://schemas.microsoft.com/office/drawing/2014/main" id="{6F71F0EF-A483-63A3-C6AE-6C243F981123}"/>
                  </a:ext>
                </a:extLst>
              </p:cNvPr>
              <p:cNvSpPr>
                <a:spLocks noChangeArrowheads="1"/>
              </p:cNvSpPr>
              <p:nvPr/>
            </p:nvSpPr>
            <p:spPr bwMode="auto">
              <a:xfrm>
                <a:off x="1154" y="2544"/>
                <a:ext cx="124" cy="12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sp>
          <p:nvSpPr>
            <p:cNvPr id="18475" name="Text Box 25">
              <a:extLst>
                <a:ext uri="{FF2B5EF4-FFF2-40B4-BE49-F238E27FC236}">
                  <a16:creationId xmlns:a16="http://schemas.microsoft.com/office/drawing/2014/main" id="{B070A969-8666-46C3-B3C1-F5FC556B2DFE}"/>
                </a:ext>
              </a:extLst>
            </p:cNvPr>
            <p:cNvSpPr txBox="1">
              <a:spLocks noChangeArrowheads="1"/>
            </p:cNvSpPr>
            <p:nvPr/>
          </p:nvSpPr>
          <p:spPr bwMode="auto">
            <a:xfrm>
              <a:off x="6416625" y="3136075"/>
              <a:ext cx="1295400" cy="457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u="none"/>
                <a:t>A·</a:t>
              </a:r>
              <a:r>
                <a:rPr lang="en-US" altLang="en-US" sz="2000" u="none">
                  <a:sym typeface="Symbol" panose="05050102010706020507" pitchFamily="18" charset="2"/>
                </a:rPr>
                <a:t>B </a:t>
              </a:r>
              <a:endParaRPr lang="ru-RU" altLang="en-US" sz="2000" u="none"/>
            </a:p>
          </p:txBody>
        </p:sp>
        <p:sp>
          <p:nvSpPr>
            <p:cNvPr id="18476" name="Text Box 25">
              <a:extLst>
                <a:ext uri="{FF2B5EF4-FFF2-40B4-BE49-F238E27FC236}">
                  <a16:creationId xmlns:a16="http://schemas.microsoft.com/office/drawing/2014/main" id="{676E0624-2E75-51BB-9FAE-D1E66C9A9C41}"/>
                </a:ext>
              </a:extLst>
            </p:cNvPr>
            <p:cNvSpPr txBox="1">
              <a:spLocks noChangeArrowheads="1"/>
            </p:cNvSpPr>
            <p:nvPr/>
          </p:nvSpPr>
          <p:spPr bwMode="auto">
            <a:xfrm>
              <a:off x="6573975" y="4038600"/>
              <a:ext cx="762000" cy="457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u="none"/>
                <a:t>C</a:t>
              </a:r>
              <a:r>
                <a:rPr lang="en-US" altLang="en-US" sz="2000" u="none">
                  <a:sym typeface="Symbol" panose="05050102010706020507" pitchFamily="18" charset="2"/>
                </a:rPr>
                <a:t> </a:t>
              </a:r>
              <a:endParaRPr lang="ru-RU" altLang="en-US" sz="2000" u="none"/>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a:extLst>
              <a:ext uri="{FF2B5EF4-FFF2-40B4-BE49-F238E27FC236}">
                <a16:creationId xmlns:a16="http://schemas.microsoft.com/office/drawing/2014/main" id="{904F0CB5-0B18-4CE6-B4D9-450A40869AC1}"/>
              </a:ext>
            </a:extLst>
          </p:cNvPr>
          <p:cNvSpPr>
            <a:spLocks noGrp="1" noChangeArrowheads="1"/>
          </p:cNvSpPr>
          <p:nvPr>
            <p:ph type="title"/>
          </p:nvPr>
        </p:nvSpPr>
        <p:spPr>
          <a:xfrm>
            <a:off x="0" y="183401"/>
            <a:ext cx="11612880" cy="704088"/>
          </a:xfrm>
        </p:spPr>
        <p:txBody>
          <a:bodyPr>
            <a:normAutofit/>
          </a:bodyPr>
          <a:lstStyle/>
          <a:p>
            <a:r>
              <a:rPr lang="en-US" dirty="0"/>
              <a:t>PLA Programmed with a Set of Four Logic Functions </a:t>
            </a:r>
            <a:endParaRPr lang="ru-RU" dirty="0"/>
          </a:p>
        </p:txBody>
      </p:sp>
      <p:sp>
        <p:nvSpPr>
          <p:cNvPr id="19459" name="Text Box 348">
            <a:extLst>
              <a:ext uri="{FF2B5EF4-FFF2-40B4-BE49-F238E27FC236}">
                <a16:creationId xmlns:a16="http://schemas.microsoft.com/office/drawing/2014/main" id="{A1F8F200-B4AD-BD32-9414-2072E8D20425}"/>
              </a:ext>
            </a:extLst>
          </p:cNvPr>
          <p:cNvSpPr txBox="1">
            <a:spLocks noChangeArrowheads="1"/>
          </p:cNvSpPr>
          <p:nvPr/>
        </p:nvSpPr>
        <p:spPr bwMode="auto">
          <a:xfrm>
            <a:off x="2344738" y="4506913"/>
            <a:ext cx="4443412"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w=a</a:t>
            </a:r>
            <a:r>
              <a:rPr lang="en-US" altLang="en-US" sz="2000" b="0" u="none">
                <a:sym typeface="Symbol" panose="05050102010706020507" pitchFamily="18" charset="2"/>
              </a:rPr>
              <a:t>~b + ~ac;	x=a + c;</a:t>
            </a:r>
          </a:p>
          <a:p>
            <a:pPr eaLnBrk="1" hangingPunct="1">
              <a:spcBef>
                <a:spcPct val="50000"/>
              </a:spcBef>
            </a:pPr>
            <a:r>
              <a:rPr lang="en-US" altLang="en-US" sz="2000" b="0" u="none">
                <a:sym typeface="Symbol" panose="05050102010706020507" pitchFamily="18" charset="2"/>
              </a:rPr>
              <a:t>y=a~b + ~bc;  z=~a~b + c 		</a:t>
            </a:r>
          </a:p>
        </p:txBody>
      </p:sp>
      <p:grpSp>
        <p:nvGrpSpPr>
          <p:cNvPr id="19460" name="Group 83">
            <a:extLst>
              <a:ext uri="{FF2B5EF4-FFF2-40B4-BE49-F238E27FC236}">
                <a16:creationId xmlns:a16="http://schemas.microsoft.com/office/drawing/2014/main" id="{C005DCD0-74C3-1CDF-6152-4F9416F06F1A}"/>
              </a:ext>
            </a:extLst>
          </p:cNvPr>
          <p:cNvGrpSpPr>
            <a:grpSpLocks/>
          </p:cNvGrpSpPr>
          <p:nvPr/>
        </p:nvGrpSpPr>
        <p:grpSpPr bwMode="auto">
          <a:xfrm>
            <a:off x="2970213" y="1295401"/>
            <a:ext cx="6100762" cy="4105275"/>
            <a:chOff x="825" y="744"/>
            <a:chExt cx="4493" cy="3192"/>
          </a:xfrm>
        </p:grpSpPr>
        <p:sp>
          <p:nvSpPr>
            <p:cNvPr id="19461" name="Text Box 50">
              <a:extLst>
                <a:ext uri="{FF2B5EF4-FFF2-40B4-BE49-F238E27FC236}">
                  <a16:creationId xmlns:a16="http://schemas.microsoft.com/office/drawing/2014/main" id="{2F587153-2D00-6470-BBA3-3446A9C61705}"/>
                </a:ext>
              </a:extLst>
            </p:cNvPr>
            <p:cNvSpPr txBox="1">
              <a:spLocks noChangeArrowheads="1"/>
            </p:cNvSpPr>
            <p:nvPr/>
          </p:nvSpPr>
          <p:spPr bwMode="auto">
            <a:xfrm>
              <a:off x="3590" y="3574"/>
              <a:ext cx="405"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2000" b="0" u="none"/>
                <a:t>w</a:t>
              </a:r>
              <a:endParaRPr lang="en-US" altLang="en-US" sz="2000" b="0" u="none" baseline="-25000"/>
            </a:p>
          </p:txBody>
        </p:sp>
        <p:sp>
          <p:nvSpPr>
            <p:cNvPr id="19462" name="Text Box 50">
              <a:extLst>
                <a:ext uri="{FF2B5EF4-FFF2-40B4-BE49-F238E27FC236}">
                  <a16:creationId xmlns:a16="http://schemas.microsoft.com/office/drawing/2014/main" id="{8A322DE2-472C-3012-8561-4FA6BF854E26}"/>
                </a:ext>
              </a:extLst>
            </p:cNvPr>
            <p:cNvSpPr txBox="1">
              <a:spLocks noChangeArrowheads="1"/>
            </p:cNvSpPr>
            <p:nvPr/>
          </p:nvSpPr>
          <p:spPr bwMode="auto">
            <a:xfrm>
              <a:off x="1095" y="744"/>
              <a:ext cx="405"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1600" b="0" u="none"/>
                <a:t>a</a:t>
              </a:r>
              <a:endParaRPr lang="en-US" altLang="en-US" sz="1600" b="0" u="none" baseline="-25000"/>
            </a:p>
          </p:txBody>
        </p:sp>
        <p:sp>
          <p:nvSpPr>
            <p:cNvPr id="19463" name="Text Box 50">
              <a:extLst>
                <a:ext uri="{FF2B5EF4-FFF2-40B4-BE49-F238E27FC236}">
                  <a16:creationId xmlns:a16="http://schemas.microsoft.com/office/drawing/2014/main" id="{1EC6E3ED-56E4-4B0F-8A88-4D90544B16C5}"/>
                </a:ext>
              </a:extLst>
            </p:cNvPr>
            <p:cNvSpPr txBox="1">
              <a:spLocks noChangeArrowheads="1"/>
            </p:cNvSpPr>
            <p:nvPr/>
          </p:nvSpPr>
          <p:spPr bwMode="auto">
            <a:xfrm>
              <a:off x="4064" y="3583"/>
              <a:ext cx="405"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2000" b="0" u="none"/>
                <a:t>x</a:t>
              </a:r>
              <a:endParaRPr lang="en-US" altLang="en-US" sz="2000" b="0" u="none" baseline="-25000"/>
            </a:p>
          </p:txBody>
        </p:sp>
        <p:sp>
          <p:nvSpPr>
            <p:cNvPr id="19464" name="Text Box 50">
              <a:extLst>
                <a:ext uri="{FF2B5EF4-FFF2-40B4-BE49-F238E27FC236}">
                  <a16:creationId xmlns:a16="http://schemas.microsoft.com/office/drawing/2014/main" id="{204D0B97-C99A-2507-AD99-1150563D3FF0}"/>
                </a:ext>
              </a:extLst>
            </p:cNvPr>
            <p:cNvSpPr txBox="1">
              <a:spLocks noChangeArrowheads="1"/>
            </p:cNvSpPr>
            <p:nvPr/>
          </p:nvSpPr>
          <p:spPr bwMode="auto">
            <a:xfrm>
              <a:off x="4466" y="3575"/>
              <a:ext cx="405"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2000" b="0" u="none"/>
                <a:t>y</a:t>
              </a:r>
              <a:endParaRPr lang="en-US" altLang="en-US" sz="2000" b="0" u="none" baseline="-25000"/>
            </a:p>
          </p:txBody>
        </p:sp>
        <p:sp>
          <p:nvSpPr>
            <p:cNvPr id="19465" name="Text Box 50">
              <a:extLst>
                <a:ext uri="{FF2B5EF4-FFF2-40B4-BE49-F238E27FC236}">
                  <a16:creationId xmlns:a16="http://schemas.microsoft.com/office/drawing/2014/main" id="{80E1B222-CEB3-AA8B-D036-AAC0FF0586C7}"/>
                </a:ext>
              </a:extLst>
            </p:cNvPr>
            <p:cNvSpPr txBox="1">
              <a:spLocks noChangeArrowheads="1"/>
            </p:cNvSpPr>
            <p:nvPr/>
          </p:nvSpPr>
          <p:spPr bwMode="auto">
            <a:xfrm>
              <a:off x="4913" y="3584"/>
              <a:ext cx="405"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2000" b="0" u="none"/>
                <a:t>z</a:t>
              </a:r>
              <a:endParaRPr lang="en-US" altLang="en-US" sz="2000" b="0" u="none" baseline="-25000"/>
            </a:p>
          </p:txBody>
        </p:sp>
        <p:sp>
          <p:nvSpPr>
            <p:cNvPr id="19466" name="Line 13">
              <a:extLst>
                <a:ext uri="{FF2B5EF4-FFF2-40B4-BE49-F238E27FC236}">
                  <a16:creationId xmlns:a16="http://schemas.microsoft.com/office/drawing/2014/main" id="{D0B3C5BF-3027-DE2D-BA99-C5A0309FAC53}"/>
                </a:ext>
              </a:extLst>
            </p:cNvPr>
            <p:cNvSpPr>
              <a:spLocks noChangeShapeType="1"/>
            </p:cNvSpPr>
            <p:nvPr/>
          </p:nvSpPr>
          <p:spPr bwMode="auto">
            <a:xfrm>
              <a:off x="1088" y="1335"/>
              <a:ext cx="0" cy="189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7" name="Line 14">
              <a:extLst>
                <a:ext uri="{FF2B5EF4-FFF2-40B4-BE49-F238E27FC236}">
                  <a16:creationId xmlns:a16="http://schemas.microsoft.com/office/drawing/2014/main" id="{16807C29-232C-DB99-8C00-D01CE541C05B}"/>
                </a:ext>
              </a:extLst>
            </p:cNvPr>
            <p:cNvSpPr>
              <a:spLocks noChangeShapeType="1"/>
            </p:cNvSpPr>
            <p:nvPr/>
          </p:nvSpPr>
          <p:spPr bwMode="auto">
            <a:xfrm>
              <a:off x="1302" y="1255"/>
              <a:ext cx="0" cy="19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8" name="Line 15">
              <a:extLst>
                <a:ext uri="{FF2B5EF4-FFF2-40B4-BE49-F238E27FC236}">
                  <a16:creationId xmlns:a16="http://schemas.microsoft.com/office/drawing/2014/main" id="{A8EE262D-BD46-F809-D320-39147A103052}"/>
                </a:ext>
              </a:extLst>
            </p:cNvPr>
            <p:cNvSpPr>
              <a:spLocks noChangeShapeType="1"/>
            </p:cNvSpPr>
            <p:nvPr/>
          </p:nvSpPr>
          <p:spPr bwMode="auto">
            <a:xfrm>
              <a:off x="1210" y="986"/>
              <a:ext cx="0" cy="23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69" name="AutoShape 110">
              <a:extLst>
                <a:ext uri="{FF2B5EF4-FFF2-40B4-BE49-F238E27FC236}">
                  <a16:creationId xmlns:a16="http://schemas.microsoft.com/office/drawing/2014/main" id="{16322818-F169-6664-D1C5-6DE5A088AE06}"/>
                </a:ext>
              </a:extLst>
            </p:cNvPr>
            <p:cNvSpPr>
              <a:spLocks noChangeArrowheads="1"/>
            </p:cNvSpPr>
            <p:nvPr/>
          </p:nvSpPr>
          <p:spPr bwMode="auto">
            <a:xfrm rot="-10780412">
              <a:off x="1055" y="1166"/>
              <a:ext cx="288" cy="227"/>
            </a:xfrm>
            <a:prstGeom prst="triangle">
              <a:avLst>
                <a:gd name="adj" fmla="val 50000"/>
              </a:avLst>
            </a:prstGeom>
            <a:solidFill>
              <a:srgbClr val="C0C0C0"/>
            </a:solidFill>
            <a:ln w="25400">
              <a:solidFill>
                <a:srgbClr val="000000"/>
              </a:solidFill>
              <a:miter lim="800000"/>
              <a:headEnd/>
              <a:tailEnd/>
            </a:ln>
          </p:spPr>
          <p:txBody>
            <a:bodyPr rot="10800000"/>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470" name="Oval 19">
              <a:extLst>
                <a:ext uri="{FF2B5EF4-FFF2-40B4-BE49-F238E27FC236}">
                  <a16:creationId xmlns:a16="http://schemas.microsoft.com/office/drawing/2014/main" id="{1507FC55-AEF2-9DCA-8DC8-E1E3FF08D36C}"/>
                </a:ext>
              </a:extLst>
            </p:cNvPr>
            <p:cNvSpPr>
              <a:spLocks noChangeArrowheads="1"/>
            </p:cNvSpPr>
            <p:nvPr/>
          </p:nvSpPr>
          <p:spPr bwMode="auto">
            <a:xfrm>
              <a:off x="1053" y="1255"/>
              <a:ext cx="77" cy="77"/>
            </a:xfrm>
            <a:prstGeom prst="ellipse">
              <a:avLst/>
            </a:prstGeom>
            <a:solidFill>
              <a:srgbClr val="C0C0C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471" name="Line 13">
              <a:extLst>
                <a:ext uri="{FF2B5EF4-FFF2-40B4-BE49-F238E27FC236}">
                  <a16:creationId xmlns:a16="http://schemas.microsoft.com/office/drawing/2014/main" id="{E38E59C3-81BF-C216-B4B6-68A6AEC9BE43}"/>
                </a:ext>
              </a:extLst>
            </p:cNvPr>
            <p:cNvSpPr>
              <a:spLocks noChangeShapeType="1"/>
            </p:cNvSpPr>
            <p:nvPr/>
          </p:nvSpPr>
          <p:spPr bwMode="auto">
            <a:xfrm>
              <a:off x="1783" y="1344"/>
              <a:ext cx="0" cy="189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2" name="Line 14">
              <a:extLst>
                <a:ext uri="{FF2B5EF4-FFF2-40B4-BE49-F238E27FC236}">
                  <a16:creationId xmlns:a16="http://schemas.microsoft.com/office/drawing/2014/main" id="{DCB4A9AE-C64C-095A-5C41-4B618873531C}"/>
                </a:ext>
              </a:extLst>
            </p:cNvPr>
            <p:cNvSpPr>
              <a:spLocks noChangeShapeType="1"/>
            </p:cNvSpPr>
            <p:nvPr/>
          </p:nvSpPr>
          <p:spPr bwMode="auto">
            <a:xfrm>
              <a:off x="1996" y="1264"/>
              <a:ext cx="0" cy="19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3" name="Line 15">
              <a:extLst>
                <a:ext uri="{FF2B5EF4-FFF2-40B4-BE49-F238E27FC236}">
                  <a16:creationId xmlns:a16="http://schemas.microsoft.com/office/drawing/2014/main" id="{3BB0D985-BD5D-6907-9EFE-731AE8BD0B12}"/>
                </a:ext>
              </a:extLst>
            </p:cNvPr>
            <p:cNvSpPr>
              <a:spLocks noChangeShapeType="1"/>
            </p:cNvSpPr>
            <p:nvPr/>
          </p:nvSpPr>
          <p:spPr bwMode="auto">
            <a:xfrm>
              <a:off x="1904" y="995"/>
              <a:ext cx="0" cy="23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4" name="AutoShape 110">
              <a:extLst>
                <a:ext uri="{FF2B5EF4-FFF2-40B4-BE49-F238E27FC236}">
                  <a16:creationId xmlns:a16="http://schemas.microsoft.com/office/drawing/2014/main" id="{E70BEA8C-B2B2-0E2B-FD50-03346D7A00F2}"/>
                </a:ext>
              </a:extLst>
            </p:cNvPr>
            <p:cNvSpPr>
              <a:spLocks noChangeArrowheads="1"/>
            </p:cNvSpPr>
            <p:nvPr/>
          </p:nvSpPr>
          <p:spPr bwMode="auto">
            <a:xfrm rot="-10780412">
              <a:off x="1749" y="1175"/>
              <a:ext cx="288" cy="227"/>
            </a:xfrm>
            <a:prstGeom prst="triangle">
              <a:avLst>
                <a:gd name="adj" fmla="val 50000"/>
              </a:avLst>
            </a:prstGeom>
            <a:solidFill>
              <a:srgbClr val="C0C0C0"/>
            </a:solidFill>
            <a:ln w="25400">
              <a:solidFill>
                <a:srgbClr val="000000"/>
              </a:solidFill>
              <a:miter lim="800000"/>
              <a:headEnd/>
              <a:tailEnd/>
            </a:ln>
          </p:spPr>
          <p:txBody>
            <a:bodyPr rot="10800000"/>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475" name="Oval 19">
              <a:extLst>
                <a:ext uri="{FF2B5EF4-FFF2-40B4-BE49-F238E27FC236}">
                  <a16:creationId xmlns:a16="http://schemas.microsoft.com/office/drawing/2014/main" id="{1ED65E37-7D7A-1C93-B320-CFC122C19B7D}"/>
                </a:ext>
              </a:extLst>
            </p:cNvPr>
            <p:cNvSpPr>
              <a:spLocks noChangeArrowheads="1"/>
            </p:cNvSpPr>
            <p:nvPr/>
          </p:nvSpPr>
          <p:spPr bwMode="auto">
            <a:xfrm>
              <a:off x="1747" y="1264"/>
              <a:ext cx="77" cy="77"/>
            </a:xfrm>
            <a:prstGeom prst="ellipse">
              <a:avLst/>
            </a:prstGeom>
            <a:solidFill>
              <a:srgbClr val="C0C0C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476" name="Line 13">
              <a:extLst>
                <a:ext uri="{FF2B5EF4-FFF2-40B4-BE49-F238E27FC236}">
                  <a16:creationId xmlns:a16="http://schemas.microsoft.com/office/drawing/2014/main" id="{810C306E-18DC-1708-5794-D498C56ABC3E}"/>
                </a:ext>
              </a:extLst>
            </p:cNvPr>
            <p:cNvSpPr>
              <a:spLocks noChangeShapeType="1"/>
            </p:cNvSpPr>
            <p:nvPr/>
          </p:nvSpPr>
          <p:spPr bwMode="auto">
            <a:xfrm>
              <a:off x="2495" y="1362"/>
              <a:ext cx="0" cy="189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7" name="Line 14">
              <a:extLst>
                <a:ext uri="{FF2B5EF4-FFF2-40B4-BE49-F238E27FC236}">
                  <a16:creationId xmlns:a16="http://schemas.microsoft.com/office/drawing/2014/main" id="{1541F770-4C30-8FFA-88F5-0DF12BFA90CF}"/>
                </a:ext>
              </a:extLst>
            </p:cNvPr>
            <p:cNvSpPr>
              <a:spLocks noChangeShapeType="1"/>
            </p:cNvSpPr>
            <p:nvPr/>
          </p:nvSpPr>
          <p:spPr bwMode="auto">
            <a:xfrm>
              <a:off x="2708" y="1282"/>
              <a:ext cx="0" cy="19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8" name="Line 15">
              <a:extLst>
                <a:ext uri="{FF2B5EF4-FFF2-40B4-BE49-F238E27FC236}">
                  <a16:creationId xmlns:a16="http://schemas.microsoft.com/office/drawing/2014/main" id="{336A0E2A-A183-E7A9-F1D6-097DEF7CFB24}"/>
                </a:ext>
              </a:extLst>
            </p:cNvPr>
            <p:cNvSpPr>
              <a:spLocks noChangeShapeType="1"/>
            </p:cNvSpPr>
            <p:nvPr/>
          </p:nvSpPr>
          <p:spPr bwMode="auto">
            <a:xfrm>
              <a:off x="2617" y="1013"/>
              <a:ext cx="0" cy="23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9" name="AutoShape 110">
              <a:extLst>
                <a:ext uri="{FF2B5EF4-FFF2-40B4-BE49-F238E27FC236}">
                  <a16:creationId xmlns:a16="http://schemas.microsoft.com/office/drawing/2014/main" id="{DC1C7347-ED49-2015-44A8-2578AF1F6EF2}"/>
                </a:ext>
              </a:extLst>
            </p:cNvPr>
            <p:cNvSpPr>
              <a:spLocks noChangeArrowheads="1"/>
            </p:cNvSpPr>
            <p:nvPr/>
          </p:nvSpPr>
          <p:spPr bwMode="auto">
            <a:xfrm rot="-10780412">
              <a:off x="2462" y="1193"/>
              <a:ext cx="288" cy="227"/>
            </a:xfrm>
            <a:prstGeom prst="triangle">
              <a:avLst>
                <a:gd name="adj" fmla="val 50000"/>
              </a:avLst>
            </a:prstGeom>
            <a:solidFill>
              <a:srgbClr val="C0C0C0"/>
            </a:solidFill>
            <a:ln w="25400">
              <a:solidFill>
                <a:srgbClr val="000000"/>
              </a:solidFill>
              <a:miter lim="800000"/>
              <a:headEnd/>
              <a:tailEnd/>
            </a:ln>
          </p:spPr>
          <p:txBody>
            <a:bodyPr rot="10800000"/>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480" name="Oval 19">
              <a:extLst>
                <a:ext uri="{FF2B5EF4-FFF2-40B4-BE49-F238E27FC236}">
                  <a16:creationId xmlns:a16="http://schemas.microsoft.com/office/drawing/2014/main" id="{C89503C2-4C07-36CF-C702-79CD9CC261D4}"/>
                </a:ext>
              </a:extLst>
            </p:cNvPr>
            <p:cNvSpPr>
              <a:spLocks noChangeArrowheads="1"/>
            </p:cNvSpPr>
            <p:nvPr/>
          </p:nvSpPr>
          <p:spPr bwMode="auto">
            <a:xfrm>
              <a:off x="2460" y="1282"/>
              <a:ext cx="77" cy="77"/>
            </a:xfrm>
            <a:prstGeom prst="ellipse">
              <a:avLst/>
            </a:prstGeom>
            <a:solidFill>
              <a:srgbClr val="C0C0C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481" name="Line 26">
              <a:extLst>
                <a:ext uri="{FF2B5EF4-FFF2-40B4-BE49-F238E27FC236}">
                  <a16:creationId xmlns:a16="http://schemas.microsoft.com/office/drawing/2014/main" id="{CD22FFE0-FC10-A756-939C-4E5E4A30AF02}"/>
                </a:ext>
              </a:extLst>
            </p:cNvPr>
            <p:cNvSpPr>
              <a:spLocks noChangeShapeType="1"/>
            </p:cNvSpPr>
            <p:nvPr/>
          </p:nvSpPr>
          <p:spPr bwMode="auto">
            <a:xfrm>
              <a:off x="826" y="1589"/>
              <a:ext cx="23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2" name="Line 27">
              <a:extLst>
                <a:ext uri="{FF2B5EF4-FFF2-40B4-BE49-F238E27FC236}">
                  <a16:creationId xmlns:a16="http://schemas.microsoft.com/office/drawing/2014/main" id="{9DBBA728-CB4D-C7D2-0019-182837344341}"/>
                </a:ext>
              </a:extLst>
            </p:cNvPr>
            <p:cNvSpPr>
              <a:spLocks noChangeShapeType="1"/>
            </p:cNvSpPr>
            <p:nvPr/>
          </p:nvSpPr>
          <p:spPr bwMode="auto">
            <a:xfrm>
              <a:off x="826" y="1888"/>
              <a:ext cx="23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3" name="Line 28">
              <a:extLst>
                <a:ext uri="{FF2B5EF4-FFF2-40B4-BE49-F238E27FC236}">
                  <a16:creationId xmlns:a16="http://schemas.microsoft.com/office/drawing/2014/main" id="{B4D902E2-78F7-3179-6832-D472D82B60A9}"/>
                </a:ext>
              </a:extLst>
            </p:cNvPr>
            <p:cNvSpPr>
              <a:spLocks noChangeShapeType="1"/>
            </p:cNvSpPr>
            <p:nvPr/>
          </p:nvSpPr>
          <p:spPr bwMode="auto">
            <a:xfrm>
              <a:off x="826" y="2187"/>
              <a:ext cx="23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4" name="Line 29">
              <a:extLst>
                <a:ext uri="{FF2B5EF4-FFF2-40B4-BE49-F238E27FC236}">
                  <a16:creationId xmlns:a16="http://schemas.microsoft.com/office/drawing/2014/main" id="{D38442F0-4626-E893-D8C9-CDA0FC1A7CD3}"/>
                </a:ext>
              </a:extLst>
            </p:cNvPr>
            <p:cNvSpPr>
              <a:spLocks noChangeShapeType="1"/>
            </p:cNvSpPr>
            <p:nvPr/>
          </p:nvSpPr>
          <p:spPr bwMode="auto">
            <a:xfrm>
              <a:off x="826" y="2488"/>
              <a:ext cx="23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5" name="Line 30">
              <a:extLst>
                <a:ext uri="{FF2B5EF4-FFF2-40B4-BE49-F238E27FC236}">
                  <a16:creationId xmlns:a16="http://schemas.microsoft.com/office/drawing/2014/main" id="{C7B1DEB7-55B9-9119-04A0-D4F0EA5DACF5}"/>
                </a:ext>
              </a:extLst>
            </p:cNvPr>
            <p:cNvSpPr>
              <a:spLocks noChangeShapeType="1"/>
            </p:cNvSpPr>
            <p:nvPr/>
          </p:nvSpPr>
          <p:spPr bwMode="auto">
            <a:xfrm>
              <a:off x="825" y="3104"/>
              <a:ext cx="23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6" name="Line 56">
              <a:extLst>
                <a:ext uri="{FF2B5EF4-FFF2-40B4-BE49-F238E27FC236}">
                  <a16:creationId xmlns:a16="http://schemas.microsoft.com/office/drawing/2014/main" id="{4CB72E5C-DDF5-7225-DA81-AD7DA26B8C03}"/>
                </a:ext>
              </a:extLst>
            </p:cNvPr>
            <p:cNvSpPr>
              <a:spLocks noChangeShapeType="1"/>
            </p:cNvSpPr>
            <p:nvPr/>
          </p:nvSpPr>
          <p:spPr bwMode="auto">
            <a:xfrm>
              <a:off x="825" y="2786"/>
              <a:ext cx="23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7" name="Line 62">
              <a:extLst>
                <a:ext uri="{FF2B5EF4-FFF2-40B4-BE49-F238E27FC236}">
                  <a16:creationId xmlns:a16="http://schemas.microsoft.com/office/drawing/2014/main" id="{79683721-F821-8F19-E43B-9BD512560FF6}"/>
                </a:ext>
              </a:extLst>
            </p:cNvPr>
            <p:cNvSpPr>
              <a:spLocks noChangeShapeType="1"/>
            </p:cNvSpPr>
            <p:nvPr/>
          </p:nvSpPr>
          <p:spPr bwMode="auto">
            <a:xfrm>
              <a:off x="3411" y="1578"/>
              <a:ext cx="172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8" name="Line 63">
              <a:extLst>
                <a:ext uri="{FF2B5EF4-FFF2-40B4-BE49-F238E27FC236}">
                  <a16:creationId xmlns:a16="http://schemas.microsoft.com/office/drawing/2014/main" id="{47DE6B3C-734C-BC5A-238C-35570F77641B}"/>
                </a:ext>
              </a:extLst>
            </p:cNvPr>
            <p:cNvSpPr>
              <a:spLocks noChangeShapeType="1"/>
            </p:cNvSpPr>
            <p:nvPr/>
          </p:nvSpPr>
          <p:spPr bwMode="auto">
            <a:xfrm>
              <a:off x="3402" y="1880"/>
              <a:ext cx="17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9" name="Line 64">
              <a:extLst>
                <a:ext uri="{FF2B5EF4-FFF2-40B4-BE49-F238E27FC236}">
                  <a16:creationId xmlns:a16="http://schemas.microsoft.com/office/drawing/2014/main" id="{4EEFE953-1B9A-0B03-9CC0-C142314F1755}"/>
                </a:ext>
              </a:extLst>
            </p:cNvPr>
            <p:cNvSpPr>
              <a:spLocks noChangeShapeType="1"/>
            </p:cNvSpPr>
            <p:nvPr/>
          </p:nvSpPr>
          <p:spPr bwMode="auto">
            <a:xfrm>
              <a:off x="3420" y="2191"/>
              <a:ext cx="17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0" name="Line 65">
              <a:extLst>
                <a:ext uri="{FF2B5EF4-FFF2-40B4-BE49-F238E27FC236}">
                  <a16:creationId xmlns:a16="http://schemas.microsoft.com/office/drawing/2014/main" id="{5B67DEBC-C045-02F7-F3D7-01D7F4F3879C}"/>
                </a:ext>
              </a:extLst>
            </p:cNvPr>
            <p:cNvSpPr>
              <a:spLocks noChangeShapeType="1"/>
            </p:cNvSpPr>
            <p:nvPr/>
          </p:nvSpPr>
          <p:spPr bwMode="auto">
            <a:xfrm>
              <a:off x="3412" y="2483"/>
              <a:ext cx="17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1" name="Line 66">
              <a:extLst>
                <a:ext uri="{FF2B5EF4-FFF2-40B4-BE49-F238E27FC236}">
                  <a16:creationId xmlns:a16="http://schemas.microsoft.com/office/drawing/2014/main" id="{A15CCAF2-910E-B043-039F-1E2FE6BACD83}"/>
                </a:ext>
              </a:extLst>
            </p:cNvPr>
            <p:cNvSpPr>
              <a:spLocks noChangeShapeType="1"/>
            </p:cNvSpPr>
            <p:nvPr/>
          </p:nvSpPr>
          <p:spPr bwMode="auto">
            <a:xfrm>
              <a:off x="3420" y="2767"/>
              <a:ext cx="17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2" name="Line 67">
              <a:extLst>
                <a:ext uri="{FF2B5EF4-FFF2-40B4-BE49-F238E27FC236}">
                  <a16:creationId xmlns:a16="http://schemas.microsoft.com/office/drawing/2014/main" id="{2AE82FD2-C270-0EB0-8668-C65649310638}"/>
                </a:ext>
              </a:extLst>
            </p:cNvPr>
            <p:cNvSpPr>
              <a:spLocks noChangeShapeType="1"/>
            </p:cNvSpPr>
            <p:nvPr/>
          </p:nvSpPr>
          <p:spPr bwMode="auto">
            <a:xfrm>
              <a:off x="3411" y="3084"/>
              <a:ext cx="17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3" name="AutoShape 68">
              <a:extLst>
                <a:ext uri="{FF2B5EF4-FFF2-40B4-BE49-F238E27FC236}">
                  <a16:creationId xmlns:a16="http://schemas.microsoft.com/office/drawing/2014/main" id="{F09418F1-8252-FB6D-DDE5-B9C3E5D3717A}"/>
                </a:ext>
              </a:extLst>
            </p:cNvPr>
            <p:cNvSpPr>
              <a:spLocks noChangeArrowheads="1"/>
            </p:cNvSpPr>
            <p:nvPr/>
          </p:nvSpPr>
          <p:spPr bwMode="auto">
            <a:xfrm rot="5400000" flipH="1">
              <a:off x="4908" y="3220"/>
              <a:ext cx="216" cy="309"/>
            </a:xfrm>
            <a:prstGeom prst="moon">
              <a:avLst>
                <a:gd name="adj" fmla="val 84819"/>
              </a:avLst>
            </a:prstGeom>
            <a:solidFill>
              <a:srgbClr val="C0C0C0"/>
            </a:solidFill>
            <a:ln w="12700">
              <a:solidFill>
                <a:srgbClr val="000000"/>
              </a:solidFill>
              <a:miter lim="800000"/>
              <a:headEnd/>
              <a:tailEnd/>
            </a:ln>
          </p:spPr>
          <p:txBody>
            <a:bodyPr rot="10800000" vert="eaVert"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494" name="AutoShape 69">
              <a:extLst>
                <a:ext uri="{FF2B5EF4-FFF2-40B4-BE49-F238E27FC236}">
                  <a16:creationId xmlns:a16="http://schemas.microsoft.com/office/drawing/2014/main" id="{E44136EF-34C3-68A0-7218-E993D8858E59}"/>
                </a:ext>
              </a:extLst>
            </p:cNvPr>
            <p:cNvSpPr>
              <a:spLocks noChangeArrowheads="1"/>
            </p:cNvSpPr>
            <p:nvPr/>
          </p:nvSpPr>
          <p:spPr bwMode="auto">
            <a:xfrm rot="5400000" flipH="1">
              <a:off x="4059" y="3222"/>
              <a:ext cx="216" cy="309"/>
            </a:xfrm>
            <a:prstGeom prst="moon">
              <a:avLst>
                <a:gd name="adj" fmla="val 84819"/>
              </a:avLst>
            </a:prstGeom>
            <a:solidFill>
              <a:srgbClr val="C0C0C0"/>
            </a:solidFill>
            <a:ln w="12700">
              <a:solidFill>
                <a:srgbClr val="000000"/>
              </a:solidFill>
              <a:miter lim="800000"/>
              <a:headEnd/>
              <a:tailEnd/>
            </a:ln>
          </p:spPr>
          <p:txBody>
            <a:bodyPr rot="10800000" vert="eaVert"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495" name="AutoShape 70">
              <a:extLst>
                <a:ext uri="{FF2B5EF4-FFF2-40B4-BE49-F238E27FC236}">
                  <a16:creationId xmlns:a16="http://schemas.microsoft.com/office/drawing/2014/main" id="{7C30838B-6620-E607-02E9-C5F1BC1A2605}"/>
                </a:ext>
              </a:extLst>
            </p:cNvPr>
            <p:cNvSpPr>
              <a:spLocks noChangeArrowheads="1"/>
            </p:cNvSpPr>
            <p:nvPr/>
          </p:nvSpPr>
          <p:spPr bwMode="auto">
            <a:xfrm rot="5400000" flipH="1">
              <a:off x="4473" y="3222"/>
              <a:ext cx="216" cy="309"/>
            </a:xfrm>
            <a:prstGeom prst="moon">
              <a:avLst>
                <a:gd name="adj" fmla="val 84819"/>
              </a:avLst>
            </a:prstGeom>
            <a:solidFill>
              <a:srgbClr val="C0C0C0"/>
            </a:solidFill>
            <a:ln w="12700">
              <a:solidFill>
                <a:srgbClr val="000000"/>
              </a:solidFill>
              <a:miter lim="800000"/>
              <a:headEnd/>
              <a:tailEnd/>
            </a:ln>
          </p:spPr>
          <p:txBody>
            <a:bodyPr rot="10800000" vert="eaVert"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496" name="AutoShape 71">
              <a:extLst>
                <a:ext uri="{FF2B5EF4-FFF2-40B4-BE49-F238E27FC236}">
                  <a16:creationId xmlns:a16="http://schemas.microsoft.com/office/drawing/2014/main" id="{7855D2BF-E800-9E1A-A068-A9EDF5193C9F}"/>
                </a:ext>
              </a:extLst>
            </p:cNvPr>
            <p:cNvSpPr>
              <a:spLocks noChangeArrowheads="1"/>
            </p:cNvSpPr>
            <p:nvPr/>
          </p:nvSpPr>
          <p:spPr bwMode="auto">
            <a:xfrm rot="5400000" flipH="1">
              <a:off x="3612" y="3230"/>
              <a:ext cx="216" cy="309"/>
            </a:xfrm>
            <a:prstGeom prst="moon">
              <a:avLst>
                <a:gd name="adj" fmla="val 84819"/>
              </a:avLst>
            </a:prstGeom>
            <a:solidFill>
              <a:srgbClr val="C0C0C0"/>
            </a:solidFill>
            <a:ln w="12700">
              <a:solidFill>
                <a:srgbClr val="000000"/>
              </a:solidFill>
              <a:miter lim="800000"/>
              <a:headEnd/>
              <a:tailEnd/>
            </a:ln>
          </p:spPr>
          <p:txBody>
            <a:bodyPr rot="10800000" vert="eaVert"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497" name="Line 14">
              <a:extLst>
                <a:ext uri="{FF2B5EF4-FFF2-40B4-BE49-F238E27FC236}">
                  <a16:creationId xmlns:a16="http://schemas.microsoft.com/office/drawing/2014/main" id="{0EDFC65F-1093-24E2-28AE-21C05E11B5A3}"/>
                </a:ext>
              </a:extLst>
            </p:cNvPr>
            <p:cNvSpPr>
              <a:spLocks noChangeShapeType="1"/>
            </p:cNvSpPr>
            <p:nvPr/>
          </p:nvSpPr>
          <p:spPr bwMode="auto">
            <a:xfrm>
              <a:off x="3724" y="1319"/>
              <a:ext cx="0" cy="198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8" name="Line 14">
              <a:extLst>
                <a:ext uri="{FF2B5EF4-FFF2-40B4-BE49-F238E27FC236}">
                  <a16:creationId xmlns:a16="http://schemas.microsoft.com/office/drawing/2014/main" id="{AE812E48-E1D7-208E-E501-E9A4A5138921}"/>
                </a:ext>
              </a:extLst>
            </p:cNvPr>
            <p:cNvSpPr>
              <a:spLocks noChangeShapeType="1"/>
            </p:cNvSpPr>
            <p:nvPr/>
          </p:nvSpPr>
          <p:spPr bwMode="auto">
            <a:xfrm>
              <a:off x="4163" y="1311"/>
              <a:ext cx="0" cy="198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9" name="Line 14">
              <a:extLst>
                <a:ext uri="{FF2B5EF4-FFF2-40B4-BE49-F238E27FC236}">
                  <a16:creationId xmlns:a16="http://schemas.microsoft.com/office/drawing/2014/main" id="{EB23F5E7-E258-F6C0-E8CE-0064D603F6B2}"/>
                </a:ext>
              </a:extLst>
            </p:cNvPr>
            <p:cNvSpPr>
              <a:spLocks noChangeShapeType="1"/>
            </p:cNvSpPr>
            <p:nvPr/>
          </p:nvSpPr>
          <p:spPr bwMode="auto">
            <a:xfrm>
              <a:off x="4574" y="1311"/>
              <a:ext cx="0" cy="198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0" name="Line 14">
              <a:extLst>
                <a:ext uri="{FF2B5EF4-FFF2-40B4-BE49-F238E27FC236}">
                  <a16:creationId xmlns:a16="http://schemas.microsoft.com/office/drawing/2014/main" id="{826829A7-5546-BB1D-4E36-31070225C38D}"/>
                </a:ext>
              </a:extLst>
            </p:cNvPr>
            <p:cNvSpPr>
              <a:spLocks noChangeShapeType="1"/>
            </p:cNvSpPr>
            <p:nvPr/>
          </p:nvSpPr>
          <p:spPr bwMode="auto">
            <a:xfrm>
              <a:off x="5012" y="1301"/>
              <a:ext cx="0" cy="198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01" name="Line 76">
              <a:extLst>
                <a:ext uri="{FF2B5EF4-FFF2-40B4-BE49-F238E27FC236}">
                  <a16:creationId xmlns:a16="http://schemas.microsoft.com/office/drawing/2014/main" id="{1812EE3E-F4BD-57DB-2CD0-E1E33FEF3844}"/>
                </a:ext>
              </a:extLst>
            </p:cNvPr>
            <p:cNvSpPr>
              <a:spLocks noChangeShapeType="1"/>
            </p:cNvSpPr>
            <p:nvPr/>
          </p:nvSpPr>
          <p:spPr bwMode="auto">
            <a:xfrm>
              <a:off x="3717" y="3483"/>
              <a:ext cx="0" cy="20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502" name="Line 77">
              <a:extLst>
                <a:ext uri="{FF2B5EF4-FFF2-40B4-BE49-F238E27FC236}">
                  <a16:creationId xmlns:a16="http://schemas.microsoft.com/office/drawing/2014/main" id="{C5FD7803-FA3F-29C7-3784-6181F2D7764E}"/>
                </a:ext>
              </a:extLst>
            </p:cNvPr>
            <p:cNvSpPr>
              <a:spLocks noChangeShapeType="1"/>
            </p:cNvSpPr>
            <p:nvPr/>
          </p:nvSpPr>
          <p:spPr bwMode="auto">
            <a:xfrm>
              <a:off x="4165" y="3483"/>
              <a:ext cx="0" cy="20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503" name="Line 78">
              <a:extLst>
                <a:ext uri="{FF2B5EF4-FFF2-40B4-BE49-F238E27FC236}">
                  <a16:creationId xmlns:a16="http://schemas.microsoft.com/office/drawing/2014/main" id="{A483F125-C8FC-4E62-12EF-B710B42974D3}"/>
                </a:ext>
              </a:extLst>
            </p:cNvPr>
            <p:cNvSpPr>
              <a:spLocks noChangeShapeType="1"/>
            </p:cNvSpPr>
            <p:nvPr/>
          </p:nvSpPr>
          <p:spPr bwMode="auto">
            <a:xfrm>
              <a:off x="4576" y="3475"/>
              <a:ext cx="0" cy="20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504" name="Line 79">
              <a:extLst>
                <a:ext uri="{FF2B5EF4-FFF2-40B4-BE49-F238E27FC236}">
                  <a16:creationId xmlns:a16="http://schemas.microsoft.com/office/drawing/2014/main" id="{67FCE28A-A0E9-2E63-36B4-C285237C5F2B}"/>
                </a:ext>
              </a:extLst>
            </p:cNvPr>
            <p:cNvSpPr>
              <a:spLocks noChangeShapeType="1"/>
            </p:cNvSpPr>
            <p:nvPr/>
          </p:nvSpPr>
          <p:spPr bwMode="auto">
            <a:xfrm>
              <a:off x="5016" y="3475"/>
              <a:ext cx="0" cy="20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505" name="Text Box 50">
              <a:extLst>
                <a:ext uri="{FF2B5EF4-FFF2-40B4-BE49-F238E27FC236}">
                  <a16:creationId xmlns:a16="http://schemas.microsoft.com/office/drawing/2014/main" id="{93B9767C-C1F5-4778-DE7D-250BF624F244}"/>
                </a:ext>
              </a:extLst>
            </p:cNvPr>
            <p:cNvSpPr txBox="1">
              <a:spLocks noChangeArrowheads="1"/>
            </p:cNvSpPr>
            <p:nvPr/>
          </p:nvSpPr>
          <p:spPr bwMode="auto">
            <a:xfrm>
              <a:off x="1802" y="753"/>
              <a:ext cx="405"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1600" b="0" u="none"/>
                <a:t>b</a:t>
              </a:r>
              <a:endParaRPr lang="en-US" altLang="en-US" sz="1600" b="0" u="none" baseline="-25000"/>
            </a:p>
          </p:txBody>
        </p:sp>
        <p:sp>
          <p:nvSpPr>
            <p:cNvPr id="19506" name="Text Box 50">
              <a:extLst>
                <a:ext uri="{FF2B5EF4-FFF2-40B4-BE49-F238E27FC236}">
                  <a16:creationId xmlns:a16="http://schemas.microsoft.com/office/drawing/2014/main" id="{3F9D34E7-6BCE-2C9D-3924-6144A9B8CB2F}"/>
                </a:ext>
              </a:extLst>
            </p:cNvPr>
            <p:cNvSpPr txBox="1">
              <a:spLocks noChangeArrowheads="1"/>
            </p:cNvSpPr>
            <p:nvPr/>
          </p:nvSpPr>
          <p:spPr bwMode="auto">
            <a:xfrm>
              <a:off x="2528" y="753"/>
              <a:ext cx="405"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1600" b="0" u="none"/>
                <a:t>c</a:t>
              </a:r>
              <a:endParaRPr lang="en-US" altLang="en-US" sz="1600" b="0" u="none" baseline="-25000"/>
            </a:p>
          </p:txBody>
        </p:sp>
        <p:sp>
          <p:nvSpPr>
            <p:cNvPr id="19507" name="Oval 323">
              <a:extLst>
                <a:ext uri="{FF2B5EF4-FFF2-40B4-BE49-F238E27FC236}">
                  <a16:creationId xmlns:a16="http://schemas.microsoft.com/office/drawing/2014/main" id="{44ACA7DC-DE70-9467-1884-9FCE7AABA8FE}"/>
                </a:ext>
              </a:extLst>
            </p:cNvPr>
            <p:cNvSpPr>
              <a:spLocks noChangeArrowheads="1"/>
            </p:cNvSpPr>
            <p:nvPr/>
          </p:nvSpPr>
          <p:spPr bwMode="auto">
            <a:xfrm>
              <a:off x="2664" y="3065"/>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08" name="Oval 324">
              <a:extLst>
                <a:ext uri="{FF2B5EF4-FFF2-40B4-BE49-F238E27FC236}">
                  <a16:creationId xmlns:a16="http://schemas.microsoft.com/office/drawing/2014/main" id="{04248B5D-06E3-CE13-6B0B-119A6AD2BB5D}"/>
                </a:ext>
              </a:extLst>
            </p:cNvPr>
            <p:cNvSpPr>
              <a:spLocks noChangeArrowheads="1"/>
            </p:cNvSpPr>
            <p:nvPr/>
          </p:nvSpPr>
          <p:spPr bwMode="auto">
            <a:xfrm>
              <a:off x="1249" y="1540"/>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09" name="Oval 325">
              <a:extLst>
                <a:ext uri="{FF2B5EF4-FFF2-40B4-BE49-F238E27FC236}">
                  <a16:creationId xmlns:a16="http://schemas.microsoft.com/office/drawing/2014/main" id="{9496D7B5-9C1C-10A0-F322-EED54FAE04E4}"/>
                </a:ext>
              </a:extLst>
            </p:cNvPr>
            <p:cNvSpPr>
              <a:spLocks noChangeArrowheads="1"/>
            </p:cNvSpPr>
            <p:nvPr/>
          </p:nvSpPr>
          <p:spPr bwMode="auto">
            <a:xfrm>
              <a:off x="1724" y="1540"/>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10" name="Oval 326">
              <a:extLst>
                <a:ext uri="{FF2B5EF4-FFF2-40B4-BE49-F238E27FC236}">
                  <a16:creationId xmlns:a16="http://schemas.microsoft.com/office/drawing/2014/main" id="{0983CEB3-F899-B3EB-F0B2-CA652488F364}"/>
                </a:ext>
              </a:extLst>
            </p:cNvPr>
            <p:cNvSpPr>
              <a:spLocks noChangeArrowheads="1"/>
            </p:cNvSpPr>
            <p:nvPr/>
          </p:nvSpPr>
          <p:spPr bwMode="auto">
            <a:xfrm>
              <a:off x="1045" y="1841"/>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11" name="Oval 327">
              <a:extLst>
                <a:ext uri="{FF2B5EF4-FFF2-40B4-BE49-F238E27FC236}">
                  <a16:creationId xmlns:a16="http://schemas.microsoft.com/office/drawing/2014/main" id="{0FB22617-CEA7-CBD0-6AD2-79FEDB6FD6AB}"/>
                </a:ext>
              </a:extLst>
            </p:cNvPr>
            <p:cNvSpPr>
              <a:spLocks noChangeArrowheads="1"/>
            </p:cNvSpPr>
            <p:nvPr/>
          </p:nvSpPr>
          <p:spPr bwMode="auto">
            <a:xfrm>
              <a:off x="2664" y="1849"/>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12" name="Text Box 328">
              <a:extLst>
                <a:ext uri="{FF2B5EF4-FFF2-40B4-BE49-F238E27FC236}">
                  <a16:creationId xmlns:a16="http://schemas.microsoft.com/office/drawing/2014/main" id="{017795B4-8B90-3AC6-7FD7-C1808ACDE0D4}"/>
                </a:ext>
              </a:extLst>
            </p:cNvPr>
            <p:cNvSpPr txBox="1">
              <a:spLocks noChangeArrowheads="1"/>
            </p:cNvSpPr>
            <p:nvPr/>
          </p:nvSpPr>
          <p:spPr bwMode="auto">
            <a:xfrm>
              <a:off x="2699" y="1305"/>
              <a:ext cx="453"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u="none"/>
                <a:t>a</a:t>
              </a:r>
              <a:r>
                <a:rPr lang="en-US" altLang="en-US" sz="1600" b="0" u="none">
                  <a:sym typeface="Symbol" panose="05050102010706020507" pitchFamily="18" charset="2"/>
                </a:rPr>
                <a:t>~b</a:t>
              </a:r>
            </a:p>
          </p:txBody>
        </p:sp>
        <p:sp>
          <p:nvSpPr>
            <p:cNvPr id="19513" name="Text Box 329">
              <a:extLst>
                <a:ext uri="{FF2B5EF4-FFF2-40B4-BE49-F238E27FC236}">
                  <a16:creationId xmlns:a16="http://schemas.microsoft.com/office/drawing/2014/main" id="{C2D5914C-C418-2A09-26B8-BC20A86287F8}"/>
                </a:ext>
              </a:extLst>
            </p:cNvPr>
            <p:cNvSpPr txBox="1">
              <a:spLocks noChangeArrowheads="1"/>
            </p:cNvSpPr>
            <p:nvPr/>
          </p:nvSpPr>
          <p:spPr bwMode="auto">
            <a:xfrm>
              <a:off x="2672" y="1641"/>
              <a:ext cx="453"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u="none"/>
                <a:t>~a</a:t>
              </a:r>
              <a:r>
                <a:rPr lang="en-US" altLang="en-US" sz="1600" b="0" u="none">
                  <a:sym typeface="Symbol" panose="05050102010706020507" pitchFamily="18" charset="2"/>
                </a:rPr>
                <a:t>c</a:t>
              </a:r>
            </a:p>
          </p:txBody>
        </p:sp>
        <p:sp>
          <p:nvSpPr>
            <p:cNvPr id="19514" name="Oval 330">
              <a:extLst>
                <a:ext uri="{FF2B5EF4-FFF2-40B4-BE49-F238E27FC236}">
                  <a16:creationId xmlns:a16="http://schemas.microsoft.com/office/drawing/2014/main" id="{511859FA-4880-8E88-1263-99EDEECFAF89}"/>
                </a:ext>
              </a:extLst>
            </p:cNvPr>
            <p:cNvSpPr>
              <a:spLocks noChangeArrowheads="1"/>
            </p:cNvSpPr>
            <p:nvPr/>
          </p:nvSpPr>
          <p:spPr bwMode="auto">
            <a:xfrm>
              <a:off x="1256" y="2137"/>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15" name="Text Box 50">
              <a:extLst>
                <a:ext uri="{FF2B5EF4-FFF2-40B4-BE49-F238E27FC236}">
                  <a16:creationId xmlns:a16="http://schemas.microsoft.com/office/drawing/2014/main" id="{A44171A2-2175-3E77-2F67-D14EA490FAB5}"/>
                </a:ext>
              </a:extLst>
            </p:cNvPr>
            <p:cNvSpPr txBox="1">
              <a:spLocks noChangeArrowheads="1"/>
            </p:cNvSpPr>
            <p:nvPr/>
          </p:nvSpPr>
          <p:spPr bwMode="auto">
            <a:xfrm>
              <a:off x="2790" y="1894"/>
              <a:ext cx="405"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1600" b="0" u="none"/>
                <a:t>a</a:t>
              </a:r>
              <a:endParaRPr lang="en-US" altLang="en-US" sz="1600" b="0" u="none" baseline="-25000"/>
            </a:p>
          </p:txBody>
        </p:sp>
        <p:sp>
          <p:nvSpPr>
            <p:cNvPr id="19516" name="Oval 332">
              <a:extLst>
                <a:ext uri="{FF2B5EF4-FFF2-40B4-BE49-F238E27FC236}">
                  <a16:creationId xmlns:a16="http://schemas.microsoft.com/office/drawing/2014/main" id="{11382A8D-18F6-798B-456A-E980EF188510}"/>
                </a:ext>
              </a:extLst>
            </p:cNvPr>
            <p:cNvSpPr>
              <a:spLocks noChangeArrowheads="1"/>
            </p:cNvSpPr>
            <p:nvPr/>
          </p:nvSpPr>
          <p:spPr bwMode="auto">
            <a:xfrm>
              <a:off x="1738" y="2439"/>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17" name="Oval 333">
              <a:extLst>
                <a:ext uri="{FF2B5EF4-FFF2-40B4-BE49-F238E27FC236}">
                  <a16:creationId xmlns:a16="http://schemas.microsoft.com/office/drawing/2014/main" id="{ED1A0903-C145-A089-C276-21FD55E7E6EE}"/>
                </a:ext>
              </a:extLst>
            </p:cNvPr>
            <p:cNvSpPr>
              <a:spLocks noChangeArrowheads="1"/>
            </p:cNvSpPr>
            <p:nvPr/>
          </p:nvSpPr>
          <p:spPr bwMode="auto">
            <a:xfrm>
              <a:off x="2664" y="2438"/>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18" name="Oval 334">
              <a:extLst>
                <a:ext uri="{FF2B5EF4-FFF2-40B4-BE49-F238E27FC236}">
                  <a16:creationId xmlns:a16="http://schemas.microsoft.com/office/drawing/2014/main" id="{DDA57EC3-8950-1993-8E2F-594B929E71D2}"/>
                </a:ext>
              </a:extLst>
            </p:cNvPr>
            <p:cNvSpPr>
              <a:spLocks noChangeArrowheads="1"/>
            </p:cNvSpPr>
            <p:nvPr/>
          </p:nvSpPr>
          <p:spPr bwMode="auto">
            <a:xfrm>
              <a:off x="1037" y="2731"/>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19" name="Oval 335">
              <a:extLst>
                <a:ext uri="{FF2B5EF4-FFF2-40B4-BE49-F238E27FC236}">
                  <a16:creationId xmlns:a16="http://schemas.microsoft.com/office/drawing/2014/main" id="{6F5538A4-D75F-2C28-6544-6DAC3ACFF08A}"/>
                </a:ext>
              </a:extLst>
            </p:cNvPr>
            <p:cNvSpPr>
              <a:spLocks noChangeArrowheads="1"/>
            </p:cNvSpPr>
            <p:nvPr/>
          </p:nvSpPr>
          <p:spPr bwMode="auto">
            <a:xfrm>
              <a:off x="1751" y="2749"/>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20" name="Oval 336">
              <a:extLst>
                <a:ext uri="{FF2B5EF4-FFF2-40B4-BE49-F238E27FC236}">
                  <a16:creationId xmlns:a16="http://schemas.microsoft.com/office/drawing/2014/main" id="{D322E8E6-196C-8B9C-39FF-BBAF7288C820}"/>
                </a:ext>
              </a:extLst>
            </p:cNvPr>
            <p:cNvSpPr>
              <a:spLocks noChangeArrowheads="1"/>
            </p:cNvSpPr>
            <p:nvPr/>
          </p:nvSpPr>
          <p:spPr bwMode="auto">
            <a:xfrm>
              <a:off x="4972" y="3056"/>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21" name="Oval 337">
              <a:extLst>
                <a:ext uri="{FF2B5EF4-FFF2-40B4-BE49-F238E27FC236}">
                  <a16:creationId xmlns:a16="http://schemas.microsoft.com/office/drawing/2014/main" id="{76ACE5A6-F8B6-F556-B47C-68EC2AFF348E}"/>
                </a:ext>
              </a:extLst>
            </p:cNvPr>
            <p:cNvSpPr>
              <a:spLocks noChangeArrowheads="1"/>
            </p:cNvSpPr>
            <p:nvPr/>
          </p:nvSpPr>
          <p:spPr bwMode="auto">
            <a:xfrm>
              <a:off x="3681" y="1531"/>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22" name="Oval 338">
              <a:extLst>
                <a:ext uri="{FF2B5EF4-FFF2-40B4-BE49-F238E27FC236}">
                  <a16:creationId xmlns:a16="http://schemas.microsoft.com/office/drawing/2014/main" id="{2B9AAD7A-1E2B-D55B-7DAB-44E1F77FF167}"/>
                </a:ext>
              </a:extLst>
            </p:cNvPr>
            <p:cNvSpPr>
              <a:spLocks noChangeArrowheads="1"/>
            </p:cNvSpPr>
            <p:nvPr/>
          </p:nvSpPr>
          <p:spPr bwMode="auto">
            <a:xfrm>
              <a:off x="3681" y="1824"/>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23" name="Oval 339">
              <a:extLst>
                <a:ext uri="{FF2B5EF4-FFF2-40B4-BE49-F238E27FC236}">
                  <a16:creationId xmlns:a16="http://schemas.microsoft.com/office/drawing/2014/main" id="{2735A8D6-AF1F-1AD8-942E-AF013623CE44}"/>
                </a:ext>
              </a:extLst>
            </p:cNvPr>
            <p:cNvSpPr>
              <a:spLocks noChangeArrowheads="1"/>
            </p:cNvSpPr>
            <p:nvPr/>
          </p:nvSpPr>
          <p:spPr bwMode="auto">
            <a:xfrm>
              <a:off x="4119" y="2135"/>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24" name="Oval 340">
              <a:extLst>
                <a:ext uri="{FF2B5EF4-FFF2-40B4-BE49-F238E27FC236}">
                  <a16:creationId xmlns:a16="http://schemas.microsoft.com/office/drawing/2014/main" id="{45AC9796-FE37-D9DD-D27A-36361CB30397}"/>
                </a:ext>
              </a:extLst>
            </p:cNvPr>
            <p:cNvSpPr>
              <a:spLocks noChangeArrowheads="1"/>
            </p:cNvSpPr>
            <p:nvPr/>
          </p:nvSpPr>
          <p:spPr bwMode="auto">
            <a:xfrm>
              <a:off x="4121" y="3056"/>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25" name="Oval 341">
              <a:extLst>
                <a:ext uri="{FF2B5EF4-FFF2-40B4-BE49-F238E27FC236}">
                  <a16:creationId xmlns:a16="http://schemas.microsoft.com/office/drawing/2014/main" id="{3522FC3E-B2DE-C81C-EF8B-50A5D587B85F}"/>
                </a:ext>
              </a:extLst>
            </p:cNvPr>
            <p:cNvSpPr>
              <a:spLocks noChangeArrowheads="1"/>
            </p:cNvSpPr>
            <p:nvPr/>
          </p:nvSpPr>
          <p:spPr bwMode="auto">
            <a:xfrm>
              <a:off x="4531" y="1531"/>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26" name="Oval 342">
              <a:extLst>
                <a:ext uri="{FF2B5EF4-FFF2-40B4-BE49-F238E27FC236}">
                  <a16:creationId xmlns:a16="http://schemas.microsoft.com/office/drawing/2014/main" id="{AECF245D-8B9C-4816-17CB-C978AC47100D}"/>
                </a:ext>
              </a:extLst>
            </p:cNvPr>
            <p:cNvSpPr>
              <a:spLocks noChangeArrowheads="1"/>
            </p:cNvSpPr>
            <p:nvPr/>
          </p:nvSpPr>
          <p:spPr bwMode="auto">
            <a:xfrm>
              <a:off x="4531" y="2445"/>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27" name="Oval 343">
              <a:extLst>
                <a:ext uri="{FF2B5EF4-FFF2-40B4-BE49-F238E27FC236}">
                  <a16:creationId xmlns:a16="http://schemas.microsoft.com/office/drawing/2014/main" id="{5C0BA469-6A1B-7DD6-63BE-CCCEECDBFA42}"/>
                </a:ext>
              </a:extLst>
            </p:cNvPr>
            <p:cNvSpPr>
              <a:spLocks noChangeArrowheads="1"/>
            </p:cNvSpPr>
            <p:nvPr/>
          </p:nvSpPr>
          <p:spPr bwMode="auto">
            <a:xfrm>
              <a:off x="4961" y="2710"/>
              <a:ext cx="91" cy="91"/>
            </a:xfrm>
            <a:prstGeom prst="ellipse">
              <a:avLst/>
            </a:prstGeom>
            <a:solidFill>
              <a:schemeClr val="tx1"/>
            </a:solidFill>
            <a:ln w="952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19528" name="Text Box 344">
              <a:extLst>
                <a:ext uri="{FF2B5EF4-FFF2-40B4-BE49-F238E27FC236}">
                  <a16:creationId xmlns:a16="http://schemas.microsoft.com/office/drawing/2014/main" id="{F132F295-78E4-794D-A99B-57A428C0EB81}"/>
                </a:ext>
              </a:extLst>
            </p:cNvPr>
            <p:cNvSpPr txBox="1">
              <a:spLocks noChangeArrowheads="1"/>
            </p:cNvSpPr>
            <p:nvPr/>
          </p:nvSpPr>
          <p:spPr bwMode="auto">
            <a:xfrm>
              <a:off x="2719" y="2250"/>
              <a:ext cx="453"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b="0" u="none"/>
                <a:t>~b</a:t>
              </a:r>
              <a:r>
                <a:rPr lang="en-US" altLang="en-US" sz="1400" b="0" u="none">
                  <a:sym typeface="Symbol" panose="05050102010706020507" pitchFamily="18" charset="2"/>
                </a:rPr>
                <a:t>c</a:t>
              </a:r>
            </a:p>
          </p:txBody>
        </p:sp>
        <p:sp>
          <p:nvSpPr>
            <p:cNvPr id="19529" name="Text Box 345">
              <a:extLst>
                <a:ext uri="{FF2B5EF4-FFF2-40B4-BE49-F238E27FC236}">
                  <a16:creationId xmlns:a16="http://schemas.microsoft.com/office/drawing/2014/main" id="{0D310905-8C0C-B869-9895-A6652E033B4F}"/>
                </a:ext>
              </a:extLst>
            </p:cNvPr>
            <p:cNvSpPr txBox="1">
              <a:spLocks noChangeArrowheads="1"/>
            </p:cNvSpPr>
            <p:nvPr/>
          </p:nvSpPr>
          <p:spPr bwMode="auto">
            <a:xfrm>
              <a:off x="2655" y="2556"/>
              <a:ext cx="644"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b="0" u="none"/>
                <a:t>~a</a:t>
              </a:r>
              <a:r>
                <a:rPr lang="en-US" altLang="en-US" sz="1400" b="0" u="none">
                  <a:sym typeface="Symbol" panose="05050102010706020507" pitchFamily="18" charset="2"/>
                </a:rPr>
                <a:t>~b</a:t>
              </a:r>
            </a:p>
          </p:txBody>
        </p:sp>
        <p:sp>
          <p:nvSpPr>
            <p:cNvPr id="19530" name="Text Box 50">
              <a:extLst>
                <a:ext uri="{FF2B5EF4-FFF2-40B4-BE49-F238E27FC236}">
                  <a16:creationId xmlns:a16="http://schemas.microsoft.com/office/drawing/2014/main" id="{EE90F685-1A58-70FF-2615-AC16B68B7B71}"/>
                </a:ext>
              </a:extLst>
            </p:cNvPr>
            <p:cNvSpPr txBox="1">
              <a:spLocks noChangeArrowheads="1"/>
            </p:cNvSpPr>
            <p:nvPr/>
          </p:nvSpPr>
          <p:spPr bwMode="auto">
            <a:xfrm>
              <a:off x="2735" y="2826"/>
              <a:ext cx="337"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1600" b="0" u="none"/>
                <a:t>c</a:t>
              </a:r>
              <a:endParaRPr lang="en-US" altLang="en-US" sz="1600" b="0" u="none" baseline="-25000"/>
            </a:p>
          </p:txBody>
        </p:sp>
        <p:sp>
          <p:nvSpPr>
            <p:cNvPr id="106" name="Flowchart: Delay 105">
              <a:extLst>
                <a:ext uri="{FF2B5EF4-FFF2-40B4-BE49-F238E27FC236}">
                  <a16:creationId xmlns:a16="http://schemas.microsoft.com/office/drawing/2014/main" id="{2C136AAE-DAB6-4090-AF75-1FD3C8904F44}"/>
                </a:ext>
              </a:extLst>
            </p:cNvPr>
            <p:cNvSpPr>
              <a:spLocks noChangeArrowheads="1"/>
            </p:cNvSpPr>
            <p:nvPr/>
          </p:nvSpPr>
          <p:spPr bwMode="auto">
            <a:xfrm>
              <a:off x="3120" y="1777"/>
              <a:ext cx="288" cy="223"/>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200">
                <a:solidFill>
                  <a:schemeClr val="lt1"/>
                </a:solidFill>
              </a:endParaRPr>
            </a:p>
          </p:txBody>
        </p:sp>
        <p:sp>
          <p:nvSpPr>
            <p:cNvPr id="107" name="Flowchart: Delay 106">
              <a:extLst>
                <a:ext uri="{FF2B5EF4-FFF2-40B4-BE49-F238E27FC236}">
                  <a16:creationId xmlns:a16="http://schemas.microsoft.com/office/drawing/2014/main" id="{847790AE-FD19-4B3A-B9D4-02CA50A93010}"/>
                </a:ext>
              </a:extLst>
            </p:cNvPr>
            <p:cNvSpPr>
              <a:spLocks noChangeArrowheads="1"/>
            </p:cNvSpPr>
            <p:nvPr/>
          </p:nvSpPr>
          <p:spPr bwMode="auto">
            <a:xfrm>
              <a:off x="3120" y="2082"/>
              <a:ext cx="288" cy="223"/>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200">
                <a:solidFill>
                  <a:schemeClr val="lt1"/>
                </a:solidFill>
              </a:endParaRPr>
            </a:p>
          </p:txBody>
        </p:sp>
        <p:sp>
          <p:nvSpPr>
            <p:cNvPr id="108" name="Flowchart: Delay 107">
              <a:extLst>
                <a:ext uri="{FF2B5EF4-FFF2-40B4-BE49-F238E27FC236}">
                  <a16:creationId xmlns:a16="http://schemas.microsoft.com/office/drawing/2014/main" id="{46D60130-CED7-41B1-B2FD-FC59F341C95B}"/>
                </a:ext>
              </a:extLst>
            </p:cNvPr>
            <p:cNvSpPr>
              <a:spLocks noChangeArrowheads="1"/>
            </p:cNvSpPr>
            <p:nvPr/>
          </p:nvSpPr>
          <p:spPr bwMode="auto">
            <a:xfrm>
              <a:off x="3120" y="2370"/>
              <a:ext cx="288" cy="226"/>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200">
                <a:solidFill>
                  <a:schemeClr val="lt1"/>
                </a:solidFill>
              </a:endParaRPr>
            </a:p>
          </p:txBody>
        </p:sp>
        <p:sp>
          <p:nvSpPr>
            <p:cNvPr id="109" name="Flowchart: Delay 108">
              <a:extLst>
                <a:ext uri="{FF2B5EF4-FFF2-40B4-BE49-F238E27FC236}">
                  <a16:creationId xmlns:a16="http://schemas.microsoft.com/office/drawing/2014/main" id="{3CE00DCB-5D55-402A-9E05-F00527CACDBF}"/>
                </a:ext>
              </a:extLst>
            </p:cNvPr>
            <p:cNvSpPr>
              <a:spLocks noChangeArrowheads="1"/>
            </p:cNvSpPr>
            <p:nvPr/>
          </p:nvSpPr>
          <p:spPr bwMode="auto">
            <a:xfrm>
              <a:off x="3120" y="2668"/>
              <a:ext cx="288" cy="222"/>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200">
                <a:solidFill>
                  <a:schemeClr val="lt1"/>
                </a:solidFill>
              </a:endParaRPr>
            </a:p>
          </p:txBody>
        </p:sp>
        <p:sp>
          <p:nvSpPr>
            <p:cNvPr id="110" name="Flowchart: Delay 109">
              <a:extLst>
                <a:ext uri="{FF2B5EF4-FFF2-40B4-BE49-F238E27FC236}">
                  <a16:creationId xmlns:a16="http://schemas.microsoft.com/office/drawing/2014/main" id="{7ADE075F-B940-400B-B2EA-DF7B782613A3}"/>
                </a:ext>
              </a:extLst>
            </p:cNvPr>
            <p:cNvSpPr>
              <a:spLocks noChangeArrowheads="1"/>
            </p:cNvSpPr>
            <p:nvPr/>
          </p:nvSpPr>
          <p:spPr bwMode="auto">
            <a:xfrm>
              <a:off x="3120" y="3007"/>
              <a:ext cx="288" cy="223"/>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200">
                <a:solidFill>
                  <a:schemeClr val="lt1"/>
                </a:solidFill>
              </a:endParaRPr>
            </a:p>
          </p:txBody>
        </p:sp>
        <p:sp>
          <p:nvSpPr>
            <p:cNvPr id="111" name="Flowchart: Delay 110">
              <a:extLst>
                <a:ext uri="{FF2B5EF4-FFF2-40B4-BE49-F238E27FC236}">
                  <a16:creationId xmlns:a16="http://schemas.microsoft.com/office/drawing/2014/main" id="{3EA68ADA-13F2-4F05-A1C0-AFC6930EE5E4}"/>
                </a:ext>
              </a:extLst>
            </p:cNvPr>
            <p:cNvSpPr>
              <a:spLocks noChangeArrowheads="1"/>
            </p:cNvSpPr>
            <p:nvPr/>
          </p:nvSpPr>
          <p:spPr bwMode="auto">
            <a:xfrm>
              <a:off x="3120" y="1490"/>
              <a:ext cx="288" cy="223"/>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200">
                <a:solidFill>
                  <a:schemeClr val="lt1"/>
                </a:solidFil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F68BC35E-C066-B950-B866-F96EF656A36A}"/>
              </a:ext>
            </a:extLst>
          </p:cNvPr>
          <p:cNvSpPr>
            <a:spLocks noGrp="1" noChangeArrowheads="1"/>
          </p:cNvSpPr>
          <p:nvPr>
            <p:ph type="title"/>
          </p:nvPr>
        </p:nvSpPr>
        <p:spPr>
          <a:xfrm>
            <a:off x="0" y="183401"/>
            <a:ext cx="11612880" cy="704088"/>
          </a:xfrm>
        </p:spPr>
        <p:txBody>
          <a:bodyPr/>
          <a:lstStyle/>
          <a:p>
            <a:r>
              <a:rPr lang="en-US" altLang="en-US"/>
              <a:t>Logic Symbols</a:t>
            </a:r>
          </a:p>
        </p:txBody>
      </p:sp>
      <p:grpSp>
        <p:nvGrpSpPr>
          <p:cNvPr id="20483" name="Group 75">
            <a:extLst>
              <a:ext uri="{FF2B5EF4-FFF2-40B4-BE49-F238E27FC236}">
                <a16:creationId xmlns:a16="http://schemas.microsoft.com/office/drawing/2014/main" id="{CBD362AD-6F4F-AADE-2620-70B8AC4EFA8A}"/>
              </a:ext>
            </a:extLst>
          </p:cNvPr>
          <p:cNvGrpSpPr>
            <a:grpSpLocks/>
          </p:cNvGrpSpPr>
          <p:nvPr/>
        </p:nvGrpSpPr>
        <p:grpSpPr bwMode="auto">
          <a:xfrm>
            <a:off x="2209801" y="1701800"/>
            <a:ext cx="6303963" cy="3468688"/>
            <a:chOff x="685800" y="1701816"/>
            <a:chExt cx="6304280" cy="3468608"/>
          </a:xfrm>
        </p:grpSpPr>
        <p:grpSp>
          <p:nvGrpSpPr>
            <p:cNvPr id="20484" name="Group 11">
              <a:extLst>
                <a:ext uri="{FF2B5EF4-FFF2-40B4-BE49-F238E27FC236}">
                  <a16:creationId xmlns:a16="http://schemas.microsoft.com/office/drawing/2014/main" id="{9C508D43-0487-4672-3718-5695ABE426C6}"/>
                </a:ext>
              </a:extLst>
            </p:cNvPr>
            <p:cNvGrpSpPr>
              <a:grpSpLocks/>
            </p:cNvGrpSpPr>
            <p:nvPr/>
          </p:nvGrpSpPr>
          <p:grpSpPr bwMode="auto">
            <a:xfrm>
              <a:off x="1143000" y="1818624"/>
              <a:ext cx="1638300" cy="640080"/>
              <a:chOff x="1143000" y="1818624"/>
              <a:chExt cx="1638300" cy="640080"/>
            </a:xfrm>
          </p:grpSpPr>
          <p:sp>
            <p:nvSpPr>
              <p:cNvPr id="20528" name="AutoShape 110">
                <a:extLst>
                  <a:ext uri="{FF2B5EF4-FFF2-40B4-BE49-F238E27FC236}">
                    <a16:creationId xmlns:a16="http://schemas.microsoft.com/office/drawing/2014/main" id="{FC5DADA3-107A-0471-2F34-27135F2DD914}"/>
                  </a:ext>
                </a:extLst>
              </p:cNvPr>
              <p:cNvSpPr>
                <a:spLocks noChangeArrowheads="1"/>
              </p:cNvSpPr>
              <p:nvPr/>
            </p:nvSpPr>
            <p:spPr bwMode="auto">
              <a:xfrm rot="5400000">
                <a:off x="1783080" y="1864344"/>
                <a:ext cx="640080" cy="548640"/>
              </a:xfrm>
              <a:prstGeom prst="triangle">
                <a:avLst>
                  <a:gd name="adj" fmla="val 50000"/>
                </a:avLst>
              </a:prstGeom>
              <a:solidFill>
                <a:srgbClr val="C0C0C0"/>
              </a:solidFill>
              <a:ln w="28575">
                <a:solidFill>
                  <a:srgbClr val="000000"/>
                </a:solidFill>
                <a:miter lim="800000"/>
                <a:headEnd/>
                <a:tailEnd/>
              </a:ln>
            </p:spPr>
            <p:txBody>
              <a:bodyPr rot="10800000"/>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u="none"/>
              </a:p>
            </p:txBody>
          </p:sp>
          <p:cxnSp>
            <p:nvCxnSpPr>
              <p:cNvPr id="20529" name="Straight Connector 4">
                <a:extLst>
                  <a:ext uri="{FF2B5EF4-FFF2-40B4-BE49-F238E27FC236}">
                    <a16:creationId xmlns:a16="http://schemas.microsoft.com/office/drawing/2014/main" id="{34ACE4B8-7425-9CA3-7CC1-E4A1E09FFA2E}"/>
                  </a:ext>
                </a:extLst>
              </p:cNvPr>
              <p:cNvCxnSpPr>
                <a:cxnSpLocks noChangeShapeType="1"/>
                <a:endCxn id="20528" idx="3"/>
              </p:cNvCxnSpPr>
              <p:nvPr/>
            </p:nvCxnSpPr>
            <p:spPr bwMode="auto">
              <a:xfrm>
                <a:off x="1143000" y="2138664"/>
                <a:ext cx="6858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530" name="Straight Connector 5">
                <a:extLst>
                  <a:ext uri="{FF2B5EF4-FFF2-40B4-BE49-F238E27FC236}">
                    <a16:creationId xmlns:a16="http://schemas.microsoft.com/office/drawing/2014/main" id="{03286960-A41B-CCFA-3529-808506F68AC7}"/>
                  </a:ext>
                </a:extLst>
              </p:cNvPr>
              <p:cNvCxnSpPr>
                <a:cxnSpLocks noChangeShapeType="1"/>
              </p:cNvCxnSpPr>
              <p:nvPr/>
            </p:nvCxnSpPr>
            <p:spPr bwMode="auto">
              <a:xfrm>
                <a:off x="2095500" y="1945640"/>
                <a:ext cx="6858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531" name="Straight Connector 6">
                <a:extLst>
                  <a:ext uri="{FF2B5EF4-FFF2-40B4-BE49-F238E27FC236}">
                    <a16:creationId xmlns:a16="http://schemas.microsoft.com/office/drawing/2014/main" id="{0D0AE133-7834-481E-DC1F-A182CFB92860}"/>
                  </a:ext>
                </a:extLst>
              </p:cNvPr>
              <p:cNvCxnSpPr>
                <a:cxnSpLocks noChangeShapeType="1"/>
              </p:cNvCxnSpPr>
              <p:nvPr/>
            </p:nvCxnSpPr>
            <p:spPr bwMode="auto">
              <a:xfrm>
                <a:off x="2240280" y="2346960"/>
                <a:ext cx="50292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20532" name="Oval 7">
                <a:extLst>
                  <a:ext uri="{FF2B5EF4-FFF2-40B4-BE49-F238E27FC236}">
                    <a16:creationId xmlns:a16="http://schemas.microsoft.com/office/drawing/2014/main" id="{B1FF17BE-726B-CE32-EC70-7087FB5DC09F}"/>
                  </a:ext>
                </a:extLst>
              </p:cNvPr>
              <p:cNvSpPr>
                <a:spLocks noChangeArrowheads="1"/>
              </p:cNvSpPr>
              <p:nvPr/>
            </p:nvSpPr>
            <p:spPr bwMode="auto">
              <a:xfrm>
                <a:off x="2095500" y="2270744"/>
                <a:ext cx="137160" cy="137160"/>
              </a:xfrm>
              <a:prstGeom prst="ellipse">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grpSp>
        <p:sp>
          <p:nvSpPr>
            <p:cNvPr id="20485" name="AutoShape 110">
              <a:extLst>
                <a:ext uri="{FF2B5EF4-FFF2-40B4-BE49-F238E27FC236}">
                  <a16:creationId xmlns:a16="http://schemas.microsoft.com/office/drawing/2014/main" id="{BA0F1E79-8575-DE47-8C62-FBC208B4F0E1}"/>
                </a:ext>
              </a:extLst>
            </p:cNvPr>
            <p:cNvSpPr>
              <a:spLocks noChangeArrowheads="1"/>
            </p:cNvSpPr>
            <p:nvPr/>
          </p:nvSpPr>
          <p:spPr bwMode="auto">
            <a:xfrm rot="5400000">
              <a:off x="5600700" y="1920240"/>
              <a:ext cx="640080" cy="548640"/>
            </a:xfrm>
            <a:prstGeom prst="triangle">
              <a:avLst>
                <a:gd name="adj" fmla="val 50000"/>
              </a:avLst>
            </a:prstGeom>
            <a:solidFill>
              <a:srgbClr val="C0C0C0"/>
            </a:solidFill>
            <a:ln w="28575">
              <a:solidFill>
                <a:srgbClr val="000000"/>
              </a:solidFill>
              <a:miter lim="800000"/>
              <a:headEnd/>
              <a:tailEnd/>
            </a:ln>
          </p:spPr>
          <p:txBody>
            <a:bodyPr rot="10800000"/>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u="none"/>
            </a:p>
          </p:txBody>
        </p:sp>
        <p:cxnSp>
          <p:nvCxnSpPr>
            <p:cNvPr id="20486" name="Straight Connector 14">
              <a:extLst>
                <a:ext uri="{FF2B5EF4-FFF2-40B4-BE49-F238E27FC236}">
                  <a16:creationId xmlns:a16="http://schemas.microsoft.com/office/drawing/2014/main" id="{FBEA41C4-D289-0E2F-EA1E-A36DFEFA55A8}"/>
                </a:ext>
              </a:extLst>
            </p:cNvPr>
            <p:cNvCxnSpPr>
              <a:cxnSpLocks noChangeShapeType="1"/>
              <a:endCxn id="20485" idx="3"/>
            </p:cNvCxnSpPr>
            <p:nvPr/>
          </p:nvCxnSpPr>
          <p:spPr bwMode="auto">
            <a:xfrm>
              <a:off x="4960620" y="2194560"/>
              <a:ext cx="6858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487" name="Straight Connector 15">
              <a:extLst>
                <a:ext uri="{FF2B5EF4-FFF2-40B4-BE49-F238E27FC236}">
                  <a16:creationId xmlns:a16="http://schemas.microsoft.com/office/drawing/2014/main" id="{DF22A6F2-8BFE-3A9A-CFD2-BF6529ADA819}"/>
                </a:ext>
              </a:extLst>
            </p:cNvPr>
            <p:cNvCxnSpPr>
              <a:cxnSpLocks noChangeShapeType="1"/>
            </p:cNvCxnSpPr>
            <p:nvPr/>
          </p:nvCxnSpPr>
          <p:spPr bwMode="auto">
            <a:xfrm>
              <a:off x="5394960" y="1701816"/>
              <a:ext cx="146304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488" name="Straight Connector 16">
              <a:extLst>
                <a:ext uri="{FF2B5EF4-FFF2-40B4-BE49-F238E27FC236}">
                  <a16:creationId xmlns:a16="http://schemas.microsoft.com/office/drawing/2014/main" id="{7DA66B2C-C94C-6DD8-0417-779E6DCADAA4}"/>
                </a:ext>
              </a:extLst>
            </p:cNvPr>
            <p:cNvCxnSpPr>
              <a:cxnSpLocks noChangeShapeType="1"/>
            </p:cNvCxnSpPr>
            <p:nvPr/>
          </p:nvCxnSpPr>
          <p:spPr bwMode="auto">
            <a:xfrm>
              <a:off x="6350000" y="2194560"/>
              <a:ext cx="50292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20489" name="Oval 18">
              <a:extLst>
                <a:ext uri="{FF2B5EF4-FFF2-40B4-BE49-F238E27FC236}">
                  <a16:creationId xmlns:a16="http://schemas.microsoft.com/office/drawing/2014/main" id="{D0246CFA-839A-77FC-D5AA-6B5FA7DE037A}"/>
                </a:ext>
              </a:extLst>
            </p:cNvPr>
            <p:cNvSpPr>
              <a:spLocks noChangeArrowheads="1"/>
            </p:cNvSpPr>
            <p:nvPr/>
          </p:nvSpPr>
          <p:spPr bwMode="auto">
            <a:xfrm>
              <a:off x="6195060" y="2125980"/>
              <a:ext cx="137160" cy="137160"/>
            </a:xfrm>
            <a:prstGeom prst="ellipse">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cxnSp>
          <p:nvCxnSpPr>
            <p:cNvPr id="20490" name="Straight Connector 20">
              <a:extLst>
                <a:ext uri="{FF2B5EF4-FFF2-40B4-BE49-F238E27FC236}">
                  <a16:creationId xmlns:a16="http://schemas.microsoft.com/office/drawing/2014/main" id="{DEC6BCF3-9840-965D-AB7F-B31221F14D4E}"/>
                </a:ext>
              </a:extLst>
            </p:cNvPr>
            <p:cNvCxnSpPr>
              <a:cxnSpLocks noChangeShapeType="1"/>
            </p:cNvCxnSpPr>
            <p:nvPr/>
          </p:nvCxnSpPr>
          <p:spPr bwMode="auto">
            <a:xfrm>
              <a:off x="5394960" y="1701816"/>
              <a:ext cx="0" cy="492744"/>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20491" name="Straight Connector 41">
              <a:extLst>
                <a:ext uri="{FF2B5EF4-FFF2-40B4-BE49-F238E27FC236}">
                  <a16:creationId xmlns:a16="http://schemas.microsoft.com/office/drawing/2014/main" id="{9EFCBBB4-ECF7-0C32-DDCB-2749A2664D1F}"/>
                </a:ext>
              </a:extLst>
            </p:cNvPr>
            <p:cNvCxnSpPr>
              <a:cxnSpLocks noChangeShapeType="1"/>
            </p:cNvCxnSpPr>
            <p:nvPr/>
          </p:nvCxnSpPr>
          <p:spPr bwMode="auto">
            <a:xfrm>
              <a:off x="4980940" y="3281680"/>
              <a:ext cx="6858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492" name="Straight Connector 42">
              <a:extLst>
                <a:ext uri="{FF2B5EF4-FFF2-40B4-BE49-F238E27FC236}">
                  <a16:creationId xmlns:a16="http://schemas.microsoft.com/office/drawing/2014/main" id="{9BE8C39B-57C6-0A2E-5996-8E3D8D208335}"/>
                </a:ext>
              </a:extLst>
            </p:cNvPr>
            <p:cNvCxnSpPr>
              <a:cxnSpLocks noChangeShapeType="1"/>
            </p:cNvCxnSpPr>
            <p:nvPr/>
          </p:nvCxnSpPr>
          <p:spPr bwMode="auto">
            <a:xfrm>
              <a:off x="4980940" y="3484372"/>
              <a:ext cx="6858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493" name="Straight Connector 43">
              <a:extLst>
                <a:ext uri="{FF2B5EF4-FFF2-40B4-BE49-F238E27FC236}">
                  <a16:creationId xmlns:a16="http://schemas.microsoft.com/office/drawing/2014/main" id="{6112B7CD-81ED-BFD6-AF31-E717FBEF0FA4}"/>
                </a:ext>
              </a:extLst>
            </p:cNvPr>
            <p:cNvCxnSpPr>
              <a:cxnSpLocks noChangeShapeType="1"/>
            </p:cNvCxnSpPr>
            <p:nvPr/>
          </p:nvCxnSpPr>
          <p:spPr bwMode="auto">
            <a:xfrm>
              <a:off x="4980940" y="3687572"/>
              <a:ext cx="6858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20494" name="TextBox 22">
              <a:extLst>
                <a:ext uri="{FF2B5EF4-FFF2-40B4-BE49-F238E27FC236}">
                  <a16:creationId xmlns:a16="http://schemas.microsoft.com/office/drawing/2014/main" id="{8C0673CE-B7D7-AA1C-B039-30C66EFDD4F1}"/>
                </a:ext>
              </a:extLst>
            </p:cNvPr>
            <p:cNvSpPr txBox="1">
              <a:spLocks noChangeArrowheads="1"/>
            </p:cNvSpPr>
            <p:nvPr/>
          </p:nvSpPr>
          <p:spPr bwMode="auto">
            <a:xfrm>
              <a:off x="3733800" y="1818624"/>
              <a:ext cx="838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u="none"/>
                <a:t>= =</a:t>
              </a:r>
            </a:p>
          </p:txBody>
        </p:sp>
        <p:sp>
          <p:nvSpPr>
            <p:cNvPr id="24" name="Flowchart: Delay 23">
              <a:extLst>
                <a:ext uri="{FF2B5EF4-FFF2-40B4-BE49-F238E27FC236}">
                  <a16:creationId xmlns:a16="http://schemas.microsoft.com/office/drawing/2014/main" id="{13FB277B-E1B8-488C-B074-D38287F9F8C2}"/>
                </a:ext>
              </a:extLst>
            </p:cNvPr>
            <p:cNvSpPr>
              <a:spLocks noChangeArrowheads="1"/>
            </p:cNvSpPr>
            <p:nvPr/>
          </p:nvSpPr>
          <p:spPr bwMode="auto">
            <a:xfrm>
              <a:off x="1908236" y="3200381"/>
              <a:ext cx="639795" cy="639748"/>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200">
                <a:solidFill>
                  <a:schemeClr val="lt1"/>
                </a:solidFill>
              </a:endParaRPr>
            </a:p>
          </p:txBody>
        </p:sp>
        <p:cxnSp>
          <p:nvCxnSpPr>
            <p:cNvPr id="20496" name="Straight Connector 26">
              <a:extLst>
                <a:ext uri="{FF2B5EF4-FFF2-40B4-BE49-F238E27FC236}">
                  <a16:creationId xmlns:a16="http://schemas.microsoft.com/office/drawing/2014/main" id="{F2694F18-2633-888D-4551-AFFF37D172EB}"/>
                </a:ext>
              </a:extLst>
            </p:cNvPr>
            <p:cNvCxnSpPr>
              <a:cxnSpLocks noChangeShapeType="1"/>
            </p:cNvCxnSpPr>
            <p:nvPr/>
          </p:nvCxnSpPr>
          <p:spPr bwMode="auto">
            <a:xfrm>
              <a:off x="685800" y="3520440"/>
              <a:ext cx="118872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497" name="Straight Connector 28">
              <a:extLst>
                <a:ext uri="{FF2B5EF4-FFF2-40B4-BE49-F238E27FC236}">
                  <a16:creationId xmlns:a16="http://schemas.microsoft.com/office/drawing/2014/main" id="{4084B6BE-1454-0A87-C41A-3D3E1A70C067}"/>
                </a:ext>
              </a:extLst>
            </p:cNvPr>
            <p:cNvCxnSpPr>
              <a:cxnSpLocks noChangeShapeType="1"/>
            </p:cNvCxnSpPr>
            <p:nvPr/>
          </p:nvCxnSpPr>
          <p:spPr bwMode="auto">
            <a:xfrm>
              <a:off x="1600200" y="3195320"/>
              <a:ext cx="0" cy="71628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498" name="Straight Connector 29">
              <a:extLst>
                <a:ext uri="{FF2B5EF4-FFF2-40B4-BE49-F238E27FC236}">
                  <a16:creationId xmlns:a16="http://schemas.microsoft.com/office/drawing/2014/main" id="{0D9738F8-09B4-E04B-FE05-33EF1B404915}"/>
                </a:ext>
              </a:extLst>
            </p:cNvPr>
            <p:cNvCxnSpPr>
              <a:cxnSpLocks noChangeShapeType="1"/>
            </p:cNvCxnSpPr>
            <p:nvPr/>
          </p:nvCxnSpPr>
          <p:spPr bwMode="auto">
            <a:xfrm>
              <a:off x="1290320" y="3197352"/>
              <a:ext cx="0" cy="71628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499" name="Straight Connector 30">
              <a:extLst>
                <a:ext uri="{FF2B5EF4-FFF2-40B4-BE49-F238E27FC236}">
                  <a16:creationId xmlns:a16="http://schemas.microsoft.com/office/drawing/2014/main" id="{72C3C037-6D70-9C78-E5A6-C9937D7531A2}"/>
                </a:ext>
              </a:extLst>
            </p:cNvPr>
            <p:cNvCxnSpPr>
              <a:cxnSpLocks noChangeShapeType="1"/>
            </p:cNvCxnSpPr>
            <p:nvPr/>
          </p:nvCxnSpPr>
          <p:spPr bwMode="auto">
            <a:xfrm>
              <a:off x="1005840" y="3210560"/>
              <a:ext cx="0" cy="71628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500" name="Straight Connector 31">
              <a:extLst>
                <a:ext uri="{FF2B5EF4-FFF2-40B4-BE49-F238E27FC236}">
                  <a16:creationId xmlns:a16="http://schemas.microsoft.com/office/drawing/2014/main" id="{82F27194-6738-A49F-239E-92D27A7F472C}"/>
                </a:ext>
              </a:extLst>
            </p:cNvPr>
            <p:cNvCxnSpPr>
              <a:cxnSpLocks noChangeShapeType="1"/>
            </p:cNvCxnSpPr>
            <p:nvPr/>
          </p:nvCxnSpPr>
          <p:spPr bwMode="auto">
            <a:xfrm>
              <a:off x="2532380" y="3543300"/>
              <a:ext cx="73152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501" name="Straight Connector 33">
              <a:extLst>
                <a:ext uri="{FF2B5EF4-FFF2-40B4-BE49-F238E27FC236}">
                  <a16:creationId xmlns:a16="http://schemas.microsoft.com/office/drawing/2014/main" id="{F4B248F7-C3AE-D6AC-467C-C11B8CF0250F}"/>
                </a:ext>
              </a:extLst>
            </p:cNvPr>
            <p:cNvCxnSpPr>
              <a:cxnSpLocks noChangeShapeType="1"/>
            </p:cNvCxnSpPr>
            <p:nvPr/>
          </p:nvCxnSpPr>
          <p:spPr bwMode="auto">
            <a:xfrm>
              <a:off x="1505738" y="3418840"/>
              <a:ext cx="188925" cy="19202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20502" name="Straight Connector 35">
              <a:extLst>
                <a:ext uri="{FF2B5EF4-FFF2-40B4-BE49-F238E27FC236}">
                  <a16:creationId xmlns:a16="http://schemas.microsoft.com/office/drawing/2014/main" id="{1A2913AA-6AEB-1CE1-67A9-67F5AC6F75BF}"/>
                </a:ext>
              </a:extLst>
            </p:cNvPr>
            <p:cNvCxnSpPr>
              <a:cxnSpLocks noChangeShapeType="1"/>
            </p:cNvCxnSpPr>
            <p:nvPr/>
          </p:nvCxnSpPr>
          <p:spPr bwMode="auto">
            <a:xfrm flipV="1">
              <a:off x="1505738" y="3429000"/>
              <a:ext cx="188925" cy="19202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20503" name="Straight Connector 36">
              <a:extLst>
                <a:ext uri="{FF2B5EF4-FFF2-40B4-BE49-F238E27FC236}">
                  <a16:creationId xmlns:a16="http://schemas.microsoft.com/office/drawing/2014/main" id="{B3FF89C6-2537-9B68-3869-AB7CB9317140}"/>
                </a:ext>
              </a:extLst>
            </p:cNvPr>
            <p:cNvCxnSpPr>
              <a:cxnSpLocks noChangeShapeType="1"/>
            </p:cNvCxnSpPr>
            <p:nvPr/>
          </p:nvCxnSpPr>
          <p:spPr bwMode="auto">
            <a:xfrm>
              <a:off x="1195857" y="3423920"/>
              <a:ext cx="188925" cy="19202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20504" name="Straight Connector 37">
              <a:extLst>
                <a:ext uri="{FF2B5EF4-FFF2-40B4-BE49-F238E27FC236}">
                  <a16:creationId xmlns:a16="http://schemas.microsoft.com/office/drawing/2014/main" id="{F151DD8C-864C-1AF3-0E8A-3372EE182E65}"/>
                </a:ext>
              </a:extLst>
            </p:cNvPr>
            <p:cNvCxnSpPr>
              <a:cxnSpLocks noChangeShapeType="1"/>
            </p:cNvCxnSpPr>
            <p:nvPr/>
          </p:nvCxnSpPr>
          <p:spPr bwMode="auto">
            <a:xfrm flipV="1">
              <a:off x="1195857" y="3434080"/>
              <a:ext cx="188925" cy="19202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20505" name="Straight Connector 38">
              <a:extLst>
                <a:ext uri="{FF2B5EF4-FFF2-40B4-BE49-F238E27FC236}">
                  <a16:creationId xmlns:a16="http://schemas.microsoft.com/office/drawing/2014/main" id="{8B2600C0-F4D0-DC76-0D77-A574B419D9B8}"/>
                </a:ext>
              </a:extLst>
            </p:cNvPr>
            <p:cNvCxnSpPr>
              <a:cxnSpLocks noChangeShapeType="1"/>
            </p:cNvCxnSpPr>
            <p:nvPr/>
          </p:nvCxnSpPr>
          <p:spPr bwMode="auto">
            <a:xfrm>
              <a:off x="901217" y="3429000"/>
              <a:ext cx="188925" cy="19202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20506" name="Straight Connector 39">
              <a:extLst>
                <a:ext uri="{FF2B5EF4-FFF2-40B4-BE49-F238E27FC236}">
                  <a16:creationId xmlns:a16="http://schemas.microsoft.com/office/drawing/2014/main" id="{ACC9B107-B07A-C564-6B83-4B170774BD93}"/>
                </a:ext>
              </a:extLst>
            </p:cNvPr>
            <p:cNvCxnSpPr>
              <a:cxnSpLocks noChangeShapeType="1"/>
            </p:cNvCxnSpPr>
            <p:nvPr/>
          </p:nvCxnSpPr>
          <p:spPr bwMode="auto">
            <a:xfrm flipV="1">
              <a:off x="901217" y="3439160"/>
              <a:ext cx="188925" cy="19202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41" name="Flowchart: Delay 40">
              <a:extLst>
                <a:ext uri="{FF2B5EF4-FFF2-40B4-BE49-F238E27FC236}">
                  <a16:creationId xmlns:a16="http://schemas.microsoft.com/office/drawing/2014/main" id="{833A0F03-7B2B-4FB7-ACD3-7E3778871FDD}"/>
                </a:ext>
              </a:extLst>
            </p:cNvPr>
            <p:cNvSpPr>
              <a:spLocks noChangeArrowheads="1"/>
            </p:cNvSpPr>
            <p:nvPr/>
          </p:nvSpPr>
          <p:spPr bwMode="auto">
            <a:xfrm>
              <a:off x="5685089" y="3149583"/>
              <a:ext cx="639794" cy="639748"/>
            </a:xfrm>
            <a:prstGeom prst="flowChartDelay">
              <a:avLst/>
            </a:prstGeom>
            <a:solidFill>
              <a:srgbClr val="C0C0C0"/>
            </a:solidFill>
            <a:ln w="28575" algn="ctr">
              <a:solidFill>
                <a:schemeClr val="tx1"/>
              </a:solidFill>
              <a:miter lim="800000"/>
              <a:headEnd/>
              <a:tailEnd/>
            </a:ln>
          </p:spPr>
          <p:txBody>
            <a:bodyPr anchor="ctr"/>
            <a:lstStyle/>
            <a:p>
              <a:pPr algn="ctr" eaLnBrk="1" hangingPunct="1">
                <a:defRPr/>
              </a:pPr>
              <a:endParaRPr lang="en-US" sz="1200">
                <a:solidFill>
                  <a:schemeClr val="lt1"/>
                </a:solidFill>
              </a:endParaRPr>
            </a:p>
          </p:txBody>
        </p:sp>
        <p:sp>
          <p:nvSpPr>
            <p:cNvPr id="20508" name="TextBox 44">
              <a:extLst>
                <a:ext uri="{FF2B5EF4-FFF2-40B4-BE49-F238E27FC236}">
                  <a16:creationId xmlns:a16="http://schemas.microsoft.com/office/drawing/2014/main" id="{03CB9DF5-79CE-2533-4A2D-5A7E74FA8AFB}"/>
                </a:ext>
              </a:extLst>
            </p:cNvPr>
            <p:cNvSpPr txBox="1">
              <a:spLocks noChangeArrowheads="1"/>
            </p:cNvSpPr>
            <p:nvPr/>
          </p:nvSpPr>
          <p:spPr bwMode="auto">
            <a:xfrm>
              <a:off x="3764280" y="3287462"/>
              <a:ext cx="838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u="none"/>
                <a:t>= =</a:t>
              </a:r>
            </a:p>
          </p:txBody>
        </p:sp>
        <p:cxnSp>
          <p:nvCxnSpPr>
            <p:cNvPr id="20509" name="Straight Connector 46">
              <a:extLst>
                <a:ext uri="{FF2B5EF4-FFF2-40B4-BE49-F238E27FC236}">
                  <a16:creationId xmlns:a16="http://schemas.microsoft.com/office/drawing/2014/main" id="{90782918-C9E4-88A3-8A53-BFC15D81B454}"/>
                </a:ext>
              </a:extLst>
            </p:cNvPr>
            <p:cNvCxnSpPr>
              <a:cxnSpLocks noChangeShapeType="1"/>
            </p:cNvCxnSpPr>
            <p:nvPr/>
          </p:nvCxnSpPr>
          <p:spPr bwMode="auto">
            <a:xfrm>
              <a:off x="685800" y="4739640"/>
              <a:ext cx="123444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510" name="Straight Connector 47">
              <a:extLst>
                <a:ext uri="{FF2B5EF4-FFF2-40B4-BE49-F238E27FC236}">
                  <a16:creationId xmlns:a16="http://schemas.microsoft.com/office/drawing/2014/main" id="{63689763-D153-7EF4-D99F-F5FB78BC5F68}"/>
                </a:ext>
              </a:extLst>
            </p:cNvPr>
            <p:cNvCxnSpPr>
              <a:cxnSpLocks noChangeShapeType="1"/>
            </p:cNvCxnSpPr>
            <p:nvPr/>
          </p:nvCxnSpPr>
          <p:spPr bwMode="auto">
            <a:xfrm>
              <a:off x="1600200" y="4414520"/>
              <a:ext cx="0" cy="71628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511" name="Straight Connector 48">
              <a:extLst>
                <a:ext uri="{FF2B5EF4-FFF2-40B4-BE49-F238E27FC236}">
                  <a16:creationId xmlns:a16="http://schemas.microsoft.com/office/drawing/2014/main" id="{F1E8CE58-D89C-9D97-1B65-19C346E8CCAD}"/>
                </a:ext>
              </a:extLst>
            </p:cNvPr>
            <p:cNvCxnSpPr>
              <a:cxnSpLocks noChangeShapeType="1"/>
            </p:cNvCxnSpPr>
            <p:nvPr/>
          </p:nvCxnSpPr>
          <p:spPr bwMode="auto">
            <a:xfrm>
              <a:off x="1290320" y="4416552"/>
              <a:ext cx="0" cy="71628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512" name="Straight Connector 49">
              <a:extLst>
                <a:ext uri="{FF2B5EF4-FFF2-40B4-BE49-F238E27FC236}">
                  <a16:creationId xmlns:a16="http://schemas.microsoft.com/office/drawing/2014/main" id="{193D52EF-29FF-420E-FCD9-94A823B5A00E}"/>
                </a:ext>
              </a:extLst>
            </p:cNvPr>
            <p:cNvCxnSpPr>
              <a:cxnSpLocks noChangeShapeType="1"/>
            </p:cNvCxnSpPr>
            <p:nvPr/>
          </p:nvCxnSpPr>
          <p:spPr bwMode="auto">
            <a:xfrm>
              <a:off x="1005840" y="4429760"/>
              <a:ext cx="0" cy="71628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513" name="Straight Connector 50">
              <a:extLst>
                <a:ext uri="{FF2B5EF4-FFF2-40B4-BE49-F238E27FC236}">
                  <a16:creationId xmlns:a16="http://schemas.microsoft.com/office/drawing/2014/main" id="{99E37CBD-6F41-DEE0-06C9-4DF700247D8D}"/>
                </a:ext>
              </a:extLst>
            </p:cNvPr>
            <p:cNvCxnSpPr>
              <a:cxnSpLocks noChangeShapeType="1"/>
            </p:cNvCxnSpPr>
            <p:nvPr/>
          </p:nvCxnSpPr>
          <p:spPr bwMode="auto">
            <a:xfrm>
              <a:off x="2522220" y="4762500"/>
              <a:ext cx="73152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514" name="Straight Connector 51">
              <a:extLst>
                <a:ext uri="{FF2B5EF4-FFF2-40B4-BE49-F238E27FC236}">
                  <a16:creationId xmlns:a16="http://schemas.microsoft.com/office/drawing/2014/main" id="{974C8A80-F1DF-C4B4-90E7-F8D1B373625E}"/>
                </a:ext>
              </a:extLst>
            </p:cNvPr>
            <p:cNvCxnSpPr>
              <a:cxnSpLocks noChangeShapeType="1"/>
            </p:cNvCxnSpPr>
            <p:nvPr/>
          </p:nvCxnSpPr>
          <p:spPr bwMode="auto">
            <a:xfrm>
              <a:off x="1505738" y="4638040"/>
              <a:ext cx="188925" cy="19202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20515" name="Straight Connector 52">
              <a:extLst>
                <a:ext uri="{FF2B5EF4-FFF2-40B4-BE49-F238E27FC236}">
                  <a16:creationId xmlns:a16="http://schemas.microsoft.com/office/drawing/2014/main" id="{C18697EF-61E9-FF1B-AB0C-CBB17974EC00}"/>
                </a:ext>
              </a:extLst>
            </p:cNvPr>
            <p:cNvCxnSpPr>
              <a:cxnSpLocks noChangeShapeType="1"/>
            </p:cNvCxnSpPr>
            <p:nvPr/>
          </p:nvCxnSpPr>
          <p:spPr bwMode="auto">
            <a:xfrm flipV="1">
              <a:off x="1505738" y="4648200"/>
              <a:ext cx="188925" cy="19202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20516" name="Straight Connector 53">
              <a:extLst>
                <a:ext uri="{FF2B5EF4-FFF2-40B4-BE49-F238E27FC236}">
                  <a16:creationId xmlns:a16="http://schemas.microsoft.com/office/drawing/2014/main" id="{F08E4118-CF36-4572-F98D-24B1A87A3B11}"/>
                </a:ext>
              </a:extLst>
            </p:cNvPr>
            <p:cNvCxnSpPr>
              <a:cxnSpLocks noChangeShapeType="1"/>
            </p:cNvCxnSpPr>
            <p:nvPr/>
          </p:nvCxnSpPr>
          <p:spPr bwMode="auto">
            <a:xfrm>
              <a:off x="1195857" y="4643120"/>
              <a:ext cx="188925" cy="19202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20517" name="Straight Connector 54">
              <a:extLst>
                <a:ext uri="{FF2B5EF4-FFF2-40B4-BE49-F238E27FC236}">
                  <a16:creationId xmlns:a16="http://schemas.microsoft.com/office/drawing/2014/main" id="{457AAFEE-10F5-A4B8-DD10-D938E250F5E7}"/>
                </a:ext>
              </a:extLst>
            </p:cNvPr>
            <p:cNvCxnSpPr>
              <a:cxnSpLocks noChangeShapeType="1"/>
            </p:cNvCxnSpPr>
            <p:nvPr/>
          </p:nvCxnSpPr>
          <p:spPr bwMode="auto">
            <a:xfrm flipV="1">
              <a:off x="1195857" y="4653280"/>
              <a:ext cx="188925" cy="19202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20518" name="Straight Connector 55">
              <a:extLst>
                <a:ext uri="{FF2B5EF4-FFF2-40B4-BE49-F238E27FC236}">
                  <a16:creationId xmlns:a16="http://schemas.microsoft.com/office/drawing/2014/main" id="{3337CF21-BFA4-42BE-0D48-A4EB6A6AF560}"/>
                </a:ext>
              </a:extLst>
            </p:cNvPr>
            <p:cNvCxnSpPr>
              <a:cxnSpLocks noChangeShapeType="1"/>
            </p:cNvCxnSpPr>
            <p:nvPr/>
          </p:nvCxnSpPr>
          <p:spPr bwMode="auto">
            <a:xfrm>
              <a:off x="901217" y="4648200"/>
              <a:ext cx="188925" cy="19202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20519" name="Straight Connector 56">
              <a:extLst>
                <a:ext uri="{FF2B5EF4-FFF2-40B4-BE49-F238E27FC236}">
                  <a16:creationId xmlns:a16="http://schemas.microsoft.com/office/drawing/2014/main" id="{6393FE31-A946-DB88-4A54-B2CE4AA2E0AD}"/>
                </a:ext>
              </a:extLst>
            </p:cNvPr>
            <p:cNvCxnSpPr>
              <a:cxnSpLocks noChangeShapeType="1"/>
            </p:cNvCxnSpPr>
            <p:nvPr/>
          </p:nvCxnSpPr>
          <p:spPr bwMode="auto">
            <a:xfrm flipV="1">
              <a:off x="901217" y="4658360"/>
              <a:ext cx="188925" cy="19202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20520" name="AutoShape 68">
              <a:extLst>
                <a:ext uri="{FF2B5EF4-FFF2-40B4-BE49-F238E27FC236}">
                  <a16:creationId xmlns:a16="http://schemas.microsoft.com/office/drawing/2014/main" id="{ED690A6C-0841-0C9A-5871-98664DB37673}"/>
                </a:ext>
              </a:extLst>
            </p:cNvPr>
            <p:cNvSpPr>
              <a:spLocks noChangeArrowheads="1"/>
            </p:cNvSpPr>
            <p:nvPr/>
          </p:nvSpPr>
          <p:spPr bwMode="auto">
            <a:xfrm flipH="1">
              <a:off x="1856740" y="4454652"/>
              <a:ext cx="640080" cy="640080"/>
            </a:xfrm>
            <a:prstGeom prst="moon">
              <a:avLst>
                <a:gd name="adj" fmla="val 87500"/>
              </a:avLst>
            </a:prstGeom>
            <a:solidFill>
              <a:srgbClr val="C0C0C0"/>
            </a:solidFill>
            <a:ln w="19050">
              <a:solidFill>
                <a:schemeClr val="tx1"/>
              </a:solidFill>
              <a:miter lim="800000"/>
              <a:headEnd/>
              <a:tailEnd/>
            </a:ln>
          </p:spPr>
          <p:txBody>
            <a:bodyPr rot="10800000" vert="eaVert"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sp>
          <p:nvSpPr>
            <p:cNvPr id="20521" name="AutoShape 68">
              <a:extLst>
                <a:ext uri="{FF2B5EF4-FFF2-40B4-BE49-F238E27FC236}">
                  <a16:creationId xmlns:a16="http://schemas.microsoft.com/office/drawing/2014/main" id="{DA4923B8-DDCB-8F63-DD33-5954565D47BD}"/>
                </a:ext>
              </a:extLst>
            </p:cNvPr>
            <p:cNvSpPr>
              <a:spLocks noChangeArrowheads="1"/>
            </p:cNvSpPr>
            <p:nvPr/>
          </p:nvSpPr>
          <p:spPr bwMode="auto">
            <a:xfrm flipH="1">
              <a:off x="5687060" y="4530344"/>
              <a:ext cx="640080" cy="640080"/>
            </a:xfrm>
            <a:prstGeom prst="moon">
              <a:avLst>
                <a:gd name="adj" fmla="val 87500"/>
              </a:avLst>
            </a:prstGeom>
            <a:solidFill>
              <a:srgbClr val="C0C0C0"/>
            </a:solidFill>
            <a:ln w="19050">
              <a:solidFill>
                <a:schemeClr val="tx1"/>
              </a:solidFill>
              <a:miter lim="800000"/>
              <a:headEnd/>
              <a:tailEnd/>
            </a:ln>
          </p:spPr>
          <p:txBody>
            <a:bodyPr rot="10800000" vert="eaVert"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u="none"/>
            </a:p>
          </p:txBody>
        </p:sp>
        <p:cxnSp>
          <p:nvCxnSpPr>
            <p:cNvPr id="20522" name="Straight Connector 69">
              <a:extLst>
                <a:ext uri="{FF2B5EF4-FFF2-40B4-BE49-F238E27FC236}">
                  <a16:creationId xmlns:a16="http://schemas.microsoft.com/office/drawing/2014/main" id="{D32E1BB9-0BC6-6E57-3424-B721127BC056}"/>
                </a:ext>
              </a:extLst>
            </p:cNvPr>
            <p:cNvCxnSpPr>
              <a:cxnSpLocks noChangeShapeType="1"/>
            </p:cNvCxnSpPr>
            <p:nvPr/>
          </p:nvCxnSpPr>
          <p:spPr bwMode="auto">
            <a:xfrm>
              <a:off x="5041900" y="4663440"/>
              <a:ext cx="6858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523" name="Straight Connector 70">
              <a:extLst>
                <a:ext uri="{FF2B5EF4-FFF2-40B4-BE49-F238E27FC236}">
                  <a16:creationId xmlns:a16="http://schemas.microsoft.com/office/drawing/2014/main" id="{3E20901D-4B82-9350-589D-761A80E11C1A}"/>
                </a:ext>
              </a:extLst>
            </p:cNvPr>
            <p:cNvCxnSpPr>
              <a:cxnSpLocks noChangeShapeType="1"/>
            </p:cNvCxnSpPr>
            <p:nvPr/>
          </p:nvCxnSpPr>
          <p:spPr bwMode="auto">
            <a:xfrm>
              <a:off x="5072380" y="4860544"/>
              <a:ext cx="6858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524" name="Straight Connector 71">
              <a:extLst>
                <a:ext uri="{FF2B5EF4-FFF2-40B4-BE49-F238E27FC236}">
                  <a16:creationId xmlns:a16="http://schemas.microsoft.com/office/drawing/2014/main" id="{AFEC0287-7CE3-1DA0-1128-C50398228062}"/>
                </a:ext>
              </a:extLst>
            </p:cNvPr>
            <p:cNvCxnSpPr>
              <a:cxnSpLocks noChangeShapeType="1"/>
            </p:cNvCxnSpPr>
            <p:nvPr/>
          </p:nvCxnSpPr>
          <p:spPr bwMode="auto">
            <a:xfrm>
              <a:off x="5052060" y="5039360"/>
              <a:ext cx="6858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0525" name="Straight Connector 72">
              <a:extLst>
                <a:ext uri="{FF2B5EF4-FFF2-40B4-BE49-F238E27FC236}">
                  <a16:creationId xmlns:a16="http://schemas.microsoft.com/office/drawing/2014/main" id="{71041BEE-0EF0-A94C-0B3F-A13680A5035C}"/>
                </a:ext>
              </a:extLst>
            </p:cNvPr>
            <p:cNvCxnSpPr>
              <a:cxnSpLocks noChangeShapeType="1"/>
            </p:cNvCxnSpPr>
            <p:nvPr/>
          </p:nvCxnSpPr>
          <p:spPr bwMode="auto">
            <a:xfrm>
              <a:off x="6332220" y="4860544"/>
              <a:ext cx="64008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20526" name="TextBox 73">
              <a:extLst>
                <a:ext uri="{FF2B5EF4-FFF2-40B4-BE49-F238E27FC236}">
                  <a16:creationId xmlns:a16="http://schemas.microsoft.com/office/drawing/2014/main" id="{A2ED74DD-D48D-36C0-C0AF-1EFD2AA029E0}"/>
                </a:ext>
              </a:extLst>
            </p:cNvPr>
            <p:cNvSpPr txBox="1">
              <a:spLocks noChangeArrowheads="1"/>
            </p:cNvSpPr>
            <p:nvPr/>
          </p:nvSpPr>
          <p:spPr bwMode="auto">
            <a:xfrm>
              <a:off x="3789680" y="4630009"/>
              <a:ext cx="838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u="none"/>
                <a:t>= =</a:t>
              </a:r>
            </a:p>
          </p:txBody>
        </p:sp>
        <p:cxnSp>
          <p:nvCxnSpPr>
            <p:cNvPr id="20527" name="Straight Connector 74">
              <a:extLst>
                <a:ext uri="{FF2B5EF4-FFF2-40B4-BE49-F238E27FC236}">
                  <a16:creationId xmlns:a16="http://schemas.microsoft.com/office/drawing/2014/main" id="{5E849E1F-326C-8AE6-47B2-B8560F815F7E}"/>
                </a:ext>
              </a:extLst>
            </p:cNvPr>
            <p:cNvCxnSpPr>
              <a:cxnSpLocks noChangeShapeType="1"/>
            </p:cNvCxnSpPr>
            <p:nvPr/>
          </p:nvCxnSpPr>
          <p:spPr bwMode="auto">
            <a:xfrm>
              <a:off x="6350000" y="3479800"/>
              <a:ext cx="64008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a:extLst>
              <a:ext uri="{FF2B5EF4-FFF2-40B4-BE49-F238E27FC236}">
                <a16:creationId xmlns:a16="http://schemas.microsoft.com/office/drawing/2014/main" id="{E3CDE2A8-8A0A-4422-5E19-319D08AABDF2}"/>
              </a:ext>
            </a:extLst>
          </p:cNvPr>
          <p:cNvSpPr>
            <a:spLocks noGrp="1" noChangeArrowheads="1"/>
          </p:cNvSpPr>
          <p:nvPr>
            <p:ph type="title"/>
          </p:nvPr>
        </p:nvSpPr>
        <p:spPr>
          <a:xfrm>
            <a:off x="0" y="183401"/>
            <a:ext cx="11612880" cy="704088"/>
          </a:xfrm>
        </p:spPr>
        <p:txBody>
          <a:bodyPr/>
          <a:lstStyle/>
          <a:p>
            <a:r>
              <a:rPr lang="en-US" altLang="en-US"/>
              <a:t>PLA 16×8 with 48 Terms</a:t>
            </a:r>
          </a:p>
        </p:txBody>
      </p:sp>
      <p:grpSp>
        <p:nvGrpSpPr>
          <p:cNvPr id="21507" name="Group 59">
            <a:extLst>
              <a:ext uri="{FF2B5EF4-FFF2-40B4-BE49-F238E27FC236}">
                <a16:creationId xmlns:a16="http://schemas.microsoft.com/office/drawing/2014/main" id="{AE45002E-3139-9289-1F0E-21BD1767F5BE}"/>
              </a:ext>
            </a:extLst>
          </p:cNvPr>
          <p:cNvGrpSpPr>
            <a:grpSpLocks/>
          </p:cNvGrpSpPr>
          <p:nvPr/>
        </p:nvGrpSpPr>
        <p:grpSpPr bwMode="auto">
          <a:xfrm>
            <a:off x="4273550" y="1647826"/>
            <a:ext cx="3270250" cy="3235325"/>
            <a:chOff x="970" y="1038"/>
            <a:chExt cx="2060" cy="2038"/>
          </a:xfrm>
        </p:grpSpPr>
        <p:sp>
          <p:nvSpPr>
            <p:cNvPr id="15365" name="Text Box 6">
              <a:extLst>
                <a:ext uri="{FF2B5EF4-FFF2-40B4-BE49-F238E27FC236}">
                  <a16:creationId xmlns:a16="http://schemas.microsoft.com/office/drawing/2014/main" id="{E4F5B1BB-52F5-4C5D-8B48-D27822E435BF}"/>
                </a:ext>
              </a:extLst>
            </p:cNvPr>
            <p:cNvSpPr txBox="1">
              <a:spLocks noChangeArrowheads="1"/>
            </p:cNvSpPr>
            <p:nvPr/>
          </p:nvSpPr>
          <p:spPr bwMode="auto">
            <a:xfrm>
              <a:off x="1496" y="1038"/>
              <a:ext cx="888" cy="1764"/>
            </a:xfrm>
            <a:prstGeom prst="rect">
              <a:avLst/>
            </a:prstGeom>
            <a:solidFill>
              <a:schemeClr val="accent1">
                <a:lumMod val="60000"/>
                <a:lumOff val="40000"/>
              </a:schemeClr>
            </a:solidFill>
            <a:ln w="25400">
              <a:solidFill>
                <a:srgbClr val="000000"/>
              </a:solidFill>
              <a:miter lim="800000"/>
              <a:headEnd/>
              <a:tailEnd/>
            </a:ln>
          </p:spPr>
          <p:txBody>
            <a:bodyPr/>
            <a:lstStyle/>
            <a:p>
              <a:pPr>
                <a:defRPr/>
              </a:pPr>
              <a:r>
                <a:rPr lang="en-US" sz="2000" dirty="0"/>
                <a:t>0    PLA</a:t>
              </a:r>
            </a:p>
            <a:p>
              <a:pPr>
                <a:defRPr/>
              </a:pPr>
              <a:r>
                <a:rPr lang="en-US" sz="2000" dirty="0"/>
                <a:t>1</a:t>
              </a:r>
            </a:p>
            <a:p>
              <a:pPr>
                <a:defRPr/>
              </a:pPr>
              <a:r>
                <a:rPr lang="en-US" sz="2000" dirty="0"/>
                <a:t>.</a:t>
              </a:r>
            </a:p>
            <a:p>
              <a:pPr>
                <a:defRPr/>
              </a:pPr>
              <a:r>
                <a:rPr lang="en-US" sz="2000" dirty="0"/>
                <a:t>.</a:t>
              </a:r>
            </a:p>
            <a:p>
              <a:pPr>
                <a:defRPr/>
              </a:pPr>
              <a:r>
                <a:rPr lang="en-US" sz="2000" dirty="0"/>
                <a:t>.</a:t>
              </a:r>
            </a:p>
            <a:p>
              <a:pPr>
                <a:defRPr/>
              </a:pPr>
              <a:r>
                <a:rPr lang="en-US" sz="2000" dirty="0"/>
                <a:t>.</a:t>
              </a:r>
            </a:p>
            <a:p>
              <a:pPr>
                <a:defRPr/>
              </a:pPr>
              <a:r>
                <a:rPr lang="en-US" sz="2000" dirty="0"/>
                <a:t>.</a:t>
              </a:r>
            </a:p>
            <a:p>
              <a:pPr>
                <a:defRPr/>
              </a:pPr>
              <a:r>
                <a:rPr lang="en-US" sz="2000" dirty="0"/>
                <a:t>15</a:t>
              </a:r>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p:txBody>
        </p:sp>
        <p:sp>
          <p:nvSpPr>
            <p:cNvPr id="21510" name="Oval 10">
              <a:extLst>
                <a:ext uri="{FF2B5EF4-FFF2-40B4-BE49-F238E27FC236}">
                  <a16:creationId xmlns:a16="http://schemas.microsoft.com/office/drawing/2014/main" id="{001FB9F3-95FB-6374-32A0-FF192CC4B646}"/>
                </a:ext>
              </a:extLst>
            </p:cNvPr>
            <p:cNvSpPr>
              <a:spLocks noChangeArrowheads="1"/>
            </p:cNvSpPr>
            <p:nvPr/>
          </p:nvSpPr>
          <p:spPr bwMode="auto">
            <a:xfrm>
              <a:off x="1445" y="2641"/>
              <a:ext cx="77" cy="79"/>
            </a:xfrm>
            <a:prstGeom prst="ellipse">
              <a:avLst/>
            </a:prstGeom>
            <a:solidFill>
              <a:srgbClr val="CCFFCC"/>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21511" name="Line 11">
              <a:extLst>
                <a:ext uri="{FF2B5EF4-FFF2-40B4-BE49-F238E27FC236}">
                  <a16:creationId xmlns:a16="http://schemas.microsoft.com/office/drawing/2014/main" id="{EB6F9962-F254-2399-AAA3-A0CA3B1E4D0E}"/>
                </a:ext>
              </a:extLst>
            </p:cNvPr>
            <p:cNvSpPr>
              <a:spLocks noChangeShapeType="1"/>
            </p:cNvSpPr>
            <p:nvPr/>
          </p:nvSpPr>
          <p:spPr bwMode="auto">
            <a:xfrm>
              <a:off x="1262" y="2678"/>
              <a:ext cx="17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2" name="Line 12">
              <a:extLst>
                <a:ext uri="{FF2B5EF4-FFF2-40B4-BE49-F238E27FC236}">
                  <a16:creationId xmlns:a16="http://schemas.microsoft.com/office/drawing/2014/main" id="{EB16C05B-0051-9BFF-ABC2-1F00712BCA29}"/>
                </a:ext>
              </a:extLst>
            </p:cNvPr>
            <p:cNvSpPr>
              <a:spLocks noChangeShapeType="1"/>
            </p:cNvSpPr>
            <p:nvPr/>
          </p:nvSpPr>
          <p:spPr bwMode="auto">
            <a:xfrm>
              <a:off x="1258" y="1209"/>
              <a:ext cx="2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3" name="Line 13">
              <a:extLst>
                <a:ext uri="{FF2B5EF4-FFF2-40B4-BE49-F238E27FC236}">
                  <a16:creationId xmlns:a16="http://schemas.microsoft.com/office/drawing/2014/main" id="{657688C8-1F74-A2F3-03B0-23E8EE036CBF}"/>
                </a:ext>
              </a:extLst>
            </p:cNvPr>
            <p:cNvSpPr>
              <a:spLocks noChangeShapeType="1"/>
            </p:cNvSpPr>
            <p:nvPr/>
          </p:nvSpPr>
          <p:spPr bwMode="auto">
            <a:xfrm>
              <a:off x="1261" y="1353"/>
              <a:ext cx="2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4" name="Line 14">
              <a:extLst>
                <a:ext uri="{FF2B5EF4-FFF2-40B4-BE49-F238E27FC236}">
                  <a16:creationId xmlns:a16="http://schemas.microsoft.com/office/drawing/2014/main" id="{23180F8E-76EA-7F45-E207-9673B5CBC45A}"/>
                </a:ext>
              </a:extLst>
            </p:cNvPr>
            <p:cNvSpPr>
              <a:spLocks noChangeShapeType="1"/>
            </p:cNvSpPr>
            <p:nvPr/>
          </p:nvSpPr>
          <p:spPr bwMode="auto">
            <a:xfrm>
              <a:off x="1254" y="2509"/>
              <a:ext cx="2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5" name="Line 15">
              <a:extLst>
                <a:ext uri="{FF2B5EF4-FFF2-40B4-BE49-F238E27FC236}">
                  <a16:creationId xmlns:a16="http://schemas.microsoft.com/office/drawing/2014/main" id="{A62839EE-0489-76F9-FB84-55601C097373}"/>
                </a:ext>
              </a:extLst>
            </p:cNvPr>
            <p:cNvSpPr>
              <a:spLocks noChangeShapeType="1"/>
            </p:cNvSpPr>
            <p:nvPr/>
          </p:nvSpPr>
          <p:spPr bwMode="auto">
            <a:xfrm>
              <a:off x="2384" y="1558"/>
              <a:ext cx="2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6" name="Line 16">
              <a:extLst>
                <a:ext uri="{FF2B5EF4-FFF2-40B4-BE49-F238E27FC236}">
                  <a16:creationId xmlns:a16="http://schemas.microsoft.com/office/drawing/2014/main" id="{FA6472A9-3D8F-09DA-BBCA-5A0AA4FE81F4}"/>
                </a:ext>
              </a:extLst>
            </p:cNvPr>
            <p:cNvSpPr>
              <a:spLocks noChangeShapeType="1"/>
            </p:cNvSpPr>
            <p:nvPr/>
          </p:nvSpPr>
          <p:spPr bwMode="auto">
            <a:xfrm>
              <a:off x="2400" y="1377"/>
              <a:ext cx="2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7" name="Line 17">
              <a:extLst>
                <a:ext uri="{FF2B5EF4-FFF2-40B4-BE49-F238E27FC236}">
                  <a16:creationId xmlns:a16="http://schemas.microsoft.com/office/drawing/2014/main" id="{4048EFA9-0BC0-F2FB-4553-4AB7B6D18FEE}"/>
                </a:ext>
              </a:extLst>
            </p:cNvPr>
            <p:cNvSpPr>
              <a:spLocks noChangeShapeType="1"/>
            </p:cNvSpPr>
            <p:nvPr/>
          </p:nvSpPr>
          <p:spPr bwMode="auto">
            <a:xfrm>
              <a:off x="2390" y="1723"/>
              <a:ext cx="2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8" name="Line 18">
              <a:extLst>
                <a:ext uri="{FF2B5EF4-FFF2-40B4-BE49-F238E27FC236}">
                  <a16:creationId xmlns:a16="http://schemas.microsoft.com/office/drawing/2014/main" id="{8CDF7412-01FB-6DDF-3ECC-489BBD593401}"/>
                </a:ext>
              </a:extLst>
            </p:cNvPr>
            <p:cNvSpPr>
              <a:spLocks noChangeShapeType="1"/>
            </p:cNvSpPr>
            <p:nvPr/>
          </p:nvSpPr>
          <p:spPr bwMode="auto">
            <a:xfrm>
              <a:off x="2386" y="1881"/>
              <a:ext cx="2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9" name="Line 19">
              <a:extLst>
                <a:ext uri="{FF2B5EF4-FFF2-40B4-BE49-F238E27FC236}">
                  <a16:creationId xmlns:a16="http://schemas.microsoft.com/office/drawing/2014/main" id="{0E51ACAD-A449-8C7C-27FD-C16E7C10A31C}"/>
                </a:ext>
              </a:extLst>
            </p:cNvPr>
            <p:cNvSpPr>
              <a:spLocks noChangeShapeType="1"/>
            </p:cNvSpPr>
            <p:nvPr/>
          </p:nvSpPr>
          <p:spPr bwMode="auto">
            <a:xfrm>
              <a:off x="2392" y="2070"/>
              <a:ext cx="2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0" name="Line 20">
              <a:extLst>
                <a:ext uri="{FF2B5EF4-FFF2-40B4-BE49-F238E27FC236}">
                  <a16:creationId xmlns:a16="http://schemas.microsoft.com/office/drawing/2014/main" id="{AFC54B3F-AB90-2C4C-50B2-0FDE06F2A5A7}"/>
                </a:ext>
              </a:extLst>
            </p:cNvPr>
            <p:cNvSpPr>
              <a:spLocks noChangeShapeType="1"/>
            </p:cNvSpPr>
            <p:nvPr/>
          </p:nvSpPr>
          <p:spPr bwMode="auto">
            <a:xfrm>
              <a:off x="2388" y="2227"/>
              <a:ext cx="2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1" name="Line 21">
              <a:extLst>
                <a:ext uri="{FF2B5EF4-FFF2-40B4-BE49-F238E27FC236}">
                  <a16:creationId xmlns:a16="http://schemas.microsoft.com/office/drawing/2014/main" id="{23A4D0B9-0BB7-F9EA-F60B-876CBBF54401}"/>
                </a:ext>
              </a:extLst>
            </p:cNvPr>
            <p:cNvSpPr>
              <a:spLocks noChangeShapeType="1"/>
            </p:cNvSpPr>
            <p:nvPr/>
          </p:nvSpPr>
          <p:spPr bwMode="auto">
            <a:xfrm>
              <a:off x="2384" y="2416"/>
              <a:ext cx="2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2" name="Line 22">
              <a:extLst>
                <a:ext uri="{FF2B5EF4-FFF2-40B4-BE49-F238E27FC236}">
                  <a16:creationId xmlns:a16="http://schemas.microsoft.com/office/drawing/2014/main" id="{D270FF6A-490F-3624-8456-F752269DAE39}"/>
                </a:ext>
              </a:extLst>
            </p:cNvPr>
            <p:cNvSpPr>
              <a:spLocks noChangeShapeType="1"/>
            </p:cNvSpPr>
            <p:nvPr/>
          </p:nvSpPr>
          <p:spPr bwMode="auto">
            <a:xfrm>
              <a:off x="2390" y="2584"/>
              <a:ext cx="2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23" name="Text Box 23">
              <a:extLst>
                <a:ext uri="{FF2B5EF4-FFF2-40B4-BE49-F238E27FC236}">
                  <a16:creationId xmlns:a16="http://schemas.microsoft.com/office/drawing/2014/main" id="{8ABFA929-1C60-167B-A786-AC3BE945CC0E}"/>
                </a:ext>
              </a:extLst>
            </p:cNvPr>
            <p:cNvSpPr txBox="1">
              <a:spLocks noChangeArrowheads="1"/>
            </p:cNvSpPr>
            <p:nvPr/>
          </p:nvSpPr>
          <p:spPr bwMode="auto">
            <a:xfrm>
              <a:off x="970" y="1060"/>
              <a:ext cx="419" cy="2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x</a:t>
              </a:r>
              <a:r>
                <a:rPr lang="en-US" altLang="en-US" b="0" u="none" baseline="-25000"/>
                <a:t>0</a:t>
              </a:r>
              <a:endParaRPr lang="en-US" altLang="en-US" b="0" u="none"/>
            </a:p>
            <a:p>
              <a:r>
                <a:rPr lang="en-US" altLang="en-US" b="0" u="none"/>
                <a:t>x</a:t>
              </a:r>
              <a:r>
                <a:rPr lang="en-US" altLang="en-US" b="0" u="none" baseline="-25000"/>
                <a:t>1</a:t>
              </a:r>
            </a:p>
            <a:p>
              <a:endParaRPr lang="en-US" altLang="en-US" b="0" u="none" baseline="-25000"/>
            </a:p>
            <a:p>
              <a:endParaRPr lang="en-US" altLang="en-US" b="0" u="none" baseline="-25000"/>
            </a:p>
            <a:p>
              <a:endParaRPr lang="en-US" altLang="en-US" b="0" u="none" baseline="-25000"/>
            </a:p>
            <a:p>
              <a:endParaRPr lang="en-US" altLang="en-US" b="0" u="none" baseline="-25000"/>
            </a:p>
            <a:p>
              <a:endParaRPr lang="en-US" altLang="en-US" b="0" u="none" baseline="-25000"/>
            </a:p>
            <a:p>
              <a:endParaRPr lang="en-US" altLang="en-US" b="0" u="none"/>
            </a:p>
            <a:p>
              <a:endParaRPr lang="en-US" altLang="en-US" b="0" u="none"/>
            </a:p>
            <a:p>
              <a:r>
                <a:rPr lang="en-US" altLang="en-US" b="0" u="none"/>
                <a:t>x</a:t>
              </a:r>
              <a:r>
                <a:rPr lang="en-US" altLang="en-US" b="0" u="none" baseline="-25000"/>
                <a:t>15</a:t>
              </a:r>
            </a:p>
            <a:p>
              <a:r>
                <a:rPr lang="en-US" altLang="en-US" b="0" u="none"/>
                <a:t>CS</a:t>
              </a:r>
            </a:p>
          </p:txBody>
        </p:sp>
        <p:sp>
          <p:nvSpPr>
            <p:cNvPr id="21524" name="Text Box 24">
              <a:extLst>
                <a:ext uri="{FF2B5EF4-FFF2-40B4-BE49-F238E27FC236}">
                  <a16:creationId xmlns:a16="http://schemas.microsoft.com/office/drawing/2014/main" id="{8C3368A4-C92C-7911-40F5-A1E53C883A22}"/>
                </a:ext>
              </a:extLst>
            </p:cNvPr>
            <p:cNvSpPr txBox="1">
              <a:spLocks noChangeArrowheads="1"/>
            </p:cNvSpPr>
            <p:nvPr/>
          </p:nvSpPr>
          <p:spPr bwMode="auto">
            <a:xfrm>
              <a:off x="2611" y="1224"/>
              <a:ext cx="419" cy="1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y</a:t>
              </a:r>
              <a:r>
                <a:rPr lang="en-US" altLang="en-US" b="0" u="none" baseline="-25000"/>
                <a:t>0</a:t>
              </a:r>
              <a:endParaRPr lang="en-US" altLang="en-US" b="0" u="none"/>
            </a:p>
            <a:p>
              <a:r>
                <a:rPr lang="en-US" altLang="en-US" b="0" u="none"/>
                <a:t>y</a:t>
              </a:r>
              <a:r>
                <a:rPr lang="en-US" altLang="en-US" b="0" u="none" baseline="-25000"/>
                <a:t>1</a:t>
              </a:r>
              <a:endParaRPr lang="en-US" altLang="en-US" b="0" u="none"/>
            </a:p>
            <a:p>
              <a:r>
                <a:rPr lang="en-US" altLang="en-US" b="0" u="none"/>
                <a:t>y</a:t>
              </a:r>
              <a:r>
                <a:rPr lang="en-US" altLang="en-US" b="0" u="none" baseline="-25000"/>
                <a:t>2</a:t>
              </a:r>
              <a:endParaRPr lang="en-US" altLang="en-US" b="0" u="none"/>
            </a:p>
            <a:p>
              <a:r>
                <a:rPr lang="en-US" altLang="en-US" b="0" u="none"/>
                <a:t>y</a:t>
              </a:r>
              <a:r>
                <a:rPr lang="en-US" altLang="en-US" b="0" u="none" baseline="-25000"/>
                <a:t>3</a:t>
              </a:r>
              <a:endParaRPr lang="en-US" altLang="en-US" b="0" u="none"/>
            </a:p>
            <a:p>
              <a:r>
                <a:rPr lang="en-US" altLang="en-US" b="0" u="none"/>
                <a:t>y</a:t>
              </a:r>
              <a:r>
                <a:rPr lang="en-US" altLang="en-US" b="0" u="none" baseline="-25000"/>
                <a:t>4</a:t>
              </a:r>
              <a:endParaRPr lang="en-US" altLang="en-US" b="0" u="none"/>
            </a:p>
            <a:p>
              <a:r>
                <a:rPr lang="en-US" altLang="en-US" b="0" u="none"/>
                <a:t>y</a:t>
              </a:r>
              <a:r>
                <a:rPr lang="en-US" altLang="en-US" b="0" u="none" baseline="-25000"/>
                <a:t>5</a:t>
              </a:r>
              <a:endParaRPr lang="en-US" altLang="en-US" b="0" u="none"/>
            </a:p>
            <a:p>
              <a:r>
                <a:rPr lang="en-US" altLang="en-US" b="0" u="none"/>
                <a:t>y</a:t>
              </a:r>
              <a:r>
                <a:rPr lang="en-US" altLang="en-US" b="0" u="none" baseline="-25000"/>
                <a:t>6</a:t>
              </a:r>
              <a:endParaRPr lang="en-US" altLang="en-US" b="0" u="none"/>
            </a:p>
            <a:p>
              <a:r>
                <a:rPr lang="en-US" altLang="en-US" b="0" u="none"/>
                <a:t>y</a:t>
              </a:r>
              <a:r>
                <a:rPr lang="en-US" altLang="en-US" b="0" u="none" baseline="-25000"/>
                <a:t>7</a:t>
              </a:r>
              <a:endParaRPr lang="en-US" altLang="en-US" b="0" u="none"/>
            </a:p>
          </p:txBody>
        </p:sp>
        <p:sp>
          <p:nvSpPr>
            <p:cNvPr id="21525" name="Text Box 51">
              <a:extLst>
                <a:ext uri="{FF2B5EF4-FFF2-40B4-BE49-F238E27FC236}">
                  <a16:creationId xmlns:a16="http://schemas.microsoft.com/office/drawing/2014/main" id="{EDE19878-22D1-0306-BF87-705BB851E3CC}"/>
                </a:ext>
              </a:extLst>
            </p:cNvPr>
            <p:cNvSpPr txBox="1">
              <a:spLocks noChangeArrowheads="1"/>
            </p:cNvSpPr>
            <p:nvPr/>
          </p:nvSpPr>
          <p:spPr bwMode="auto">
            <a:xfrm>
              <a:off x="2159" y="1270"/>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0</a:t>
              </a:r>
              <a:endParaRPr lang="ru-RU" altLang="en-US" b="0" u="none"/>
            </a:p>
          </p:txBody>
        </p:sp>
        <p:sp>
          <p:nvSpPr>
            <p:cNvPr id="21526" name="Text Box 52">
              <a:extLst>
                <a:ext uri="{FF2B5EF4-FFF2-40B4-BE49-F238E27FC236}">
                  <a16:creationId xmlns:a16="http://schemas.microsoft.com/office/drawing/2014/main" id="{75A02114-6AB8-8B72-BEA6-6B0A8BAD09DC}"/>
                </a:ext>
              </a:extLst>
            </p:cNvPr>
            <p:cNvSpPr txBox="1">
              <a:spLocks noChangeArrowheads="1"/>
            </p:cNvSpPr>
            <p:nvPr/>
          </p:nvSpPr>
          <p:spPr bwMode="auto">
            <a:xfrm>
              <a:off x="2159" y="142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1</a:t>
              </a:r>
              <a:endParaRPr lang="ru-RU" altLang="en-US" b="0" u="none"/>
            </a:p>
          </p:txBody>
        </p:sp>
        <p:sp>
          <p:nvSpPr>
            <p:cNvPr id="21527" name="Text Box 53">
              <a:extLst>
                <a:ext uri="{FF2B5EF4-FFF2-40B4-BE49-F238E27FC236}">
                  <a16:creationId xmlns:a16="http://schemas.microsoft.com/office/drawing/2014/main" id="{289362EF-CFF2-3554-11DB-181D653FC571}"/>
                </a:ext>
              </a:extLst>
            </p:cNvPr>
            <p:cNvSpPr txBox="1">
              <a:spLocks noChangeArrowheads="1"/>
            </p:cNvSpPr>
            <p:nvPr/>
          </p:nvSpPr>
          <p:spPr bwMode="auto">
            <a:xfrm>
              <a:off x="2159" y="1598"/>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2</a:t>
              </a:r>
              <a:endParaRPr lang="ru-RU" altLang="en-US" b="0" u="none"/>
            </a:p>
          </p:txBody>
        </p:sp>
        <p:sp>
          <p:nvSpPr>
            <p:cNvPr id="21528" name="Text Box 54">
              <a:extLst>
                <a:ext uri="{FF2B5EF4-FFF2-40B4-BE49-F238E27FC236}">
                  <a16:creationId xmlns:a16="http://schemas.microsoft.com/office/drawing/2014/main" id="{83C08D2A-8013-0B8F-1200-C0409D14EF5A}"/>
                </a:ext>
              </a:extLst>
            </p:cNvPr>
            <p:cNvSpPr txBox="1">
              <a:spLocks noChangeArrowheads="1"/>
            </p:cNvSpPr>
            <p:nvPr/>
          </p:nvSpPr>
          <p:spPr bwMode="auto">
            <a:xfrm>
              <a:off x="2159" y="1781"/>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3</a:t>
              </a:r>
              <a:endParaRPr lang="ru-RU" altLang="en-US" b="0" u="none"/>
            </a:p>
          </p:txBody>
        </p:sp>
        <p:sp>
          <p:nvSpPr>
            <p:cNvPr id="21529" name="Text Box 55">
              <a:extLst>
                <a:ext uri="{FF2B5EF4-FFF2-40B4-BE49-F238E27FC236}">
                  <a16:creationId xmlns:a16="http://schemas.microsoft.com/office/drawing/2014/main" id="{74F2FA5F-69D0-CE4C-69F7-A264EF4DC506}"/>
                </a:ext>
              </a:extLst>
            </p:cNvPr>
            <p:cNvSpPr txBox="1">
              <a:spLocks noChangeArrowheads="1"/>
            </p:cNvSpPr>
            <p:nvPr/>
          </p:nvSpPr>
          <p:spPr bwMode="auto">
            <a:xfrm>
              <a:off x="2151" y="195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4</a:t>
              </a:r>
              <a:endParaRPr lang="ru-RU" altLang="en-US" b="0" u="none"/>
            </a:p>
          </p:txBody>
        </p:sp>
        <p:sp>
          <p:nvSpPr>
            <p:cNvPr id="21530" name="Text Box 56">
              <a:extLst>
                <a:ext uri="{FF2B5EF4-FFF2-40B4-BE49-F238E27FC236}">
                  <a16:creationId xmlns:a16="http://schemas.microsoft.com/office/drawing/2014/main" id="{88593734-A32C-8481-B38C-697EF49A1C27}"/>
                </a:ext>
              </a:extLst>
            </p:cNvPr>
            <p:cNvSpPr txBox="1">
              <a:spLocks noChangeArrowheads="1"/>
            </p:cNvSpPr>
            <p:nvPr/>
          </p:nvSpPr>
          <p:spPr bwMode="auto">
            <a:xfrm>
              <a:off x="2160" y="2138"/>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5</a:t>
              </a:r>
              <a:endParaRPr lang="ru-RU" altLang="en-US" b="0" u="none"/>
            </a:p>
          </p:txBody>
        </p:sp>
        <p:sp>
          <p:nvSpPr>
            <p:cNvPr id="21531" name="Text Box 57">
              <a:extLst>
                <a:ext uri="{FF2B5EF4-FFF2-40B4-BE49-F238E27FC236}">
                  <a16:creationId xmlns:a16="http://schemas.microsoft.com/office/drawing/2014/main" id="{AA63908B-FE59-088F-394C-CE2D5298E407}"/>
                </a:ext>
              </a:extLst>
            </p:cNvPr>
            <p:cNvSpPr txBox="1">
              <a:spLocks noChangeArrowheads="1"/>
            </p:cNvSpPr>
            <p:nvPr/>
          </p:nvSpPr>
          <p:spPr bwMode="auto">
            <a:xfrm>
              <a:off x="2160" y="2293"/>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6</a:t>
              </a:r>
              <a:endParaRPr lang="ru-RU" altLang="en-US" b="0" u="none"/>
            </a:p>
          </p:txBody>
        </p:sp>
        <p:sp>
          <p:nvSpPr>
            <p:cNvPr id="21532" name="Text Box 58">
              <a:extLst>
                <a:ext uri="{FF2B5EF4-FFF2-40B4-BE49-F238E27FC236}">
                  <a16:creationId xmlns:a16="http://schemas.microsoft.com/office/drawing/2014/main" id="{E4FD5C16-B2F9-2BBC-9C86-AFA053E188CA}"/>
                </a:ext>
              </a:extLst>
            </p:cNvPr>
            <p:cNvSpPr txBox="1">
              <a:spLocks noChangeArrowheads="1"/>
            </p:cNvSpPr>
            <p:nvPr/>
          </p:nvSpPr>
          <p:spPr bwMode="auto">
            <a:xfrm>
              <a:off x="2169" y="2467"/>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7</a:t>
              </a:r>
              <a:endParaRPr lang="ru-RU" altLang="en-US" b="0" u="none"/>
            </a:p>
          </p:txBody>
        </p:sp>
      </p:grpSp>
      <p:sp>
        <p:nvSpPr>
          <p:cNvPr id="21508" name="Text Box 60">
            <a:extLst>
              <a:ext uri="{FF2B5EF4-FFF2-40B4-BE49-F238E27FC236}">
                <a16:creationId xmlns:a16="http://schemas.microsoft.com/office/drawing/2014/main" id="{A8FA5A1F-0A9F-836E-89A0-A05D1954BB76}"/>
              </a:ext>
            </a:extLst>
          </p:cNvPr>
          <p:cNvSpPr txBox="1">
            <a:spLocks noChangeArrowheads="1"/>
          </p:cNvSpPr>
          <p:nvPr/>
        </p:nvSpPr>
        <p:spPr bwMode="auto">
          <a:xfrm>
            <a:off x="2063750" y="5013326"/>
            <a:ext cx="8280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PROM is a programmable device, too: fixed AND matrix, programmable OR matrix.</a:t>
            </a:r>
            <a:endParaRPr lang="ru-RU" altLang="en-US" sz="2000" b="0" u="non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a:extLst>
              <a:ext uri="{FF2B5EF4-FFF2-40B4-BE49-F238E27FC236}">
                <a16:creationId xmlns:a16="http://schemas.microsoft.com/office/drawing/2014/main" id="{01DF6161-0266-6C80-0D1A-EBC6C7A31A1D}"/>
              </a:ext>
            </a:extLst>
          </p:cNvPr>
          <p:cNvSpPr>
            <a:spLocks noGrp="1" noChangeArrowheads="1"/>
          </p:cNvSpPr>
          <p:nvPr>
            <p:ph type="title"/>
          </p:nvPr>
        </p:nvSpPr>
        <p:spPr>
          <a:xfrm>
            <a:off x="0" y="183401"/>
            <a:ext cx="11612880" cy="704088"/>
          </a:xfrm>
        </p:spPr>
        <p:txBody>
          <a:bodyPr/>
          <a:lstStyle/>
          <a:p>
            <a:r>
              <a:rPr lang="en-US" altLang="en-US"/>
              <a:t>Full Adder Implementation</a:t>
            </a:r>
            <a:endParaRPr lang="ru-RU" altLang="en-US"/>
          </a:p>
        </p:txBody>
      </p:sp>
      <p:sp>
        <p:nvSpPr>
          <p:cNvPr id="22531" name="Text Box 50">
            <a:extLst>
              <a:ext uri="{FF2B5EF4-FFF2-40B4-BE49-F238E27FC236}">
                <a16:creationId xmlns:a16="http://schemas.microsoft.com/office/drawing/2014/main" id="{E7AA9162-58D2-33CA-3A57-A51A81EA661F}"/>
              </a:ext>
            </a:extLst>
          </p:cNvPr>
          <p:cNvSpPr txBox="1">
            <a:spLocks noChangeArrowheads="1"/>
          </p:cNvSpPr>
          <p:nvPr/>
        </p:nvSpPr>
        <p:spPr bwMode="auto">
          <a:xfrm>
            <a:off x="8013700" y="5065713"/>
            <a:ext cx="64293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S</a:t>
            </a:r>
            <a:endParaRPr lang="en-US" altLang="en-US" b="0" u="none" baseline="-25000"/>
          </a:p>
        </p:txBody>
      </p:sp>
      <p:sp>
        <p:nvSpPr>
          <p:cNvPr id="22532" name="Text Box 50">
            <a:extLst>
              <a:ext uri="{FF2B5EF4-FFF2-40B4-BE49-F238E27FC236}">
                <a16:creationId xmlns:a16="http://schemas.microsoft.com/office/drawing/2014/main" id="{C6731038-54CC-DDDE-07FE-1EF53870162D}"/>
              </a:ext>
            </a:extLst>
          </p:cNvPr>
          <p:cNvSpPr txBox="1">
            <a:spLocks noChangeArrowheads="1"/>
          </p:cNvSpPr>
          <p:nvPr/>
        </p:nvSpPr>
        <p:spPr bwMode="auto">
          <a:xfrm>
            <a:off x="8766176" y="5080000"/>
            <a:ext cx="98742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Cout</a:t>
            </a:r>
          </a:p>
        </p:txBody>
      </p:sp>
      <p:grpSp>
        <p:nvGrpSpPr>
          <p:cNvPr id="22533" name="Группа 2">
            <a:extLst>
              <a:ext uri="{FF2B5EF4-FFF2-40B4-BE49-F238E27FC236}">
                <a16:creationId xmlns:a16="http://schemas.microsoft.com/office/drawing/2014/main" id="{F46ED630-0BE1-CB6E-1168-6FA987789122}"/>
              </a:ext>
            </a:extLst>
          </p:cNvPr>
          <p:cNvGrpSpPr>
            <a:grpSpLocks/>
          </p:cNvGrpSpPr>
          <p:nvPr/>
        </p:nvGrpSpPr>
        <p:grpSpPr bwMode="auto">
          <a:xfrm>
            <a:off x="2843214" y="881064"/>
            <a:ext cx="6080125" cy="4833937"/>
            <a:chOff x="1319213" y="584200"/>
            <a:chExt cx="6413500" cy="5506736"/>
          </a:xfrm>
        </p:grpSpPr>
        <p:sp>
          <p:nvSpPr>
            <p:cNvPr id="22534" name="Text Box 50">
              <a:extLst>
                <a:ext uri="{FF2B5EF4-FFF2-40B4-BE49-F238E27FC236}">
                  <a16:creationId xmlns:a16="http://schemas.microsoft.com/office/drawing/2014/main" id="{D07FA1E8-39CC-D3B4-293E-EA485869A363}"/>
                </a:ext>
              </a:extLst>
            </p:cNvPr>
            <p:cNvSpPr txBox="1">
              <a:spLocks noChangeArrowheads="1"/>
            </p:cNvSpPr>
            <p:nvPr/>
          </p:nvSpPr>
          <p:spPr bwMode="auto">
            <a:xfrm>
              <a:off x="2057400" y="584200"/>
              <a:ext cx="64293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2000" b="0" u="none"/>
                <a:t>a</a:t>
              </a:r>
              <a:endParaRPr lang="en-US" altLang="en-US" sz="2000" b="0" u="none" baseline="-25000"/>
            </a:p>
          </p:txBody>
        </p:sp>
        <p:sp>
          <p:nvSpPr>
            <p:cNvPr id="22535" name="Line 13">
              <a:extLst>
                <a:ext uri="{FF2B5EF4-FFF2-40B4-BE49-F238E27FC236}">
                  <a16:creationId xmlns:a16="http://schemas.microsoft.com/office/drawing/2014/main" id="{C85D8250-F205-56D5-2270-8FE0350C480F}"/>
                </a:ext>
              </a:extLst>
            </p:cNvPr>
            <p:cNvSpPr>
              <a:spLocks noChangeShapeType="1"/>
            </p:cNvSpPr>
            <p:nvPr/>
          </p:nvSpPr>
          <p:spPr bwMode="auto">
            <a:xfrm>
              <a:off x="2045965" y="1522786"/>
              <a:ext cx="0" cy="352648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6" name="Line 14">
              <a:extLst>
                <a:ext uri="{FF2B5EF4-FFF2-40B4-BE49-F238E27FC236}">
                  <a16:creationId xmlns:a16="http://schemas.microsoft.com/office/drawing/2014/main" id="{05596CE7-43F2-6EFB-EF91-1F6442289F33}"/>
                </a:ext>
              </a:extLst>
            </p:cNvPr>
            <p:cNvSpPr>
              <a:spLocks noChangeShapeType="1"/>
            </p:cNvSpPr>
            <p:nvPr/>
          </p:nvSpPr>
          <p:spPr bwMode="auto">
            <a:xfrm>
              <a:off x="2385896" y="1396194"/>
              <a:ext cx="0" cy="364945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7" name="Line 15">
              <a:extLst>
                <a:ext uri="{FF2B5EF4-FFF2-40B4-BE49-F238E27FC236}">
                  <a16:creationId xmlns:a16="http://schemas.microsoft.com/office/drawing/2014/main" id="{F5B166E3-9EA4-6F94-D532-C5B23ED2527A}"/>
                </a:ext>
              </a:extLst>
            </p:cNvPr>
            <p:cNvSpPr>
              <a:spLocks noChangeShapeType="1"/>
            </p:cNvSpPr>
            <p:nvPr/>
          </p:nvSpPr>
          <p:spPr bwMode="auto">
            <a:xfrm>
              <a:off x="2239963" y="968375"/>
              <a:ext cx="0" cy="3730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6" name="AutoShape 110">
              <a:extLst>
                <a:ext uri="{FF2B5EF4-FFF2-40B4-BE49-F238E27FC236}">
                  <a16:creationId xmlns:a16="http://schemas.microsoft.com/office/drawing/2014/main" id="{342B4801-7405-4A47-8021-3231143F1F18}"/>
                </a:ext>
              </a:extLst>
            </p:cNvPr>
            <p:cNvSpPr>
              <a:spLocks noChangeArrowheads="1"/>
            </p:cNvSpPr>
            <p:nvPr/>
          </p:nvSpPr>
          <p:spPr bwMode="auto">
            <a:xfrm rot="10819588">
              <a:off x="1994053" y="1253327"/>
              <a:ext cx="457151" cy="361690"/>
            </a:xfrm>
            <a:prstGeom prst="triangle">
              <a:avLst>
                <a:gd name="adj" fmla="val 50000"/>
              </a:avLst>
            </a:prstGeom>
            <a:solidFill>
              <a:schemeClr val="bg1">
                <a:lumMod val="75000"/>
              </a:schemeClr>
            </a:solidFill>
            <a:ln w="25400">
              <a:solidFill>
                <a:srgbClr val="000000"/>
              </a:solidFill>
              <a:miter lim="800000"/>
              <a:headEnd/>
              <a:tailEnd/>
            </a:ln>
          </p:spPr>
          <p:txBody>
            <a:bodyPr rot="10800000"/>
            <a:lstStyle/>
            <a:p>
              <a:pPr eaLnBrk="1" hangingPunct="1">
                <a:defRPr/>
              </a:pPr>
              <a:endParaRPr lang="ru-RU" sz="1600"/>
            </a:p>
          </p:txBody>
        </p:sp>
        <p:sp>
          <p:nvSpPr>
            <p:cNvPr id="14347" name="Oval 19">
              <a:extLst>
                <a:ext uri="{FF2B5EF4-FFF2-40B4-BE49-F238E27FC236}">
                  <a16:creationId xmlns:a16="http://schemas.microsoft.com/office/drawing/2014/main" id="{2E1023FD-401C-4B92-919F-8724B36C2AA1}"/>
                </a:ext>
              </a:extLst>
            </p:cNvPr>
            <p:cNvSpPr>
              <a:spLocks noChangeArrowheads="1"/>
            </p:cNvSpPr>
            <p:nvPr/>
          </p:nvSpPr>
          <p:spPr bwMode="auto">
            <a:xfrm>
              <a:off x="1990704" y="1396194"/>
              <a:ext cx="122242" cy="121167"/>
            </a:xfrm>
            <a:prstGeom prst="ellipse">
              <a:avLst/>
            </a:prstGeom>
            <a:solidFill>
              <a:schemeClr val="bg1">
                <a:lumMod val="75000"/>
              </a:schemeClr>
            </a:solidFill>
            <a:ln w="25400">
              <a:solidFill>
                <a:srgbClr val="000000"/>
              </a:solidFill>
              <a:round/>
              <a:headEnd/>
              <a:tailEnd/>
            </a:ln>
          </p:spPr>
          <p:txBody>
            <a:bodyPr/>
            <a:lstStyle/>
            <a:p>
              <a:pPr eaLnBrk="1" hangingPunct="1">
                <a:defRPr/>
              </a:pPr>
              <a:endParaRPr lang="ru-RU" sz="1600"/>
            </a:p>
          </p:txBody>
        </p:sp>
        <p:sp>
          <p:nvSpPr>
            <p:cNvPr id="22540" name="Line 13">
              <a:extLst>
                <a:ext uri="{FF2B5EF4-FFF2-40B4-BE49-F238E27FC236}">
                  <a16:creationId xmlns:a16="http://schemas.microsoft.com/office/drawing/2014/main" id="{8A06F61A-9A23-3524-B5A2-1A7D73CFC22A}"/>
                </a:ext>
              </a:extLst>
            </p:cNvPr>
            <p:cNvSpPr>
              <a:spLocks noChangeShapeType="1"/>
            </p:cNvSpPr>
            <p:nvPr/>
          </p:nvSpPr>
          <p:spPr bwMode="auto">
            <a:xfrm>
              <a:off x="3147814" y="1537254"/>
              <a:ext cx="0" cy="352648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1" name="Line 14">
              <a:extLst>
                <a:ext uri="{FF2B5EF4-FFF2-40B4-BE49-F238E27FC236}">
                  <a16:creationId xmlns:a16="http://schemas.microsoft.com/office/drawing/2014/main" id="{D615FB16-E7C0-D783-09CA-E0460F5C9171}"/>
                </a:ext>
              </a:extLst>
            </p:cNvPr>
            <p:cNvSpPr>
              <a:spLocks noChangeShapeType="1"/>
            </p:cNvSpPr>
            <p:nvPr/>
          </p:nvSpPr>
          <p:spPr bwMode="auto">
            <a:xfrm>
              <a:off x="3487746" y="1408854"/>
              <a:ext cx="0" cy="36512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2" name="Line 15">
              <a:extLst>
                <a:ext uri="{FF2B5EF4-FFF2-40B4-BE49-F238E27FC236}">
                  <a16:creationId xmlns:a16="http://schemas.microsoft.com/office/drawing/2014/main" id="{2084547A-5E6A-A7B6-FB6B-088B3E529D29}"/>
                </a:ext>
              </a:extLst>
            </p:cNvPr>
            <p:cNvSpPr>
              <a:spLocks noChangeShapeType="1"/>
            </p:cNvSpPr>
            <p:nvPr/>
          </p:nvSpPr>
          <p:spPr bwMode="auto">
            <a:xfrm>
              <a:off x="3341688" y="982663"/>
              <a:ext cx="0" cy="3730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1" name="AutoShape 110">
              <a:extLst>
                <a:ext uri="{FF2B5EF4-FFF2-40B4-BE49-F238E27FC236}">
                  <a16:creationId xmlns:a16="http://schemas.microsoft.com/office/drawing/2014/main" id="{A0D8E534-8098-4AB9-BF83-2E29B6A62F6F}"/>
                </a:ext>
              </a:extLst>
            </p:cNvPr>
            <p:cNvSpPr>
              <a:spLocks noChangeArrowheads="1"/>
            </p:cNvSpPr>
            <p:nvPr/>
          </p:nvSpPr>
          <p:spPr bwMode="auto">
            <a:xfrm rot="10819588">
              <a:off x="3095903" y="1267795"/>
              <a:ext cx="457151" cy="361690"/>
            </a:xfrm>
            <a:prstGeom prst="triangle">
              <a:avLst>
                <a:gd name="adj" fmla="val 50000"/>
              </a:avLst>
            </a:prstGeom>
            <a:solidFill>
              <a:schemeClr val="bg1">
                <a:lumMod val="75000"/>
              </a:schemeClr>
            </a:solidFill>
            <a:ln w="25400">
              <a:solidFill>
                <a:srgbClr val="000000"/>
              </a:solidFill>
              <a:miter lim="800000"/>
              <a:headEnd/>
              <a:tailEnd/>
            </a:ln>
          </p:spPr>
          <p:txBody>
            <a:bodyPr rot="10800000"/>
            <a:lstStyle/>
            <a:p>
              <a:pPr eaLnBrk="1" hangingPunct="1">
                <a:defRPr/>
              </a:pPr>
              <a:endParaRPr lang="ru-RU" sz="1600"/>
            </a:p>
          </p:txBody>
        </p:sp>
        <p:sp>
          <p:nvSpPr>
            <p:cNvPr id="14352" name="Oval 19">
              <a:extLst>
                <a:ext uri="{FF2B5EF4-FFF2-40B4-BE49-F238E27FC236}">
                  <a16:creationId xmlns:a16="http://schemas.microsoft.com/office/drawing/2014/main" id="{D45A698F-C002-4127-AF70-665ADD7B4C28}"/>
                </a:ext>
              </a:extLst>
            </p:cNvPr>
            <p:cNvSpPr>
              <a:spLocks noChangeArrowheads="1"/>
            </p:cNvSpPr>
            <p:nvPr/>
          </p:nvSpPr>
          <p:spPr bwMode="auto">
            <a:xfrm>
              <a:off x="3092554" y="1408854"/>
              <a:ext cx="122242" cy="122975"/>
            </a:xfrm>
            <a:prstGeom prst="ellipse">
              <a:avLst/>
            </a:prstGeom>
            <a:solidFill>
              <a:schemeClr val="bg1">
                <a:lumMod val="75000"/>
              </a:schemeClr>
            </a:solidFill>
            <a:ln w="25400">
              <a:solidFill>
                <a:srgbClr val="000000"/>
              </a:solidFill>
              <a:round/>
              <a:headEnd/>
              <a:tailEnd/>
            </a:ln>
          </p:spPr>
          <p:txBody>
            <a:bodyPr/>
            <a:lstStyle/>
            <a:p>
              <a:pPr eaLnBrk="1" hangingPunct="1">
                <a:defRPr/>
              </a:pPr>
              <a:endParaRPr lang="ru-RU" sz="1600"/>
            </a:p>
          </p:txBody>
        </p:sp>
        <p:sp>
          <p:nvSpPr>
            <p:cNvPr id="22545" name="Line 13">
              <a:extLst>
                <a:ext uri="{FF2B5EF4-FFF2-40B4-BE49-F238E27FC236}">
                  <a16:creationId xmlns:a16="http://schemas.microsoft.com/office/drawing/2014/main" id="{03134D47-8169-20F2-6D06-9C6032558796}"/>
                </a:ext>
              </a:extLst>
            </p:cNvPr>
            <p:cNvSpPr>
              <a:spLocks noChangeShapeType="1"/>
            </p:cNvSpPr>
            <p:nvPr/>
          </p:nvSpPr>
          <p:spPr bwMode="auto">
            <a:xfrm>
              <a:off x="4279805" y="1564381"/>
              <a:ext cx="0" cy="35282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6" name="Line 14">
              <a:extLst>
                <a:ext uri="{FF2B5EF4-FFF2-40B4-BE49-F238E27FC236}">
                  <a16:creationId xmlns:a16="http://schemas.microsoft.com/office/drawing/2014/main" id="{2B59BB9C-D9D3-3BD1-5980-7A1ACFEACFBB}"/>
                </a:ext>
              </a:extLst>
            </p:cNvPr>
            <p:cNvSpPr>
              <a:spLocks noChangeShapeType="1"/>
            </p:cNvSpPr>
            <p:nvPr/>
          </p:nvSpPr>
          <p:spPr bwMode="auto">
            <a:xfrm>
              <a:off x="4619737" y="1437789"/>
              <a:ext cx="0" cy="364945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7" name="Line 15">
              <a:extLst>
                <a:ext uri="{FF2B5EF4-FFF2-40B4-BE49-F238E27FC236}">
                  <a16:creationId xmlns:a16="http://schemas.microsoft.com/office/drawing/2014/main" id="{D693680D-8F60-B064-1563-F985057DC190}"/>
                </a:ext>
              </a:extLst>
            </p:cNvPr>
            <p:cNvSpPr>
              <a:spLocks noChangeShapeType="1"/>
            </p:cNvSpPr>
            <p:nvPr/>
          </p:nvSpPr>
          <p:spPr bwMode="auto">
            <a:xfrm>
              <a:off x="4473575" y="1011238"/>
              <a:ext cx="0" cy="3730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56" name="AutoShape 110">
              <a:extLst>
                <a:ext uri="{FF2B5EF4-FFF2-40B4-BE49-F238E27FC236}">
                  <a16:creationId xmlns:a16="http://schemas.microsoft.com/office/drawing/2014/main" id="{D526E984-5EBA-4EF9-96E3-E8FB59E38DA9}"/>
                </a:ext>
              </a:extLst>
            </p:cNvPr>
            <p:cNvSpPr>
              <a:spLocks noChangeArrowheads="1"/>
            </p:cNvSpPr>
            <p:nvPr/>
          </p:nvSpPr>
          <p:spPr bwMode="auto">
            <a:xfrm rot="10819588">
              <a:off x="4227894" y="1296730"/>
              <a:ext cx="457151" cy="359881"/>
            </a:xfrm>
            <a:prstGeom prst="triangle">
              <a:avLst>
                <a:gd name="adj" fmla="val 50000"/>
              </a:avLst>
            </a:prstGeom>
            <a:solidFill>
              <a:schemeClr val="bg1">
                <a:lumMod val="75000"/>
              </a:schemeClr>
            </a:solidFill>
            <a:ln w="25400">
              <a:solidFill>
                <a:srgbClr val="000000"/>
              </a:solidFill>
              <a:miter lim="800000"/>
              <a:headEnd/>
              <a:tailEnd/>
            </a:ln>
          </p:spPr>
          <p:txBody>
            <a:bodyPr rot="10800000"/>
            <a:lstStyle/>
            <a:p>
              <a:pPr eaLnBrk="1" hangingPunct="1">
                <a:defRPr/>
              </a:pPr>
              <a:endParaRPr lang="ru-RU" sz="1600"/>
            </a:p>
          </p:txBody>
        </p:sp>
        <p:sp>
          <p:nvSpPr>
            <p:cNvPr id="14357" name="Oval 19">
              <a:extLst>
                <a:ext uri="{FF2B5EF4-FFF2-40B4-BE49-F238E27FC236}">
                  <a16:creationId xmlns:a16="http://schemas.microsoft.com/office/drawing/2014/main" id="{DA09446B-5BD1-4986-A63B-B05C4D1199E1}"/>
                </a:ext>
              </a:extLst>
            </p:cNvPr>
            <p:cNvSpPr>
              <a:spLocks noChangeArrowheads="1"/>
            </p:cNvSpPr>
            <p:nvPr/>
          </p:nvSpPr>
          <p:spPr bwMode="auto">
            <a:xfrm>
              <a:off x="4224545" y="1437789"/>
              <a:ext cx="122242" cy="122975"/>
            </a:xfrm>
            <a:prstGeom prst="ellipse">
              <a:avLst/>
            </a:prstGeom>
            <a:solidFill>
              <a:schemeClr val="bg1">
                <a:lumMod val="75000"/>
              </a:schemeClr>
            </a:solidFill>
            <a:ln w="25400">
              <a:solidFill>
                <a:srgbClr val="000000"/>
              </a:solidFill>
              <a:round/>
              <a:headEnd/>
              <a:tailEnd/>
            </a:ln>
          </p:spPr>
          <p:txBody>
            <a:bodyPr/>
            <a:lstStyle/>
            <a:p>
              <a:pPr eaLnBrk="1" hangingPunct="1">
                <a:defRPr/>
              </a:pPr>
              <a:endParaRPr lang="ru-RU" sz="1600"/>
            </a:p>
          </p:txBody>
        </p:sp>
        <p:sp>
          <p:nvSpPr>
            <p:cNvPr id="22550" name="Line 27">
              <a:extLst>
                <a:ext uri="{FF2B5EF4-FFF2-40B4-BE49-F238E27FC236}">
                  <a16:creationId xmlns:a16="http://schemas.microsoft.com/office/drawing/2014/main" id="{6DF0D9CD-2E6B-4533-AFD8-896067953ED3}"/>
                </a:ext>
              </a:extLst>
            </p:cNvPr>
            <p:cNvSpPr>
              <a:spLocks noChangeShapeType="1"/>
            </p:cNvSpPr>
            <p:nvPr/>
          </p:nvSpPr>
          <p:spPr bwMode="auto">
            <a:xfrm flipV="1">
              <a:off x="1630363" y="1914525"/>
              <a:ext cx="41227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1" name="Line 28">
              <a:extLst>
                <a:ext uri="{FF2B5EF4-FFF2-40B4-BE49-F238E27FC236}">
                  <a16:creationId xmlns:a16="http://schemas.microsoft.com/office/drawing/2014/main" id="{72EC1B92-7AFD-6BF4-CEBB-8017B687E666}"/>
                </a:ext>
              </a:extLst>
            </p:cNvPr>
            <p:cNvSpPr>
              <a:spLocks noChangeShapeType="1"/>
            </p:cNvSpPr>
            <p:nvPr/>
          </p:nvSpPr>
          <p:spPr bwMode="auto">
            <a:xfrm>
              <a:off x="1630363" y="2400300"/>
              <a:ext cx="41243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2" name="Line 29">
              <a:extLst>
                <a:ext uri="{FF2B5EF4-FFF2-40B4-BE49-F238E27FC236}">
                  <a16:creationId xmlns:a16="http://schemas.microsoft.com/office/drawing/2014/main" id="{03C6FF88-A616-E58B-2F6E-0B7C9471B735}"/>
                </a:ext>
              </a:extLst>
            </p:cNvPr>
            <p:cNvSpPr>
              <a:spLocks noChangeShapeType="1"/>
            </p:cNvSpPr>
            <p:nvPr/>
          </p:nvSpPr>
          <p:spPr bwMode="auto">
            <a:xfrm>
              <a:off x="1630363" y="2874963"/>
              <a:ext cx="41243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3" name="Line 30">
              <a:extLst>
                <a:ext uri="{FF2B5EF4-FFF2-40B4-BE49-F238E27FC236}">
                  <a16:creationId xmlns:a16="http://schemas.microsoft.com/office/drawing/2014/main" id="{DACD0DD3-EF6B-40E9-C5F9-7D9B5DE2F0B5}"/>
                </a:ext>
              </a:extLst>
            </p:cNvPr>
            <p:cNvSpPr>
              <a:spLocks noChangeShapeType="1"/>
            </p:cNvSpPr>
            <p:nvPr/>
          </p:nvSpPr>
          <p:spPr bwMode="auto">
            <a:xfrm>
              <a:off x="1630363" y="3352800"/>
              <a:ext cx="41243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4" name="Line 31">
              <a:extLst>
                <a:ext uri="{FF2B5EF4-FFF2-40B4-BE49-F238E27FC236}">
                  <a16:creationId xmlns:a16="http://schemas.microsoft.com/office/drawing/2014/main" id="{6D85A6A8-901E-40D0-7B61-F7D8A2A49AB4}"/>
                </a:ext>
              </a:extLst>
            </p:cNvPr>
            <p:cNvSpPr>
              <a:spLocks noChangeShapeType="1"/>
            </p:cNvSpPr>
            <p:nvPr/>
          </p:nvSpPr>
          <p:spPr bwMode="auto">
            <a:xfrm>
              <a:off x="1628775" y="4330700"/>
              <a:ext cx="41243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5" name="Line 57">
              <a:extLst>
                <a:ext uri="{FF2B5EF4-FFF2-40B4-BE49-F238E27FC236}">
                  <a16:creationId xmlns:a16="http://schemas.microsoft.com/office/drawing/2014/main" id="{8146E806-0B93-24BF-94C5-A70598903089}"/>
                </a:ext>
              </a:extLst>
            </p:cNvPr>
            <p:cNvSpPr>
              <a:spLocks noChangeShapeType="1"/>
            </p:cNvSpPr>
            <p:nvPr/>
          </p:nvSpPr>
          <p:spPr bwMode="auto">
            <a:xfrm>
              <a:off x="1628775" y="3825875"/>
              <a:ext cx="41243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6" name="Line 63">
              <a:extLst>
                <a:ext uri="{FF2B5EF4-FFF2-40B4-BE49-F238E27FC236}">
                  <a16:creationId xmlns:a16="http://schemas.microsoft.com/office/drawing/2014/main" id="{A181B80D-F29D-723F-B56B-AEAE11B67A19}"/>
                </a:ext>
              </a:extLst>
            </p:cNvPr>
            <p:cNvSpPr>
              <a:spLocks noChangeShapeType="1"/>
            </p:cNvSpPr>
            <p:nvPr/>
          </p:nvSpPr>
          <p:spPr bwMode="auto">
            <a:xfrm>
              <a:off x="6205538" y="1908175"/>
              <a:ext cx="1527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7" name="Line 64">
              <a:extLst>
                <a:ext uri="{FF2B5EF4-FFF2-40B4-BE49-F238E27FC236}">
                  <a16:creationId xmlns:a16="http://schemas.microsoft.com/office/drawing/2014/main" id="{A2E3BBF5-149B-2A69-83FD-35A9AAEDF034}"/>
                </a:ext>
              </a:extLst>
            </p:cNvPr>
            <p:cNvSpPr>
              <a:spLocks noChangeShapeType="1"/>
            </p:cNvSpPr>
            <p:nvPr/>
          </p:nvSpPr>
          <p:spPr bwMode="auto">
            <a:xfrm>
              <a:off x="6213475" y="2363788"/>
              <a:ext cx="15128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8" name="Line 65">
              <a:extLst>
                <a:ext uri="{FF2B5EF4-FFF2-40B4-BE49-F238E27FC236}">
                  <a16:creationId xmlns:a16="http://schemas.microsoft.com/office/drawing/2014/main" id="{ADBCD9BE-A837-AB9B-BDE8-1EF8CB99F940}"/>
                </a:ext>
              </a:extLst>
            </p:cNvPr>
            <p:cNvSpPr>
              <a:spLocks noChangeShapeType="1"/>
            </p:cNvSpPr>
            <p:nvPr/>
          </p:nvSpPr>
          <p:spPr bwMode="auto">
            <a:xfrm>
              <a:off x="6213475" y="2867025"/>
              <a:ext cx="15113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9" name="Line 66">
              <a:extLst>
                <a:ext uri="{FF2B5EF4-FFF2-40B4-BE49-F238E27FC236}">
                  <a16:creationId xmlns:a16="http://schemas.microsoft.com/office/drawing/2014/main" id="{2EDE9BF5-40BB-3CA0-FB05-5F8F682F8D40}"/>
                </a:ext>
              </a:extLst>
            </p:cNvPr>
            <p:cNvSpPr>
              <a:spLocks noChangeShapeType="1"/>
            </p:cNvSpPr>
            <p:nvPr/>
          </p:nvSpPr>
          <p:spPr bwMode="auto">
            <a:xfrm>
              <a:off x="6207125" y="3344863"/>
              <a:ext cx="15113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0" name="Line 67">
              <a:extLst>
                <a:ext uri="{FF2B5EF4-FFF2-40B4-BE49-F238E27FC236}">
                  <a16:creationId xmlns:a16="http://schemas.microsoft.com/office/drawing/2014/main" id="{6E4C1079-851D-C540-88FF-1C96B90037E2}"/>
                </a:ext>
              </a:extLst>
            </p:cNvPr>
            <p:cNvSpPr>
              <a:spLocks noChangeShapeType="1"/>
            </p:cNvSpPr>
            <p:nvPr/>
          </p:nvSpPr>
          <p:spPr bwMode="auto">
            <a:xfrm>
              <a:off x="6191250" y="3795713"/>
              <a:ext cx="15113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1" name="Line 68">
              <a:extLst>
                <a:ext uri="{FF2B5EF4-FFF2-40B4-BE49-F238E27FC236}">
                  <a16:creationId xmlns:a16="http://schemas.microsoft.com/office/drawing/2014/main" id="{4FE70A13-6F72-7920-00E3-62121F49F089}"/>
                </a:ext>
              </a:extLst>
            </p:cNvPr>
            <p:cNvSpPr>
              <a:spLocks noChangeShapeType="1"/>
            </p:cNvSpPr>
            <p:nvPr/>
          </p:nvSpPr>
          <p:spPr bwMode="auto">
            <a:xfrm>
              <a:off x="6176963" y="4318000"/>
              <a:ext cx="15113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70" name="AutoShape 70">
              <a:extLst>
                <a:ext uri="{FF2B5EF4-FFF2-40B4-BE49-F238E27FC236}">
                  <a16:creationId xmlns:a16="http://schemas.microsoft.com/office/drawing/2014/main" id="{6F503A79-E638-4954-8534-33DE090ED406}"/>
                </a:ext>
              </a:extLst>
            </p:cNvPr>
            <p:cNvSpPr>
              <a:spLocks noChangeArrowheads="1"/>
            </p:cNvSpPr>
            <p:nvPr/>
          </p:nvSpPr>
          <p:spPr bwMode="auto">
            <a:xfrm rot="5400000" flipH="1">
              <a:off x="7233537" y="5078833"/>
              <a:ext cx="343606" cy="490641"/>
            </a:xfrm>
            <a:prstGeom prst="moon">
              <a:avLst>
                <a:gd name="adj" fmla="val 84819"/>
              </a:avLst>
            </a:prstGeom>
            <a:solidFill>
              <a:schemeClr val="bg1">
                <a:lumMod val="75000"/>
              </a:schemeClr>
            </a:solidFill>
            <a:ln w="25400">
              <a:solidFill>
                <a:srgbClr val="000000"/>
              </a:solidFill>
              <a:miter lim="800000"/>
              <a:headEnd/>
              <a:tailEnd/>
            </a:ln>
          </p:spPr>
          <p:txBody>
            <a:bodyPr rot="10800000" vert="eaVert" anchor="ctr"/>
            <a:lstStyle/>
            <a:p>
              <a:pPr eaLnBrk="1" hangingPunct="1">
                <a:defRPr/>
              </a:pPr>
              <a:endParaRPr lang="ru-RU" sz="1600"/>
            </a:p>
          </p:txBody>
        </p:sp>
        <p:sp>
          <p:nvSpPr>
            <p:cNvPr id="14371" name="AutoShape 72">
              <a:extLst>
                <a:ext uri="{FF2B5EF4-FFF2-40B4-BE49-F238E27FC236}">
                  <a16:creationId xmlns:a16="http://schemas.microsoft.com/office/drawing/2014/main" id="{35392FB4-2C34-4C5F-8B8A-F8E13EDC8EC2}"/>
                </a:ext>
              </a:extLst>
            </p:cNvPr>
            <p:cNvSpPr>
              <a:spLocks noChangeArrowheads="1"/>
            </p:cNvSpPr>
            <p:nvPr/>
          </p:nvSpPr>
          <p:spPr bwMode="auto">
            <a:xfrm rot="5400000" flipH="1">
              <a:off x="6523530" y="5091491"/>
              <a:ext cx="343606" cy="490641"/>
            </a:xfrm>
            <a:prstGeom prst="moon">
              <a:avLst>
                <a:gd name="adj" fmla="val 84819"/>
              </a:avLst>
            </a:prstGeom>
            <a:solidFill>
              <a:schemeClr val="bg1">
                <a:lumMod val="75000"/>
              </a:schemeClr>
            </a:solidFill>
            <a:ln w="25400">
              <a:solidFill>
                <a:srgbClr val="000000"/>
              </a:solidFill>
              <a:miter lim="800000"/>
              <a:headEnd/>
              <a:tailEnd/>
            </a:ln>
          </p:spPr>
          <p:txBody>
            <a:bodyPr rot="10800000" vert="eaVert" anchor="ctr"/>
            <a:lstStyle/>
            <a:p>
              <a:pPr eaLnBrk="1" hangingPunct="1">
                <a:defRPr/>
              </a:pPr>
              <a:endParaRPr lang="ru-RU" sz="1600"/>
            </a:p>
          </p:txBody>
        </p:sp>
        <p:sp>
          <p:nvSpPr>
            <p:cNvPr id="22564" name="Line 14">
              <a:extLst>
                <a:ext uri="{FF2B5EF4-FFF2-40B4-BE49-F238E27FC236}">
                  <a16:creationId xmlns:a16="http://schemas.microsoft.com/office/drawing/2014/main" id="{431385F5-0BA0-ACD1-7651-380E22EAAEA4}"/>
                </a:ext>
              </a:extLst>
            </p:cNvPr>
            <p:cNvSpPr>
              <a:spLocks noChangeShapeType="1"/>
            </p:cNvSpPr>
            <p:nvPr/>
          </p:nvSpPr>
          <p:spPr bwMode="auto">
            <a:xfrm>
              <a:off x="6702868" y="1497468"/>
              <a:ext cx="0" cy="372360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5" name="Line 14">
              <a:extLst>
                <a:ext uri="{FF2B5EF4-FFF2-40B4-BE49-F238E27FC236}">
                  <a16:creationId xmlns:a16="http://schemas.microsoft.com/office/drawing/2014/main" id="{B865BDDE-E041-3FC6-7666-6A9D0C0EEBD0}"/>
                </a:ext>
              </a:extLst>
            </p:cNvPr>
            <p:cNvSpPr>
              <a:spLocks noChangeShapeType="1"/>
            </p:cNvSpPr>
            <p:nvPr/>
          </p:nvSpPr>
          <p:spPr bwMode="auto">
            <a:xfrm>
              <a:off x="7399478" y="1484809"/>
              <a:ext cx="0" cy="372360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66" name="Line 77">
              <a:extLst>
                <a:ext uri="{FF2B5EF4-FFF2-40B4-BE49-F238E27FC236}">
                  <a16:creationId xmlns:a16="http://schemas.microsoft.com/office/drawing/2014/main" id="{61B00BA2-6057-3DE5-3A0B-7D04D289895A}"/>
                </a:ext>
              </a:extLst>
            </p:cNvPr>
            <p:cNvSpPr>
              <a:spLocks noChangeShapeType="1"/>
            </p:cNvSpPr>
            <p:nvPr/>
          </p:nvSpPr>
          <p:spPr bwMode="auto">
            <a:xfrm>
              <a:off x="6691147" y="5494147"/>
              <a:ext cx="0" cy="32371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67" name="Line 78">
              <a:extLst>
                <a:ext uri="{FF2B5EF4-FFF2-40B4-BE49-F238E27FC236}">
                  <a16:creationId xmlns:a16="http://schemas.microsoft.com/office/drawing/2014/main" id="{E241F177-F1E9-8E3F-453E-7CE4E46D3767}"/>
                </a:ext>
              </a:extLst>
            </p:cNvPr>
            <p:cNvSpPr>
              <a:spLocks noChangeShapeType="1"/>
            </p:cNvSpPr>
            <p:nvPr/>
          </p:nvSpPr>
          <p:spPr bwMode="auto">
            <a:xfrm>
              <a:off x="7402827" y="5494147"/>
              <a:ext cx="0" cy="32371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68" name="Text Box 50">
              <a:extLst>
                <a:ext uri="{FF2B5EF4-FFF2-40B4-BE49-F238E27FC236}">
                  <a16:creationId xmlns:a16="http://schemas.microsoft.com/office/drawing/2014/main" id="{8A826529-0805-0AFC-A81D-3217E2FBE998}"/>
                </a:ext>
              </a:extLst>
            </p:cNvPr>
            <p:cNvSpPr txBox="1">
              <a:spLocks noChangeArrowheads="1"/>
            </p:cNvSpPr>
            <p:nvPr/>
          </p:nvSpPr>
          <p:spPr bwMode="auto">
            <a:xfrm>
              <a:off x="3179763" y="598488"/>
              <a:ext cx="64293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2000" b="0" u="none"/>
                <a:t>b</a:t>
              </a:r>
              <a:endParaRPr lang="en-US" altLang="en-US" sz="2000" b="0" u="none" baseline="-25000"/>
            </a:p>
          </p:txBody>
        </p:sp>
        <p:sp>
          <p:nvSpPr>
            <p:cNvPr id="22569" name="Text Box 50">
              <a:extLst>
                <a:ext uri="{FF2B5EF4-FFF2-40B4-BE49-F238E27FC236}">
                  <a16:creationId xmlns:a16="http://schemas.microsoft.com/office/drawing/2014/main" id="{E3CCD6A7-17BE-99F1-A50F-67913C9B794F}"/>
                </a:ext>
              </a:extLst>
            </p:cNvPr>
            <p:cNvSpPr txBox="1">
              <a:spLocks noChangeArrowheads="1"/>
            </p:cNvSpPr>
            <p:nvPr/>
          </p:nvSpPr>
          <p:spPr bwMode="auto">
            <a:xfrm>
              <a:off x="4332288" y="598488"/>
              <a:ext cx="64293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2000" b="0" u="none"/>
                <a:t>cin</a:t>
              </a:r>
              <a:endParaRPr lang="en-US" altLang="en-US" sz="2000" b="0" u="none" baseline="-25000"/>
            </a:p>
          </p:txBody>
        </p:sp>
        <p:sp>
          <p:nvSpPr>
            <p:cNvPr id="22570" name="Oval 83">
              <a:extLst>
                <a:ext uri="{FF2B5EF4-FFF2-40B4-BE49-F238E27FC236}">
                  <a16:creationId xmlns:a16="http://schemas.microsoft.com/office/drawing/2014/main" id="{A9D7372E-E9E8-382B-634A-00CE40B51915}"/>
                </a:ext>
              </a:extLst>
            </p:cNvPr>
            <p:cNvSpPr>
              <a:spLocks noChangeArrowheads="1"/>
            </p:cNvSpPr>
            <p:nvPr/>
          </p:nvSpPr>
          <p:spPr bwMode="auto">
            <a:xfrm>
              <a:off x="4197350" y="4235450"/>
              <a:ext cx="144463"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71" name="Oval 84">
              <a:extLst>
                <a:ext uri="{FF2B5EF4-FFF2-40B4-BE49-F238E27FC236}">
                  <a16:creationId xmlns:a16="http://schemas.microsoft.com/office/drawing/2014/main" id="{2DC31F76-FCAC-0192-9135-2C1923503EB0}"/>
                </a:ext>
              </a:extLst>
            </p:cNvPr>
            <p:cNvSpPr>
              <a:spLocks noChangeArrowheads="1"/>
            </p:cNvSpPr>
            <p:nvPr/>
          </p:nvSpPr>
          <p:spPr bwMode="auto">
            <a:xfrm>
              <a:off x="1968500" y="1847850"/>
              <a:ext cx="144463"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72" name="Oval 85">
              <a:extLst>
                <a:ext uri="{FF2B5EF4-FFF2-40B4-BE49-F238E27FC236}">
                  <a16:creationId xmlns:a16="http://schemas.microsoft.com/office/drawing/2014/main" id="{2638C699-7EBE-353B-0C16-07DCF2D23CDE}"/>
                </a:ext>
              </a:extLst>
            </p:cNvPr>
            <p:cNvSpPr>
              <a:spLocks noChangeArrowheads="1"/>
            </p:cNvSpPr>
            <p:nvPr/>
          </p:nvSpPr>
          <p:spPr bwMode="auto">
            <a:xfrm>
              <a:off x="3055938" y="1847850"/>
              <a:ext cx="144462"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73" name="Oval 86">
              <a:extLst>
                <a:ext uri="{FF2B5EF4-FFF2-40B4-BE49-F238E27FC236}">
                  <a16:creationId xmlns:a16="http://schemas.microsoft.com/office/drawing/2014/main" id="{42AFBDC3-87E3-C6C6-CD35-81A783B05563}"/>
                </a:ext>
              </a:extLst>
            </p:cNvPr>
            <p:cNvSpPr>
              <a:spLocks noChangeArrowheads="1"/>
            </p:cNvSpPr>
            <p:nvPr/>
          </p:nvSpPr>
          <p:spPr bwMode="auto">
            <a:xfrm>
              <a:off x="1978025" y="2325688"/>
              <a:ext cx="144463" cy="144462"/>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74" name="Oval 87">
              <a:extLst>
                <a:ext uri="{FF2B5EF4-FFF2-40B4-BE49-F238E27FC236}">
                  <a16:creationId xmlns:a16="http://schemas.microsoft.com/office/drawing/2014/main" id="{BF24ADA6-E499-9C89-62CB-F09225CDA791}"/>
                </a:ext>
              </a:extLst>
            </p:cNvPr>
            <p:cNvSpPr>
              <a:spLocks noChangeArrowheads="1"/>
            </p:cNvSpPr>
            <p:nvPr/>
          </p:nvSpPr>
          <p:spPr bwMode="auto">
            <a:xfrm>
              <a:off x="3419475" y="2320925"/>
              <a:ext cx="144463"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75" name="Text Box 88">
              <a:extLst>
                <a:ext uri="{FF2B5EF4-FFF2-40B4-BE49-F238E27FC236}">
                  <a16:creationId xmlns:a16="http://schemas.microsoft.com/office/drawing/2014/main" id="{50E95931-9C8C-AD76-50FA-22C6A713F269}"/>
                </a:ext>
              </a:extLst>
            </p:cNvPr>
            <p:cNvSpPr txBox="1">
              <a:spLocks noChangeArrowheads="1"/>
            </p:cNvSpPr>
            <p:nvPr/>
          </p:nvSpPr>
          <p:spPr bwMode="auto">
            <a:xfrm>
              <a:off x="4692650" y="1474788"/>
              <a:ext cx="1162050" cy="420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a’b’cin</a:t>
              </a:r>
            </a:p>
          </p:txBody>
        </p:sp>
        <p:sp>
          <p:nvSpPr>
            <p:cNvPr id="22576" name="Oval 90">
              <a:extLst>
                <a:ext uri="{FF2B5EF4-FFF2-40B4-BE49-F238E27FC236}">
                  <a16:creationId xmlns:a16="http://schemas.microsoft.com/office/drawing/2014/main" id="{9CFAAF45-AC8E-E6CD-A1D8-EF46A3072527}"/>
                </a:ext>
              </a:extLst>
            </p:cNvPr>
            <p:cNvSpPr>
              <a:spLocks noChangeArrowheads="1"/>
            </p:cNvSpPr>
            <p:nvPr/>
          </p:nvSpPr>
          <p:spPr bwMode="auto">
            <a:xfrm>
              <a:off x="2312988" y="2795588"/>
              <a:ext cx="144462" cy="144462"/>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77" name="Oval 92">
              <a:extLst>
                <a:ext uri="{FF2B5EF4-FFF2-40B4-BE49-F238E27FC236}">
                  <a16:creationId xmlns:a16="http://schemas.microsoft.com/office/drawing/2014/main" id="{F6819FDA-CF66-DBDB-4D7F-EE142EEAB61D}"/>
                </a:ext>
              </a:extLst>
            </p:cNvPr>
            <p:cNvSpPr>
              <a:spLocks noChangeArrowheads="1"/>
            </p:cNvSpPr>
            <p:nvPr/>
          </p:nvSpPr>
          <p:spPr bwMode="auto">
            <a:xfrm>
              <a:off x="3425825" y="3275013"/>
              <a:ext cx="144463" cy="144462"/>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78" name="Oval 93">
              <a:extLst>
                <a:ext uri="{FF2B5EF4-FFF2-40B4-BE49-F238E27FC236}">
                  <a16:creationId xmlns:a16="http://schemas.microsoft.com/office/drawing/2014/main" id="{5C43CC77-8210-EA63-8A7B-15DFDD7976AF}"/>
                </a:ext>
              </a:extLst>
            </p:cNvPr>
            <p:cNvSpPr>
              <a:spLocks noChangeArrowheads="1"/>
            </p:cNvSpPr>
            <p:nvPr/>
          </p:nvSpPr>
          <p:spPr bwMode="auto">
            <a:xfrm>
              <a:off x="4548188" y="3273425"/>
              <a:ext cx="144462"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79" name="Oval 94">
              <a:extLst>
                <a:ext uri="{FF2B5EF4-FFF2-40B4-BE49-F238E27FC236}">
                  <a16:creationId xmlns:a16="http://schemas.microsoft.com/office/drawing/2014/main" id="{6B0256B7-0478-FF2F-A2B9-2113165727D3}"/>
                </a:ext>
              </a:extLst>
            </p:cNvPr>
            <p:cNvSpPr>
              <a:spLocks noChangeArrowheads="1"/>
            </p:cNvSpPr>
            <p:nvPr/>
          </p:nvSpPr>
          <p:spPr bwMode="auto">
            <a:xfrm>
              <a:off x="2325688" y="3746500"/>
              <a:ext cx="144462"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80" name="Oval 95">
              <a:extLst>
                <a:ext uri="{FF2B5EF4-FFF2-40B4-BE49-F238E27FC236}">
                  <a16:creationId xmlns:a16="http://schemas.microsoft.com/office/drawing/2014/main" id="{436236D1-67CD-FD58-04A7-A60CAAD2000F}"/>
                </a:ext>
              </a:extLst>
            </p:cNvPr>
            <p:cNvSpPr>
              <a:spLocks noChangeArrowheads="1"/>
            </p:cNvSpPr>
            <p:nvPr/>
          </p:nvSpPr>
          <p:spPr bwMode="auto">
            <a:xfrm>
              <a:off x="3419475" y="3732213"/>
              <a:ext cx="144463" cy="144462"/>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81" name="Oval 97">
              <a:extLst>
                <a:ext uri="{FF2B5EF4-FFF2-40B4-BE49-F238E27FC236}">
                  <a16:creationId xmlns:a16="http://schemas.microsoft.com/office/drawing/2014/main" id="{39CFBCDD-C183-C94B-0A53-65C7F3913043}"/>
                </a:ext>
              </a:extLst>
            </p:cNvPr>
            <p:cNvSpPr>
              <a:spLocks noChangeArrowheads="1"/>
            </p:cNvSpPr>
            <p:nvPr/>
          </p:nvSpPr>
          <p:spPr bwMode="auto">
            <a:xfrm>
              <a:off x="6634163" y="1833563"/>
              <a:ext cx="144462" cy="144462"/>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82" name="Oval 98">
              <a:extLst>
                <a:ext uri="{FF2B5EF4-FFF2-40B4-BE49-F238E27FC236}">
                  <a16:creationId xmlns:a16="http://schemas.microsoft.com/office/drawing/2014/main" id="{616F335F-5DE9-D490-00FB-1F42771CB227}"/>
                </a:ext>
              </a:extLst>
            </p:cNvPr>
            <p:cNvSpPr>
              <a:spLocks noChangeArrowheads="1"/>
            </p:cNvSpPr>
            <p:nvPr/>
          </p:nvSpPr>
          <p:spPr bwMode="auto">
            <a:xfrm>
              <a:off x="6634163" y="2298700"/>
              <a:ext cx="144462"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83" name="Oval 100">
              <a:extLst>
                <a:ext uri="{FF2B5EF4-FFF2-40B4-BE49-F238E27FC236}">
                  <a16:creationId xmlns:a16="http://schemas.microsoft.com/office/drawing/2014/main" id="{860FA79F-3928-CE0C-511F-FB3DF7F2F547}"/>
                </a:ext>
              </a:extLst>
            </p:cNvPr>
            <p:cNvSpPr>
              <a:spLocks noChangeArrowheads="1"/>
            </p:cNvSpPr>
            <p:nvPr/>
          </p:nvSpPr>
          <p:spPr bwMode="auto">
            <a:xfrm>
              <a:off x="7332663" y="4254500"/>
              <a:ext cx="144462"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84" name="Text Box 105">
              <a:extLst>
                <a:ext uri="{FF2B5EF4-FFF2-40B4-BE49-F238E27FC236}">
                  <a16:creationId xmlns:a16="http://schemas.microsoft.com/office/drawing/2014/main" id="{08207D10-20E1-8B90-134E-9C91136FD6DC}"/>
                </a:ext>
              </a:extLst>
            </p:cNvPr>
            <p:cNvSpPr txBox="1">
              <a:spLocks noChangeArrowheads="1"/>
            </p:cNvSpPr>
            <p:nvPr/>
          </p:nvSpPr>
          <p:spPr bwMode="auto">
            <a:xfrm>
              <a:off x="4691063" y="3460750"/>
              <a:ext cx="1022350" cy="420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a:t>
              </a:r>
              <a:r>
                <a:rPr lang="en-US" altLang="en-US" b="0" u="none">
                  <a:sym typeface="Symbol" panose="05050102010706020507" pitchFamily="18" charset="2"/>
                </a:rPr>
                <a:t>b</a:t>
              </a:r>
            </a:p>
          </p:txBody>
        </p:sp>
        <p:sp>
          <p:nvSpPr>
            <p:cNvPr id="22585" name="Rectangle 108">
              <a:extLst>
                <a:ext uri="{FF2B5EF4-FFF2-40B4-BE49-F238E27FC236}">
                  <a16:creationId xmlns:a16="http://schemas.microsoft.com/office/drawing/2014/main" id="{C0060D1A-59CD-07B8-4ADC-ECC8AF3DA62E}"/>
                </a:ext>
              </a:extLst>
            </p:cNvPr>
            <p:cNvSpPr>
              <a:spLocks noChangeArrowheads="1"/>
            </p:cNvSpPr>
            <p:nvPr/>
          </p:nvSpPr>
          <p:spPr bwMode="auto">
            <a:xfrm>
              <a:off x="6381750" y="1325564"/>
              <a:ext cx="248900" cy="385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ym typeface="Symbol" panose="05050102010706020507" pitchFamily="18" charset="2"/>
                </a:rPr>
                <a:t></a:t>
              </a:r>
              <a:endParaRPr lang="ru-RU" altLang="en-US" sz="1600" b="0" u="none">
                <a:sym typeface="Symbol" panose="05050102010706020507" pitchFamily="18" charset="2"/>
              </a:endParaRPr>
            </a:p>
          </p:txBody>
        </p:sp>
        <p:sp>
          <p:nvSpPr>
            <p:cNvPr id="22586" name="Text Box 109">
              <a:extLst>
                <a:ext uri="{FF2B5EF4-FFF2-40B4-BE49-F238E27FC236}">
                  <a16:creationId xmlns:a16="http://schemas.microsoft.com/office/drawing/2014/main" id="{6F2ED2EB-155D-7819-18A8-FAF7E87C9065}"/>
                </a:ext>
              </a:extLst>
            </p:cNvPr>
            <p:cNvSpPr txBox="1">
              <a:spLocks noChangeArrowheads="1"/>
            </p:cNvSpPr>
            <p:nvPr/>
          </p:nvSpPr>
          <p:spPr bwMode="auto">
            <a:xfrm>
              <a:off x="4657724" y="1939925"/>
              <a:ext cx="1162050" cy="420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a:t>
              </a:r>
              <a:r>
                <a:rPr lang="en-US" altLang="en-US" b="0" u="none">
                  <a:sym typeface="Symbol" panose="05050102010706020507" pitchFamily="18" charset="2"/>
                </a:rPr>
                <a:t>bcin’</a:t>
              </a:r>
            </a:p>
          </p:txBody>
        </p:sp>
        <p:sp>
          <p:nvSpPr>
            <p:cNvPr id="22587" name="Text Box 110">
              <a:extLst>
                <a:ext uri="{FF2B5EF4-FFF2-40B4-BE49-F238E27FC236}">
                  <a16:creationId xmlns:a16="http://schemas.microsoft.com/office/drawing/2014/main" id="{90B23F5D-A8B0-2602-7024-FE773A72E213}"/>
                </a:ext>
              </a:extLst>
            </p:cNvPr>
            <p:cNvSpPr txBox="1">
              <a:spLocks noChangeArrowheads="1"/>
            </p:cNvSpPr>
            <p:nvPr/>
          </p:nvSpPr>
          <p:spPr bwMode="auto">
            <a:xfrm>
              <a:off x="4686300" y="2522538"/>
              <a:ext cx="1162050" cy="420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a:t>
              </a:r>
              <a:r>
                <a:rPr lang="en-US" altLang="en-US" b="0" u="none">
                  <a:sym typeface="Symbol" panose="05050102010706020507" pitchFamily="18" charset="2"/>
                </a:rPr>
                <a:t>b’cin’</a:t>
              </a:r>
            </a:p>
          </p:txBody>
        </p:sp>
        <p:sp>
          <p:nvSpPr>
            <p:cNvPr id="22588" name="Text Box 111">
              <a:extLst>
                <a:ext uri="{FF2B5EF4-FFF2-40B4-BE49-F238E27FC236}">
                  <a16:creationId xmlns:a16="http://schemas.microsoft.com/office/drawing/2014/main" id="{2230BB04-7AB3-C383-A246-4039FA1CDB70}"/>
                </a:ext>
              </a:extLst>
            </p:cNvPr>
            <p:cNvSpPr txBox="1">
              <a:spLocks noChangeArrowheads="1"/>
            </p:cNvSpPr>
            <p:nvPr/>
          </p:nvSpPr>
          <p:spPr bwMode="auto">
            <a:xfrm>
              <a:off x="4692650" y="3000375"/>
              <a:ext cx="1162050" cy="420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a:t>
              </a:r>
              <a:r>
                <a:rPr lang="en-US" altLang="en-US" b="0" u="none">
                  <a:sym typeface="Symbol" panose="05050102010706020507" pitchFamily="18" charset="2"/>
                </a:rPr>
                <a:t>bcin</a:t>
              </a:r>
            </a:p>
          </p:txBody>
        </p:sp>
        <p:sp>
          <p:nvSpPr>
            <p:cNvPr id="22589" name="Line 112">
              <a:extLst>
                <a:ext uri="{FF2B5EF4-FFF2-40B4-BE49-F238E27FC236}">
                  <a16:creationId xmlns:a16="http://schemas.microsoft.com/office/drawing/2014/main" id="{41AB95A2-B2B3-6ED7-5802-4478FB8D8EBE}"/>
                </a:ext>
              </a:extLst>
            </p:cNvPr>
            <p:cNvSpPr>
              <a:spLocks noChangeShapeType="1"/>
            </p:cNvSpPr>
            <p:nvPr/>
          </p:nvSpPr>
          <p:spPr bwMode="auto">
            <a:xfrm>
              <a:off x="1636713" y="4810125"/>
              <a:ext cx="41243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0" name="Line 118">
              <a:extLst>
                <a:ext uri="{FF2B5EF4-FFF2-40B4-BE49-F238E27FC236}">
                  <a16:creationId xmlns:a16="http://schemas.microsoft.com/office/drawing/2014/main" id="{BF10ABFB-A4B4-D25E-026B-6E9440584711}"/>
                </a:ext>
              </a:extLst>
            </p:cNvPr>
            <p:cNvSpPr>
              <a:spLocks noChangeShapeType="1"/>
            </p:cNvSpPr>
            <p:nvPr/>
          </p:nvSpPr>
          <p:spPr bwMode="auto">
            <a:xfrm>
              <a:off x="6184900" y="4797425"/>
              <a:ext cx="15113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91" name="Oval 119">
              <a:extLst>
                <a:ext uri="{FF2B5EF4-FFF2-40B4-BE49-F238E27FC236}">
                  <a16:creationId xmlns:a16="http://schemas.microsoft.com/office/drawing/2014/main" id="{F88A4838-D313-3436-EC40-A6278B10E2E5}"/>
                </a:ext>
              </a:extLst>
            </p:cNvPr>
            <p:cNvSpPr>
              <a:spLocks noChangeArrowheads="1"/>
            </p:cNvSpPr>
            <p:nvPr/>
          </p:nvSpPr>
          <p:spPr bwMode="auto">
            <a:xfrm>
              <a:off x="4197350" y="4740275"/>
              <a:ext cx="144463"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92" name="Oval 120">
              <a:extLst>
                <a:ext uri="{FF2B5EF4-FFF2-40B4-BE49-F238E27FC236}">
                  <a16:creationId xmlns:a16="http://schemas.microsoft.com/office/drawing/2014/main" id="{FBD471A8-D464-A104-5B2E-9674ED6BC0AF}"/>
                </a:ext>
              </a:extLst>
            </p:cNvPr>
            <p:cNvSpPr>
              <a:spLocks noChangeArrowheads="1"/>
            </p:cNvSpPr>
            <p:nvPr/>
          </p:nvSpPr>
          <p:spPr bwMode="auto">
            <a:xfrm>
              <a:off x="7340600" y="4733925"/>
              <a:ext cx="144463"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93" name="Text Box 121">
              <a:extLst>
                <a:ext uri="{FF2B5EF4-FFF2-40B4-BE49-F238E27FC236}">
                  <a16:creationId xmlns:a16="http://schemas.microsoft.com/office/drawing/2014/main" id="{9E922453-14CF-9614-9FEB-DA6266C86467}"/>
                </a:ext>
              </a:extLst>
            </p:cNvPr>
            <p:cNvSpPr txBox="1">
              <a:spLocks noChangeArrowheads="1"/>
            </p:cNvSpPr>
            <p:nvPr/>
          </p:nvSpPr>
          <p:spPr bwMode="auto">
            <a:xfrm>
              <a:off x="4689475" y="3946525"/>
              <a:ext cx="1022350" cy="420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a:t>
              </a:r>
              <a:r>
                <a:rPr lang="en-US" altLang="en-US" b="0" u="none">
                  <a:sym typeface="Symbol" panose="05050102010706020507" pitchFamily="18" charset="2"/>
                </a:rPr>
                <a:t>cin</a:t>
              </a:r>
            </a:p>
          </p:txBody>
        </p:sp>
        <p:sp>
          <p:nvSpPr>
            <p:cNvPr id="22594" name="Text Box 122">
              <a:extLst>
                <a:ext uri="{FF2B5EF4-FFF2-40B4-BE49-F238E27FC236}">
                  <a16:creationId xmlns:a16="http://schemas.microsoft.com/office/drawing/2014/main" id="{4D4FB30F-8036-A091-C29F-2762695C36A0}"/>
                </a:ext>
              </a:extLst>
            </p:cNvPr>
            <p:cNvSpPr txBox="1">
              <a:spLocks noChangeArrowheads="1"/>
            </p:cNvSpPr>
            <p:nvPr/>
          </p:nvSpPr>
          <p:spPr bwMode="auto">
            <a:xfrm>
              <a:off x="4703763" y="4451350"/>
              <a:ext cx="1022350" cy="420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b</a:t>
              </a:r>
              <a:r>
                <a:rPr lang="en-US" altLang="en-US" b="0" u="none">
                  <a:sym typeface="Symbol" panose="05050102010706020507" pitchFamily="18" charset="2"/>
                </a:rPr>
                <a:t>cin</a:t>
              </a:r>
            </a:p>
          </p:txBody>
        </p:sp>
        <p:sp>
          <p:nvSpPr>
            <p:cNvPr id="22595" name="Oval 125">
              <a:extLst>
                <a:ext uri="{FF2B5EF4-FFF2-40B4-BE49-F238E27FC236}">
                  <a16:creationId xmlns:a16="http://schemas.microsoft.com/office/drawing/2014/main" id="{37B4ADD4-1BD7-3300-E1A9-04DD2CAFD233}"/>
                </a:ext>
              </a:extLst>
            </p:cNvPr>
            <p:cNvSpPr>
              <a:spLocks noChangeArrowheads="1"/>
            </p:cNvSpPr>
            <p:nvPr/>
          </p:nvSpPr>
          <p:spPr bwMode="auto">
            <a:xfrm>
              <a:off x="4548188" y="1836738"/>
              <a:ext cx="144462" cy="144462"/>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96" name="Oval 126">
              <a:extLst>
                <a:ext uri="{FF2B5EF4-FFF2-40B4-BE49-F238E27FC236}">
                  <a16:creationId xmlns:a16="http://schemas.microsoft.com/office/drawing/2014/main" id="{A6F0C8E9-CB6E-C75F-9C85-B75E65B2267D}"/>
                </a:ext>
              </a:extLst>
            </p:cNvPr>
            <p:cNvSpPr>
              <a:spLocks noChangeArrowheads="1"/>
            </p:cNvSpPr>
            <p:nvPr/>
          </p:nvSpPr>
          <p:spPr bwMode="auto">
            <a:xfrm>
              <a:off x="4198938" y="2324100"/>
              <a:ext cx="144462"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97" name="Oval 127">
              <a:extLst>
                <a:ext uri="{FF2B5EF4-FFF2-40B4-BE49-F238E27FC236}">
                  <a16:creationId xmlns:a16="http://schemas.microsoft.com/office/drawing/2014/main" id="{52D76117-8334-5F9F-8439-2CD85387CE91}"/>
                </a:ext>
              </a:extLst>
            </p:cNvPr>
            <p:cNvSpPr>
              <a:spLocks noChangeArrowheads="1"/>
            </p:cNvSpPr>
            <p:nvPr/>
          </p:nvSpPr>
          <p:spPr bwMode="auto">
            <a:xfrm>
              <a:off x="3070225" y="2798763"/>
              <a:ext cx="144463" cy="144462"/>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98" name="Oval 128">
              <a:extLst>
                <a:ext uri="{FF2B5EF4-FFF2-40B4-BE49-F238E27FC236}">
                  <a16:creationId xmlns:a16="http://schemas.microsoft.com/office/drawing/2014/main" id="{A655FC13-BE9C-BAB9-D2FC-4ADA9CE3C912}"/>
                </a:ext>
              </a:extLst>
            </p:cNvPr>
            <p:cNvSpPr>
              <a:spLocks noChangeArrowheads="1"/>
            </p:cNvSpPr>
            <p:nvPr/>
          </p:nvSpPr>
          <p:spPr bwMode="auto">
            <a:xfrm>
              <a:off x="4551363" y="2800350"/>
              <a:ext cx="144462"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599" name="Oval 129">
              <a:extLst>
                <a:ext uri="{FF2B5EF4-FFF2-40B4-BE49-F238E27FC236}">
                  <a16:creationId xmlns:a16="http://schemas.microsoft.com/office/drawing/2014/main" id="{9D517961-9992-56F2-2F07-B2C89FC0DF98}"/>
                </a:ext>
              </a:extLst>
            </p:cNvPr>
            <p:cNvSpPr>
              <a:spLocks noChangeArrowheads="1"/>
            </p:cNvSpPr>
            <p:nvPr/>
          </p:nvSpPr>
          <p:spPr bwMode="auto">
            <a:xfrm>
              <a:off x="2312988" y="3286125"/>
              <a:ext cx="144462"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600" name="Oval 130">
              <a:extLst>
                <a:ext uri="{FF2B5EF4-FFF2-40B4-BE49-F238E27FC236}">
                  <a16:creationId xmlns:a16="http://schemas.microsoft.com/office/drawing/2014/main" id="{A3E00F21-5DF8-95C6-25F7-22637BF944D7}"/>
                </a:ext>
              </a:extLst>
            </p:cNvPr>
            <p:cNvSpPr>
              <a:spLocks noChangeArrowheads="1"/>
            </p:cNvSpPr>
            <p:nvPr/>
          </p:nvSpPr>
          <p:spPr bwMode="auto">
            <a:xfrm>
              <a:off x="2309813" y="4249738"/>
              <a:ext cx="144462" cy="144462"/>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601" name="Oval 131">
              <a:extLst>
                <a:ext uri="{FF2B5EF4-FFF2-40B4-BE49-F238E27FC236}">
                  <a16:creationId xmlns:a16="http://schemas.microsoft.com/office/drawing/2014/main" id="{3AFD8DBA-D646-02F0-B1A2-E6BEC34F0484}"/>
                </a:ext>
              </a:extLst>
            </p:cNvPr>
            <p:cNvSpPr>
              <a:spLocks noChangeArrowheads="1"/>
            </p:cNvSpPr>
            <p:nvPr/>
          </p:nvSpPr>
          <p:spPr bwMode="auto">
            <a:xfrm>
              <a:off x="3414713" y="4725988"/>
              <a:ext cx="144462" cy="144462"/>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602" name="Text Box 133">
              <a:extLst>
                <a:ext uri="{FF2B5EF4-FFF2-40B4-BE49-F238E27FC236}">
                  <a16:creationId xmlns:a16="http://schemas.microsoft.com/office/drawing/2014/main" id="{10653606-4E8D-F91E-C680-07EAD3A83577}"/>
                </a:ext>
              </a:extLst>
            </p:cNvPr>
            <p:cNvSpPr txBox="1">
              <a:spLocks noChangeArrowheads="1"/>
            </p:cNvSpPr>
            <p:nvPr/>
          </p:nvSpPr>
          <p:spPr bwMode="auto">
            <a:xfrm>
              <a:off x="1319213" y="5354638"/>
              <a:ext cx="4535486" cy="736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S=a’b’cin </a:t>
              </a:r>
              <a:r>
                <a:rPr lang="en-US" altLang="en-US" b="0" u="none">
                  <a:sym typeface="Symbol" panose="05050102010706020507" pitchFamily="18" charset="2"/>
                </a:rPr>
                <a:t>+ </a:t>
              </a:r>
              <a:r>
                <a:rPr lang="en-US" altLang="en-US" b="0" u="none"/>
                <a:t>a’bc’in </a:t>
              </a:r>
              <a:r>
                <a:rPr lang="en-US" altLang="en-US" b="0" u="none">
                  <a:sym typeface="Symbol" panose="05050102010706020507" pitchFamily="18" charset="2"/>
                </a:rPr>
                <a:t>+</a:t>
              </a:r>
              <a:r>
                <a:rPr lang="en-US" altLang="en-US" b="0" u="none"/>
                <a:t> ab’c’in </a:t>
              </a:r>
              <a:r>
                <a:rPr lang="en-US" altLang="en-US" b="0" u="none">
                  <a:sym typeface="Symbol" panose="05050102010706020507" pitchFamily="18" charset="2"/>
                </a:rPr>
                <a:t>+</a:t>
              </a:r>
              <a:r>
                <a:rPr lang="en-US" altLang="en-US" b="0" u="none"/>
                <a:t> abcin;</a:t>
              </a:r>
            </a:p>
            <a:p>
              <a:r>
                <a:rPr lang="en-US" altLang="en-US" b="0" u="none"/>
                <a:t>Cout = ab </a:t>
              </a:r>
              <a:r>
                <a:rPr lang="en-US" altLang="en-US" b="0" u="none">
                  <a:sym typeface="Symbol" panose="05050102010706020507" pitchFamily="18" charset="2"/>
                </a:rPr>
                <a:t>+</a:t>
              </a:r>
              <a:r>
                <a:rPr lang="en-US" altLang="en-US" b="0" u="none"/>
                <a:t> acin </a:t>
              </a:r>
              <a:r>
                <a:rPr lang="en-US" altLang="en-US" b="0" u="none">
                  <a:sym typeface="Symbol" panose="05050102010706020507" pitchFamily="18" charset="2"/>
                </a:rPr>
                <a:t>+</a:t>
              </a:r>
              <a:r>
                <a:rPr lang="en-US" altLang="en-US" b="0" u="none"/>
                <a:t> bcin</a:t>
              </a:r>
            </a:p>
          </p:txBody>
        </p:sp>
        <p:sp>
          <p:nvSpPr>
            <p:cNvPr id="111" name="Flowchart: Delay 110">
              <a:extLst>
                <a:ext uri="{FF2B5EF4-FFF2-40B4-BE49-F238E27FC236}">
                  <a16:creationId xmlns:a16="http://schemas.microsoft.com/office/drawing/2014/main" id="{70632877-0EDE-49F8-876A-481BA93D684C}"/>
                </a:ext>
              </a:extLst>
            </p:cNvPr>
            <p:cNvSpPr>
              <a:spLocks noChangeArrowheads="1"/>
            </p:cNvSpPr>
            <p:nvPr/>
          </p:nvSpPr>
          <p:spPr bwMode="auto">
            <a:xfrm>
              <a:off x="5726610" y="2209998"/>
              <a:ext cx="457150" cy="303820"/>
            </a:xfrm>
            <a:prstGeom prst="flowChartDelay">
              <a:avLst/>
            </a:prstGeom>
            <a:solidFill>
              <a:schemeClr val="bg1">
                <a:lumMod val="75000"/>
              </a:schemeClr>
            </a:solidFill>
            <a:ln w="25400" algn="ctr">
              <a:solidFill>
                <a:schemeClr val="tx1"/>
              </a:solidFill>
              <a:miter lim="800000"/>
              <a:headEnd/>
              <a:tailEnd/>
            </a:ln>
          </p:spPr>
          <p:txBody>
            <a:bodyPr anchor="ctr"/>
            <a:lstStyle/>
            <a:p>
              <a:pPr algn="ctr" eaLnBrk="1" hangingPunct="1">
                <a:defRPr/>
              </a:pPr>
              <a:endParaRPr lang="en-US" sz="1600">
                <a:solidFill>
                  <a:schemeClr val="lt1"/>
                </a:solidFill>
              </a:endParaRPr>
            </a:p>
          </p:txBody>
        </p:sp>
        <p:sp>
          <p:nvSpPr>
            <p:cNvPr id="112" name="Flowchart: Delay 111">
              <a:extLst>
                <a:ext uri="{FF2B5EF4-FFF2-40B4-BE49-F238E27FC236}">
                  <a16:creationId xmlns:a16="http://schemas.microsoft.com/office/drawing/2014/main" id="{7083F3A2-F00B-4E67-809D-ADD5A362E858}"/>
                </a:ext>
              </a:extLst>
            </p:cNvPr>
            <p:cNvSpPr>
              <a:spLocks noChangeArrowheads="1"/>
            </p:cNvSpPr>
            <p:nvPr/>
          </p:nvSpPr>
          <p:spPr bwMode="auto">
            <a:xfrm>
              <a:off x="5726610" y="2667537"/>
              <a:ext cx="457150" cy="303820"/>
            </a:xfrm>
            <a:prstGeom prst="flowChartDelay">
              <a:avLst/>
            </a:prstGeom>
            <a:solidFill>
              <a:schemeClr val="bg1">
                <a:lumMod val="75000"/>
              </a:schemeClr>
            </a:solidFill>
            <a:ln w="25400" algn="ctr">
              <a:solidFill>
                <a:schemeClr val="tx1"/>
              </a:solidFill>
              <a:miter lim="800000"/>
              <a:headEnd/>
              <a:tailEnd/>
            </a:ln>
          </p:spPr>
          <p:txBody>
            <a:bodyPr anchor="ctr"/>
            <a:lstStyle/>
            <a:p>
              <a:pPr algn="ctr" eaLnBrk="1" hangingPunct="1">
                <a:defRPr/>
              </a:pPr>
              <a:endParaRPr lang="en-US" sz="1600">
                <a:solidFill>
                  <a:schemeClr val="lt1"/>
                </a:solidFill>
              </a:endParaRPr>
            </a:p>
          </p:txBody>
        </p:sp>
        <p:sp>
          <p:nvSpPr>
            <p:cNvPr id="113" name="Flowchart: Delay 112">
              <a:extLst>
                <a:ext uri="{FF2B5EF4-FFF2-40B4-BE49-F238E27FC236}">
                  <a16:creationId xmlns:a16="http://schemas.microsoft.com/office/drawing/2014/main" id="{046B495B-3B7A-4424-B655-37C20E37FD9C}"/>
                </a:ext>
              </a:extLst>
            </p:cNvPr>
            <p:cNvSpPr>
              <a:spLocks noChangeArrowheads="1"/>
            </p:cNvSpPr>
            <p:nvPr/>
          </p:nvSpPr>
          <p:spPr bwMode="auto">
            <a:xfrm>
              <a:off x="5726610" y="3135925"/>
              <a:ext cx="457150" cy="303820"/>
            </a:xfrm>
            <a:prstGeom prst="flowChartDelay">
              <a:avLst/>
            </a:prstGeom>
            <a:solidFill>
              <a:schemeClr val="bg1">
                <a:lumMod val="75000"/>
              </a:schemeClr>
            </a:solidFill>
            <a:ln w="25400" algn="ctr">
              <a:solidFill>
                <a:schemeClr val="tx1"/>
              </a:solidFill>
              <a:miter lim="800000"/>
              <a:headEnd/>
              <a:tailEnd/>
            </a:ln>
          </p:spPr>
          <p:txBody>
            <a:bodyPr anchor="ctr"/>
            <a:lstStyle/>
            <a:p>
              <a:pPr algn="ctr" eaLnBrk="1" hangingPunct="1">
                <a:defRPr/>
              </a:pPr>
              <a:endParaRPr lang="en-US" sz="1600">
                <a:solidFill>
                  <a:schemeClr val="lt1"/>
                </a:solidFill>
              </a:endParaRPr>
            </a:p>
          </p:txBody>
        </p:sp>
        <p:sp>
          <p:nvSpPr>
            <p:cNvPr id="114" name="Flowchart: Delay 113">
              <a:extLst>
                <a:ext uri="{FF2B5EF4-FFF2-40B4-BE49-F238E27FC236}">
                  <a16:creationId xmlns:a16="http://schemas.microsoft.com/office/drawing/2014/main" id="{2997BE5B-315B-4A64-9671-CFA250B99F0E}"/>
                </a:ext>
              </a:extLst>
            </p:cNvPr>
            <p:cNvSpPr>
              <a:spLocks noChangeArrowheads="1"/>
            </p:cNvSpPr>
            <p:nvPr/>
          </p:nvSpPr>
          <p:spPr bwMode="auto">
            <a:xfrm>
              <a:off x="5726610" y="3633250"/>
              <a:ext cx="457150" cy="305628"/>
            </a:xfrm>
            <a:prstGeom prst="flowChartDelay">
              <a:avLst/>
            </a:prstGeom>
            <a:solidFill>
              <a:schemeClr val="bg1">
                <a:lumMod val="75000"/>
              </a:schemeClr>
            </a:solidFill>
            <a:ln w="25400" algn="ctr">
              <a:solidFill>
                <a:schemeClr val="tx1"/>
              </a:solidFill>
              <a:miter lim="800000"/>
              <a:headEnd/>
              <a:tailEnd/>
            </a:ln>
          </p:spPr>
          <p:txBody>
            <a:bodyPr anchor="ctr"/>
            <a:lstStyle/>
            <a:p>
              <a:pPr algn="ctr" eaLnBrk="1" hangingPunct="1">
                <a:defRPr/>
              </a:pPr>
              <a:endParaRPr lang="en-US" sz="1600">
                <a:solidFill>
                  <a:schemeClr val="lt1"/>
                </a:solidFill>
              </a:endParaRPr>
            </a:p>
          </p:txBody>
        </p:sp>
        <p:sp>
          <p:nvSpPr>
            <p:cNvPr id="115" name="Flowchart: Delay 114">
              <a:extLst>
                <a:ext uri="{FF2B5EF4-FFF2-40B4-BE49-F238E27FC236}">
                  <a16:creationId xmlns:a16="http://schemas.microsoft.com/office/drawing/2014/main" id="{8E09DA42-230B-45E7-BC42-BBA415B10EBC}"/>
                </a:ext>
              </a:extLst>
            </p:cNvPr>
            <p:cNvSpPr>
              <a:spLocks noChangeArrowheads="1"/>
            </p:cNvSpPr>
            <p:nvPr/>
          </p:nvSpPr>
          <p:spPr bwMode="auto">
            <a:xfrm>
              <a:off x="5726610" y="4145042"/>
              <a:ext cx="457150" cy="303820"/>
            </a:xfrm>
            <a:prstGeom prst="flowChartDelay">
              <a:avLst/>
            </a:prstGeom>
            <a:solidFill>
              <a:schemeClr val="bg1">
                <a:lumMod val="75000"/>
              </a:schemeClr>
            </a:solidFill>
            <a:ln w="25400" algn="ctr">
              <a:solidFill>
                <a:schemeClr val="tx1"/>
              </a:solidFill>
              <a:miter lim="800000"/>
              <a:headEnd/>
              <a:tailEnd/>
            </a:ln>
          </p:spPr>
          <p:txBody>
            <a:bodyPr anchor="ctr"/>
            <a:lstStyle/>
            <a:p>
              <a:pPr algn="ctr" eaLnBrk="1" hangingPunct="1">
                <a:defRPr/>
              </a:pPr>
              <a:endParaRPr lang="en-US" sz="1600">
                <a:solidFill>
                  <a:schemeClr val="lt1"/>
                </a:solidFill>
              </a:endParaRPr>
            </a:p>
          </p:txBody>
        </p:sp>
        <p:sp>
          <p:nvSpPr>
            <p:cNvPr id="116" name="Flowchart: Delay 115">
              <a:extLst>
                <a:ext uri="{FF2B5EF4-FFF2-40B4-BE49-F238E27FC236}">
                  <a16:creationId xmlns:a16="http://schemas.microsoft.com/office/drawing/2014/main" id="{21BBD2FF-D70B-4D23-8D1D-2435FD5FBE64}"/>
                </a:ext>
              </a:extLst>
            </p:cNvPr>
            <p:cNvSpPr>
              <a:spLocks noChangeArrowheads="1"/>
            </p:cNvSpPr>
            <p:nvPr/>
          </p:nvSpPr>
          <p:spPr bwMode="auto">
            <a:xfrm>
              <a:off x="5726610" y="4582687"/>
              <a:ext cx="457150" cy="305629"/>
            </a:xfrm>
            <a:prstGeom prst="flowChartDelay">
              <a:avLst/>
            </a:prstGeom>
            <a:solidFill>
              <a:schemeClr val="bg1">
                <a:lumMod val="75000"/>
              </a:schemeClr>
            </a:solidFill>
            <a:ln w="25400" algn="ctr">
              <a:solidFill>
                <a:schemeClr val="tx1"/>
              </a:solidFill>
              <a:miter lim="800000"/>
              <a:headEnd/>
              <a:tailEnd/>
            </a:ln>
          </p:spPr>
          <p:txBody>
            <a:bodyPr anchor="ctr"/>
            <a:lstStyle/>
            <a:p>
              <a:pPr algn="ctr" eaLnBrk="1" hangingPunct="1">
                <a:defRPr/>
              </a:pPr>
              <a:endParaRPr lang="en-US" sz="1600">
                <a:solidFill>
                  <a:schemeClr val="lt1"/>
                </a:solidFill>
              </a:endParaRPr>
            </a:p>
          </p:txBody>
        </p:sp>
        <p:sp>
          <p:nvSpPr>
            <p:cNvPr id="117" name="Flowchart: Delay 116">
              <a:extLst>
                <a:ext uri="{FF2B5EF4-FFF2-40B4-BE49-F238E27FC236}">
                  <a16:creationId xmlns:a16="http://schemas.microsoft.com/office/drawing/2014/main" id="{ADBC6130-C77C-4299-B13C-5D173AC33598}"/>
                </a:ext>
              </a:extLst>
            </p:cNvPr>
            <p:cNvSpPr>
              <a:spLocks noChangeArrowheads="1"/>
            </p:cNvSpPr>
            <p:nvPr/>
          </p:nvSpPr>
          <p:spPr bwMode="auto">
            <a:xfrm>
              <a:off x="5726610" y="1752460"/>
              <a:ext cx="457150" cy="305628"/>
            </a:xfrm>
            <a:prstGeom prst="flowChartDelay">
              <a:avLst/>
            </a:prstGeom>
            <a:solidFill>
              <a:schemeClr val="bg1">
                <a:lumMod val="75000"/>
              </a:schemeClr>
            </a:solidFill>
            <a:ln w="25400" algn="ctr">
              <a:solidFill>
                <a:schemeClr val="tx1"/>
              </a:solidFill>
              <a:miter lim="800000"/>
              <a:headEnd/>
              <a:tailEnd/>
            </a:ln>
          </p:spPr>
          <p:txBody>
            <a:bodyPr anchor="ctr"/>
            <a:lstStyle/>
            <a:p>
              <a:pPr algn="ctr" eaLnBrk="1" hangingPunct="1">
                <a:defRPr/>
              </a:pPr>
              <a:endParaRPr lang="en-US" sz="1600">
                <a:solidFill>
                  <a:schemeClr val="lt1"/>
                </a:solidFill>
              </a:endParaRPr>
            </a:p>
          </p:txBody>
        </p:sp>
        <p:sp>
          <p:nvSpPr>
            <p:cNvPr id="22610" name="Oval 98">
              <a:extLst>
                <a:ext uri="{FF2B5EF4-FFF2-40B4-BE49-F238E27FC236}">
                  <a16:creationId xmlns:a16="http://schemas.microsoft.com/office/drawing/2014/main" id="{E3DAD552-245B-A9E5-4BFD-F7CE02DED891}"/>
                </a:ext>
              </a:extLst>
            </p:cNvPr>
            <p:cNvSpPr>
              <a:spLocks noChangeArrowheads="1"/>
            </p:cNvSpPr>
            <p:nvPr/>
          </p:nvSpPr>
          <p:spPr bwMode="auto">
            <a:xfrm>
              <a:off x="6629400" y="2794000"/>
              <a:ext cx="144463"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611" name="Oval 98">
              <a:extLst>
                <a:ext uri="{FF2B5EF4-FFF2-40B4-BE49-F238E27FC236}">
                  <a16:creationId xmlns:a16="http://schemas.microsoft.com/office/drawing/2014/main" id="{BA933EC0-0C2E-A139-0334-9848D20E2A1B}"/>
                </a:ext>
              </a:extLst>
            </p:cNvPr>
            <p:cNvSpPr>
              <a:spLocks noChangeArrowheads="1"/>
            </p:cNvSpPr>
            <p:nvPr/>
          </p:nvSpPr>
          <p:spPr bwMode="auto">
            <a:xfrm>
              <a:off x="6629400" y="3276600"/>
              <a:ext cx="144463"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22612" name="Oval 99">
              <a:extLst>
                <a:ext uri="{FF2B5EF4-FFF2-40B4-BE49-F238E27FC236}">
                  <a16:creationId xmlns:a16="http://schemas.microsoft.com/office/drawing/2014/main" id="{D8DB472C-4CA4-62BC-BC89-571F501B1D5A}"/>
                </a:ext>
              </a:extLst>
            </p:cNvPr>
            <p:cNvSpPr>
              <a:spLocks noChangeArrowheads="1"/>
            </p:cNvSpPr>
            <p:nvPr/>
          </p:nvSpPr>
          <p:spPr bwMode="auto">
            <a:xfrm>
              <a:off x="7327900" y="3708400"/>
              <a:ext cx="144463" cy="144463"/>
            </a:xfrm>
            <a:prstGeom prst="ellipse">
              <a:avLst/>
            </a:prstGeom>
            <a:solidFill>
              <a:schemeClr val="tx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4">
            <a:extLst>
              <a:ext uri="{FF2B5EF4-FFF2-40B4-BE49-F238E27FC236}">
                <a16:creationId xmlns:a16="http://schemas.microsoft.com/office/drawing/2014/main" id="{D8B0FB41-5719-9A91-2896-7B808A381706}"/>
              </a:ext>
            </a:extLst>
          </p:cNvPr>
          <p:cNvSpPr>
            <a:spLocks noGrp="1" noChangeArrowheads="1"/>
          </p:cNvSpPr>
          <p:nvPr>
            <p:ph type="title"/>
          </p:nvPr>
        </p:nvSpPr>
        <p:spPr>
          <a:xfrm>
            <a:off x="0" y="183401"/>
            <a:ext cx="11612880" cy="704088"/>
          </a:xfrm>
        </p:spPr>
        <p:txBody>
          <a:bodyPr/>
          <a:lstStyle/>
          <a:p>
            <a:r>
              <a:rPr lang="en-US" altLang="en-US"/>
              <a:t>PLA  Programming Table</a:t>
            </a:r>
            <a:endParaRPr lang="ru-RU" altLang="en-US"/>
          </a:p>
        </p:txBody>
      </p:sp>
      <p:graphicFrame>
        <p:nvGraphicFramePr>
          <p:cNvPr id="6" name="Таблица 5">
            <a:extLst>
              <a:ext uri="{FF2B5EF4-FFF2-40B4-BE49-F238E27FC236}">
                <a16:creationId xmlns:a16="http://schemas.microsoft.com/office/drawing/2014/main" id="{ADAB2963-8FC9-448D-9A3B-B7602D60D9C5}"/>
              </a:ext>
            </a:extLst>
          </p:cNvPr>
          <p:cNvGraphicFramePr>
            <a:graphicFrameLocks noGrp="1"/>
          </p:cNvGraphicFramePr>
          <p:nvPr>
            <p:extLst>
              <p:ext uri="{D42A27DB-BD31-4B8C-83A1-F6EECF244321}">
                <p14:modId xmlns:p14="http://schemas.microsoft.com/office/powerpoint/2010/main" val="3870046449"/>
              </p:ext>
            </p:extLst>
          </p:nvPr>
        </p:nvGraphicFramePr>
        <p:xfrm>
          <a:off x="3048000" y="2057400"/>
          <a:ext cx="6096000" cy="3394446"/>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62048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2000" b="0" i="0" u="none" strike="noStrike" cap="none" normalizeH="0" baseline="0" dirty="0">
                          <a:ln>
                            <a:noFill/>
                          </a:ln>
                          <a:solidFill>
                            <a:schemeClr val="bg2"/>
                          </a:solidFill>
                          <a:effectLst/>
                          <a:latin typeface="Arial" pitchFamily="34" charset="0"/>
                          <a:cs typeface="Times New Roman" pitchFamily="18" charset="0"/>
                        </a:rPr>
                        <a:t>а      b     c</a:t>
                      </a:r>
                      <a:r>
                        <a:rPr kumimoji="0" lang="en-US" sz="2000" b="0" i="0" u="none" strike="noStrike" cap="none" normalizeH="0" baseline="-30000" dirty="0">
                          <a:ln>
                            <a:noFill/>
                          </a:ln>
                          <a:solidFill>
                            <a:schemeClr val="bg2"/>
                          </a:solidFill>
                          <a:effectLst/>
                          <a:latin typeface="Arial" pitchFamily="34" charset="0"/>
                          <a:cs typeface="Times New Roman" pitchFamily="18" charset="0"/>
                        </a:rPr>
                        <a:t>in</a:t>
                      </a:r>
                      <a:r>
                        <a:rPr kumimoji="0" lang="en-US" sz="2000" b="0" i="0" u="none" strike="noStrike" cap="none" normalizeH="0" baseline="0" dirty="0">
                          <a:ln>
                            <a:noFill/>
                          </a:ln>
                          <a:solidFill>
                            <a:schemeClr val="bg2"/>
                          </a:solidFill>
                          <a:effectLst/>
                          <a:latin typeface="Arial" pitchFamily="34" charset="0"/>
                          <a:cs typeface="Arial" pitchFamily="34" charset="0"/>
                        </a:rPr>
                        <a:t> </a:t>
                      </a:r>
                    </a:p>
                  </a:txBody>
                  <a:tcPr marL="189990" marR="189990"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2"/>
                          </a:solidFill>
                          <a:effectLst/>
                          <a:latin typeface="Arial" pitchFamily="34" charset="0"/>
                          <a:cs typeface="Times New Roman" pitchFamily="18" charset="0"/>
                        </a:rPr>
                        <a:t>S     </a:t>
                      </a:r>
                      <a:r>
                        <a:rPr kumimoji="0" lang="en-US" sz="2000" b="0" i="0" u="none" strike="noStrike" cap="none" normalizeH="0" baseline="0" dirty="0" err="1">
                          <a:ln>
                            <a:noFill/>
                          </a:ln>
                          <a:solidFill>
                            <a:schemeClr val="bg2"/>
                          </a:solidFill>
                          <a:effectLst/>
                          <a:latin typeface="Arial" pitchFamily="34" charset="0"/>
                          <a:cs typeface="Times New Roman" pitchFamily="18" charset="0"/>
                        </a:rPr>
                        <a:t>C</a:t>
                      </a:r>
                      <a:r>
                        <a:rPr kumimoji="0" lang="en-US" sz="2000" b="0" i="0" u="none" strike="noStrike" cap="none" normalizeH="0" baseline="-30000" dirty="0" err="1">
                          <a:ln>
                            <a:noFill/>
                          </a:ln>
                          <a:solidFill>
                            <a:schemeClr val="bg2"/>
                          </a:solidFill>
                          <a:effectLst/>
                          <a:latin typeface="Arial" pitchFamily="34" charset="0"/>
                          <a:cs typeface="Times New Roman" pitchFamily="18" charset="0"/>
                        </a:rPr>
                        <a:t>out</a:t>
                      </a:r>
                      <a:r>
                        <a:rPr kumimoji="0" lang="en-US" sz="2000" b="0" i="0" u="none" strike="noStrike" cap="none" normalizeH="0" baseline="0" dirty="0">
                          <a:ln>
                            <a:noFill/>
                          </a:ln>
                          <a:solidFill>
                            <a:schemeClr val="bg2"/>
                          </a:solidFill>
                          <a:effectLst/>
                          <a:latin typeface="Arial" pitchFamily="34" charset="0"/>
                          <a:cs typeface="Arial" pitchFamily="34" charset="0"/>
                        </a:rPr>
                        <a:t> </a:t>
                      </a:r>
                    </a:p>
                  </a:txBody>
                  <a:tcPr marL="189990" marR="189990" marT="45725" marB="45725" horzOverflow="overflow"/>
                </a:tc>
                <a:extLst>
                  <a:ext uri="{0D108BD9-81ED-4DB2-BD59-A6C34878D82A}">
                    <a16:rowId xmlns:a16="http://schemas.microsoft.com/office/drawing/2014/main" val="10000"/>
                  </a:ext>
                </a:extLst>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0     0       1</a:t>
                      </a:r>
                      <a:endParaRPr kumimoji="0" lang="en-US" sz="2000" b="0" i="0" u="none" strike="noStrike" cap="none" normalizeH="0" baseline="0">
                        <a:ln>
                          <a:noFill/>
                        </a:ln>
                        <a:solidFill>
                          <a:schemeClr val="tx1"/>
                        </a:solidFill>
                        <a:effectLst/>
                        <a:latin typeface="Arial" pitchFamily="34" charset="0"/>
                        <a:cs typeface="Arial" pitchFamily="34" charset="0"/>
                      </a:endParaRPr>
                    </a:p>
                  </a:txBody>
                  <a:tcPr marL="189990" marR="189990"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Times New Roman" pitchFamily="18" charset="0"/>
                        </a:rPr>
                        <a:t>1     –</a:t>
                      </a:r>
                      <a:endParaRPr kumimoji="0" lang="en-US" sz="2000" b="0" i="0" u="none" strike="noStrike" cap="none" normalizeH="0" baseline="0" dirty="0">
                        <a:ln>
                          <a:noFill/>
                        </a:ln>
                        <a:solidFill>
                          <a:schemeClr val="tx1"/>
                        </a:solidFill>
                        <a:effectLst/>
                        <a:latin typeface="Arial" pitchFamily="34" charset="0"/>
                        <a:cs typeface="Arial" pitchFamily="34" charset="0"/>
                      </a:endParaRPr>
                    </a:p>
                  </a:txBody>
                  <a:tcPr marL="189990" marR="189990" marT="45725" marB="45725" horzOverflow="overflow"/>
                </a:tc>
                <a:extLst>
                  <a:ext uri="{0D108BD9-81ED-4DB2-BD59-A6C34878D82A}">
                    <a16:rowId xmlns:a16="http://schemas.microsoft.com/office/drawing/2014/main" val="10001"/>
                  </a:ext>
                </a:extLst>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0     1      0</a:t>
                      </a:r>
                      <a:r>
                        <a:rPr kumimoji="0" lang="en-US" sz="2000" b="0" i="0" u="none" strike="noStrike" cap="none" normalizeH="0" baseline="0">
                          <a:ln>
                            <a:noFill/>
                          </a:ln>
                          <a:solidFill>
                            <a:schemeClr val="tx1"/>
                          </a:solidFill>
                          <a:effectLst/>
                          <a:latin typeface="Arial" pitchFamily="34" charset="0"/>
                          <a:cs typeface="Arial" pitchFamily="34" charset="0"/>
                        </a:rPr>
                        <a:t> </a:t>
                      </a:r>
                    </a:p>
                  </a:txBody>
                  <a:tcPr marL="189990" marR="189990"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Times New Roman" pitchFamily="18" charset="0"/>
                        </a:rPr>
                        <a:t>1      –</a:t>
                      </a:r>
                      <a:endParaRPr kumimoji="0" lang="en-US" sz="2000" b="0" i="0" u="none" strike="noStrike" cap="none" normalizeH="0" baseline="0" dirty="0">
                        <a:ln>
                          <a:noFill/>
                        </a:ln>
                        <a:solidFill>
                          <a:schemeClr val="tx1"/>
                        </a:solidFill>
                        <a:effectLst/>
                        <a:latin typeface="Arial" pitchFamily="34" charset="0"/>
                        <a:cs typeface="Arial" pitchFamily="34" charset="0"/>
                      </a:endParaRPr>
                    </a:p>
                  </a:txBody>
                  <a:tcPr marL="189990" marR="189990" marT="45725" marB="45725" horzOverflow="overflow"/>
                </a:tc>
                <a:extLst>
                  <a:ext uri="{0D108BD9-81ED-4DB2-BD59-A6C34878D82A}">
                    <a16:rowId xmlns:a16="http://schemas.microsoft.com/office/drawing/2014/main" val="10002"/>
                  </a:ext>
                </a:extLst>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1     0       0</a:t>
                      </a:r>
                      <a:r>
                        <a:rPr kumimoji="0" lang="en-US" sz="2000" b="0" i="0" u="none" strike="noStrike" cap="none" normalizeH="0" baseline="0">
                          <a:ln>
                            <a:noFill/>
                          </a:ln>
                          <a:solidFill>
                            <a:schemeClr val="tx1"/>
                          </a:solidFill>
                          <a:effectLst/>
                          <a:latin typeface="Arial" pitchFamily="34" charset="0"/>
                          <a:cs typeface="Arial" pitchFamily="34" charset="0"/>
                        </a:rPr>
                        <a:t> </a:t>
                      </a:r>
                    </a:p>
                  </a:txBody>
                  <a:tcPr marL="189990" marR="189990"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Times New Roman" pitchFamily="18" charset="0"/>
                        </a:rPr>
                        <a:t>1      –</a:t>
                      </a:r>
                      <a:endParaRPr kumimoji="0" lang="en-US" sz="2000" b="0" i="0" u="none" strike="noStrike" cap="none" normalizeH="0" baseline="0" dirty="0">
                        <a:ln>
                          <a:noFill/>
                        </a:ln>
                        <a:solidFill>
                          <a:schemeClr val="tx1"/>
                        </a:solidFill>
                        <a:effectLst/>
                        <a:latin typeface="Arial" pitchFamily="34" charset="0"/>
                        <a:cs typeface="Arial" pitchFamily="34" charset="0"/>
                      </a:endParaRPr>
                    </a:p>
                  </a:txBody>
                  <a:tcPr marL="189990" marR="189990" marT="45725" marB="45725" horzOverflow="overflow"/>
                </a:tc>
                <a:extLst>
                  <a:ext uri="{0D108BD9-81ED-4DB2-BD59-A6C34878D82A}">
                    <a16:rowId xmlns:a16="http://schemas.microsoft.com/office/drawing/2014/main" val="10003"/>
                  </a:ext>
                </a:extLst>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pitchFamily="34" charset="0"/>
                          <a:cs typeface="Times New Roman" pitchFamily="18" charset="0"/>
                        </a:rPr>
                        <a:t>1     1       1 </a:t>
                      </a:r>
                    </a:p>
                  </a:txBody>
                  <a:tcPr marL="189990" marR="189990"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Times New Roman" pitchFamily="18" charset="0"/>
                        </a:rPr>
                        <a:t>1      –</a:t>
                      </a:r>
                      <a:endParaRPr kumimoji="0" lang="en-US" sz="2000" b="0" i="0" u="none" strike="noStrike" cap="none" normalizeH="0" baseline="0" dirty="0">
                        <a:ln>
                          <a:noFill/>
                        </a:ln>
                        <a:solidFill>
                          <a:schemeClr val="tx1"/>
                        </a:solidFill>
                        <a:effectLst/>
                        <a:latin typeface="Arial" pitchFamily="34" charset="0"/>
                        <a:cs typeface="Arial" pitchFamily="34" charset="0"/>
                      </a:endParaRPr>
                    </a:p>
                  </a:txBody>
                  <a:tcPr marL="189990" marR="189990" marT="45725" marB="45725" horzOverflow="overflow"/>
                </a:tc>
                <a:extLst>
                  <a:ext uri="{0D108BD9-81ED-4DB2-BD59-A6C34878D82A}">
                    <a16:rowId xmlns:a16="http://schemas.microsoft.com/office/drawing/2014/main" val="10004"/>
                  </a:ext>
                </a:extLst>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Times New Roman" pitchFamily="18" charset="0"/>
                        </a:rPr>
                        <a:t>1     1       –</a:t>
                      </a:r>
                      <a:r>
                        <a:rPr kumimoji="0" lang="en-US" sz="2000" b="0" i="0" u="none" strike="noStrike" cap="none" normalizeH="0" baseline="0" dirty="0">
                          <a:ln>
                            <a:noFill/>
                          </a:ln>
                          <a:solidFill>
                            <a:schemeClr val="tx1"/>
                          </a:solidFill>
                          <a:effectLst/>
                          <a:latin typeface="Arial" pitchFamily="34" charset="0"/>
                          <a:cs typeface="Arial" pitchFamily="34" charset="0"/>
                        </a:rPr>
                        <a:t> </a:t>
                      </a:r>
                    </a:p>
                  </a:txBody>
                  <a:tcPr marL="189990" marR="189990"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Times New Roman" pitchFamily="18" charset="0"/>
                        </a:rPr>
                        <a:t>–      1 </a:t>
                      </a:r>
                    </a:p>
                  </a:txBody>
                  <a:tcPr marL="189990" marR="189990" marT="45725" marB="45725" horzOverflow="overflow"/>
                </a:tc>
                <a:extLst>
                  <a:ext uri="{0D108BD9-81ED-4DB2-BD59-A6C34878D82A}">
                    <a16:rowId xmlns:a16="http://schemas.microsoft.com/office/drawing/2014/main" val="10005"/>
                  </a:ext>
                </a:extLst>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Times New Roman" pitchFamily="18" charset="0"/>
                        </a:rPr>
                        <a:t>1     –      1</a:t>
                      </a:r>
                      <a:r>
                        <a:rPr kumimoji="0" lang="en-US" sz="2000" b="0" i="0" u="none" strike="noStrike" cap="none" normalizeH="0" baseline="0" dirty="0">
                          <a:ln>
                            <a:noFill/>
                          </a:ln>
                          <a:solidFill>
                            <a:schemeClr val="tx1"/>
                          </a:solidFill>
                          <a:effectLst/>
                          <a:latin typeface="Arial" pitchFamily="34" charset="0"/>
                          <a:cs typeface="Arial" pitchFamily="34" charset="0"/>
                        </a:rPr>
                        <a:t> </a:t>
                      </a:r>
                    </a:p>
                  </a:txBody>
                  <a:tcPr marL="189990" marR="189990"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Times New Roman" pitchFamily="18" charset="0"/>
                        </a:rPr>
                        <a:t>–      1</a:t>
                      </a:r>
                      <a:r>
                        <a:rPr kumimoji="0" lang="en-US" sz="2000" b="0" i="0" u="none" strike="noStrike" cap="none" normalizeH="0" baseline="0" dirty="0">
                          <a:ln>
                            <a:noFill/>
                          </a:ln>
                          <a:solidFill>
                            <a:schemeClr val="tx1"/>
                          </a:solidFill>
                          <a:effectLst/>
                          <a:latin typeface="Arial" pitchFamily="34" charset="0"/>
                          <a:cs typeface="Arial" pitchFamily="34" charset="0"/>
                        </a:rPr>
                        <a:t> </a:t>
                      </a:r>
                    </a:p>
                  </a:txBody>
                  <a:tcPr marL="189990" marR="189990" marT="45725" marB="45725" horzOverflow="overflow"/>
                </a:tc>
                <a:extLst>
                  <a:ext uri="{0D108BD9-81ED-4DB2-BD59-A6C34878D82A}">
                    <a16:rowId xmlns:a16="http://schemas.microsoft.com/office/drawing/2014/main" val="10006"/>
                  </a:ext>
                </a:extLst>
              </a:tr>
              <a:tr h="39628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Times New Roman" pitchFamily="18" charset="0"/>
                        </a:rPr>
                        <a:t>–      1      1</a:t>
                      </a:r>
                      <a:endParaRPr kumimoji="0" lang="en-US" sz="2000" b="0" i="0" u="none" strike="noStrike" cap="none" normalizeH="0" baseline="0" dirty="0">
                        <a:ln>
                          <a:noFill/>
                        </a:ln>
                        <a:solidFill>
                          <a:schemeClr val="tx1"/>
                        </a:solidFill>
                        <a:effectLst/>
                        <a:latin typeface="Arial" pitchFamily="34" charset="0"/>
                        <a:cs typeface="Arial" pitchFamily="34" charset="0"/>
                      </a:endParaRPr>
                    </a:p>
                  </a:txBody>
                  <a:tcPr marL="189990" marR="189990" marT="45725" marB="45725"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pitchFamily="34" charset="0"/>
                          <a:cs typeface="Times New Roman" pitchFamily="18" charset="0"/>
                        </a:rPr>
                        <a:t>–      1</a:t>
                      </a:r>
                      <a:endParaRPr kumimoji="0" lang="en-US" sz="2000" b="0" i="0" u="none" strike="noStrike" cap="none" normalizeH="0" baseline="0" dirty="0">
                        <a:ln>
                          <a:noFill/>
                        </a:ln>
                        <a:solidFill>
                          <a:schemeClr val="tx1"/>
                        </a:solidFill>
                        <a:effectLst/>
                        <a:latin typeface="Arial" pitchFamily="34" charset="0"/>
                        <a:cs typeface="Arial" pitchFamily="34" charset="0"/>
                      </a:endParaRPr>
                    </a:p>
                  </a:txBody>
                  <a:tcPr marL="189990" marR="189990" marT="45725" marB="45725" horzOverflow="overflow"/>
                </a:tc>
                <a:extLst>
                  <a:ext uri="{0D108BD9-81ED-4DB2-BD59-A6C34878D82A}">
                    <a16:rowId xmlns:a16="http://schemas.microsoft.com/office/drawing/2014/main" val="10007"/>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a:extLst>
              <a:ext uri="{FF2B5EF4-FFF2-40B4-BE49-F238E27FC236}">
                <a16:creationId xmlns:a16="http://schemas.microsoft.com/office/drawing/2014/main" id="{8BCF3D06-0AF6-F38B-3A94-EDCB166C4915}"/>
              </a:ext>
            </a:extLst>
          </p:cNvPr>
          <p:cNvSpPr>
            <a:spLocks noGrp="1" noChangeArrowheads="1"/>
          </p:cNvSpPr>
          <p:nvPr>
            <p:ph type="title"/>
          </p:nvPr>
        </p:nvSpPr>
        <p:spPr>
          <a:xfrm>
            <a:off x="0" y="183401"/>
            <a:ext cx="11612880" cy="704088"/>
          </a:xfrm>
        </p:spPr>
        <p:txBody>
          <a:bodyPr/>
          <a:lstStyle/>
          <a:p>
            <a:r>
              <a:rPr lang="en-US" altLang="en-US"/>
              <a:t>FSM Implementation by PLA</a:t>
            </a:r>
            <a:endParaRPr lang="ru-RU" altLang="en-US"/>
          </a:p>
        </p:txBody>
      </p:sp>
      <p:grpSp>
        <p:nvGrpSpPr>
          <p:cNvPr id="24579" name="Group 66">
            <a:extLst>
              <a:ext uri="{FF2B5EF4-FFF2-40B4-BE49-F238E27FC236}">
                <a16:creationId xmlns:a16="http://schemas.microsoft.com/office/drawing/2014/main" id="{3A90AC92-D005-97E6-EF8A-D3DB9035636A}"/>
              </a:ext>
            </a:extLst>
          </p:cNvPr>
          <p:cNvGrpSpPr>
            <a:grpSpLocks/>
          </p:cNvGrpSpPr>
          <p:nvPr/>
        </p:nvGrpSpPr>
        <p:grpSpPr bwMode="auto">
          <a:xfrm>
            <a:off x="3048001" y="1168400"/>
            <a:ext cx="6069013" cy="3937000"/>
            <a:chOff x="960" y="1051"/>
            <a:chExt cx="3823" cy="2480"/>
          </a:xfrm>
        </p:grpSpPr>
        <p:sp>
          <p:nvSpPr>
            <p:cNvPr id="18437" name="Text Box 6">
              <a:extLst>
                <a:ext uri="{FF2B5EF4-FFF2-40B4-BE49-F238E27FC236}">
                  <a16:creationId xmlns:a16="http://schemas.microsoft.com/office/drawing/2014/main" id="{6ECCEA75-41C2-4814-97B3-3CFDE8613A42}"/>
                </a:ext>
              </a:extLst>
            </p:cNvPr>
            <p:cNvSpPr txBox="1">
              <a:spLocks noChangeArrowheads="1"/>
            </p:cNvSpPr>
            <p:nvPr/>
          </p:nvSpPr>
          <p:spPr bwMode="auto">
            <a:xfrm>
              <a:off x="1521" y="1508"/>
              <a:ext cx="842" cy="1986"/>
            </a:xfrm>
            <a:prstGeom prst="rect">
              <a:avLst/>
            </a:prstGeom>
            <a:solidFill>
              <a:schemeClr val="accent1">
                <a:lumMod val="60000"/>
                <a:lumOff val="40000"/>
              </a:schemeClr>
            </a:solidFill>
            <a:ln w="25400">
              <a:solidFill>
                <a:srgbClr val="000000"/>
              </a:solidFill>
              <a:miter lim="800000"/>
              <a:headEnd/>
              <a:tailEnd/>
            </a:ln>
          </p:spPr>
          <p:txBody>
            <a:bodyPr/>
            <a:lstStyle/>
            <a:p>
              <a:pPr>
                <a:defRPr/>
              </a:pPr>
              <a:r>
                <a:rPr lang="en-US"/>
                <a:t>0     PLA       </a:t>
              </a:r>
            </a:p>
            <a:p>
              <a:pPr>
                <a:defRPr/>
              </a:pPr>
              <a:r>
                <a:rPr lang="en-US"/>
                <a:t>1                     </a:t>
              </a:r>
            </a:p>
            <a:p>
              <a:pPr>
                <a:defRPr/>
              </a:pPr>
              <a:r>
                <a:rPr lang="en-US"/>
                <a:t>2                     </a:t>
              </a:r>
            </a:p>
            <a:p>
              <a:pPr>
                <a:defRPr/>
              </a:pPr>
              <a:r>
                <a:rPr lang="en-US"/>
                <a:t>3                     </a:t>
              </a:r>
            </a:p>
            <a:p>
              <a:pPr>
                <a:defRPr/>
              </a:pPr>
              <a:r>
                <a:rPr lang="en-US"/>
                <a:t>4                                        </a:t>
              </a:r>
            </a:p>
            <a:p>
              <a:pPr>
                <a:defRPr/>
              </a:pPr>
              <a:r>
                <a:rPr lang="en-US"/>
                <a:t>5</a:t>
              </a:r>
            </a:p>
            <a:p>
              <a:pPr>
                <a:defRPr/>
              </a:pPr>
              <a:r>
                <a:rPr lang="en-US"/>
                <a:t>.</a:t>
              </a:r>
            </a:p>
            <a:p>
              <a:pPr>
                <a:defRPr/>
              </a:pPr>
              <a:r>
                <a:rPr lang="en-US"/>
                <a:t>.</a:t>
              </a:r>
            </a:p>
            <a:p>
              <a:pPr>
                <a:defRPr/>
              </a:pPr>
              <a:r>
                <a:rPr lang="en-US"/>
                <a:t>.</a:t>
              </a:r>
            </a:p>
            <a:p>
              <a:pPr>
                <a:defRPr/>
              </a:pPr>
              <a:r>
                <a:rPr lang="en-US"/>
                <a:t>15</a:t>
              </a:r>
            </a:p>
            <a:p>
              <a:pPr>
                <a:defRPr/>
              </a:pPr>
              <a:r>
                <a:rPr lang="en-US"/>
                <a:t>CS</a:t>
              </a:r>
            </a:p>
            <a:p>
              <a:pPr>
                <a:defRPr/>
              </a:pPr>
              <a:endParaRPr lang="en-US"/>
            </a:p>
          </p:txBody>
        </p:sp>
        <p:sp>
          <p:nvSpPr>
            <p:cNvPr id="18438" name="Text Box 7">
              <a:extLst>
                <a:ext uri="{FF2B5EF4-FFF2-40B4-BE49-F238E27FC236}">
                  <a16:creationId xmlns:a16="http://schemas.microsoft.com/office/drawing/2014/main" id="{09679FC5-8DFE-4C67-B68A-65BEE61853D0}"/>
                </a:ext>
              </a:extLst>
            </p:cNvPr>
            <p:cNvSpPr txBox="1">
              <a:spLocks noChangeArrowheads="1"/>
            </p:cNvSpPr>
            <p:nvPr/>
          </p:nvSpPr>
          <p:spPr bwMode="auto">
            <a:xfrm>
              <a:off x="3310" y="1508"/>
              <a:ext cx="631" cy="1370"/>
            </a:xfrm>
            <a:prstGeom prst="rect">
              <a:avLst/>
            </a:prstGeom>
            <a:solidFill>
              <a:schemeClr val="accent1">
                <a:lumMod val="60000"/>
                <a:lumOff val="40000"/>
              </a:schemeClr>
            </a:solidFill>
            <a:ln w="25400">
              <a:solidFill>
                <a:srgbClr val="000000"/>
              </a:solidFill>
              <a:miter lim="800000"/>
              <a:headEnd/>
              <a:tailEnd/>
            </a:ln>
          </p:spPr>
          <p:txBody>
            <a:bodyPr/>
            <a:lstStyle/>
            <a:p>
              <a:pPr algn="just">
                <a:defRPr/>
              </a:pPr>
              <a:r>
                <a:rPr lang="en-US"/>
                <a:t>D0   Rg   </a:t>
              </a:r>
            </a:p>
            <a:p>
              <a:pPr>
                <a:defRPr/>
              </a:pPr>
              <a:r>
                <a:rPr lang="en-US"/>
                <a:t>D1</a:t>
              </a:r>
            </a:p>
            <a:p>
              <a:pPr>
                <a:defRPr/>
              </a:pPr>
              <a:r>
                <a:rPr lang="en-US"/>
                <a:t>D2</a:t>
              </a:r>
            </a:p>
            <a:p>
              <a:pPr>
                <a:defRPr/>
              </a:pPr>
              <a:r>
                <a:rPr lang="en-US"/>
                <a:t>D3</a:t>
              </a:r>
            </a:p>
            <a:p>
              <a:pPr>
                <a:defRPr/>
              </a:pPr>
              <a:endParaRPr lang="en-US"/>
            </a:p>
            <a:p>
              <a:pPr>
                <a:defRPr/>
              </a:pPr>
              <a:r>
                <a:rPr lang="en-US"/>
                <a:t>  C</a:t>
              </a:r>
            </a:p>
            <a:p>
              <a:pPr>
                <a:defRPr/>
              </a:pPr>
              <a:r>
                <a:rPr lang="en-US"/>
                <a:t>  R</a:t>
              </a:r>
            </a:p>
          </p:txBody>
        </p:sp>
        <p:sp>
          <p:nvSpPr>
            <p:cNvPr id="24583" name="Line 10">
              <a:extLst>
                <a:ext uri="{FF2B5EF4-FFF2-40B4-BE49-F238E27FC236}">
                  <a16:creationId xmlns:a16="http://schemas.microsoft.com/office/drawing/2014/main" id="{6171EF72-4254-7A30-FB6D-2AE636AAC607}"/>
                </a:ext>
              </a:extLst>
            </p:cNvPr>
            <p:cNvSpPr>
              <a:spLocks noChangeShapeType="1"/>
            </p:cNvSpPr>
            <p:nvPr/>
          </p:nvSpPr>
          <p:spPr bwMode="auto">
            <a:xfrm>
              <a:off x="2363" y="1736"/>
              <a:ext cx="9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4" name="Line 11">
              <a:extLst>
                <a:ext uri="{FF2B5EF4-FFF2-40B4-BE49-F238E27FC236}">
                  <a16:creationId xmlns:a16="http://schemas.microsoft.com/office/drawing/2014/main" id="{BE61C754-8B7A-35B2-1D54-88E05DA22AE0}"/>
                </a:ext>
              </a:extLst>
            </p:cNvPr>
            <p:cNvSpPr>
              <a:spLocks noChangeShapeType="1"/>
            </p:cNvSpPr>
            <p:nvPr/>
          </p:nvSpPr>
          <p:spPr bwMode="auto">
            <a:xfrm>
              <a:off x="2363" y="2088"/>
              <a:ext cx="9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5" name="Line 12">
              <a:extLst>
                <a:ext uri="{FF2B5EF4-FFF2-40B4-BE49-F238E27FC236}">
                  <a16:creationId xmlns:a16="http://schemas.microsoft.com/office/drawing/2014/main" id="{978C2F8C-7B1F-C091-B0BF-D18F9D26B627}"/>
                </a:ext>
              </a:extLst>
            </p:cNvPr>
            <p:cNvSpPr>
              <a:spLocks noChangeShapeType="1"/>
            </p:cNvSpPr>
            <p:nvPr/>
          </p:nvSpPr>
          <p:spPr bwMode="auto">
            <a:xfrm>
              <a:off x="2359" y="2267"/>
              <a:ext cx="9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6" name="Line 13">
              <a:extLst>
                <a:ext uri="{FF2B5EF4-FFF2-40B4-BE49-F238E27FC236}">
                  <a16:creationId xmlns:a16="http://schemas.microsoft.com/office/drawing/2014/main" id="{37BE8C79-C278-11FF-004B-6D91CC5340E6}"/>
                </a:ext>
              </a:extLst>
            </p:cNvPr>
            <p:cNvSpPr>
              <a:spLocks noChangeShapeType="1"/>
            </p:cNvSpPr>
            <p:nvPr/>
          </p:nvSpPr>
          <p:spPr bwMode="auto">
            <a:xfrm>
              <a:off x="2363" y="1917"/>
              <a:ext cx="9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7" name="Line 14">
              <a:extLst>
                <a:ext uri="{FF2B5EF4-FFF2-40B4-BE49-F238E27FC236}">
                  <a16:creationId xmlns:a16="http://schemas.microsoft.com/office/drawing/2014/main" id="{A3BFA2EF-72FB-04F4-B44A-49074C6B5044}"/>
                </a:ext>
              </a:extLst>
            </p:cNvPr>
            <p:cNvSpPr>
              <a:spLocks noChangeShapeType="1"/>
            </p:cNvSpPr>
            <p:nvPr/>
          </p:nvSpPr>
          <p:spPr bwMode="auto">
            <a:xfrm flipV="1">
              <a:off x="2368" y="2422"/>
              <a:ext cx="5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8" name="Line 15">
              <a:extLst>
                <a:ext uri="{FF2B5EF4-FFF2-40B4-BE49-F238E27FC236}">
                  <a16:creationId xmlns:a16="http://schemas.microsoft.com/office/drawing/2014/main" id="{311BBA3F-369E-2377-0988-71C1FAC67D42}"/>
                </a:ext>
              </a:extLst>
            </p:cNvPr>
            <p:cNvSpPr>
              <a:spLocks noChangeShapeType="1"/>
            </p:cNvSpPr>
            <p:nvPr/>
          </p:nvSpPr>
          <p:spPr bwMode="auto">
            <a:xfrm flipV="1">
              <a:off x="2363" y="2609"/>
              <a:ext cx="426" cy="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9" name="Line 16">
              <a:extLst>
                <a:ext uri="{FF2B5EF4-FFF2-40B4-BE49-F238E27FC236}">
                  <a16:creationId xmlns:a16="http://schemas.microsoft.com/office/drawing/2014/main" id="{2F214D39-B71C-F554-A78F-0DDAC2F302FF}"/>
                </a:ext>
              </a:extLst>
            </p:cNvPr>
            <p:cNvSpPr>
              <a:spLocks noChangeShapeType="1"/>
            </p:cNvSpPr>
            <p:nvPr/>
          </p:nvSpPr>
          <p:spPr bwMode="auto">
            <a:xfrm>
              <a:off x="2359" y="2809"/>
              <a:ext cx="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0" name="Line 17">
              <a:extLst>
                <a:ext uri="{FF2B5EF4-FFF2-40B4-BE49-F238E27FC236}">
                  <a16:creationId xmlns:a16="http://schemas.microsoft.com/office/drawing/2014/main" id="{A6EA2902-F793-D357-0250-4035D1BB5159}"/>
                </a:ext>
              </a:extLst>
            </p:cNvPr>
            <p:cNvSpPr>
              <a:spLocks noChangeShapeType="1"/>
            </p:cNvSpPr>
            <p:nvPr/>
          </p:nvSpPr>
          <p:spPr bwMode="auto">
            <a:xfrm>
              <a:off x="2363" y="2993"/>
              <a:ext cx="21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1" name="Line 18">
              <a:extLst>
                <a:ext uri="{FF2B5EF4-FFF2-40B4-BE49-F238E27FC236}">
                  <a16:creationId xmlns:a16="http://schemas.microsoft.com/office/drawing/2014/main" id="{BB6461B5-8752-5226-4309-311EC76D2D77}"/>
                </a:ext>
              </a:extLst>
            </p:cNvPr>
            <p:cNvSpPr>
              <a:spLocks noChangeShapeType="1"/>
            </p:cNvSpPr>
            <p:nvPr/>
          </p:nvSpPr>
          <p:spPr bwMode="auto">
            <a:xfrm>
              <a:off x="2573" y="2993"/>
              <a:ext cx="0" cy="342"/>
            </a:xfrm>
            <a:prstGeom prst="line">
              <a:avLst/>
            </a:prstGeom>
            <a:noFill/>
            <a:ln w="2540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4592" name="Line 19">
              <a:extLst>
                <a:ext uri="{FF2B5EF4-FFF2-40B4-BE49-F238E27FC236}">
                  <a16:creationId xmlns:a16="http://schemas.microsoft.com/office/drawing/2014/main" id="{1C587B2A-68A3-408D-4911-7F39CB4B1827}"/>
                </a:ext>
              </a:extLst>
            </p:cNvPr>
            <p:cNvSpPr>
              <a:spLocks noChangeShapeType="1"/>
            </p:cNvSpPr>
            <p:nvPr/>
          </p:nvSpPr>
          <p:spPr bwMode="auto">
            <a:xfrm flipH="1">
              <a:off x="2679" y="2812"/>
              <a:ext cx="0" cy="523"/>
            </a:xfrm>
            <a:prstGeom prst="line">
              <a:avLst/>
            </a:prstGeom>
            <a:noFill/>
            <a:ln w="2540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4593" name="Line 20">
              <a:extLst>
                <a:ext uri="{FF2B5EF4-FFF2-40B4-BE49-F238E27FC236}">
                  <a16:creationId xmlns:a16="http://schemas.microsoft.com/office/drawing/2014/main" id="{7ECF3C5D-07CA-F17A-DD1A-79959F27DF2D}"/>
                </a:ext>
              </a:extLst>
            </p:cNvPr>
            <p:cNvSpPr>
              <a:spLocks noChangeShapeType="1"/>
            </p:cNvSpPr>
            <p:nvPr/>
          </p:nvSpPr>
          <p:spPr bwMode="auto">
            <a:xfrm flipH="1">
              <a:off x="2793" y="2621"/>
              <a:ext cx="0" cy="714"/>
            </a:xfrm>
            <a:prstGeom prst="line">
              <a:avLst/>
            </a:prstGeom>
            <a:noFill/>
            <a:ln w="2540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4594" name="Line 21">
              <a:extLst>
                <a:ext uri="{FF2B5EF4-FFF2-40B4-BE49-F238E27FC236}">
                  <a16:creationId xmlns:a16="http://schemas.microsoft.com/office/drawing/2014/main" id="{35438744-92A7-5990-2D2D-EE704BCAEFCA}"/>
                </a:ext>
              </a:extLst>
            </p:cNvPr>
            <p:cNvSpPr>
              <a:spLocks noChangeShapeType="1"/>
            </p:cNvSpPr>
            <p:nvPr/>
          </p:nvSpPr>
          <p:spPr bwMode="auto">
            <a:xfrm flipH="1">
              <a:off x="2886" y="2422"/>
              <a:ext cx="3" cy="901"/>
            </a:xfrm>
            <a:prstGeom prst="line">
              <a:avLst/>
            </a:prstGeom>
            <a:noFill/>
            <a:ln w="2540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24595" name="Line 22">
              <a:extLst>
                <a:ext uri="{FF2B5EF4-FFF2-40B4-BE49-F238E27FC236}">
                  <a16:creationId xmlns:a16="http://schemas.microsoft.com/office/drawing/2014/main" id="{17A8416E-88CB-8EB1-E64A-AF45E8F902E0}"/>
                </a:ext>
              </a:extLst>
            </p:cNvPr>
            <p:cNvSpPr>
              <a:spLocks noChangeShapeType="1"/>
            </p:cNvSpPr>
            <p:nvPr/>
          </p:nvSpPr>
          <p:spPr bwMode="auto">
            <a:xfrm>
              <a:off x="3941" y="1717"/>
              <a:ext cx="21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6" name="Line 23">
              <a:extLst>
                <a:ext uri="{FF2B5EF4-FFF2-40B4-BE49-F238E27FC236}">
                  <a16:creationId xmlns:a16="http://schemas.microsoft.com/office/drawing/2014/main" id="{A62F88DF-DF23-A934-0092-0EAFD30B8231}"/>
                </a:ext>
              </a:extLst>
            </p:cNvPr>
            <p:cNvSpPr>
              <a:spLocks noChangeShapeType="1"/>
            </p:cNvSpPr>
            <p:nvPr/>
          </p:nvSpPr>
          <p:spPr bwMode="auto">
            <a:xfrm>
              <a:off x="3941" y="1898"/>
              <a:ext cx="4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7" name="Line 24">
              <a:extLst>
                <a:ext uri="{FF2B5EF4-FFF2-40B4-BE49-F238E27FC236}">
                  <a16:creationId xmlns:a16="http://schemas.microsoft.com/office/drawing/2014/main" id="{4D166C13-2085-DBCC-BF89-4BA8DEF1E303}"/>
                </a:ext>
              </a:extLst>
            </p:cNvPr>
            <p:cNvSpPr>
              <a:spLocks noChangeShapeType="1"/>
            </p:cNvSpPr>
            <p:nvPr/>
          </p:nvSpPr>
          <p:spPr bwMode="auto">
            <a:xfrm flipV="1">
              <a:off x="3941" y="2093"/>
              <a:ext cx="616" cy="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8" name="Line 25">
              <a:extLst>
                <a:ext uri="{FF2B5EF4-FFF2-40B4-BE49-F238E27FC236}">
                  <a16:creationId xmlns:a16="http://schemas.microsoft.com/office/drawing/2014/main" id="{E96C487A-06B7-AD76-9B61-A5DB357BA266}"/>
                </a:ext>
              </a:extLst>
            </p:cNvPr>
            <p:cNvSpPr>
              <a:spLocks noChangeShapeType="1"/>
            </p:cNvSpPr>
            <p:nvPr/>
          </p:nvSpPr>
          <p:spPr bwMode="auto">
            <a:xfrm>
              <a:off x="3941" y="2317"/>
              <a:ext cx="84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9" name="Line 26">
              <a:extLst>
                <a:ext uri="{FF2B5EF4-FFF2-40B4-BE49-F238E27FC236}">
                  <a16:creationId xmlns:a16="http://schemas.microsoft.com/office/drawing/2014/main" id="{BC302F04-5388-5B75-CCC3-7C758B0D00F7}"/>
                </a:ext>
              </a:extLst>
            </p:cNvPr>
            <p:cNvSpPr>
              <a:spLocks noChangeShapeType="1"/>
            </p:cNvSpPr>
            <p:nvPr/>
          </p:nvSpPr>
          <p:spPr bwMode="auto">
            <a:xfrm flipV="1">
              <a:off x="4160" y="1394"/>
              <a:ext cx="0" cy="3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0" name="Line 27">
              <a:extLst>
                <a:ext uri="{FF2B5EF4-FFF2-40B4-BE49-F238E27FC236}">
                  <a16:creationId xmlns:a16="http://schemas.microsoft.com/office/drawing/2014/main" id="{84AD3AE5-E9C3-24BE-7F4F-043EAD73C7A3}"/>
                </a:ext>
              </a:extLst>
            </p:cNvPr>
            <p:cNvSpPr>
              <a:spLocks noChangeShapeType="1"/>
            </p:cNvSpPr>
            <p:nvPr/>
          </p:nvSpPr>
          <p:spPr bwMode="auto">
            <a:xfrm flipV="1">
              <a:off x="4362" y="1279"/>
              <a:ext cx="0" cy="6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1" name="Line 28">
              <a:extLst>
                <a:ext uri="{FF2B5EF4-FFF2-40B4-BE49-F238E27FC236}">
                  <a16:creationId xmlns:a16="http://schemas.microsoft.com/office/drawing/2014/main" id="{DF38FC8C-FF62-BD26-6332-3E2AAAF166CC}"/>
                </a:ext>
              </a:extLst>
            </p:cNvPr>
            <p:cNvSpPr>
              <a:spLocks noChangeShapeType="1"/>
            </p:cNvSpPr>
            <p:nvPr/>
          </p:nvSpPr>
          <p:spPr bwMode="auto">
            <a:xfrm flipV="1">
              <a:off x="4569" y="1165"/>
              <a:ext cx="4" cy="93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2" name="Line 29">
              <a:extLst>
                <a:ext uri="{FF2B5EF4-FFF2-40B4-BE49-F238E27FC236}">
                  <a16:creationId xmlns:a16="http://schemas.microsoft.com/office/drawing/2014/main" id="{299E38D0-F83E-8316-56CC-5B44582A57F9}"/>
                </a:ext>
              </a:extLst>
            </p:cNvPr>
            <p:cNvSpPr>
              <a:spLocks noChangeShapeType="1"/>
            </p:cNvSpPr>
            <p:nvPr/>
          </p:nvSpPr>
          <p:spPr bwMode="auto">
            <a:xfrm flipV="1">
              <a:off x="4783" y="1061"/>
              <a:ext cx="0" cy="12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3" name="Line 30">
              <a:extLst>
                <a:ext uri="{FF2B5EF4-FFF2-40B4-BE49-F238E27FC236}">
                  <a16:creationId xmlns:a16="http://schemas.microsoft.com/office/drawing/2014/main" id="{FD733BDB-6D8D-43F6-CCBC-F1CAC3290A72}"/>
                </a:ext>
              </a:extLst>
            </p:cNvPr>
            <p:cNvSpPr>
              <a:spLocks noChangeShapeType="1"/>
            </p:cNvSpPr>
            <p:nvPr/>
          </p:nvSpPr>
          <p:spPr bwMode="auto">
            <a:xfrm flipH="1">
              <a:off x="1311" y="1394"/>
              <a:ext cx="284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4" name="Line 31">
              <a:extLst>
                <a:ext uri="{FF2B5EF4-FFF2-40B4-BE49-F238E27FC236}">
                  <a16:creationId xmlns:a16="http://schemas.microsoft.com/office/drawing/2014/main" id="{84509532-54B5-22C1-2E55-D4234075A86A}"/>
                </a:ext>
              </a:extLst>
            </p:cNvPr>
            <p:cNvSpPr>
              <a:spLocks noChangeShapeType="1"/>
            </p:cNvSpPr>
            <p:nvPr/>
          </p:nvSpPr>
          <p:spPr bwMode="auto">
            <a:xfrm>
              <a:off x="1311" y="1394"/>
              <a:ext cx="0" cy="22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5" name="Line 32">
              <a:extLst>
                <a:ext uri="{FF2B5EF4-FFF2-40B4-BE49-F238E27FC236}">
                  <a16:creationId xmlns:a16="http://schemas.microsoft.com/office/drawing/2014/main" id="{DB2EA0FA-3699-B0B4-4AE6-34C8C67FF086}"/>
                </a:ext>
              </a:extLst>
            </p:cNvPr>
            <p:cNvSpPr>
              <a:spLocks noChangeShapeType="1"/>
            </p:cNvSpPr>
            <p:nvPr/>
          </p:nvSpPr>
          <p:spPr bwMode="auto">
            <a:xfrm>
              <a:off x="1311" y="1622"/>
              <a:ext cx="21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6" name="Line 33">
              <a:extLst>
                <a:ext uri="{FF2B5EF4-FFF2-40B4-BE49-F238E27FC236}">
                  <a16:creationId xmlns:a16="http://schemas.microsoft.com/office/drawing/2014/main" id="{550FAEAD-A3A6-8CBD-E0D0-785B89D59CFA}"/>
                </a:ext>
              </a:extLst>
            </p:cNvPr>
            <p:cNvSpPr>
              <a:spLocks noChangeShapeType="1"/>
            </p:cNvSpPr>
            <p:nvPr/>
          </p:nvSpPr>
          <p:spPr bwMode="auto">
            <a:xfrm flipH="1">
              <a:off x="1206" y="1279"/>
              <a:ext cx="31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7" name="Line 34">
              <a:extLst>
                <a:ext uri="{FF2B5EF4-FFF2-40B4-BE49-F238E27FC236}">
                  <a16:creationId xmlns:a16="http://schemas.microsoft.com/office/drawing/2014/main" id="{F4EB09ED-349E-20DE-E0A9-503A80368DB1}"/>
                </a:ext>
              </a:extLst>
            </p:cNvPr>
            <p:cNvSpPr>
              <a:spLocks noChangeShapeType="1"/>
            </p:cNvSpPr>
            <p:nvPr/>
          </p:nvSpPr>
          <p:spPr bwMode="auto">
            <a:xfrm>
              <a:off x="1206" y="1279"/>
              <a:ext cx="0" cy="45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8" name="Line 35">
              <a:extLst>
                <a:ext uri="{FF2B5EF4-FFF2-40B4-BE49-F238E27FC236}">
                  <a16:creationId xmlns:a16="http://schemas.microsoft.com/office/drawing/2014/main" id="{DFBD1773-7943-1CCA-D6DA-3C1E583CB9C2}"/>
                </a:ext>
              </a:extLst>
            </p:cNvPr>
            <p:cNvSpPr>
              <a:spLocks noChangeShapeType="1"/>
            </p:cNvSpPr>
            <p:nvPr/>
          </p:nvSpPr>
          <p:spPr bwMode="auto">
            <a:xfrm>
              <a:off x="1206" y="1736"/>
              <a:ext cx="3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9" name="Line 36">
              <a:extLst>
                <a:ext uri="{FF2B5EF4-FFF2-40B4-BE49-F238E27FC236}">
                  <a16:creationId xmlns:a16="http://schemas.microsoft.com/office/drawing/2014/main" id="{4A59B3B5-0773-4C5F-4C54-8E442ED700FA}"/>
                </a:ext>
              </a:extLst>
            </p:cNvPr>
            <p:cNvSpPr>
              <a:spLocks noChangeShapeType="1"/>
            </p:cNvSpPr>
            <p:nvPr/>
          </p:nvSpPr>
          <p:spPr bwMode="auto">
            <a:xfrm flipH="1">
              <a:off x="1100" y="1165"/>
              <a:ext cx="347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0" name="Line 37">
              <a:extLst>
                <a:ext uri="{FF2B5EF4-FFF2-40B4-BE49-F238E27FC236}">
                  <a16:creationId xmlns:a16="http://schemas.microsoft.com/office/drawing/2014/main" id="{73425420-AC47-C307-1FA0-7CB876A5CC2B}"/>
                </a:ext>
              </a:extLst>
            </p:cNvPr>
            <p:cNvSpPr>
              <a:spLocks noChangeShapeType="1"/>
            </p:cNvSpPr>
            <p:nvPr/>
          </p:nvSpPr>
          <p:spPr bwMode="auto">
            <a:xfrm flipH="1">
              <a:off x="1100" y="1850"/>
              <a:ext cx="4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1" name="Line 38">
              <a:extLst>
                <a:ext uri="{FF2B5EF4-FFF2-40B4-BE49-F238E27FC236}">
                  <a16:creationId xmlns:a16="http://schemas.microsoft.com/office/drawing/2014/main" id="{703850B4-2778-B314-C709-BB37B5029F69}"/>
                </a:ext>
              </a:extLst>
            </p:cNvPr>
            <p:cNvSpPr>
              <a:spLocks noChangeShapeType="1"/>
            </p:cNvSpPr>
            <p:nvPr/>
          </p:nvSpPr>
          <p:spPr bwMode="auto">
            <a:xfrm flipV="1">
              <a:off x="1100" y="1165"/>
              <a:ext cx="0" cy="6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2" name="Line 39">
              <a:extLst>
                <a:ext uri="{FF2B5EF4-FFF2-40B4-BE49-F238E27FC236}">
                  <a16:creationId xmlns:a16="http://schemas.microsoft.com/office/drawing/2014/main" id="{34CE0321-872E-5E36-0220-6757472AC818}"/>
                </a:ext>
              </a:extLst>
            </p:cNvPr>
            <p:cNvSpPr>
              <a:spLocks noChangeShapeType="1"/>
            </p:cNvSpPr>
            <p:nvPr/>
          </p:nvSpPr>
          <p:spPr bwMode="auto">
            <a:xfrm flipH="1">
              <a:off x="995" y="1051"/>
              <a:ext cx="37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3" name="Line 40">
              <a:extLst>
                <a:ext uri="{FF2B5EF4-FFF2-40B4-BE49-F238E27FC236}">
                  <a16:creationId xmlns:a16="http://schemas.microsoft.com/office/drawing/2014/main" id="{538F3D0D-97F6-3B20-2E38-AD79F9BFB6EF}"/>
                </a:ext>
              </a:extLst>
            </p:cNvPr>
            <p:cNvSpPr>
              <a:spLocks noChangeShapeType="1"/>
            </p:cNvSpPr>
            <p:nvPr/>
          </p:nvSpPr>
          <p:spPr bwMode="auto">
            <a:xfrm>
              <a:off x="995" y="1051"/>
              <a:ext cx="0" cy="91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4" name="Line 41">
              <a:extLst>
                <a:ext uri="{FF2B5EF4-FFF2-40B4-BE49-F238E27FC236}">
                  <a16:creationId xmlns:a16="http://schemas.microsoft.com/office/drawing/2014/main" id="{F73EEB4A-36F2-F6DF-719B-5175FDA65146}"/>
                </a:ext>
              </a:extLst>
            </p:cNvPr>
            <p:cNvSpPr>
              <a:spLocks noChangeShapeType="1"/>
            </p:cNvSpPr>
            <p:nvPr/>
          </p:nvSpPr>
          <p:spPr bwMode="auto">
            <a:xfrm>
              <a:off x="995" y="1965"/>
              <a:ext cx="52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5" name="Line 42">
              <a:extLst>
                <a:ext uri="{FF2B5EF4-FFF2-40B4-BE49-F238E27FC236}">
                  <a16:creationId xmlns:a16="http://schemas.microsoft.com/office/drawing/2014/main" id="{BE94F597-10A9-A73C-15D2-A55F4BA3FEF9}"/>
                </a:ext>
              </a:extLst>
            </p:cNvPr>
            <p:cNvSpPr>
              <a:spLocks noChangeShapeType="1"/>
            </p:cNvSpPr>
            <p:nvPr/>
          </p:nvSpPr>
          <p:spPr bwMode="auto">
            <a:xfrm>
              <a:off x="1206" y="2081"/>
              <a:ext cx="3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6" name="Line 43">
              <a:extLst>
                <a:ext uri="{FF2B5EF4-FFF2-40B4-BE49-F238E27FC236}">
                  <a16:creationId xmlns:a16="http://schemas.microsoft.com/office/drawing/2014/main" id="{CA0917AB-5F1E-DB04-DFB4-F193441B994C}"/>
                </a:ext>
              </a:extLst>
            </p:cNvPr>
            <p:cNvSpPr>
              <a:spLocks noChangeShapeType="1"/>
            </p:cNvSpPr>
            <p:nvPr/>
          </p:nvSpPr>
          <p:spPr bwMode="auto">
            <a:xfrm>
              <a:off x="1206" y="2250"/>
              <a:ext cx="3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7" name="Line 44">
              <a:extLst>
                <a:ext uri="{FF2B5EF4-FFF2-40B4-BE49-F238E27FC236}">
                  <a16:creationId xmlns:a16="http://schemas.microsoft.com/office/drawing/2014/main" id="{55632BC5-3EE0-0323-0C2D-5CAE5CEFB1B1}"/>
                </a:ext>
              </a:extLst>
            </p:cNvPr>
            <p:cNvSpPr>
              <a:spLocks noChangeShapeType="1"/>
            </p:cNvSpPr>
            <p:nvPr/>
          </p:nvSpPr>
          <p:spPr bwMode="auto">
            <a:xfrm>
              <a:off x="1206" y="2410"/>
              <a:ext cx="3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8" name="Text Box 46">
              <a:extLst>
                <a:ext uri="{FF2B5EF4-FFF2-40B4-BE49-F238E27FC236}">
                  <a16:creationId xmlns:a16="http://schemas.microsoft.com/office/drawing/2014/main" id="{65352E4E-DBB3-E516-00AC-45D8A28EA29F}"/>
                </a:ext>
              </a:extLst>
            </p:cNvPr>
            <p:cNvSpPr txBox="1">
              <a:spLocks noChangeArrowheads="1"/>
            </p:cNvSpPr>
            <p:nvPr/>
          </p:nvSpPr>
          <p:spPr bwMode="auto">
            <a:xfrm>
              <a:off x="3915" y="1516"/>
              <a:ext cx="421" cy="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just"/>
              <a:r>
                <a:rPr lang="en-US" altLang="en-US" b="0" u="none"/>
                <a:t>q</a:t>
              </a:r>
              <a:r>
                <a:rPr lang="en-US" altLang="en-US" b="0" u="none" baseline="-25000"/>
                <a:t>0</a:t>
              </a:r>
            </a:p>
            <a:p>
              <a:pPr algn="just"/>
              <a:r>
                <a:rPr lang="en-US" altLang="en-US" b="0" u="none"/>
                <a:t>q</a:t>
              </a:r>
              <a:r>
                <a:rPr lang="en-US" altLang="en-US" b="0" u="none" baseline="-25000"/>
                <a:t>1</a:t>
              </a:r>
              <a:endParaRPr lang="en-US" altLang="en-US" b="0" u="none"/>
            </a:p>
            <a:p>
              <a:pPr algn="just"/>
              <a:r>
                <a:rPr lang="en-US" altLang="en-US" b="0" u="none"/>
                <a:t>q</a:t>
              </a:r>
              <a:r>
                <a:rPr lang="en-US" altLang="en-US" b="0" u="none" baseline="-25000"/>
                <a:t>2</a:t>
              </a:r>
              <a:endParaRPr lang="en-US" altLang="en-US" b="0" u="none"/>
            </a:p>
            <a:p>
              <a:pPr algn="just"/>
              <a:r>
                <a:rPr lang="en-US" altLang="en-US" b="0" u="none"/>
                <a:t>q</a:t>
              </a:r>
              <a:r>
                <a:rPr lang="en-US" altLang="en-US" b="0" u="none" baseline="-25000"/>
                <a:t>3</a:t>
              </a:r>
            </a:p>
          </p:txBody>
        </p:sp>
        <p:sp>
          <p:nvSpPr>
            <p:cNvPr id="24619" name="Oval 49">
              <a:extLst>
                <a:ext uri="{FF2B5EF4-FFF2-40B4-BE49-F238E27FC236}">
                  <a16:creationId xmlns:a16="http://schemas.microsoft.com/office/drawing/2014/main" id="{A0639E9D-0771-43A5-7BDE-562F614E36A7}"/>
                </a:ext>
              </a:extLst>
            </p:cNvPr>
            <p:cNvSpPr>
              <a:spLocks noChangeArrowheads="1"/>
            </p:cNvSpPr>
            <p:nvPr/>
          </p:nvSpPr>
          <p:spPr bwMode="auto">
            <a:xfrm>
              <a:off x="3271" y="2724"/>
              <a:ext cx="68" cy="73"/>
            </a:xfrm>
            <a:prstGeom prst="ellipse">
              <a:avLst/>
            </a:prstGeom>
            <a:solidFill>
              <a:srgbClr val="FFFFFF"/>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24620" name="Line 50">
              <a:extLst>
                <a:ext uri="{FF2B5EF4-FFF2-40B4-BE49-F238E27FC236}">
                  <a16:creationId xmlns:a16="http://schemas.microsoft.com/office/drawing/2014/main" id="{64B9BE3B-5CC8-9D8E-0A43-2CB9E1BA6E51}"/>
                </a:ext>
              </a:extLst>
            </p:cNvPr>
            <p:cNvSpPr>
              <a:spLocks noChangeShapeType="1"/>
            </p:cNvSpPr>
            <p:nvPr/>
          </p:nvSpPr>
          <p:spPr bwMode="auto">
            <a:xfrm flipH="1" flipV="1">
              <a:off x="3205" y="2536"/>
              <a:ext cx="10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1" name="Line 51">
              <a:extLst>
                <a:ext uri="{FF2B5EF4-FFF2-40B4-BE49-F238E27FC236}">
                  <a16:creationId xmlns:a16="http://schemas.microsoft.com/office/drawing/2014/main" id="{48007492-F58D-B891-845D-FF72DCF731FF}"/>
                </a:ext>
              </a:extLst>
            </p:cNvPr>
            <p:cNvSpPr>
              <a:spLocks noChangeShapeType="1"/>
            </p:cNvSpPr>
            <p:nvPr/>
          </p:nvSpPr>
          <p:spPr bwMode="auto">
            <a:xfrm flipH="1" flipV="1">
              <a:off x="3205" y="2764"/>
              <a:ext cx="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2" name="Line 52">
              <a:extLst>
                <a:ext uri="{FF2B5EF4-FFF2-40B4-BE49-F238E27FC236}">
                  <a16:creationId xmlns:a16="http://schemas.microsoft.com/office/drawing/2014/main" id="{558BD9DF-DE3B-E8C8-0D30-FA927DA0AF0B}"/>
                </a:ext>
              </a:extLst>
            </p:cNvPr>
            <p:cNvSpPr>
              <a:spLocks noChangeShapeType="1"/>
            </p:cNvSpPr>
            <p:nvPr/>
          </p:nvSpPr>
          <p:spPr bwMode="auto">
            <a:xfrm>
              <a:off x="3310" y="2536"/>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3" name="Line 53">
              <a:extLst>
                <a:ext uri="{FF2B5EF4-FFF2-40B4-BE49-F238E27FC236}">
                  <a16:creationId xmlns:a16="http://schemas.microsoft.com/office/drawing/2014/main" id="{3B5169C0-59E4-D915-70BE-5D6CC2D09BED}"/>
                </a:ext>
              </a:extLst>
            </p:cNvPr>
            <p:cNvSpPr>
              <a:spLocks noChangeShapeType="1"/>
            </p:cNvSpPr>
            <p:nvPr/>
          </p:nvSpPr>
          <p:spPr bwMode="auto">
            <a:xfrm>
              <a:off x="3310" y="2536"/>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4" name="Text Box 55">
              <a:extLst>
                <a:ext uri="{FF2B5EF4-FFF2-40B4-BE49-F238E27FC236}">
                  <a16:creationId xmlns:a16="http://schemas.microsoft.com/office/drawing/2014/main" id="{B6C0A687-231B-4FD5-42D0-3E5546BA8214}"/>
                </a:ext>
              </a:extLst>
            </p:cNvPr>
            <p:cNvSpPr txBox="1">
              <a:spLocks noChangeArrowheads="1"/>
            </p:cNvSpPr>
            <p:nvPr/>
          </p:nvSpPr>
          <p:spPr bwMode="auto">
            <a:xfrm>
              <a:off x="2854" y="2422"/>
              <a:ext cx="489"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1400" b="0" u="none"/>
                <a:t>CLK</a:t>
              </a:r>
            </a:p>
            <a:p>
              <a:endParaRPr lang="en-US" altLang="en-US" sz="1400" b="0" u="none"/>
            </a:p>
            <a:p>
              <a:r>
                <a:rPr lang="en-US" altLang="en-US" sz="1400" b="0" u="none"/>
                <a:t>Reset</a:t>
              </a:r>
            </a:p>
          </p:txBody>
        </p:sp>
        <p:sp>
          <p:nvSpPr>
            <p:cNvPr id="24625" name="Text Box 56">
              <a:extLst>
                <a:ext uri="{FF2B5EF4-FFF2-40B4-BE49-F238E27FC236}">
                  <a16:creationId xmlns:a16="http://schemas.microsoft.com/office/drawing/2014/main" id="{5A9C2F0F-0E9A-1C25-1D16-A22BE2CFD302}"/>
                </a:ext>
              </a:extLst>
            </p:cNvPr>
            <p:cNvSpPr txBox="1">
              <a:spLocks noChangeArrowheads="1"/>
            </p:cNvSpPr>
            <p:nvPr/>
          </p:nvSpPr>
          <p:spPr bwMode="auto">
            <a:xfrm>
              <a:off x="2416" y="3277"/>
              <a:ext cx="1029"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1600" b="0" u="none"/>
                <a:t>y</a:t>
              </a:r>
              <a:r>
                <a:rPr lang="en-US" altLang="en-US" sz="1600" b="0" u="none" baseline="-25000"/>
                <a:t>1</a:t>
              </a:r>
              <a:r>
                <a:rPr lang="en-US" altLang="en-US" sz="1600" b="0" u="none"/>
                <a:t> y</a:t>
              </a:r>
              <a:r>
                <a:rPr lang="en-US" altLang="en-US" sz="1600" b="0" u="none" baseline="-25000"/>
                <a:t>2</a:t>
              </a:r>
              <a:r>
                <a:rPr lang="en-US" altLang="en-US" sz="1600" b="0" u="none"/>
                <a:t> y</a:t>
              </a:r>
              <a:r>
                <a:rPr lang="en-US" altLang="en-US" sz="1600" b="0" u="none" baseline="-25000"/>
                <a:t>3</a:t>
              </a:r>
              <a:r>
                <a:rPr lang="en-US" altLang="en-US" sz="1600" b="0" u="none"/>
                <a:t> y</a:t>
              </a:r>
              <a:r>
                <a:rPr lang="en-US" altLang="en-US" sz="1600" b="0" u="none" baseline="-25000"/>
                <a:t>4</a:t>
              </a:r>
              <a:endParaRPr lang="en-US" altLang="en-US" sz="1600" b="0" u="none"/>
            </a:p>
          </p:txBody>
        </p:sp>
        <p:sp>
          <p:nvSpPr>
            <p:cNvPr id="24626" name="Text Box 57">
              <a:extLst>
                <a:ext uri="{FF2B5EF4-FFF2-40B4-BE49-F238E27FC236}">
                  <a16:creationId xmlns:a16="http://schemas.microsoft.com/office/drawing/2014/main" id="{35874AC6-A831-E75B-B8D3-9D22F7AC274F}"/>
                </a:ext>
              </a:extLst>
            </p:cNvPr>
            <p:cNvSpPr txBox="1">
              <a:spLocks noChangeArrowheads="1"/>
            </p:cNvSpPr>
            <p:nvPr/>
          </p:nvSpPr>
          <p:spPr bwMode="auto">
            <a:xfrm>
              <a:off x="960" y="1919"/>
              <a:ext cx="421" cy="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x</a:t>
              </a:r>
              <a:r>
                <a:rPr lang="en-US" altLang="en-US" b="0" u="none" baseline="-25000"/>
                <a:t>1</a:t>
              </a:r>
              <a:endParaRPr lang="en-US" altLang="en-US" b="0" u="none"/>
            </a:p>
            <a:p>
              <a:r>
                <a:rPr lang="en-US" altLang="en-US" b="0" u="none"/>
                <a:t>x</a:t>
              </a:r>
              <a:r>
                <a:rPr lang="en-US" altLang="en-US" b="0" u="none" baseline="-25000"/>
                <a:t>2</a:t>
              </a:r>
              <a:endParaRPr lang="en-US" altLang="en-US" b="0" u="none"/>
            </a:p>
            <a:p>
              <a:r>
                <a:rPr lang="en-US" altLang="en-US" b="0" u="none"/>
                <a:t>x</a:t>
              </a:r>
              <a:r>
                <a:rPr lang="en-US" altLang="en-US" b="0" u="none" baseline="-25000"/>
                <a:t>3</a:t>
              </a:r>
              <a:endParaRPr lang="en-US" altLang="en-US" b="0" u="none"/>
            </a:p>
            <a:p>
              <a:r>
                <a:rPr lang="en-US" altLang="en-US" b="0" u="none"/>
                <a:t>x</a:t>
              </a:r>
              <a:r>
                <a:rPr lang="en-US" altLang="en-US" b="0" u="none" baseline="-25000"/>
                <a:t>4</a:t>
              </a:r>
              <a:endParaRPr lang="en-US" altLang="en-US" b="0" u="none"/>
            </a:p>
            <a:p>
              <a:endParaRPr lang="en-US" altLang="en-US" b="0" u="none"/>
            </a:p>
          </p:txBody>
        </p:sp>
        <p:sp>
          <p:nvSpPr>
            <p:cNvPr id="24627" name="Line 58">
              <a:extLst>
                <a:ext uri="{FF2B5EF4-FFF2-40B4-BE49-F238E27FC236}">
                  <a16:creationId xmlns:a16="http://schemas.microsoft.com/office/drawing/2014/main" id="{848F9CA0-F524-7CD0-DBB9-FB10EE260DC7}"/>
                </a:ext>
              </a:extLst>
            </p:cNvPr>
            <p:cNvSpPr>
              <a:spLocks noChangeShapeType="1"/>
            </p:cNvSpPr>
            <p:nvPr/>
          </p:nvSpPr>
          <p:spPr bwMode="auto">
            <a:xfrm>
              <a:off x="1202" y="2559"/>
              <a:ext cx="3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8" name="Text Box 59">
              <a:extLst>
                <a:ext uri="{FF2B5EF4-FFF2-40B4-BE49-F238E27FC236}">
                  <a16:creationId xmlns:a16="http://schemas.microsoft.com/office/drawing/2014/main" id="{813E6F97-8865-B702-B2D0-4FB3D6B4E377}"/>
                </a:ext>
              </a:extLst>
            </p:cNvPr>
            <p:cNvSpPr txBox="1">
              <a:spLocks noChangeArrowheads="1"/>
            </p:cNvSpPr>
            <p:nvPr/>
          </p:nvSpPr>
          <p:spPr bwMode="auto">
            <a:xfrm>
              <a:off x="2152" y="1620"/>
              <a:ext cx="316" cy="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t>0</a:t>
              </a:r>
            </a:p>
            <a:p>
              <a:r>
                <a:rPr lang="en-US" altLang="en-US" b="0" u="none"/>
                <a:t>1</a:t>
              </a:r>
            </a:p>
            <a:p>
              <a:r>
                <a:rPr lang="en-US" altLang="en-US" b="0" u="none"/>
                <a:t>2</a:t>
              </a:r>
            </a:p>
            <a:p>
              <a:r>
                <a:rPr lang="en-US" altLang="en-US" b="0" u="none"/>
                <a:t>3</a:t>
              </a:r>
            </a:p>
            <a:p>
              <a:r>
                <a:rPr lang="en-US" altLang="en-US" b="0" u="none"/>
                <a:t>4</a:t>
              </a:r>
            </a:p>
            <a:p>
              <a:r>
                <a:rPr lang="en-US" altLang="en-US" b="0" u="none"/>
                <a:t>5</a:t>
              </a:r>
            </a:p>
            <a:p>
              <a:r>
                <a:rPr lang="en-US" altLang="en-US" b="0" u="none"/>
                <a:t>6</a:t>
              </a:r>
            </a:p>
            <a:p>
              <a:r>
                <a:rPr lang="en-US" altLang="en-US" b="0" u="none"/>
                <a:t>7</a:t>
              </a:r>
            </a:p>
            <a:p>
              <a:endParaRPr lang="en-US" altLang="en-US" b="0" u="none"/>
            </a:p>
          </p:txBody>
        </p:sp>
        <p:sp>
          <p:nvSpPr>
            <p:cNvPr id="24629" name="Oval 60">
              <a:extLst>
                <a:ext uri="{FF2B5EF4-FFF2-40B4-BE49-F238E27FC236}">
                  <a16:creationId xmlns:a16="http://schemas.microsoft.com/office/drawing/2014/main" id="{5648E613-8931-9AB0-C866-4D24DB9E5A6C}"/>
                </a:ext>
              </a:extLst>
            </p:cNvPr>
            <p:cNvSpPr>
              <a:spLocks noChangeArrowheads="1"/>
            </p:cNvSpPr>
            <p:nvPr/>
          </p:nvSpPr>
          <p:spPr bwMode="auto">
            <a:xfrm>
              <a:off x="1479" y="3304"/>
              <a:ext cx="67" cy="73"/>
            </a:xfrm>
            <a:prstGeom prst="ellipse">
              <a:avLst/>
            </a:prstGeom>
            <a:solidFill>
              <a:srgbClr val="FFFFFF"/>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24630" name="Line 61">
              <a:extLst>
                <a:ext uri="{FF2B5EF4-FFF2-40B4-BE49-F238E27FC236}">
                  <a16:creationId xmlns:a16="http://schemas.microsoft.com/office/drawing/2014/main" id="{C621BBD4-1C60-AABB-E4D9-28BD992A438D}"/>
                </a:ext>
              </a:extLst>
            </p:cNvPr>
            <p:cNvSpPr>
              <a:spLocks noChangeShapeType="1"/>
            </p:cNvSpPr>
            <p:nvPr/>
          </p:nvSpPr>
          <p:spPr bwMode="auto">
            <a:xfrm flipH="1">
              <a:off x="1390" y="3346"/>
              <a:ext cx="9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1" name="Line 62">
              <a:extLst>
                <a:ext uri="{FF2B5EF4-FFF2-40B4-BE49-F238E27FC236}">
                  <a16:creationId xmlns:a16="http://schemas.microsoft.com/office/drawing/2014/main" id="{B05AD256-7D1E-0D32-B972-C9C694FE7334}"/>
                </a:ext>
              </a:extLst>
            </p:cNvPr>
            <p:cNvSpPr>
              <a:spLocks noChangeShapeType="1"/>
            </p:cNvSpPr>
            <p:nvPr/>
          </p:nvSpPr>
          <p:spPr bwMode="auto">
            <a:xfrm flipH="1">
              <a:off x="1393" y="3338"/>
              <a:ext cx="0" cy="1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2" name="Line 63">
              <a:extLst>
                <a:ext uri="{FF2B5EF4-FFF2-40B4-BE49-F238E27FC236}">
                  <a16:creationId xmlns:a16="http://schemas.microsoft.com/office/drawing/2014/main" id="{A511D500-E1E8-0231-D3C6-764ED9BA72B6}"/>
                </a:ext>
              </a:extLst>
            </p:cNvPr>
            <p:cNvSpPr>
              <a:spLocks noChangeShapeType="1"/>
            </p:cNvSpPr>
            <p:nvPr/>
          </p:nvSpPr>
          <p:spPr bwMode="auto">
            <a:xfrm>
              <a:off x="1337" y="3446"/>
              <a:ext cx="10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3" name="Text Box 65">
              <a:extLst>
                <a:ext uri="{FF2B5EF4-FFF2-40B4-BE49-F238E27FC236}">
                  <a16:creationId xmlns:a16="http://schemas.microsoft.com/office/drawing/2014/main" id="{D28DB90D-BEF1-6D1C-8A7E-11C49B2F9C07}"/>
                </a:ext>
              </a:extLst>
            </p:cNvPr>
            <p:cNvSpPr txBox="1">
              <a:spLocks noChangeArrowheads="1"/>
            </p:cNvSpPr>
            <p:nvPr/>
          </p:nvSpPr>
          <p:spPr bwMode="auto">
            <a:xfrm>
              <a:off x="1471" y="2880"/>
              <a:ext cx="43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en-US" sz="1200" b="0" u="none">
                <a:latin typeface="Times New Roman" panose="02020603050405020304" pitchFamily="18" charset="0"/>
              </a:endParaRPr>
            </a:p>
          </p:txBody>
        </p:sp>
        <p:sp>
          <p:nvSpPr>
            <p:cNvPr id="24634" name="Line 66">
              <a:extLst>
                <a:ext uri="{FF2B5EF4-FFF2-40B4-BE49-F238E27FC236}">
                  <a16:creationId xmlns:a16="http://schemas.microsoft.com/office/drawing/2014/main" id="{7FC2270E-B539-0CFE-14C9-2BF44FE13677}"/>
                </a:ext>
              </a:extLst>
            </p:cNvPr>
            <p:cNvSpPr>
              <a:spLocks noChangeShapeType="1"/>
            </p:cNvSpPr>
            <p:nvPr/>
          </p:nvSpPr>
          <p:spPr bwMode="auto">
            <a:xfrm>
              <a:off x="1375" y="2694"/>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5" name="Line 67">
              <a:extLst>
                <a:ext uri="{FF2B5EF4-FFF2-40B4-BE49-F238E27FC236}">
                  <a16:creationId xmlns:a16="http://schemas.microsoft.com/office/drawing/2014/main" id="{09E945CE-8F00-5C20-5511-45B41257AABC}"/>
                </a:ext>
              </a:extLst>
            </p:cNvPr>
            <p:cNvSpPr>
              <a:spLocks noChangeShapeType="1"/>
            </p:cNvSpPr>
            <p:nvPr/>
          </p:nvSpPr>
          <p:spPr bwMode="auto">
            <a:xfrm>
              <a:off x="1367" y="3160"/>
              <a:ext cx="14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636" name="Group 59">
              <a:extLst>
                <a:ext uri="{FF2B5EF4-FFF2-40B4-BE49-F238E27FC236}">
                  <a16:creationId xmlns:a16="http://schemas.microsoft.com/office/drawing/2014/main" id="{934D5DF0-120C-9CA2-1977-0A3CC088B75B}"/>
                </a:ext>
              </a:extLst>
            </p:cNvPr>
            <p:cNvGrpSpPr>
              <a:grpSpLocks/>
            </p:cNvGrpSpPr>
            <p:nvPr/>
          </p:nvGrpSpPr>
          <p:grpSpPr bwMode="auto">
            <a:xfrm>
              <a:off x="3303" y="2496"/>
              <a:ext cx="101" cy="76"/>
              <a:chOff x="6801" y="12039"/>
              <a:chExt cx="194" cy="215"/>
            </a:xfrm>
          </p:grpSpPr>
          <p:sp>
            <p:nvSpPr>
              <p:cNvPr id="24637" name="Line 60">
                <a:extLst>
                  <a:ext uri="{FF2B5EF4-FFF2-40B4-BE49-F238E27FC236}">
                    <a16:creationId xmlns:a16="http://schemas.microsoft.com/office/drawing/2014/main" id="{9150CFBC-F7FB-79C9-EE60-30BD1E4F70A9}"/>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8" name="Line 61">
                <a:extLst>
                  <a:ext uri="{FF2B5EF4-FFF2-40B4-BE49-F238E27FC236}">
                    <a16:creationId xmlns:a16="http://schemas.microsoft.com/office/drawing/2014/main" id="{37E979A9-596E-DE3C-389A-0FD731E76109}"/>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39" name="Line 62">
                <a:extLst>
                  <a:ext uri="{FF2B5EF4-FFF2-40B4-BE49-F238E27FC236}">
                    <a16:creationId xmlns:a16="http://schemas.microsoft.com/office/drawing/2014/main" id="{CB1742C6-B1B0-94D1-B02A-082CB53074E8}"/>
                  </a:ext>
                </a:extLst>
              </p:cNvPr>
              <p:cNvSpPr>
                <a:spLocks noChangeShapeType="1"/>
              </p:cNvSpPr>
              <p:nvPr/>
            </p:nvSpPr>
            <p:spPr bwMode="auto">
              <a:xfrm>
                <a:off x="6921" y="12114"/>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0" name="Line 63">
                <a:extLst>
                  <a:ext uri="{FF2B5EF4-FFF2-40B4-BE49-F238E27FC236}">
                    <a16:creationId xmlns:a16="http://schemas.microsoft.com/office/drawing/2014/main" id="{E1B5386E-0300-BCEF-5D1A-53EE2A495848}"/>
                  </a:ext>
                </a:extLst>
              </p:cNvPr>
              <p:cNvSpPr>
                <a:spLocks noChangeShapeType="1"/>
              </p:cNvSpPr>
              <p:nvPr/>
            </p:nvSpPr>
            <p:spPr bwMode="auto">
              <a:xfrm>
                <a:off x="6831" y="12039"/>
                <a:ext cx="164" cy="11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41" name="Line 64">
                <a:extLst>
                  <a:ext uri="{FF2B5EF4-FFF2-40B4-BE49-F238E27FC236}">
                    <a16:creationId xmlns:a16="http://schemas.microsoft.com/office/drawing/2014/main" id="{4F5B926B-31CB-19A6-A5CE-2C170CC6512F}"/>
                  </a:ext>
                </a:extLst>
              </p:cNvPr>
              <p:cNvSpPr>
                <a:spLocks noChangeShapeType="1"/>
              </p:cNvSpPr>
              <p:nvPr/>
            </p:nvSpPr>
            <p:spPr bwMode="auto">
              <a:xfrm flipV="1">
                <a:off x="6801" y="12156"/>
                <a:ext cx="183" cy="9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4580" name="Text Box 65">
            <a:extLst>
              <a:ext uri="{FF2B5EF4-FFF2-40B4-BE49-F238E27FC236}">
                <a16:creationId xmlns:a16="http://schemas.microsoft.com/office/drawing/2014/main" id="{C3221B55-AB42-8404-666F-5EBA64AB2C2E}"/>
              </a:ext>
            </a:extLst>
          </p:cNvPr>
          <p:cNvSpPr txBox="1">
            <a:spLocks noChangeArrowheads="1"/>
          </p:cNvSpPr>
          <p:nvPr/>
        </p:nvSpPr>
        <p:spPr bwMode="auto">
          <a:xfrm>
            <a:off x="2133600" y="5105401"/>
            <a:ext cx="8153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2000" b="0" u="none"/>
              <a:t>X</a:t>
            </a:r>
            <a:r>
              <a:rPr lang="ru-RU" altLang="en-US" sz="2000" b="0" u="none" baseline="-25000"/>
              <a:t>1</a:t>
            </a:r>
            <a:r>
              <a:rPr lang="ru-RU" altLang="en-US" sz="2000" b="0" u="none"/>
              <a:t>,x</a:t>
            </a:r>
            <a:r>
              <a:rPr lang="ru-RU" altLang="en-US" sz="2000" b="0" u="none" baseline="-25000"/>
              <a:t>2</a:t>
            </a:r>
            <a:r>
              <a:rPr lang="ru-RU" altLang="en-US" sz="2000" b="0" u="none"/>
              <a:t>,x</a:t>
            </a:r>
            <a:r>
              <a:rPr lang="ru-RU" altLang="en-US" sz="2000" b="0" u="none" baseline="-25000"/>
              <a:t>3</a:t>
            </a:r>
            <a:r>
              <a:rPr lang="ru-RU" altLang="en-US" sz="2000" b="0" u="none"/>
              <a:t>,x4 – FSM inputs, y</a:t>
            </a:r>
            <a:r>
              <a:rPr lang="ru-RU" altLang="en-US" sz="2000" b="0" u="none" baseline="-25000"/>
              <a:t>1</a:t>
            </a:r>
            <a:r>
              <a:rPr lang="ru-RU" altLang="en-US" sz="2000" b="0" u="none"/>
              <a:t>,</a:t>
            </a:r>
            <a:r>
              <a:rPr lang="ru-RU" altLang="en-US" sz="2000" b="0" u="none" baseline="-25000"/>
              <a:t> </a:t>
            </a:r>
            <a:r>
              <a:rPr lang="ru-RU" altLang="en-US" sz="2000" b="0" u="none"/>
              <a:t>y</a:t>
            </a:r>
            <a:r>
              <a:rPr lang="ru-RU" altLang="en-US" sz="2000" b="0" u="none" baseline="-25000"/>
              <a:t>2</a:t>
            </a:r>
            <a:r>
              <a:rPr lang="ru-RU" altLang="en-US" sz="2000" b="0" u="none"/>
              <a:t>,y</a:t>
            </a:r>
            <a:r>
              <a:rPr lang="ru-RU" altLang="en-US" sz="2000" b="0" u="none" baseline="-25000"/>
              <a:t>3</a:t>
            </a:r>
            <a:r>
              <a:rPr lang="ru-RU" altLang="en-US" sz="2000" b="0" u="none"/>
              <a:t>, y</a:t>
            </a:r>
            <a:r>
              <a:rPr lang="ru-RU" altLang="en-US" sz="2000" b="0" u="none" baseline="-25000"/>
              <a:t>4</a:t>
            </a:r>
            <a:r>
              <a:rPr lang="ru-RU" altLang="en-US" sz="2000" b="0" u="none"/>
              <a:t> – FSM outputs.</a:t>
            </a:r>
          </a:p>
          <a:p>
            <a:pPr eaLnBrk="1" hangingPunct="1"/>
            <a:r>
              <a:rPr lang="ru-RU" altLang="en-US" sz="2000" b="0" u="none"/>
              <a:t> Combinational circuit is implemented in the PLA. Rg – state register</a:t>
            </a:r>
            <a:r>
              <a:rPr lang="ru-RU" altLang="en-US" sz="2000"/>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a:extLst>
              <a:ext uri="{FF2B5EF4-FFF2-40B4-BE49-F238E27FC236}">
                <a16:creationId xmlns:a16="http://schemas.microsoft.com/office/drawing/2014/main" id="{BA39EE81-E9DA-1041-18B9-0874B885E773}"/>
              </a:ext>
            </a:extLst>
          </p:cNvPr>
          <p:cNvSpPr>
            <a:spLocks noGrp="1" noChangeArrowheads="1"/>
          </p:cNvSpPr>
          <p:nvPr>
            <p:ph type="title"/>
          </p:nvPr>
        </p:nvSpPr>
        <p:spPr/>
        <p:txBody>
          <a:bodyPr/>
          <a:lstStyle/>
          <a:p>
            <a:r>
              <a:rPr lang="en-US" altLang="en-US"/>
              <a:t>Programming of Output Polarity (EEPROM)</a:t>
            </a:r>
            <a:endParaRPr lang="ru-RU" altLang="en-US"/>
          </a:p>
        </p:txBody>
      </p:sp>
      <p:sp>
        <p:nvSpPr>
          <p:cNvPr id="25603" name="Объект 1">
            <a:extLst>
              <a:ext uri="{FF2B5EF4-FFF2-40B4-BE49-F238E27FC236}">
                <a16:creationId xmlns:a16="http://schemas.microsoft.com/office/drawing/2014/main" id="{8AF812D7-D2A2-18C3-C29D-D7DAB219FD3A}"/>
              </a:ext>
            </a:extLst>
          </p:cNvPr>
          <p:cNvSpPr>
            <a:spLocks noGrp="1" noChangeArrowheads="1"/>
          </p:cNvSpPr>
          <p:nvPr>
            <p:ph type="body" sz="quarter" idx="10"/>
          </p:nvPr>
        </p:nvSpPr>
        <p:spPr/>
        <p:txBody>
          <a:bodyPr/>
          <a:lstStyle/>
          <a:p>
            <a:r>
              <a:rPr lang="en-US" altLang="en-US"/>
              <a:t>Minimal sum-of-product is defined for both the function F and its inversion, because F and ~F expressions are not identical.</a:t>
            </a:r>
          </a:p>
          <a:p>
            <a:r>
              <a:rPr lang="en-US" altLang="en-US"/>
              <a:t>It is necessary to choose simpler expression.</a:t>
            </a:r>
            <a:endParaRPr lang="ru-RU" altLang="en-US"/>
          </a:p>
          <a:p>
            <a:endParaRPr lang="ru-RU" altLang="en-US"/>
          </a:p>
        </p:txBody>
      </p:sp>
      <p:sp>
        <p:nvSpPr>
          <p:cNvPr id="25604" name="Text Box 51">
            <a:extLst>
              <a:ext uri="{FF2B5EF4-FFF2-40B4-BE49-F238E27FC236}">
                <a16:creationId xmlns:a16="http://schemas.microsoft.com/office/drawing/2014/main" id="{FED11BC9-B834-4608-894E-DFF474D2965A}"/>
              </a:ext>
            </a:extLst>
          </p:cNvPr>
          <p:cNvSpPr txBox="1">
            <a:spLocks noChangeArrowheads="1"/>
          </p:cNvSpPr>
          <p:nvPr/>
        </p:nvSpPr>
        <p:spPr bwMode="auto">
          <a:xfrm>
            <a:off x="5519738" y="3141664"/>
            <a:ext cx="4392612"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T transistor </a:t>
            </a:r>
            <a:r>
              <a:rPr lang="ru-RU" altLang="en-US" sz="2000" b="0" u="none"/>
              <a:t>programs the polarity</a:t>
            </a:r>
            <a:r>
              <a:rPr lang="en-US" altLang="en-US" sz="2000" b="0" u="none"/>
              <a:t>.</a:t>
            </a:r>
            <a:r>
              <a:rPr lang="en-US" altLang="en-US" sz="2000" b="0"/>
              <a:t> </a:t>
            </a:r>
          </a:p>
          <a:p>
            <a:pPr eaLnBrk="1" hangingPunct="1">
              <a:spcBef>
                <a:spcPct val="50000"/>
              </a:spcBef>
            </a:pPr>
            <a:r>
              <a:rPr lang="en-US" altLang="en-US" sz="2000" b="0" u="none"/>
              <a:t>If transistor is opened F= F*,</a:t>
            </a:r>
          </a:p>
          <a:p>
            <a:pPr eaLnBrk="1" hangingPunct="1">
              <a:spcBef>
                <a:spcPct val="50000"/>
              </a:spcBef>
            </a:pPr>
            <a:r>
              <a:rPr lang="en-US" altLang="en-US" sz="2000" b="0" u="none"/>
              <a:t>else F=1</a:t>
            </a:r>
            <a:r>
              <a:rPr lang="en-US" altLang="en-US" sz="2000" b="0" u="none">
                <a:sym typeface="Symbol" panose="05050102010706020507" pitchFamily="18" charset="2"/>
              </a:rPr>
              <a:t>F*=~F*</a:t>
            </a:r>
          </a:p>
        </p:txBody>
      </p:sp>
      <p:grpSp>
        <p:nvGrpSpPr>
          <p:cNvPr id="25605" name="Группа 5">
            <a:extLst>
              <a:ext uri="{FF2B5EF4-FFF2-40B4-BE49-F238E27FC236}">
                <a16:creationId xmlns:a16="http://schemas.microsoft.com/office/drawing/2014/main" id="{8BC5BE02-008A-425F-77D8-6CEBE0E2304B}"/>
              </a:ext>
            </a:extLst>
          </p:cNvPr>
          <p:cNvGrpSpPr>
            <a:grpSpLocks/>
          </p:cNvGrpSpPr>
          <p:nvPr/>
        </p:nvGrpSpPr>
        <p:grpSpPr bwMode="auto">
          <a:xfrm>
            <a:off x="2133600" y="2971800"/>
            <a:ext cx="3200400" cy="1828800"/>
            <a:chOff x="609600" y="2971800"/>
            <a:chExt cx="3200400" cy="1828800"/>
          </a:xfrm>
        </p:grpSpPr>
        <p:sp>
          <p:nvSpPr>
            <p:cNvPr id="21510" name="Скругленный прямоугольник 4">
              <a:extLst>
                <a:ext uri="{FF2B5EF4-FFF2-40B4-BE49-F238E27FC236}">
                  <a16:creationId xmlns:a16="http://schemas.microsoft.com/office/drawing/2014/main" id="{83F0FEAA-BA6C-4B69-9422-2D1F9BB45F40}"/>
                </a:ext>
              </a:extLst>
            </p:cNvPr>
            <p:cNvSpPr>
              <a:spLocks noChangeArrowheads="1"/>
            </p:cNvSpPr>
            <p:nvPr/>
          </p:nvSpPr>
          <p:spPr bwMode="auto">
            <a:xfrm>
              <a:off x="609600" y="2971800"/>
              <a:ext cx="3200400" cy="1828800"/>
            </a:xfrm>
            <a:prstGeom prst="roundRect">
              <a:avLst>
                <a:gd name="adj" fmla="val 16667"/>
              </a:avLst>
            </a:prstGeom>
            <a:solidFill>
              <a:schemeClr val="accent1">
                <a:lumMod val="60000"/>
                <a:lumOff val="40000"/>
              </a:schemeClr>
            </a:solidFill>
            <a:ln w="9525" algn="ctr">
              <a:solidFill>
                <a:schemeClr val="tx1"/>
              </a:solidFill>
              <a:round/>
              <a:headEnd/>
              <a:tailEnd/>
            </a:ln>
          </p:spPr>
          <p:txBody>
            <a:bodyPr anchor="ctr"/>
            <a:lstStyle/>
            <a:p>
              <a:pPr eaLnBrk="1" hangingPunct="1">
                <a:defRPr/>
              </a:pPr>
              <a:endParaRPr lang="en-US"/>
            </a:p>
          </p:txBody>
        </p:sp>
        <p:grpSp>
          <p:nvGrpSpPr>
            <p:cNvPr id="25607" name="Group 27">
              <a:extLst>
                <a:ext uri="{FF2B5EF4-FFF2-40B4-BE49-F238E27FC236}">
                  <a16:creationId xmlns:a16="http://schemas.microsoft.com/office/drawing/2014/main" id="{9C1FB9C4-9339-2FFB-A880-C98C749F2758}"/>
                </a:ext>
              </a:extLst>
            </p:cNvPr>
            <p:cNvGrpSpPr>
              <a:grpSpLocks/>
            </p:cNvGrpSpPr>
            <p:nvPr/>
          </p:nvGrpSpPr>
          <p:grpSpPr bwMode="auto">
            <a:xfrm>
              <a:off x="660400" y="3068638"/>
              <a:ext cx="2960688" cy="1685925"/>
              <a:chOff x="416" y="1933"/>
              <a:chExt cx="1865" cy="1062"/>
            </a:xfrm>
          </p:grpSpPr>
          <p:sp>
            <p:nvSpPr>
              <p:cNvPr id="25608" name="AutoShape 10">
                <a:extLst>
                  <a:ext uri="{FF2B5EF4-FFF2-40B4-BE49-F238E27FC236}">
                    <a16:creationId xmlns:a16="http://schemas.microsoft.com/office/drawing/2014/main" id="{33EAF4B8-E0C7-C8D5-922C-712AFCAE42D9}"/>
                  </a:ext>
                </a:extLst>
              </p:cNvPr>
              <p:cNvSpPr>
                <a:spLocks noChangeArrowheads="1"/>
              </p:cNvSpPr>
              <p:nvPr/>
            </p:nvSpPr>
            <p:spPr bwMode="auto">
              <a:xfrm flipH="1">
                <a:off x="1547" y="2161"/>
                <a:ext cx="270" cy="267"/>
              </a:xfrm>
              <a:prstGeom prst="moon">
                <a:avLst>
                  <a:gd name="adj" fmla="val 84819"/>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25609" name="Line 12">
                <a:extLst>
                  <a:ext uri="{FF2B5EF4-FFF2-40B4-BE49-F238E27FC236}">
                    <a16:creationId xmlns:a16="http://schemas.microsoft.com/office/drawing/2014/main" id="{F807B693-A5DC-4F26-195B-63B3058A6326}"/>
                  </a:ext>
                </a:extLst>
              </p:cNvPr>
              <p:cNvSpPr>
                <a:spLocks noChangeShapeType="1"/>
              </p:cNvSpPr>
              <p:nvPr/>
            </p:nvSpPr>
            <p:spPr bwMode="auto">
              <a:xfrm>
                <a:off x="991" y="2233"/>
                <a:ext cx="58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0" name="AutoShape 11">
                <a:extLst>
                  <a:ext uri="{FF2B5EF4-FFF2-40B4-BE49-F238E27FC236}">
                    <a16:creationId xmlns:a16="http://schemas.microsoft.com/office/drawing/2014/main" id="{0780364E-5B1F-448E-036C-9F282FE953E3}"/>
                  </a:ext>
                </a:extLst>
              </p:cNvPr>
              <p:cNvSpPr>
                <a:spLocks noChangeArrowheads="1"/>
              </p:cNvSpPr>
              <p:nvPr/>
            </p:nvSpPr>
            <p:spPr bwMode="auto">
              <a:xfrm flipH="1">
                <a:off x="1604" y="2167"/>
                <a:ext cx="212" cy="255"/>
              </a:xfrm>
              <a:prstGeom prst="moon">
                <a:avLst>
                  <a:gd name="adj" fmla="val 84819"/>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25611" name="Text Box 13">
                <a:extLst>
                  <a:ext uri="{FF2B5EF4-FFF2-40B4-BE49-F238E27FC236}">
                    <a16:creationId xmlns:a16="http://schemas.microsoft.com/office/drawing/2014/main" id="{00F0CB2F-28B0-E94F-F42A-8DBF6F01D989}"/>
                  </a:ext>
                </a:extLst>
              </p:cNvPr>
              <p:cNvSpPr txBox="1">
                <a:spLocks noChangeArrowheads="1"/>
              </p:cNvSpPr>
              <p:nvPr/>
            </p:nvSpPr>
            <p:spPr bwMode="auto">
              <a:xfrm>
                <a:off x="828" y="1933"/>
                <a:ext cx="3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F*</a:t>
                </a:r>
                <a:endParaRPr lang="ru-RU" altLang="en-US" sz="2000" b="0" u="none"/>
              </a:p>
            </p:txBody>
          </p:sp>
          <p:sp>
            <p:nvSpPr>
              <p:cNvPr id="25612" name="Rectangle 9">
                <a:extLst>
                  <a:ext uri="{FF2B5EF4-FFF2-40B4-BE49-F238E27FC236}">
                    <a16:creationId xmlns:a16="http://schemas.microsoft.com/office/drawing/2014/main" id="{230A46F8-C171-23BF-4B3F-78F378D020B2}"/>
                  </a:ext>
                </a:extLst>
              </p:cNvPr>
              <p:cNvSpPr>
                <a:spLocks noChangeArrowheads="1"/>
              </p:cNvSpPr>
              <p:nvPr/>
            </p:nvSpPr>
            <p:spPr bwMode="auto">
              <a:xfrm>
                <a:off x="989" y="2319"/>
                <a:ext cx="300" cy="92"/>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25613" name="Line 10">
                <a:extLst>
                  <a:ext uri="{FF2B5EF4-FFF2-40B4-BE49-F238E27FC236}">
                    <a16:creationId xmlns:a16="http://schemas.microsoft.com/office/drawing/2014/main" id="{E04D1FB6-ED94-F93F-C123-606BAF4CD925}"/>
                  </a:ext>
                </a:extLst>
              </p:cNvPr>
              <p:cNvSpPr>
                <a:spLocks noChangeShapeType="1"/>
              </p:cNvSpPr>
              <p:nvPr/>
            </p:nvSpPr>
            <p:spPr bwMode="auto">
              <a:xfrm>
                <a:off x="780" y="2365"/>
                <a:ext cx="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4" name="Line 11">
                <a:extLst>
                  <a:ext uri="{FF2B5EF4-FFF2-40B4-BE49-F238E27FC236}">
                    <a16:creationId xmlns:a16="http://schemas.microsoft.com/office/drawing/2014/main" id="{B98EE056-C6C7-A497-3271-EF678DC87FE2}"/>
                  </a:ext>
                </a:extLst>
              </p:cNvPr>
              <p:cNvSpPr>
                <a:spLocks noChangeShapeType="1"/>
              </p:cNvSpPr>
              <p:nvPr/>
            </p:nvSpPr>
            <p:spPr bwMode="auto">
              <a:xfrm>
                <a:off x="1297" y="2365"/>
                <a:ext cx="2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5" name="Oval 12">
                <a:extLst>
                  <a:ext uri="{FF2B5EF4-FFF2-40B4-BE49-F238E27FC236}">
                    <a16:creationId xmlns:a16="http://schemas.microsoft.com/office/drawing/2014/main" id="{CFE924DB-0B7E-25C8-A93B-858D85D06CB6}"/>
                  </a:ext>
                </a:extLst>
              </p:cNvPr>
              <p:cNvSpPr>
                <a:spLocks noChangeArrowheads="1"/>
              </p:cNvSpPr>
              <p:nvPr/>
            </p:nvSpPr>
            <p:spPr bwMode="auto">
              <a:xfrm>
                <a:off x="697" y="2326"/>
                <a:ext cx="80" cy="74"/>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25616" name="Line 13">
                <a:extLst>
                  <a:ext uri="{FF2B5EF4-FFF2-40B4-BE49-F238E27FC236}">
                    <a16:creationId xmlns:a16="http://schemas.microsoft.com/office/drawing/2014/main" id="{2F192B7B-B7DA-8DE9-12A6-3BBA0A38412D}"/>
                  </a:ext>
                </a:extLst>
              </p:cNvPr>
              <p:cNvSpPr>
                <a:spLocks noChangeShapeType="1"/>
              </p:cNvSpPr>
              <p:nvPr/>
            </p:nvSpPr>
            <p:spPr bwMode="auto">
              <a:xfrm flipH="1">
                <a:off x="1385" y="2365"/>
                <a:ext cx="4" cy="251"/>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25617" name="Line 14">
                <a:extLst>
                  <a:ext uri="{FF2B5EF4-FFF2-40B4-BE49-F238E27FC236}">
                    <a16:creationId xmlns:a16="http://schemas.microsoft.com/office/drawing/2014/main" id="{AC2A0C93-E524-0429-4057-D4F2D2ED1F7B}"/>
                  </a:ext>
                </a:extLst>
              </p:cNvPr>
              <p:cNvSpPr>
                <a:spLocks noChangeShapeType="1"/>
              </p:cNvSpPr>
              <p:nvPr/>
            </p:nvSpPr>
            <p:spPr bwMode="auto">
              <a:xfrm flipV="1">
                <a:off x="1389" y="2624"/>
                <a:ext cx="128" cy="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8" name="Line 15">
                <a:extLst>
                  <a:ext uri="{FF2B5EF4-FFF2-40B4-BE49-F238E27FC236}">
                    <a16:creationId xmlns:a16="http://schemas.microsoft.com/office/drawing/2014/main" id="{6CFAAFAE-EE8B-FABF-1323-C23ACDF5D39D}"/>
                  </a:ext>
                </a:extLst>
              </p:cNvPr>
              <p:cNvSpPr>
                <a:spLocks noChangeShapeType="1"/>
              </p:cNvSpPr>
              <p:nvPr/>
            </p:nvSpPr>
            <p:spPr bwMode="auto">
              <a:xfrm>
                <a:off x="1531" y="2626"/>
                <a:ext cx="0" cy="2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9" name="Line 16">
                <a:extLst>
                  <a:ext uri="{FF2B5EF4-FFF2-40B4-BE49-F238E27FC236}">
                    <a16:creationId xmlns:a16="http://schemas.microsoft.com/office/drawing/2014/main" id="{9FAA4698-02F5-0741-073E-025A03733AEF}"/>
                  </a:ext>
                </a:extLst>
              </p:cNvPr>
              <p:cNvSpPr>
                <a:spLocks noChangeShapeType="1"/>
              </p:cNvSpPr>
              <p:nvPr/>
            </p:nvSpPr>
            <p:spPr bwMode="auto">
              <a:xfrm>
                <a:off x="1572" y="2626"/>
                <a:ext cx="0" cy="25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0" name="Line 17">
                <a:extLst>
                  <a:ext uri="{FF2B5EF4-FFF2-40B4-BE49-F238E27FC236}">
                    <a16:creationId xmlns:a16="http://schemas.microsoft.com/office/drawing/2014/main" id="{B7D2AC88-25E5-F5C5-2A5D-77CE20CCB0CE}"/>
                  </a:ext>
                </a:extLst>
              </p:cNvPr>
              <p:cNvSpPr>
                <a:spLocks noChangeShapeType="1"/>
              </p:cNvSpPr>
              <p:nvPr/>
            </p:nvSpPr>
            <p:spPr bwMode="auto">
              <a:xfrm>
                <a:off x="1616" y="2622"/>
                <a:ext cx="0" cy="2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1" name="Line 18">
                <a:extLst>
                  <a:ext uri="{FF2B5EF4-FFF2-40B4-BE49-F238E27FC236}">
                    <a16:creationId xmlns:a16="http://schemas.microsoft.com/office/drawing/2014/main" id="{198B14F1-C076-284B-12B7-44E6737A35EA}"/>
                  </a:ext>
                </a:extLst>
              </p:cNvPr>
              <p:cNvSpPr>
                <a:spLocks noChangeShapeType="1"/>
              </p:cNvSpPr>
              <p:nvPr/>
            </p:nvSpPr>
            <p:spPr bwMode="auto">
              <a:xfrm>
                <a:off x="1631" y="2749"/>
                <a:ext cx="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2" name="Line 19">
                <a:extLst>
                  <a:ext uri="{FF2B5EF4-FFF2-40B4-BE49-F238E27FC236}">
                    <a16:creationId xmlns:a16="http://schemas.microsoft.com/office/drawing/2014/main" id="{2A9A1A53-940A-FDF7-7043-407EF3B9D049}"/>
                  </a:ext>
                </a:extLst>
              </p:cNvPr>
              <p:cNvSpPr>
                <a:spLocks noChangeShapeType="1"/>
              </p:cNvSpPr>
              <p:nvPr/>
            </p:nvSpPr>
            <p:spPr bwMode="auto">
              <a:xfrm flipV="1">
                <a:off x="1402" y="2891"/>
                <a:ext cx="128" cy="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3" name="Line 20">
                <a:extLst>
                  <a:ext uri="{FF2B5EF4-FFF2-40B4-BE49-F238E27FC236}">
                    <a16:creationId xmlns:a16="http://schemas.microsoft.com/office/drawing/2014/main" id="{60173832-94D2-41EA-DEC2-6F8653C2BE63}"/>
                  </a:ext>
                </a:extLst>
              </p:cNvPr>
              <p:cNvSpPr>
                <a:spLocks noChangeShapeType="1"/>
              </p:cNvSpPr>
              <p:nvPr/>
            </p:nvSpPr>
            <p:spPr bwMode="auto">
              <a:xfrm flipH="1">
                <a:off x="1397" y="2895"/>
                <a:ext cx="0" cy="1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4" name="Line 21">
                <a:extLst>
                  <a:ext uri="{FF2B5EF4-FFF2-40B4-BE49-F238E27FC236}">
                    <a16:creationId xmlns:a16="http://schemas.microsoft.com/office/drawing/2014/main" id="{17107B2B-242E-4545-9DE0-19F00DACA876}"/>
                  </a:ext>
                </a:extLst>
              </p:cNvPr>
              <p:cNvSpPr>
                <a:spLocks noChangeShapeType="1"/>
              </p:cNvSpPr>
              <p:nvPr/>
            </p:nvSpPr>
            <p:spPr bwMode="auto">
              <a:xfrm>
                <a:off x="1347" y="2994"/>
                <a:ext cx="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5" name="Text Box 23">
                <a:extLst>
                  <a:ext uri="{FF2B5EF4-FFF2-40B4-BE49-F238E27FC236}">
                    <a16:creationId xmlns:a16="http://schemas.microsoft.com/office/drawing/2014/main" id="{0F399EEF-71F8-4310-E753-2448F117B703}"/>
                  </a:ext>
                </a:extLst>
              </p:cNvPr>
              <p:cNvSpPr txBox="1">
                <a:spLocks noChangeArrowheads="1"/>
              </p:cNvSpPr>
              <p:nvPr/>
            </p:nvSpPr>
            <p:spPr bwMode="auto">
              <a:xfrm>
                <a:off x="980" y="2395"/>
                <a:ext cx="400"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latin typeface="Times NR Cyr MT"/>
                  </a:rPr>
                  <a:t>R</a:t>
                </a:r>
              </a:p>
              <a:p>
                <a:pPr eaLnBrk="1" hangingPunct="1"/>
                <a:endParaRPr lang="ru-RU" altLang="en-US" sz="1200" b="0" u="none">
                  <a:latin typeface="Times NR Cyr MT"/>
                </a:endParaRPr>
              </a:p>
              <a:p>
                <a:pPr eaLnBrk="1" hangingPunct="1"/>
                <a:endParaRPr lang="ru-RU" altLang="en-US" sz="1200" b="0" u="none">
                  <a:latin typeface="Times NR Cyr MT"/>
                </a:endParaRPr>
              </a:p>
              <a:p>
                <a:pPr eaLnBrk="1" hangingPunct="1"/>
                <a:r>
                  <a:rPr lang="ru-RU" altLang="en-US" sz="1200" b="0" u="none">
                    <a:latin typeface="Times NR Cyr MT"/>
                  </a:rPr>
                  <a:t>                 </a:t>
                </a:r>
                <a:endParaRPr lang="ru-RU" altLang="en-US" b="0" u="none"/>
              </a:p>
            </p:txBody>
          </p:sp>
          <p:sp>
            <p:nvSpPr>
              <p:cNvPr id="25626" name="Text Box 25">
                <a:extLst>
                  <a:ext uri="{FF2B5EF4-FFF2-40B4-BE49-F238E27FC236}">
                    <a16:creationId xmlns:a16="http://schemas.microsoft.com/office/drawing/2014/main" id="{A463E303-E71B-B33F-9C18-A70584D8F0A5}"/>
                  </a:ext>
                </a:extLst>
              </p:cNvPr>
              <p:cNvSpPr txBox="1">
                <a:spLocks noChangeArrowheads="1"/>
              </p:cNvSpPr>
              <p:nvPr/>
            </p:nvSpPr>
            <p:spPr bwMode="auto">
              <a:xfrm>
                <a:off x="416" y="2256"/>
                <a:ext cx="400"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V</a:t>
                </a:r>
                <a:r>
                  <a:rPr lang="en-US" altLang="en-US" sz="1600" u="none" baseline="-25000"/>
                  <a:t>CC</a:t>
                </a:r>
                <a:endParaRPr lang="ru-RU" altLang="en-US" sz="1600" u="none"/>
              </a:p>
              <a:p>
                <a:pPr eaLnBrk="1" hangingPunct="1"/>
                <a:endParaRPr lang="ru-RU" altLang="en-US" sz="1600" u="none"/>
              </a:p>
              <a:p>
                <a:pPr eaLnBrk="1" hangingPunct="1"/>
                <a:endParaRPr lang="ru-RU" altLang="en-US" sz="1600" u="none"/>
              </a:p>
              <a:p>
                <a:pPr eaLnBrk="1" hangingPunct="1"/>
                <a:r>
                  <a:rPr lang="ru-RU" altLang="en-US" sz="1600" u="none"/>
                  <a:t>                 </a:t>
                </a:r>
              </a:p>
            </p:txBody>
          </p:sp>
          <p:sp>
            <p:nvSpPr>
              <p:cNvPr id="25627" name="Text Box 26">
                <a:extLst>
                  <a:ext uri="{FF2B5EF4-FFF2-40B4-BE49-F238E27FC236}">
                    <a16:creationId xmlns:a16="http://schemas.microsoft.com/office/drawing/2014/main" id="{76D6DF80-CE3F-02FB-C790-A25C960B63D5}"/>
                  </a:ext>
                </a:extLst>
              </p:cNvPr>
              <p:cNvSpPr txBox="1">
                <a:spLocks noChangeArrowheads="1"/>
              </p:cNvSpPr>
              <p:nvPr/>
            </p:nvSpPr>
            <p:spPr bwMode="auto">
              <a:xfrm>
                <a:off x="1589" y="2541"/>
                <a:ext cx="400"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latin typeface="Times NR Cyr MT"/>
                  </a:rPr>
                  <a:t>T</a:t>
                </a:r>
              </a:p>
              <a:p>
                <a:pPr eaLnBrk="1" hangingPunct="1"/>
                <a:endParaRPr lang="ru-RU" altLang="en-US" sz="1200" b="0" u="none">
                  <a:latin typeface="Times NR Cyr MT"/>
                </a:endParaRPr>
              </a:p>
              <a:p>
                <a:pPr eaLnBrk="1" hangingPunct="1"/>
                <a:endParaRPr lang="ru-RU" altLang="en-US" sz="1200" b="0" u="none">
                  <a:latin typeface="Times NR Cyr MT"/>
                </a:endParaRPr>
              </a:p>
              <a:p>
                <a:pPr eaLnBrk="1" hangingPunct="1"/>
                <a:r>
                  <a:rPr lang="ru-RU" altLang="en-US" sz="1200" b="0" u="none">
                    <a:latin typeface="Times NR Cyr MT"/>
                  </a:rPr>
                  <a:t>                 </a:t>
                </a:r>
                <a:endParaRPr lang="ru-RU" altLang="en-US" b="0" u="none"/>
              </a:p>
            </p:txBody>
          </p:sp>
          <p:sp>
            <p:nvSpPr>
              <p:cNvPr id="25628" name="Line 50">
                <a:extLst>
                  <a:ext uri="{FF2B5EF4-FFF2-40B4-BE49-F238E27FC236}">
                    <a16:creationId xmlns:a16="http://schemas.microsoft.com/office/drawing/2014/main" id="{FFCEA631-A2BF-2424-4120-82A878A237E6}"/>
                  </a:ext>
                </a:extLst>
              </p:cNvPr>
              <p:cNvSpPr>
                <a:spLocks noChangeShapeType="1"/>
              </p:cNvSpPr>
              <p:nvPr/>
            </p:nvSpPr>
            <p:spPr bwMode="auto">
              <a:xfrm flipV="1">
                <a:off x="1818" y="2288"/>
                <a:ext cx="3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9" name="Text Box 52">
                <a:extLst>
                  <a:ext uri="{FF2B5EF4-FFF2-40B4-BE49-F238E27FC236}">
                    <a16:creationId xmlns:a16="http://schemas.microsoft.com/office/drawing/2014/main" id="{418D528D-D9F3-224B-A15A-08A006E2B41E}"/>
                  </a:ext>
                </a:extLst>
              </p:cNvPr>
              <p:cNvSpPr txBox="1">
                <a:spLocks noChangeArrowheads="1"/>
              </p:cNvSpPr>
              <p:nvPr/>
            </p:nvSpPr>
            <p:spPr bwMode="auto">
              <a:xfrm>
                <a:off x="1919" y="2024"/>
                <a:ext cx="36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F</a:t>
                </a:r>
                <a:endParaRPr lang="ru-RU" altLang="en-US" sz="2000" b="0" u="none"/>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a:extLst>
              <a:ext uri="{FF2B5EF4-FFF2-40B4-BE49-F238E27FC236}">
                <a16:creationId xmlns:a16="http://schemas.microsoft.com/office/drawing/2014/main" id="{B59988BF-C7F5-7C87-1437-1F7ECFEE3742}"/>
              </a:ext>
            </a:extLst>
          </p:cNvPr>
          <p:cNvSpPr>
            <a:spLocks noGrp="1" noChangeArrowheads="1"/>
          </p:cNvSpPr>
          <p:nvPr>
            <p:ph type="title"/>
          </p:nvPr>
        </p:nvSpPr>
        <p:spPr>
          <a:xfrm>
            <a:off x="0" y="183401"/>
            <a:ext cx="11612880" cy="704088"/>
          </a:xfrm>
        </p:spPr>
        <p:txBody>
          <a:bodyPr/>
          <a:lstStyle/>
          <a:p>
            <a:r>
              <a:rPr lang="en-US" altLang="en-US"/>
              <a:t>Flip-Flops Programming</a:t>
            </a:r>
            <a:endParaRPr lang="ru-RU" altLang="en-US"/>
          </a:p>
        </p:txBody>
      </p:sp>
      <p:sp>
        <p:nvSpPr>
          <p:cNvPr id="26627" name="Text Box 41">
            <a:extLst>
              <a:ext uri="{FF2B5EF4-FFF2-40B4-BE49-F238E27FC236}">
                <a16:creationId xmlns:a16="http://schemas.microsoft.com/office/drawing/2014/main" id="{29CA00A7-0E43-56AE-FCDB-B5B42B2AE2E9}"/>
              </a:ext>
            </a:extLst>
          </p:cNvPr>
          <p:cNvSpPr txBox="1">
            <a:spLocks noChangeArrowheads="1"/>
          </p:cNvSpPr>
          <p:nvPr/>
        </p:nvSpPr>
        <p:spPr bwMode="auto">
          <a:xfrm>
            <a:off x="2162176" y="3810001"/>
            <a:ext cx="835342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solidFill>
                  <a:srgbClr val="0000FF"/>
                </a:solidFill>
              </a:rPr>
              <a:t>Mux1, Mux2 </a:t>
            </a:r>
            <a:r>
              <a:rPr lang="en-US" altLang="en-US" b="0" u="none"/>
              <a:t>– programmed multiplexers</a:t>
            </a:r>
          </a:p>
          <a:p>
            <a:pPr eaLnBrk="1" hangingPunct="1"/>
            <a:r>
              <a:rPr lang="en-US" altLang="en-US" b="0" u="none">
                <a:solidFill>
                  <a:srgbClr val="0000FF"/>
                </a:solidFill>
              </a:rPr>
              <a:t>Mux1</a:t>
            </a:r>
            <a:r>
              <a:rPr lang="en-US" altLang="en-US" b="0" u="none"/>
              <a:t> programs the type of flip-flop.</a:t>
            </a:r>
          </a:p>
          <a:p>
            <a:pPr eaLnBrk="1" hangingPunct="1"/>
            <a:r>
              <a:rPr lang="en-US" altLang="en-US" b="0" u="none"/>
              <a:t>If S</a:t>
            </a:r>
            <a:r>
              <a:rPr lang="en-US" altLang="en-US" b="0" u="none" baseline="-25000"/>
              <a:t>1</a:t>
            </a:r>
            <a:r>
              <a:rPr lang="en-US" altLang="en-US" b="0" u="none"/>
              <a:t>=0, then FF operates as D flip-flop, else as T flip-flop.</a:t>
            </a:r>
          </a:p>
          <a:p>
            <a:pPr eaLnBrk="1" hangingPunct="1"/>
            <a:r>
              <a:rPr lang="en-US" altLang="en-US" b="0" u="none">
                <a:solidFill>
                  <a:srgbClr val="0000FF"/>
                </a:solidFill>
              </a:rPr>
              <a:t>Mux2</a:t>
            </a:r>
            <a:r>
              <a:rPr lang="en-US" altLang="en-US" b="0" u="none"/>
              <a:t> programs the type of output.</a:t>
            </a:r>
          </a:p>
          <a:p>
            <a:pPr eaLnBrk="1" hangingPunct="1"/>
            <a:r>
              <a:rPr lang="en-US" altLang="en-US" b="0" u="none"/>
              <a:t>If S</a:t>
            </a:r>
            <a:r>
              <a:rPr lang="en-US" altLang="en-US" b="0" u="none" baseline="-25000"/>
              <a:t>2</a:t>
            </a:r>
            <a:r>
              <a:rPr lang="en-US" altLang="en-US" b="0" u="none"/>
              <a:t>=0, then type of output is register else combinational.</a:t>
            </a:r>
            <a:endParaRPr lang="ru-RU" altLang="en-US" b="0" u="none"/>
          </a:p>
        </p:txBody>
      </p:sp>
      <p:grpSp>
        <p:nvGrpSpPr>
          <p:cNvPr id="26628" name="Группа 3">
            <a:extLst>
              <a:ext uri="{FF2B5EF4-FFF2-40B4-BE49-F238E27FC236}">
                <a16:creationId xmlns:a16="http://schemas.microsoft.com/office/drawing/2014/main" id="{279198DD-E357-82B4-B380-BBE5C130F904}"/>
              </a:ext>
            </a:extLst>
          </p:cNvPr>
          <p:cNvGrpSpPr>
            <a:grpSpLocks/>
          </p:cNvGrpSpPr>
          <p:nvPr/>
        </p:nvGrpSpPr>
        <p:grpSpPr bwMode="auto">
          <a:xfrm>
            <a:off x="3181350" y="1355726"/>
            <a:ext cx="6032500" cy="2162175"/>
            <a:chOff x="771525" y="1557338"/>
            <a:chExt cx="6032500" cy="2162175"/>
          </a:xfrm>
        </p:grpSpPr>
        <p:grpSp>
          <p:nvGrpSpPr>
            <p:cNvPr id="26629" name="Group 48">
              <a:extLst>
                <a:ext uri="{FF2B5EF4-FFF2-40B4-BE49-F238E27FC236}">
                  <a16:creationId xmlns:a16="http://schemas.microsoft.com/office/drawing/2014/main" id="{20021AEA-00F6-0E0B-059C-A9846614E452}"/>
                </a:ext>
              </a:extLst>
            </p:cNvPr>
            <p:cNvGrpSpPr>
              <a:grpSpLocks/>
            </p:cNvGrpSpPr>
            <p:nvPr/>
          </p:nvGrpSpPr>
          <p:grpSpPr bwMode="auto">
            <a:xfrm>
              <a:off x="771525" y="1557338"/>
              <a:ext cx="6032500" cy="2162175"/>
              <a:chOff x="385" y="753"/>
              <a:chExt cx="3800" cy="1362"/>
            </a:xfrm>
          </p:grpSpPr>
          <p:sp>
            <p:nvSpPr>
              <p:cNvPr id="26633" name="Line 6">
                <a:extLst>
                  <a:ext uri="{FF2B5EF4-FFF2-40B4-BE49-F238E27FC236}">
                    <a16:creationId xmlns:a16="http://schemas.microsoft.com/office/drawing/2014/main" id="{F2587EB9-FCF1-1A0C-E658-8FE220295ECF}"/>
                  </a:ext>
                </a:extLst>
              </p:cNvPr>
              <p:cNvSpPr>
                <a:spLocks noChangeShapeType="1"/>
              </p:cNvSpPr>
              <p:nvPr/>
            </p:nvSpPr>
            <p:spPr bwMode="auto">
              <a:xfrm>
                <a:off x="1680" y="1336"/>
                <a:ext cx="3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4" name="AutoShape 7">
                <a:extLst>
                  <a:ext uri="{FF2B5EF4-FFF2-40B4-BE49-F238E27FC236}">
                    <a16:creationId xmlns:a16="http://schemas.microsoft.com/office/drawing/2014/main" id="{E1762092-EDEA-C1CF-6054-B0EA1ED12EDB}"/>
                  </a:ext>
                </a:extLst>
              </p:cNvPr>
              <p:cNvSpPr>
                <a:spLocks noChangeArrowheads="1"/>
              </p:cNvSpPr>
              <p:nvPr/>
            </p:nvSpPr>
            <p:spPr bwMode="auto">
              <a:xfrm rot="-5400000">
                <a:off x="1222" y="1190"/>
                <a:ext cx="609" cy="31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86 h 21600"/>
                  <a:gd name="T14" fmla="*/ 17096 w 21600"/>
                  <a:gd name="T15" fmla="*/ 1711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vert="eaVert"/>
              <a:lstStyle/>
              <a:p>
                <a:endParaRPr lang="en-US"/>
              </a:p>
            </p:txBody>
          </p:sp>
          <p:sp>
            <p:nvSpPr>
              <p:cNvPr id="26635" name="Text Box 8">
                <a:extLst>
                  <a:ext uri="{FF2B5EF4-FFF2-40B4-BE49-F238E27FC236}">
                    <a16:creationId xmlns:a16="http://schemas.microsoft.com/office/drawing/2014/main" id="{3B88F727-5343-4D38-87E9-11C8EA8ECC5E}"/>
                  </a:ext>
                </a:extLst>
              </p:cNvPr>
              <p:cNvSpPr txBox="1">
                <a:spLocks noChangeArrowheads="1"/>
              </p:cNvSpPr>
              <p:nvPr/>
            </p:nvSpPr>
            <p:spPr bwMode="auto">
              <a:xfrm>
                <a:off x="1349" y="1094"/>
                <a:ext cx="198"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D</a:t>
                </a:r>
              </a:p>
              <a:p>
                <a:pPr eaLnBrk="1" hangingPunct="1"/>
                <a:endParaRPr lang="ru-RU" altLang="en-US" sz="1600" b="0" u="none">
                  <a:solidFill>
                    <a:schemeClr val="bg1"/>
                  </a:solidFill>
                </a:endParaRPr>
              </a:p>
              <a:p>
                <a:pPr eaLnBrk="1" hangingPunct="1"/>
                <a:r>
                  <a:rPr lang="ru-RU" altLang="en-US" sz="1600" b="0" u="none">
                    <a:solidFill>
                      <a:schemeClr val="bg1"/>
                    </a:solidFill>
                  </a:rPr>
                  <a:t>T  </a:t>
                </a:r>
                <a:r>
                  <a:rPr lang="en-US" altLang="en-US" sz="1600" b="0" u="none">
                    <a:solidFill>
                      <a:schemeClr val="bg1"/>
                    </a:solidFill>
                  </a:rPr>
                  <a:t> </a:t>
                </a:r>
                <a:endParaRPr lang="ru-RU" altLang="en-US" sz="1600" b="0" u="none">
                  <a:solidFill>
                    <a:schemeClr val="bg1"/>
                  </a:solidFill>
                </a:endParaRPr>
              </a:p>
            </p:txBody>
          </p:sp>
          <p:sp>
            <p:nvSpPr>
              <p:cNvPr id="26636" name="Line 9">
                <a:extLst>
                  <a:ext uri="{FF2B5EF4-FFF2-40B4-BE49-F238E27FC236}">
                    <a16:creationId xmlns:a16="http://schemas.microsoft.com/office/drawing/2014/main" id="{2E492FEB-3DFC-C704-97E7-549D19E6C33A}"/>
                  </a:ext>
                </a:extLst>
              </p:cNvPr>
              <p:cNvSpPr>
                <a:spLocks noChangeShapeType="1"/>
              </p:cNvSpPr>
              <p:nvPr/>
            </p:nvSpPr>
            <p:spPr bwMode="auto">
              <a:xfrm>
                <a:off x="1165" y="1232"/>
                <a:ext cx="19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7" name="Line 10">
                <a:extLst>
                  <a:ext uri="{FF2B5EF4-FFF2-40B4-BE49-F238E27FC236}">
                    <a16:creationId xmlns:a16="http://schemas.microsoft.com/office/drawing/2014/main" id="{F9B1AAC6-E610-2486-9C5E-6F1844161E05}"/>
                  </a:ext>
                </a:extLst>
              </p:cNvPr>
              <p:cNvSpPr>
                <a:spLocks noChangeShapeType="1"/>
              </p:cNvSpPr>
              <p:nvPr/>
            </p:nvSpPr>
            <p:spPr bwMode="auto">
              <a:xfrm>
                <a:off x="1149" y="1473"/>
                <a:ext cx="2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8" name="Line 11">
                <a:extLst>
                  <a:ext uri="{FF2B5EF4-FFF2-40B4-BE49-F238E27FC236}">
                    <a16:creationId xmlns:a16="http://schemas.microsoft.com/office/drawing/2014/main" id="{A44FF30D-2373-BBCA-07CC-2F776B4C6C8A}"/>
                  </a:ext>
                </a:extLst>
              </p:cNvPr>
              <p:cNvSpPr>
                <a:spLocks noChangeShapeType="1"/>
              </p:cNvSpPr>
              <p:nvPr/>
            </p:nvSpPr>
            <p:spPr bwMode="auto">
              <a:xfrm>
                <a:off x="1538" y="1562"/>
                <a:ext cx="0" cy="1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9" name="Oval 12">
                <a:extLst>
                  <a:ext uri="{FF2B5EF4-FFF2-40B4-BE49-F238E27FC236}">
                    <a16:creationId xmlns:a16="http://schemas.microsoft.com/office/drawing/2014/main" id="{EFF9A412-2141-7B3D-F228-474E6BFD0D59}"/>
                  </a:ext>
                </a:extLst>
              </p:cNvPr>
              <p:cNvSpPr>
                <a:spLocks noChangeArrowheads="1"/>
              </p:cNvSpPr>
              <p:nvPr/>
            </p:nvSpPr>
            <p:spPr bwMode="auto">
              <a:xfrm>
                <a:off x="1502" y="1716"/>
                <a:ext cx="68" cy="68"/>
              </a:xfrm>
              <a:prstGeom prst="ellipse">
                <a:avLst/>
              </a:prstGeom>
              <a:solidFill>
                <a:srgbClr val="FFFFFF"/>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26640" name="AutoShape 13">
                <a:extLst>
                  <a:ext uri="{FF2B5EF4-FFF2-40B4-BE49-F238E27FC236}">
                    <a16:creationId xmlns:a16="http://schemas.microsoft.com/office/drawing/2014/main" id="{D626D12D-64E4-912A-C2FE-9FA08C8849A9}"/>
                  </a:ext>
                </a:extLst>
              </p:cNvPr>
              <p:cNvSpPr>
                <a:spLocks noChangeArrowheads="1"/>
              </p:cNvSpPr>
              <p:nvPr/>
            </p:nvSpPr>
            <p:spPr bwMode="auto">
              <a:xfrm rot="-5400000">
                <a:off x="2777" y="980"/>
                <a:ext cx="609" cy="32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94 h 21600"/>
                  <a:gd name="T14" fmla="*/ 17096 w 21600"/>
                  <a:gd name="T15" fmla="*/ 1710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vert="eaVert"/>
              <a:lstStyle/>
              <a:p>
                <a:endParaRPr lang="en-US"/>
              </a:p>
            </p:txBody>
          </p:sp>
          <p:sp>
            <p:nvSpPr>
              <p:cNvPr id="26641" name="Text Box 14">
                <a:extLst>
                  <a:ext uri="{FF2B5EF4-FFF2-40B4-BE49-F238E27FC236}">
                    <a16:creationId xmlns:a16="http://schemas.microsoft.com/office/drawing/2014/main" id="{4AF3D500-2007-4FA6-D96E-69DEA82794AD}"/>
                  </a:ext>
                </a:extLst>
              </p:cNvPr>
              <p:cNvSpPr txBox="1">
                <a:spLocks noChangeArrowheads="1"/>
              </p:cNvSpPr>
              <p:nvPr/>
            </p:nvSpPr>
            <p:spPr bwMode="auto">
              <a:xfrm>
                <a:off x="2913" y="899"/>
                <a:ext cx="246"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C</a:t>
                </a:r>
              </a:p>
              <a:p>
                <a:pPr eaLnBrk="1" hangingPunct="1"/>
                <a:endParaRPr lang="ru-RU" altLang="en-US" sz="1600" b="0" u="none">
                  <a:solidFill>
                    <a:schemeClr val="bg1"/>
                  </a:solidFill>
                  <a:latin typeface="Times NR Cyr MT"/>
                </a:endParaRPr>
              </a:p>
              <a:p>
                <a:pPr eaLnBrk="1" hangingPunct="1"/>
                <a:r>
                  <a:rPr lang="ru-RU" altLang="en-US" sz="1600" b="0" u="none">
                    <a:solidFill>
                      <a:schemeClr val="bg1"/>
                    </a:solidFill>
                    <a:latin typeface="Times NR Cyr MT"/>
                  </a:rPr>
                  <a:t>R</a:t>
                </a:r>
                <a:r>
                  <a:rPr lang="en-US" altLang="en-US" sz="1600" b="0" u="none">
                    <a:solidFill>
                      <a:schemeClr val="bg1"/>
                    </a:solidFill>
                    <a:latin typeface="Times NR Cyr MT"/>
                  </a:rPr>
                  <a:t>   </a:t>
                </a:r>
                <a:endParaRPr lang="ru-RU" altLang="en-US" sz="1600" b="0" u="none">
                  <a:solidFill>
                    <a:schemeClr val="bg1"/>
                  </a:solidFill>
                </a:endParaRPr>
              </a:p>
            </p:txBody>
          </p:sp>
          <p:sp>
            <p:nvSpPr>
              <p:cNvPr id="26642" name="Line 16">
                <a:extLst>
                  <a:ext uri="{FF2B5EF4-FFF2-40B4-BE49-F238E27FC236}">
                    <a16:creationId xmlns:a16="http://schemas.microsoft.com/office/drawing/2014/main" id="{3F5915D5-163C-B02D-396A-2EC9F14E5F0A}"/>
                  </a:ext>
                </a:extLst>
              </p:cNvPr>
              <p:cNvSpPr>
                <a:spLocks noChangeShapeType="1"/>
              </p:cNvSpPr>
              <p:nvPr/>
            </p:nvSpPr>
            <p:spPr bwMode="auto">
              <a:xfrm>
                <a:off x="3247" y="1127"/>
                <a:ext cx="21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3" name="Line 17">
                <a:extLst>
                  <a:ext uri="{FF2B5EF4-FFF2-40B4-BE49-F238E27FC236}">
                    <a16:creationId xmlns:a16="http://schemas.microsoft.com/office/drawing/2014/main" id="{D6423BD6-40A9-831E-9775-819960653EAA}"/>
                  </a:ext>
                </a:extLst>
              </p:cNvPr>
              <p:cNvSpPr>
                <a:spLocks noChangeShapeType="1"/>
              </p:cNvSpPr>
              <p:nvPr/>
            </p:nvSpPr>
            <p:spPr bwMode="auto">
              <a:xfrm>
                <a:off x="3109" y="1354"/>
                <a:ext cx="0" cy="1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4" name="Oval 18">
                <a:extLst>
                  <a:ext uri="{FF2B5EF4-FFF2-40B4-BE49-F238E27FC236}">
                    <a16:creationId xmlns:a16="http://schemas.microsoft.com/office/drawing/2014/main" id="{54D3A4F8-128E-474A-54A3-8E00A5DF5A49}"/>
                  </a:ext>
                </a:extLst>
              </p:cNvPr>
              <p:cNvSpPr>
                <a:spLocks noChangeArrowheads="1"/>
              </p:cNvSpPr>
              <p:nvPr/>
            </p:nvSpPr>
            <p:spPr bwMode="auto">
              <a:xfrm>
                <a:off x="3074" y="1526"/>
                <a:ext cx="68" cy="68"/>
              </a:xfrm>
              <a:prstGeom prst="ellipse">
                <a:avLst/>
              </a:prstGeom>
              <a:solidFill>
                <a:srgbClr val="FFFFFF"/>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26645" name="Rectangle 19">
                <a:extLst>
                  <a:ext uri="{FF2B5EF4-FFF2-40B4-BE49-F238E27FC236}">
                    <a16:creationId xmlns:a16="http://schemas.microsoft.com/office/drawing/2014/main" id="{861CA18C-9FC7-26B3-9423-DE7D675625F2}"/>
                  </a:ext>
                </a:extLst>
              </p:cNvPr>
              <p:cNvSpPr>
                <a:spLocks noChangeArrowheads="1"/>
              </p:cNvSpPr>
              <p:nvPr/>
            </p:nvSpPr>
            <p:spPr bwMode="auto">
              <a:xfrm>
                <a:off x="2021" y="1145"/>
                <a:ext cx="409" cy="618"/>
              </a:xfrm>
              <a:prstGeom prst="rect">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D</a:t>
                </a:r>
              </a:p>
              <a:p>
                <a:pPr eaLnBrk="1" hangingPunct="1"/>
                <a:endParaRPr lang="ru-RU" altLang="en-US" sz="1600" b="0" u="none">
                  <a:solidFill>
                    <a:schemeClr val="bg1"/>
                  </a:solidFill>
                </a:endParaRPr>
              </a:p>
              <a:p>
                <a:pPr eaLnBrk="1" hangingPunct="1"/>
                <a:r>
                  <a:rPr lang="ru-RU" altLang="en-US" sz="1600" b="0" u="none">
                    <a:solidFill>
                      <a:schemeClr val="bg1"/>
                    </a:solidFill>
                  </a:rPr>
                  <a:t>C</a:t>
                </a:r>
              </a:p>
            </p:txBody>
          </p:sp>
          <p:sp>
            <p:nvSpPr>
              <p:cNvPr id="26646" name="Line 20">
                <a:extLst>
                  <a:ext uri="{FF2B5EF4-FFF2-40B4-BE49-F238E27FC236}">
                    <a16:creationId xmlns:a16="http://schemas.microsoft.com/office/drawing/2014/main" id="{C9D11380-74C6-2FE8-1C46-8D7BD655851C}"/>
                  </a:ext>
                </a:extLst>
              </p:cNvPr>
              <p:cNvSpPr>
                <a:spLocks noChangeShapeType="1"/>
              </p:cNvSpPr>
              <p:nvPr/>
            </p:nvSpPr>
            <p:spPr bwMode="auto">
              <a:xfrm flipH="1" flipV="1">
                <a:off x="2430" y="1306"/>
                <a:ext cx="483" cy="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7" name="Line 22">
                <a:extLst>
                  <a:ext uri="{FF2B5EF4-FFF2-40B4-BE49-F238E27FC236}">
                    <a16:creationId xmlns:a16="http://schemas.microsoft.com/office/drawing/2014/main" id="{CB4C2CBA-1FB6-B968-BF07-5172A7C0F4CE}"/>
                  </a:ext>
                </a:extLst>
              </p:cNvPr>
              <p:cNvSpPr>
                <a:spLocks noChangeShapeType="1"/>
              </p:cNvSpPr>
              <p:nvPr/>
            </p:nvSpPr>
            <p:spPr bwMode="auto">
              <a:xfrm>
                <a:off x="1851" y="1562"/>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8" name="Line 23">
                <a:extLst>
                  <a:ext uri="{FF2B5EF4-FFF2-40B4-BE49-F238E27FC236}">
                    <a16:creationId xmlns:a16="http://schemas.microsoft.com/office/drawing/2014/main" id="{EDFD8130-DA64-B9E2-A608-A48903DAB27E}"/>
                  </a:ext>
                </a:extLst>
              </p:cNvPr>
              <p:cNvSpPr>
                <a:spLocks noChangeShapeType="1"/>
              </p:cNvSpPr>
              <p:nvPr/>
            </p:nvSpPr>
            <p:spPr bwMode="auto">
              <a:xfrm>
                <a:off x="1844" y="1553"/>
                <a:ext cx="0" cy="37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9" name="Line 24">
                <a:extLst>
                  <a:ext uri="{FF2B5EF4-FFF2-40B4-BE49-F238E27FC236}">
                    <a16:creationId xmlns:a16="http://schemas.microsoft.com/office/drawing/2014/main" id="{E37A8267-0FAC-DC4B-00AF-2A9505CFE536}"/>
                  </a:ext>
                </a:extLst>
              </p:cNvPr>
              <p:cNvSpPr>
                <a:spLocks noChangeShapeType="1"/>
              </p:cNvSpPr>
              <p:nvPr/>
            </p:nvSpPr>
            <p:spPr bwMode="auto">
              <a:xfrm>
                <a:off x="1005" y="1933"/>
                <a:ext cx="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0" name="Line 26">
                <a:extLst>
                  <a:ext uri="{FF2B5EF4-FFF2-40B4-BE49-F238E27FC236}">
                    <a16:creationId xmlns:a16="http://schemas.microsoft.com/office/drawing/2014/main" id="{7083C3D5-5B8E-2F7C-305D-13A89F1F26D2}"/>
                  </a:ext>
                </a:extLst>
              </p:cNvPr>
              <p:cNvSpPr>
                <a:spLocks noChangeShapeType="1"/>
              </p:cNvSpPr>
              <p:nvPr/>
            </p:nvSpPr>
            <p:spPr bwMode="auto">
              <a:xfrm>
                <a:off x="2669" y="1308"/>
                <a:ext cx="0" cy="807"/>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51" name="Line 27">
                <a:extLst>
                  <a:ext uri="{FF2B5EF4-FFF2-40B4-BE49-F238E27FC236}">
                    <a16:creationId xmlns:a16="http://schemas.microsoft.com/office/drawing/2014/main" id="{D265D2EF-24FB-4DAF-8FE6-2C4731EE966C}"/>
                  </a:ext>
                </a:extLst>
              </p:cNvPr>
              <p:cNvSpPr>
                <a:spLocks noChangeShapeType="1"/>
              </p:cNvSpPr>
              <p:nvPr/>
            </p:nvSpPr>
            <p:spPr bwMode="auto">
              <a:xfrm flipH="1" flipV="1">
                <a:off x="715" y="2112"/>
                <a:ext cx="19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2" name="Line 28">
                <a:extLst>
                  <a:ext uri="{FF2B5EF4-FFF2-40B4-BE49-F238E27FC236}">
                    <a16:creationId xmlns:a16="http://schemas.microsoft.com/office/drawing/2014/main" id="{8E0B3736-6C57-DBAE-79E1-6C58B234776B}"/>
                  </a:ext>
                </a:extLst>
              </p:cNvPr>
              <p:cNvSpPr>
                <a:spLocks noChangeShapeType="1"/>
              </p:cNvSpPr>
              <p:nvPr/>
            </p:nvSpPr>
            <p:spPr bwMode="auto">
              <a:xfrm flipV="1">
                <a:off x="711" y="1542"/>
                <a:ext cx="0" cy="57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3" name="Line 29">
                <a:extLst>
                  <a:ext uri="{FF2B5EF4-FFF2-40B4-BE49-F238E27FC236}">
                    <a16:creationId xmlns:a16="http://schemas.microsoft.com/office/drawing/2014/main" id="{5591FBCB-B73E-24A4-F611-5C154648E608}"/>
                  </a:ext>
                </a:extLst>
              </p:cNvPr>
              <p:cNvSpPr>
                <a:spLocks noChangeShapeType="1"/>
              </p:cNvSpPr>
              <p:nvPr/>
            </p:nvSpPr>
            <p:spPr bwMode="auto">
              <a:xfrm flipV="1">
                <a:off x="702" y="1531"/>
                <a:ext cx="20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4" name="Line 31">
                <a:extLst>
                  <a:ext uri="{FF2B5EF4-FFF2-40B4-BE49-F238E27FC236}">
                    <a16:creationId xmlns:a16="http://schemas.microsoft.com/office/drawing/2014/main" id="{30F673B7-55DB-D650-9C3F-61F764C13ACE}"/>
                  </a:ext>
                </a:extLst>
              </p:cNvPr>
              <p:cNvSpPr>
                <a:spLocks noChangeShapeType="1"/>
              </p:cNvSpPr>
              <p:nvPr/>
            </p:nvSpPr>
            <p:spPr bwMode="auto">
              <a:xfrm flipH="1">
                <a:off x="573" y="956"/>
                <a:ext cx="234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5" name="Line 32">
                <a:extLst>
                  <a:ext uri="{FF2B5EF4-FFF2-40B4-BE49-F238E27FC236}">
                    <a16:creationId xmlns:a16="http://schemas.microsoft.com/office/drawing/2014/main" id="{108BC115-15B9-0494-D40B-590146E072D3}"/>
                  </a:ext>
                </a:extLst>
              </p:cNvPr>
              <p:cNvSpPr>
                <a:spLocks noChangeShapeType="1"/>
              </p:cNvSpPr>
              <p:nvPr/>
            </p:nvSpPr>
            <p:spPr bwMode="auto">
              <a:xfrm flipV="1">
                <a:off x="724" y="956"/>
                <a:ext cx="0" cy="453"/>
              </a:xfrm>
              <a:prstGeom prst="line">
                <a:avLst/>
              </a:prstGeom>
              <a:noFill/>
              <a:ln w="25400">
                <a:solidFill>
                  <a:srgbClr val="000000"/>
                </a:solidFill>
                <a:round/>
                <a:headEnd type="none" w="sm" len="sm"/>
                <a:tailEnd type="oval" w="med" len="med"/>
              </a:ln>
              <a:extLst>
                <a:ext uri="{909E8E84-426E-40DD-AFC4-6F175D3DCCD1}">
                  <a14:hiddenFill xmlns:a14="http://schemas.microsoft.com/office/drawing/2010/main">
                    <a:noFill/>
                  </a14:hiddenFill>
                </a:ext>
              </a:extLst>
            </p:spPr>
            <p:txBody>
              <a:bodyPr/>
              <a:lstStyle/>
              <a:p>
                <a:endParaRPr lang="en-US"/>
              </a:p>
            </p:txBody>
          </p:sp>
          <p:sp>
            <p:nvSpPr>
              <p:cNvPr id="26656" name="Line 33">
                <a:extLst>
                  <a:ext uri="{FF2B5EF4-FFF2-40B4-BE49-F238E27FC236}">
                    <a16:creationId xmlns:a16="http://schemas.microsoft.com/office/drawing/2014/main" id="{8861527D-6595-4E70-19EA-08789ACBC71E}"/>
                  </a:ext>
                </a:extLst>
              </p:cNvPr>
              <p:cNvSpPr>
                <a:spLocks noChangeShapeType="1"/>
              </p:cNvSpPr>
              <p:nvPr/>
            </p:nvSpPr>
            <p:spPr bwMode="auto">
              <a:xfrm flipV="1">
                <a:off x="1167" y="956"/>
                <a:ext cx="0" cy="277"/>
              </a:xfrm>
              <a:prstGeom prst="line">
                <a:avLst/>
              </a:prstGeom>
              <a:noFill/>
              <a:ln w="25400">
                <a:solidFill>
                  <a:srgbClr val="000000"/>
                </a:solidFill>
                <a:round/>
                <a:headEnd type="none" w="sm" len="sm"/>
                <a:tailEnd type="oval" w="med" len="med"/>
              </a:ln>
              <a:extLst>
                <a:ext uri="{909E8E84-426E-40DD-AFC4-6F175D3DCCD1}">
                  <a14:hiddenFill xmlns:a14="http://schemas.microsoft.com/office/drawing/2010/main">
                    <a:noFill/>
                  </a14:hiddenFill>
                </a:ext>
              </a:extLst>
            </p:spPr>
            <p:txBody>
              <a:bodyPr/>
              <a:lstStyle/>
              <a:p>
                <a:endParaRPr lang="en-US"/>
              </a:p>
            </p:txBody>
          </p:sp>
          <p:sp>
            <p:nvSpPr>
              <p:cNvPr id="26657" name="Text Box 35">
                <a:extLst>
                  <a:ext uri="{FF2B5EF4-FFF2-40B4-BE49-F238E27FC236}">
                    <a16:creationId xmlns:a16="http://schemas.microsoft.com/office/drawing/2014/main" id="{57D9A42D-0115-CEFF-636F-7A544ACFEAD6}"/>
                  </a:ext>
                </a:extLst>
              </p:cNvPr>
              <p:cNvSpPr txBox="1">
                <a:spLocks noChangeArrowheads="1"/>
              </p:cNvSpPr>
              <p:nvPr/>
            </p:nvSpPr>
            <p:spPr bwMode="auto">
              <a:xfrm>
                <a:off x="385" y="799"/>
                <a:ext cx="255"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b="0" u="none"/>
                  <a:t>F</a:t>
                </a:r>
              </a:p>
            </p:txBody>
          </p:sp>
          <p:sp>
            <p:nvSpPr>
              <p:cNvPr id="26658" name="Text Box 36">
                <a:extLst>
                  <a:ext uri="{FF2B5EF4-FFF2-40B4-BE49-F238E27FC236}">
                    <a16:creationId xmlns:a16="http://schemas.microsoft.com/office/drawing/2014/main" id="{54181BE8-BCC1-3246-0DA7-E683D7DDCB6C}"/>
                  </a:ext>
                </a:extLst>
              </p:cNvPr>
              <p:cNvSpPr txBox="1">
                <a:spLocks noChangeArrowheads="1"/>
              </p:cNvSpPr>
              <p:nvPr/>
            </p:nvSpPr>
            <p:spPr bwMode="auto">
              <a:xfrm>
                <a:off x="3488" y="1034"/>
                <a:ext cx="697"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Output</a:t>
                </a:r>
                <a:endParaRPr lang="ru-RU" altLang="en-US" sz="1600" b="0" u="none"/>
              </a:p>
            </p:txBody>
          </p:sp>
          <p:sp>
            <p:nvSpPr>
              <p:cNvPr id="26659" name="Text Box 37">
                <a:extLst>
                  <a:ext uri="{FF2B5EF4-FFF2-40B4-BE49-F238E27FC236}">
                    <a16:creationId xmlns:a16="http://schemas.microsoft.com/office/drawing/2014/main" id="{5324EFDD-772B-CCEC-B240-36F3AA017240}"/>
                  </a:ext>
                </a:extLst>
              </p:cNvPr>
              <p:cNvSpPr txBox="1">
                <a:spLocks noChangeArrowheads="1"/>
              </p:cNvSpPr>
              <p:nvPr/>
            </p:nvSpPr>
            <p:spPr bwMode="auto">
              <a:xfrm>
                <a:off x="817" y="1736"/>
                <a:ext cx="521"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Clock</a:t>
                </a:r>
                <a:endParaRPr lang="ru-RU" altLang="en-US" sz="1600" b="0" u="none"/>
              </a:p>
            </p:txBody>
          </p:sp>
          <p:sp>
            <p:nvSpPr>
              <p:cNvPr id="26660" name="Text Box 38">
                <a:extLst>
                  <a:ext uri="{FF2B5EF4-FFF2-40B4-BE49-F238E27FC236}">
                    <a16:creationId xmlns:a16="http://schemas.microsoft.com/office/drawing/2014/main" id="{6C13F54C-1441-E8B0-702D-85F7E325B0DC}"/>
                  </a:ext>
                </a:extLst>
              </p:cNvPr>
              <p:cNvSpPr txBox="1">
                <a:spLocks noChangeArrowheads="1"/>
              </p:cNvSpPr>
              <p:nvPr/>
            </p:nvSpPr>
            <p:spPr bwMode="auto">
              <a:xfrm>
                <a:off x="2432" y="1075"/>
                <a:ext cx="255"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b="0" u="none"/>
                  <a:t>Q</a:t>
                </a:r>
              </a:p>
            </p:txBody>
          </p:sp>
          <p:sp>
            <p:nvSpPr>
              <p:cNvPr id="26661" name="Line 42">
                <a:extLst>
                  <a:ext uri="{FF2B5EF4-FFF2-40B4-BE49-F238E27FC236}">
                    <a16:creationId xmlns:a16="http://schemas.microsoft.com/office/drawing/2014/main" id="{CE06047B-0D0C-C3E3-D435-596A5105FD5E}"/>
                  </a:ext>
                </a:extLst>
              </p:cNvPr>
              <p:cNvSpPr>
                <a:spLocks noChangeShapeType="1"/>
              </p:cNvSpPr>
              <p:nvPr/>
            </p:nvSpPr>
            <p:spPr bwMode="auto">
              <a:xfrm>
                <a:off x="721" y="1416"/>
                <a:ext cx="18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2" name="Text Box 43">
                <a:extLst>
                  <a:ext uri="{FF2B5EF4-FFF2-40B4-BE49-F238E27FC236}">
                    <a16:creationId xmlns:a16="http://schemas.microsoft.com/office/drawing/2014/main" id="{25C6A100-1137-AEA3-4D20-5390D6119520}"/>
                  </a:ext>
                </a:extLst>
              </p:cNvPr>
              <p:cNvSpPr txBox="1">
                <a:spLocks noChangeArrowheads="1"/>
              </p:cNvSpPr>
              <p:nvPr/>
            </p:nvSpPr>
            <p:spPr bwMode="auto">
              <a:xfrm>
                <a:off x="1492" y="963"/>
                <a:ext cx="54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Mux1</a:t>
                </a:r>
                <a:endParaRPr lang="ru-RU" altLang="en-US" b="0" u="none"/>
              </a:p>
            </p:txBody>
          </p:sp>
          <p:sp>
            <p:nvSpPr>
              <p:cNvPr id="26663" name="Text Box 44">
                <a:extLst>
                  <a:ext uri="{FF2B5EF4-FFF2-40B4-BE49-F238E27FC236}">
                    <a16:creationId xmlns:a16="http://schemas.microsoft.com/office/drawing/2014/main" id="{D52C8792-8F44-2141-1D9F-FDC9604C5C01}"/>
                  </a:ext>
                </a:extLst>
              </p:cNvPr>
              <p:cNvSpPr txBox="1">
                <a:spLocks noChangeArrowheads="1"/>
              </p:cNvSpPr>
              <p:nvPr/>
            </p:nvSpPr>
            <p:spPr bwMode="auto">
              <a:xfrm>
                <a:off x="3071" y="753"/>
                <a:ext cx="54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Mux2</a:t>
                </a:r>
                <a:endParaRPr lang="ru-RU" altLang="en-US" b="0" u="none"/>
              </a:p>
            </p:txBody>
          </p:sp>
          <p:sp>
            <p:nvSpPr>
              <p:cNvPr id="26664" name="Text Box 38">
                <a:extLst>
                  <a:ext uri="{FF2B5EF4-FFF2-40B4-BE49-F238E27FC236}">
                    <a16:creationId xmlns:a16="http://schemas.microsoft.com/office/drawing/2014/main" id="{54F55EDB-464F-C41A-3FDE-BE168D38422B}"/>
                  </a:ext>
                </a:extLst>
              </p:cNvPr>
              <p:cNvSpPr txBox="1">
                <a:spLocks noChangeArrowheads="1"/>
              </p:cNvSpPr>
              <p:nvPr/>
            </p:nvSpPr>
            <p:spPr bwMode="auto">
              <a:xfrm>
                <a:off x="1518" y="1494"/>
                <a:ext cx="455"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S</a:t>
                </a:r>
                <a:r>
                  <a:rPr lang="en-US" altLang="en-US" b="0" u="none" baseline="-25000"/>
                  <a:t>1</a:t>
                </a:r>
                <a:endParaRPr lang="ru-RU" altLang="en-US" b="0" u="none" baseline="-25000"/>
              </a:p>
            </p:txBody>
          </p:sp>
          <p:sp>
            <p:nvSpPr>
              <p:cNvPr id="26665" name="Text Box 38">
                <a:extLst>
                  <a:ext uri="{FF2B5EF4-FFF2-40B4-BE49-F238E27FC236}">
                    <a16:creationId xmlns:a16="http://schemas.microsoft.com/office/drawing/2014/main" id="{CF573680-E7A4-1359-92A7-9F317E90ACCD}"/>
                  </a:ext>
                </a:extLst>
              </p:cNvPr>
              <p:cNvSpPr txBox="1">
                <a:spLocks noChangeArrowheads="1"/>
              </p:cNvSpPr>
              <p:nvPr/>
            </p:nvSpPr>
            <p:spPr bwMode="auto">
              <a:xfrm>
                <a:off x="3145" y="1301"/>
                <a:ext cx="455"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S</a:t>
                </a:r>
                <a:r>
                  <a:rPr lang="en-US" altLang="en-US" b="0" u="none" baseline="-25000"/>
                  <a:t>2</a:t>
                </a:r>
                <a:endParaRPr lang="ru-RU" altLang="en-US" b="0" u="none" baseline="-25000"/>
              </a:p>
            </p:txBody>
          </p:sp>
          <p:sp>
            <p:nvSpPr>
              <p:cNvPr id="26666" name="Text Box 47">
                <a:extLst>
                  <a:ext uri="{FF2B5EF4-FFF2-40B4-BE49-F238E27FC236}">
                    <a16:creationId xmlns:a16="http://schemas.microsoft.com/office/drawing/2014/main" id="{AC578011-F892-8929-DB10-741641484B06}"/>
                  </a:ext>
                </a:extLst>
              </p:cNvPr>
              <p:cNvSpPr txBox="1">
                <a:spLocks noChangeArrowheads="1"/>
              </p:cNvSpPr>
              <p:nvPr/>
            </p:nvSpPr>
            <p:spPr bwMode="auto">
              <a:xfrm>
                <a:off x="2085" y="945"/>
                <a:ext cx="54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FF</a:t>
                </a:r>
                <a:endParaRPr lang="ru-RU" altLang="en-US" b="0" u="none"/>
              </a:p>
            </p:txBody>
          </p:sp>
        </p:grpSp>
        <p:grpSp>
          <p:nvGrpSpPr>
            <p:cNvPr id="26630" name="Группа 2">
              <a:extLst>
                <a:ext uri="{FF2B5EF4-FFF2-40B4-BE49-F238E27FC236}">
                  <a16:creationId xmlns:a16="http://schemas.microsoft.com/office/drawing/2014/main" id="{B6F52897-E8E6-8163-9C17-124487A1BF40}"/>
                </a:ext>
              </a:extLst>
            </p:cNvPr>
            <p:cNvGrpSpPr>
              <a:grpSpLocks/>
            </p:cNvGrpSpPr>
            <p:nvPr/>
          </p:nvGrpSpPr>
          <p:grpSpPr bwMode="auto">
            <a:xfrm>
              <a:off x="1543050" y="2490787"/>
              <a:ext cx="428625" cy="423863"/>
              <a:chOff x="2455863" y="3430588"/>
              <a:chExt cx="428625" cy="423863"/>
            </a:xfrm>
          </p:grpSpPr>
          <p:sp>
            <p:nvSpPr>
              <p:cNvPr id="26631" name="AutoShape 10">
                <a:extLst>
                  <a:ext uri="{FF2B5EF4-FFF2-40B4-BE49-F238E27FC236}">
                    <a16:creationId xmlns:a16="http://schemas.microsoft.com/office/drawing/2014/main" id="{86254560-E2F5-818C-42F9-3F5E2786E6C1}"/>
                  </a:ext>
                </a:extLst>
              </p:cNvPr>
              <p:cNvSpPr>
                <a:spLocks noChangeArrowheads="1"/>
              </p:cNvSpPr>
              <p:nvPr/>
            </p:nvSpPr>
            <p:spPr bwMode="auto">
              <a:xfrm flipH="1">
                <a:off x="2455863" y="3430588"/>
                <a:ext cx="428625" cy="423863"/>
              </a:xfrm>
              <a:prstGeom prst="moon">
                <a:avLst>
                  <a:gd name="adj" fmla="val 84819"/>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26632" name="AutoShape 11">
                <a:extLst>
                  <a:ext uri="{FF2B5EF4-FFF2-40B4-BE49-F238E27FC236}">
                    <a16:creationId xmlns:a16="http://schemas.microsoft.com/office/drawing/2014/main" id="{9CD78963-6438-4729-6C3E-71BE24714F99}"/>
                  </a:ext>
                </a:extLst>
              </p:cNvPr>
              <p:cNvSpPr>
                <a:spLocks noChangeArrowheads="1"/>
              </p:cNvSpPr>
              <p:nvPr/>
            </p:nvSpPr>
            <p:spPr bwMode="auto">
              <a:xfrm flipH="1">
                <a:off x="2546350" y="3440113"/>
                <a:ext cx="336550" cy="404813"/>
              </a:xfrm>
              <a:prstGeom prst="moon">
                <a:avLst>
                  <a:gd name="adj" fmla="val 84819"/>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BE414134-9060-FFDD-0AA3-F030E500735C}"/>
              </a:ext>
            </a:extLst>
          </p:cNvPr>
          <p:cNvSpPr>
            <a:spLocks noGrp="1" noChangeArrowheads="1"/>
          </p:cNvSpPr>
          <p:nvPr>
            <p:ph type="title"/>
          </p:nvPr>
        </p:nvSpPr>
        <p:spPr>
          <a:xfrm>
            <a:off x="0" y="183401"/>
            <a:ext cx="11612880" cy="704088"/>
          </a:xfrm>
        </p:spPr>
        <p:txBody>
          <a:bodyPr/>
          <a:lstStyle/>
          <a:p>
            <a:r>
              <a:rPr lang="en-US" altLang="en-US"/>
              <a:t>Programmable Arrays Logic (PAL)</a:t>
            </a:r>
            <a:endParaRPr lang="ru-RU" altLang="en-US"/>
          </a:p>
        </p:txBody>
      </p:sp>
      <p:grpSp>
        <p:nvGrpSpPr>
          <p:cNvPr id="27651" name="Group 203">
            <a:extLst>
              <a:ext uri="{FF2B5EF4-FFF2-40B4-BE49-F238E27FC236}">
                <a16:creationId xmlns:a16="http://schemas.microsoft.com/office/drawing/2014/main" id="{99D4BB86-5E9A-4D4A-A3F0-594EEB609152}"/>
              </a:ext>
            </a:extLst>
          </p:cNvPr>
          <p:cNvGrpSpPr>
            <a:grpSpLocks/>
          </p:cNvGrpSpPr>
          <p:nvPr/>
        </p:nvGrpSpPr>
        <p:grpSpPr bwMode="auto">
          <a:xfrm>
            <a:off x="2719388" y="1077913"/>
            <a:ext cx="5942012" cy="4673600"/>
            <a:chOff x="1195388" y="1077913"/>
            <a:chExt cx="5942012" cy="4673600"/>
          </a:xfrm>
        </p:grpSpPr>
        <p:grpSp>
          <p:nvGrpSpPr>
            <p:cNvPr id="27652" name="Group 3">
              <a:extLst>
                <a:ext uri="{FF2B5EF4-FFF2-40B4-BE49-F238E27FC236}">
                  <a16:creationId xmlns:a16="http://schemas.microsoft.com/office/drawing/2014/main" id="{7A7EAEE7-FBCB-CE46-AE03-1D273256FBE4}"/>
                </a:ext>
              </a:extLst>
            </p:cNvPr>
            <p:cNvGrpSpPr>
              <a:grpSpLocks/>
            </p:cNvGrpSpPr>
            <p:nvPr/>
          </p:nvGrpSpPr>
          <p:grpSpPr bwMode="auto">
            <a:xfrm>
              <a:off x="1256021" y="1077913"/>
              <a:ext cx="5881379" cy="4673600"/>
              <a:chOff x="288" y="768"/>
              <a:chExt cx="4656" cy="3557"/>
            </a:xfrm>
          </p:grpSpPr>
          <p:sp>
            <p:nvSpPr>
              <p:cNvPr id="27654" name="Line 4">
                <a:extLst>
                  <a:ext uri="{FF2B5EF4-FFF2-40B4-BE49-F238E27FC236}">
                    <a16:creationId xmlns:a16="http://schemas.microsoft.com/office/drawing/2014/main" id="{6493DEAB-4EDB-EDA4-E47E-892A2AF9E29E}"/>
                  </a:ext>
                </a:extLst>
              </p:cNvPr>
              <p:cNvSpPr>
                <a:spLocks noChangeShapeType="1"/>
              </p:cNvSpPr>
              <p:nvPr/>
            </p:nvSpPr>
            <p:spPr bwMode="auto">
              <a:xfrm>
                <a:off x="1268" y="1018"/>
                <a:ext cx="0" cy="2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5" name="AutoShape 5">
                <a:extLst>
                  <a:ext uri="{FF2B5EF4-FFF2-40B4-BE49-F238E27FC236}">
                    <a16:creationId xmlns:a16="http://schemas.microsoft.com/office/drawing/2014/main" id="{886AFED1-057D-2919-834D-3C150865F330}"/>
                  </a:ext>
                </a:extLst>
              </p:cNvPr>
              <p:cNvSpPr>
                <a:spLocks noChangeArrowheads="1"/>
              </p:cNvSpPr>
              <p:nvPr/>
            </p:nvSpPr>
            <p:spPr bwMode="auto">
              <a:xfrm rot="10800000">
                <a:off x="1105" y="1237"/>
                <a:ext cx="327" cy="188"/>
              </a:xfrm>
              <a:prstGeom prst="triangle">
                <a:avLst>
                  <a:gd name="adj" fmla="val 50000"/>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56" name="Line 6">
                <a:extLst>
                  <a:ext uri="{FF2B5EF4-FFF2-40B4-BE49-F238E27FC236}">
                    <a16:creationId xmlns:a16="http://schemas.microsoft.com/office/drawing/2014/main" id="{D92059EF-FD23-1AB4-0D30-6CF544750427}"/>
                  </a:ext>
                </a:extLst>
              </p:cNvPr>
              <p:cNvSpPr>
                <a:spLocks noChangeShapeType="1"/>
              </p:cNvSpPr>
              <p:nvPr/>
            </p:nvSpPr>
            <p:spPr bwMode="auto">
              <a:xfrm>
                <a:off x="1177" y="1315"/>
                <a:ext cx="0" cy="231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7" name="Oval 7">
                <a:extLst>
                  <a:ext uri="{FF2B5EF4-FFF2-40B4-BE49-F238E27FC236}">
                    <a16:creationId xmlns:a16="http://schemas.microsoft.com/office/drawing/2014/main" id="{BA2A5A4F-1A46-E46E-C130-ED2C05C330A6}"/>
                  </a:ext>
                </a:extLst>
              </p:cNvPr>
              <p:cNvSpPr>
                <a:spLocks noChangeArrowheads="1"/>
              </p:cNvSpPr>
              <p:nvPr/>
            </p:nvSpPr>
            <p:spPr bwMode="auto">
              <a:xfrm>
                <a:off x="1359" y="1292"/>
                <a:ext cx="82" cy="71"/>
              </a:xfrm>
              <a:prstGeom prst="ellipse">
                <a:avLst/>
              </a:prstGeom>
              <a:solidFill>
                <a:schemeClr val="accent1"/>
              </a:solidFill>
              <a:ln w="95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58" name="Line 8">
                <a:extLst>
                  <a:ext uri="{FF2B5EF4-FFF2-40B4-BE49-F238E27FC236}">
                    <a16:creationId xmlns:a16="http://schemas.microsoft.com/office/drawing/2014/main" id="{234C2CDC-88CA-7531-ADAF-21F68334C712}"/>
                  </a:ext>
                </a:extLst>
              </p:cNvPr>
              <p:cNvSpPr>
                <a:spLocks noChangeShapeType="1"/>
              </p:cNvSpPr>
              <p:nvPr/>
            </p:nvSpPr>
            <p:spPr bwMode="auto">
              <a:xfrm>
                <a:off x="1401" y="1359"/>
                <a:ext cx="0" cy="2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9" name="Line 9">
                <a:extLst>
                  <a:ext uri="{FF2B5EF4-FFF2-40B4-BE49-F238E27FC236}">
                    <a16:creationId xmlns:a16="http://schemas.microsoft.com/office/drawing/2014/main" id="{C15BD33B-D4FC-32B9-2B2F-D2D6F94F6D60}"/>
                  </a:ext>
                </a:extLst>
              </p:cNvPr>
              <p:cNvSpPr>
                <a:spLocks noChangeShapeType="1"/>
              </p:cNvSpPr>
              <p:nvPr/>
            </p:nvSpPr>
            <p:spPr bwMode="auto">
              <a:xfrm>
                <a:off x="1050" y="1589"/>
                <a:ext cx="16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0" name="Line 10">
                <a:extLst>
                  <a:ext uri="{FF2B5EF4-FFF2-40B4-BE49-F238E27FC236}">
                    <a16:creationId xmlns:a16="http://schemas.microsoft.com/office/drawing/2014/main" id="{E2DF5EBC-6326-9DD7-D693-2CDC6FE27A14}"/>
                  </a:ext>
                </a:extLst>
              </p:cNvPr>
              <p:cNvSpPr>
                <a:spLocks noChangeShapeType="1"/>
              </p:cNvSpPr>
              <p:nvPr/>
            </p:nvSpPr>
            <p:spPr bwMode="auto">
              <a:xfrm>
                <a:off x="1825" y="1023"/>
                <a:ext cx="0" cy="22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1" name="AutoShape 11">
                <a:extLst>
                  <a:ext uri="{FF2B5EF4-FFF2-40B4-BE49-F238E27FC236}">
                    <a16:creationId xmlns:a16="http://schemas.microsoft.com/office/drawing/2014/main" id="{CB8F6067-ED62-F31B-8A97-B6E6C77B62CC}"/>
                  </a:ext>
                </a:extLst>
              </p:cNvPr>
              <p:cNvSpPr>
                <a:spLocks noChangeArrowheads="1"/>
              </p:cNvSpPr>
              <p:nvPr/>
            </p:nvSpPr>
            <p:spPr bwMode="auto">
              <a:xfrm rot="10800000">
                <a:off x="1662" y="1242"/>
                <a:ext cx="327" cy="187"/>
              </a:xfrm>
              <a:prstGeom prst="triangle">
                <a:avLst>
                  <a:gd name="adj" fmla="val 50000"/>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62" name="Line 12">
                <a:extLst>
                  <a:ext uri="{FF2B5EF4-FFF2-40B4-BE49-F238E27FC236}">
                    <a16:creationId xmlns:a16="http://schemas.microsoft.com/office/drawing/2014/main" id="{26195B13-5C72-8D2D-ECBF-DF167BD59689}"/>
                  </a:ext>
                </a:extLst>
              </p:cNvPr>
              <p:cNvSpPr>
                <a:spLocks noChangeShapeType="1"/>
              </p:cNvSpPr>
              <p:nvPr/>
            </p:nvSpPr>
            <p:spPr bwMode="auto">
              <a:xfrm>
                <a:off x="1735" y="1320"/>
                <a:ext cx="0" cy="23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3" name="Oval 13">
                <a:extLst>
                  <a:ext uri="{FF2B5EF4-FFF2-40B4-BE49-F238E27FC236}">
                    <a16:creationId xmlns:a16="http://schemas.microsoft.com/office/drawing/2014/main" id="{2A44C174-9161-C769-C957-E3A952972FC5}"/>
                  </a:ext>
                </a:extLst>
              </p:cNvPr>
              <p:cNvSpPr>
                <a:spLocks noChangeArrowheads="1"/>
              </p:cNvSpPr>
              <p:nvPr/>
            </p:nvSpPr>
            <p:spPr bwMode="auto">
              <a:xfrm>
                <a:off x="1916" y="1296"/>
                <a:ext cx="83" cy="71"/>
              </a:xfrm>
              <a:prstGeom prst="ellipse">
                <a:avLst/>
              </a:prstGeom>
              <a:solidFill>
                <a:schemeClr val="accent1"/>
              </a:solidFill>
              <a:ln w="95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64" name="Line 14">
                <a:extLst>
                  <a:ext uri="{FF2B5EF4-FFF2-40B4-BE49-F238E27FC236}">
                    <a16:creationId xmlns:a16="http://schemas.microsoft.com/office/drawing/2014/main" id="{30208A37-4091-F368-160B-07FF33BCCAE0}"/>
                  </a:ext>
                </a:extLst>
              </p:cNvPr>
              <p:cNvSpPr>
                <a:spLocks noChangeShapeType="1"/>
              </p:cNvSpPr>
              <p:nvPr/>
            </p:nvSpPr>
            <p:spPr bwMode="auto">
              <a:xfrm>
                <a:off x="1958" y="1362"/>
                <a:ext cx="0" cy="2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5" name="Line 15">
                <a:extLst>
                  <a:ext uri="{FF2B5EF4-FFF2-40B4-BE49-F238E27FC236}">
                    <a16:creationId xmlns:a16="http://schemas.microsoft.com/office/drawing/2014/main" id="{66E3B7A9-1157-6275-3F11-7F16AA44D6E0}"/>
                  </a:ext>
                </a:extLst>
              </p:cNvPr>
              <p:cNvSpPr>
                <a:spLocks noChangeShapeType="1"/>
              </p:cNvSpPr>
              <p:nvPr/>
            </p:nvSpPr>
            <p:spPr bwMode="auto">
              <a:xfrm>
                <a:off x="2403" y="1018"/>
                <a:ext cx="0" cy="2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6" name="AutoShape 16">
                <a:extLst>
                  <a:ext uri="{FF2B5EF4-FFF2-40B4-BE49-F238E27FC236}">
                    <a16:creationId xmlns:a16="http://schemas.microsoft.com/office/drawing/2014/main" id="{3517B8F4-19F8-5043-A60E-C812F46B0F46}"/>
                  </a:ext>
                </a:extLst>
              </p:cNvPr>
              <p:cNvSpPr>
                <a:spLocks noChangeArrowheads="1"/>
              </p:cNvSpPr>
              <p:nvPr/>
            </p:nvSpPr>
            <p:spPr bwMode="auto">
              <a:xfrm rot="10800000">
                <a:off x="2239" y="1237"/>
                <a:ext cx="327" cy="188"/>
              </a:xfrm>
              <a:prstGeom prst="triangle">
                <a:avLst>
                  <a:gd name="adj" fmla="val 50000"/>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67" name="Line 17">
                <a:extLst>
                  <a:ext uri="{FF2B5EF4-FFF2-40B4-BE49-F238E27FC236}">
                    <a16:creationId xmlns:a16="http://schemas.microsoft.com/office/drawing/2014/main" id="{7B29F55F-05EE-90C3-F38B-D0F2D5382C57}"/>
                  </a:ext>
                </a:extLst>
              </p:cNvPr>
              <p:cNvSpPr>
                <a:spLocks noChangeShapeType="1"/>
              </p:cNvSpPr>
              <p:nvPr/>
            </p:nvSpPr>
            <p:spPr bwMode="auto">
              <a:xfrm>
                <a:off x="2310" y="1315"/>
                <a:ext cx="0" cy="231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8" name="Oval 18">
                <a:extLst>
                  <a:ext uri="{FF2B5EF4-FFF2-40B4-BE49-F238E27FC236}">
                    <a16:creationId xmlns:a16="http://schemas.microsoft.com/office/drawing/2014/main" id="{7E12085C-DC8B-2DCF-B59C-605D945CA33E}"/>
                  </a:ext>
                </a:extLst>
              </p:cNvPr>
              <p:cNvSpPr>
                <a:spLocks noChangeArrowheads="1"/>
              </p:cNvSpPr>
              <p:nvPr/>
            </p:nvSpPr>
            <p:spPr bwMode="auto">
              <a:xfrm>
                <a:off x="2493" y="1292"/>
                <a:ext cx="83" cy="71"/>
              </a:xfrm>
              <a:prstGeom prst="ellipse">
                <a:avLst/>
              </a:prstGeom>
              <a:solidFill>
                <a:schemeClr val="accent1"/>
              </a:solidFill>
              <a:ln w="95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69" name="Line 19">
                <a:extLst>
                  <a:ext uri="{FF2B5EF4-FFF2-40B4-BE49-F238E27FC236}">
                    <a16:creationId xmlns:a16="http://schemas.microsoft.com/office/drawing/2014/main" id="{AD44F686-6CFB-75CB-EEEB-B80F2389D282}"/>
                  </a:ext>
                </a:extLst>
              </p:cNvPr>
              <p:cNvSpPr>
                <a:spLocks noChangeShapeType="1"/>
              </p:cNvSpPr>
              <p:nvPr/>
            </p:nvSpPr>
            <p:spPr bwMode="auto">
              <a:xfrm>
                <a:off x="2537" y="1359"/>
                <a:ext cx="0" cy="22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0" name="Line 20">
                <a:extLst>
                  <a:ext uri="{FF2B5EF4-FFF2-40B4-BE49-F238E27FC236}">
                    <a16:creationId xmlns:a16="http://schemas.microsoft.com/office/drawing/2014/main" id="{3E278E59-C3D2-B454-4AE2-E7F9B02B5A43}"/>
                  </a:ext>
                </a:extLst>
              </p:cNvPr>
              <p:cNvSpPr>
                <a:spLocks noChangeShapeType="1"/>
              </p:cNvSpPr>
              <p:nvPr/>
            </p:nvSpPr>
            <p:spPr bwMode="auto">
              <a:xfrm>
                <a:off x="1038" y="1858"/>
                <a:ext cx="16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1" name="Line 21">
                <a:extLst>
                  <a:ext uri="{FF2B5EF4-FFF2-40B4-BE49-F238E27FC236}">
                    <a16:creationId xmlns:a16="http://schemas.microsoft.com/office/drawing/2014/main" id="{A96DAFBE-3563-3289-8DAD-9E1F198C4AB4}"/>
                  </a:ext>
                </a:extLst>
              </p:cNvPr>
              <p:cNvSpPr>
                <a:spLocks noChangeShapeType="1"/>
              </p:cNvSpPr>
              <p:nvPr/>
            </p:nvSpPr>
            <p:spPr bwMode="auto">
              <a:xfrm>
                <a:off x="1047" y="2131"/>
                <a:ext cx="16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2" name="Line 22">
                <a:extLst>
                  <a:ext uri="{FF2B5EF4-FFF2-40B4-BE49-F238E27FC236}">
                    <a16:creationId xmlns:a16="http://schemas.microsoft.com/office/drawing/2014/main" id="{CA46331C-0666-0F37-F324-9499ED54D95F}"/>
                  </a:ext>
                </a:extLst>
              </p:cNvPr>
              <p:cNvSpPr>
                <a:spLocks noChangeShapeType="1"/>
              </p:cNvSpPr>
              <p:nvPr/>
            </p:nvSpPr>
            <p:spPr bwMode="auto">
              <a:xfrm>
                <a:off x="1050" y="2949"/>
                <a:ext cx="16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3" name="Line 23">
                <a:extLst>
                  <a:ext uri="{FF2B5EF4-FFF2-40B4-BE49-F238E27FC236}">
                    <a16:creationId xmlns:a16="http://schemas.microsoft.com/office/drawing/2014/main" id="{C56C2332-A664-317F-08A0-C6A4116F1A94}"/>
                  </a:ext>
                </a:extLst>
              </p:cNvPr>
              <p:cNvSpPr>
                <a:spLocks noChangeShapeType="1"/>
              </p:cNvSpPr>
              <p:nvPr/>
            </p:nvSpPr>
            <p:spPr bwMode="auto">
              <a:xfrm>
                <a:off x="1050" y="2425"/>
                <a:ext cx="16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4" name="Line 24">
                <a:extLst>
                  <a:ext uri="{FF2B5EF4-FFF2-40B4-BE49-F238E27FC236}">
                    <a16:creationId xmlns:a16="http://schemas.microsoft.com/office/drawing/2014/main" id="{3D53DE9A-07DC-8112-997D-FDE93A8F635D}"/>
                  </a:ext>
                </a:extLst>
              </p:cNvPr>
              <p:cNvSpPr>
                <a:spLocks noChangeShapeType="1"/>
              </p:cNvSpPr>
              <p:nvPr/>
            </p:nvSpPr>
            <p:spPr bwMode="auto">
              <a:xfrm>
                <a:off x="1047" y="2686"/>
                <a:ext cx="16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75" name="Group 25">
                <a:extLst>
                  <a:ext uri="{FF2B5EF4-FFF2-40B4-BE49-F238E27FC236}">
                    <a16:creationId xmlns:a16="http://schemas.microsoft.com/office/drawing/2014/main" id="{9AF96C63-7354-3D53-A62B-7E25CE83F43D}"/>
                  </a:ext>
                </a:extLst>
              </p:cNvPr>
              <p:cNvGrpSpPr>
                <a:grpSpLocks/>
              </p:cNvGrpSpPr>
              <p:nvPr/>
            </p:nvGrpSpPr>
            <p:grpSpPr bwMode="auto">
              <a:xfrm>
                <a:off x="2739" y="1490"/>
                <a:ext cx="217" cy="194"/>
                <a:chOff x="3615" y="11343"/>
                <a:chExt cx="419" cy="525"/>
              </a:xfrm>
            </p:grpSpPr>
            <p:sp>
              <p:nvSpPr>
                <p:cNvPr id="27847" name="Arc 26">
                  <a:extLst>
                    <a:ext uri="{FF2B5EF4-FFF2-40B4-BE49-F238E27FC236}">
                      <a16:creationId xmlns:a16="http://schemas.microsoft.com/office/drawing/2014/main" id="{C4884C71-BD61-FDD0-66B2-DFB85FF843D5}"/>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7848" name="Line 27">
                  <a:extLst>
                    <a:ext uri="{FF2B5EF4-FFF2-40B4-BE49-F238E27FC236}">
                      <a16:creationId xmlns:a16="http://schemas.microsoft.com/office/drawing/2014/main" id="{C53188C0-A92D-417D-2F2B-0F179226ECDF}"/>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49" name="Line 28">
                  <a:extLst>
                    <a:ext uri="{FF2B5EF4-FFF2-40B4-BE49-F238E27FC236}">
                      <a16:creationId xmlns:a16="http://schemas.microsoft.com/office/drawing/2014/main" id="{1EBB47DB-9789-EF25-86FE-C9AF69EFEB67}"/>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50" name="Line 29">
                  <a:extLst>
                    <a:ext uri="{FF2B5EF4-FFF2-40B4-BE49-F238E27FC236}">
                      <a16:creationId xmlns:a16="http://schemas.microsoft.com/office/drawing/2014/main" id="{45F97DBF-AE7B-22A0-1486-BC9EF8D3C913}"/>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676" name="Group 30">
                <a:extLst>
                  <a:ext uri="{FF2B5EF4-FFF2-40B4-BE49-F238E27FC236}">
                    <a16:creationId xmlns:a16="http://schemas.microsoft.com/office/drawing/2014/main" id="{CCF68E9B-C909-0E4A-73B1-400AE6B57404}"/>
                  </a:ext>
                </a:extLst>
              </p:cNvPr>
              <p:cNvGrpSpPr>
                <a:grpSpLocks/>
              </p:cNvGrpSpPr>
              <p:nvPr/>
            </p:nvGrpSpPr>
            <p:grpSpPr bwMode="auto">
              <a:xfrm>
                <a:off x="2735" y="1767"/>
                <a:ext cx="218" cy="194"/>
                <a:chOff x="3615" y="11343"/>
                <a:chExt cx="419" cy="525"/>
              </a:xfrm>
            </p:grpSpPr>
            <p:sp>
              <p:nvSpPr>
                <p:cNvPr id="27843" name="Arc 31">
                  <a:extLst>
                    <a:ext uri="{FF2B5EF4-FFF2-40B4-BE49-F238E27FC236}">
                      <a16:creationId xmlns:a16="http://schemas.microsoft.com/office/drawing/2014/main" id="{70DA53C5-4E28-6010-BADF-9876FA11AEAF}"/>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7844" name="Line 32">
                  <a:extLst>
                    <a:ext uri="{FF2B5EF4-FFF2-40B4-BE49-F238E27FC236}">
                      <a16:creationId xmlns:a16="http://schemas.microsoft.com/office/drawing/2014/main" id="{CA6A66E2-A962-20B3-8B13-E5033616A89E}"/>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45" name="Line 33">
                  <a:extLst>
                    <a:ext uri="{FF2B5EF4-FFF2-40B4-BE49-F238E27FC236}">
                      <a16:creationId xmlns:a16="http://schemas.microsoft.com/office/drawing/2014/main" id="{5BCDADEB-3257-3217-F6DA-3197EB24C4EE}"/>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46" name="Line 34">
                  <a:extLst>
                    <a:ext uri="{FF2B5EF4-FFF2-40B4-BE49-F238E27FC236}">
                      <a16:creationId xmlns:a16="http://schemas.microsoft.com/office/drawing/2014/main" id="{C8377FD9-6712-0FE1-5C4C-36361B358D62}"/>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677" name="Group 35">
                <a:extLst>
                  <a:ext uri="{FF2B5EF4-FFF2-40B4-BE49-F238E27FC236}">
                    <a16:creationId xmlns:a16="http://schemas.microsoft.com/office/drawing/2014/main" id="{86D14C5E-458D-2F97-A004-90FDEE662F73}"/>
                  </a:ext>
                </a:extLst>
              </p:cNvPr>
              <p:cNvGrpSpPr>
                <a:grpSpLocks/>
              </p:cNvGrpSpPr>
              <p:nvPr/>
            </p:nvGrpSpPr>
            <p:grpSpPr bwMode="auto">
              <a:xfrm>
                <a:off x="2731" y="2036"/>
                <a:ext cx="218" cy="194"/>
                <a:chOff x="3615" y="11343"/>
                <a:chExt cx="419" cy="525"/>
              </a:xfrm>
            </p:grpSpPr>
            <p:sp>
              <p:nvSpPr>
                <p:cNvPr id="27839" name="Arc 36">
                  <a:extLst>
                    <a:ext uri="{FF2B5EF4-FFF2-40B4-BE49-F238E27FC236}">
                      <a16:creationId xmlns:a16="http://schemas.microsoft.com/office/drawing/2014/main" id="{617EFB11-3D56-6B03-73A7-1206FEA48E97}"/>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7840" name="Line 37">
                  <a:extLst>
                    <a:ext uri="{FF2B5EF4-FFF2-40B4-BE49-F238E27FC236}">
                      <a16:creationId xmlns:a16="http://schemas.microsoft.com/office/drawing/2014/main" id="{2A2B18F1-976A-1894-5344-2A4B76EC2CAA}"/>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41" name="Line 38">
                  <a:extLst>
                    <a:ext uri="{FF2B5EF4-FFF2-40B4-BE49-F238E27FC236}">
                      <a16:creationId xmlns:a16="http://schemas.microsoft.com/office/drawing/2014/main" id="{B0A5E099-5E7B-AB66-38C6-073C8131E022}"/>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42" name="Line 39">
                  <a:extLst>
                    <a:ext uri="{FF2B5EF4-FFF2-40B4-BE49-F238E27FC236}">
                      <a16:creationId xmlns:a16="http://schemas.microsoft.com/office/drawing/2014/main" id="{EDD4D9FE-641A-04C0-C134-FB326FCC3E3D}"/>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678" name="Group 40">
                <a:extLst>
                  <a:ext uri="{FF2B5EF4-FFF2-40B4-BE49-F238E27FC236}">
                    <a16:creationId xmlns:a16="http://schemas.microsoft.com/office/drawing/2014/main" id="{F94F6E66-A487-09B1-9062-9EBEA523DAF3}"/>
                  </a:ext>
                </a:extLst>
              </p:cNvPr>
              <p:cNvGrpSpPr>
                <a:grpSpLocks/>
              </p:cNvGrpSpPr>
              <p:nvPr/>
            </p:nvGrpSpPr>
            <p:grpSpPr bwMode="auto">
              <a:xfrm>
                <a:off x="2737" y="2321"/>
                <a:ext cx="218" cy="193"/>
                <a:chOff x="3615" y="11343"/>
                <a:chExt cx="419" cy="525"/>
              </a:xfrm>
            </p:grpSpPr>
            <p:sp>
              <p:nvSpPr>
                <p:cNvPr id="27835" name="Arc 41">
                  <a:extLst>
                    <a:ext uri="{FF2B5EF4-FFF2-40B4-BE49-F238E27FC236}">
                      <a16:creationId xmlns:a16="http://schemas.microsoft.com/office/drawing/2014/main" id="{9F3F8374-17E4-173A-9705-55F93E6643D9}"/>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7836" name="Line 42">
                  <a:extLst>
                    <a:ext uri="{FF2B5EF4-FFF2-40B4-BE49-F238E27FC236}">
                      <a16:creationId xmlns:a16="http://schemas.microsoft.com/office/drawing/2014/main" id="{40069D71-85CF-CBE4-AB3C-42C61ABB7719}"/>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37" name="Line 43">
                  <a:extLst>
                    <a:ext uri="{FF2B5EF4-FFF2-40B4-BE49-F238E27FC236}">
                      <a16:creationId xmlns:a16="http://schemas.microsoft.com/office/drawing/2014/main" id="{C5358617-48B6-F5EB-F5DA-750D9826EAEE}"/>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38" name="Line 44">
                  <a:extLst>
                    <a:ext uri="{FF2B5EF4-FFF2-40B4-BE49-F238E27FC236}">
                      <a16:creationId xmlns:a16="http://schemas.microsoft.com/office/drawing/2014/main" id="{79C24279-DB93-3F5B-D2C5-4256D32AAF0D}"/>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679" name="Group 45">
                <a:extLst>
                  <a:ext uri="{FF2B5EF4-FFF2-40B4-BE49-F238E27FC236}">
                    <a16:creationId xmlns:a16="http://schemas.microsoft.com/office/drawing/2014/main" id="{0EE541DF-121C-66EB-0A2C-5612146F4341}"/>
                  </a:ext>
                </a:extLst>
              </p:cNvPr>
              <p:cNvGrpSpPr>
                <a:grpSpLocks/>
              </p:cNvGrpSpPr>
              <p:nvPr/>
            </p:nvGrpSpPr>
            <p:grpSpPr bwMode="auto">
              <a:xfrm>
                <a:off x="2742" y="2589"/>
                <a:ext cx="218" cy="194"/>
                <a:chOff x="3615" y="11343"/>
                <a:chExt cx="419" cy="525"/>
              </a:xfrm>
            </p:grpSpPr>
            <p:sp>
              <p:nvSpPr>
                <p:cNvPr id="27831" name="Arc 46">
                  <a:extLst>
                    <a:ext uri="{FF2B5EF4-FFF2-40B4-BE49-F238E27FC236}">
                      <a16:creationId xmlns:a16="http://schemas.microsoft.com/office/drawing/2014/main" id="{98D635F4-91C2-7C33-54D3-4EF1149BFC07}"/>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7832" name="Line 47">
                  <a:extLst>
                    <a:ext uri="{FF2B5EF4-FFF2-40B4-BE49-F238E27FC236}">
                      <a16:creationId xmlns:a16="http://schemas.microsoft.com/office/drawing/2014/main" id="{72F3422F-2104-45B9-4383-A6110775F169}"/>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33" name="Line 48">
                  <a:extLst>
                    <a:ext uri="{FF2B5EF4-FFF2-40B4-BE49-F238E27FC236}">
                      <a16:creationId xmlns:a16="http://schemas.microsoft.com/office/drawing/2014/main" id="{95921C37-7A21-049A-99E8-2487028CA7E4}"/>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34" name="Line 49">
                  <a:extLst>
                    <a:ext uri="{FF2B5EF4-FFF2-40B4-BE49-F238E27FC236}">
                      <a16:creationId xmlns:a16="http://schemas.microsoft.com/office/drawing/2014/main" id="{47BD7ADE-1819-74BE-0293-708B8D90D2A4}"/>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680" name="Group 50">
                <a:extLst>
                  <a:ext uri="{FF2B5EF4-FFF2-40B4-BE49-F238E27FC236}">
                    <a16:creationId xmlns:a16="http://schemas.microsoft.com/office/drawing/2014/main" id="{DB216BDF-8ACC-0C3D-991E-859A2D5BECDE}"/>
                  </a:ext>
                </a:extLst>
              </p:cNvPr>
              <p:cNvGrpSpPr>
                <a:grpSpLocks/>
              </p:cNvGrpSpPr>
              <p:nvPr/>
            </p:nvGrpSpPr>
            <p:grpSpPr bwMode="auto">
              <a:xfrm>
                <a:off x="2748" y="2851"/>
                <a:ext cx="217" cy="193"/>
                <a:chOff x="3615" y="11343"/>
                <a:chExt cx="419" cy="525"/>
              </a:xfrm>
            </p:grpSpPr>
            <p:sp>
              <p:nvSpPr>
                <p:cNvPr id="27827" name="Arc 51">
                  <a:extLst>
                    <a:ext uri="{FF2B5EF4-FFF2-40B4-BE49-F238E27FC236}">
                      <a16:creationId xmlns:a16="http://schemas.microsoft.com/office/drawing/2014/main" id="{F4ECFB31-9E0A-7196-EE16-15D82CC47884}"/>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7828" name="Line 52">
                  <a:extLst>
                    <a:ext uri="{FF2B5EF4-FFF2-40B4-BE49-F238E27FC236}">
                      <a16:creationId xmlns:a16="http://schemas.microsoft.com/office/drawing/2014/main" id="{44D023D9-E6EF-E395-2F31-FBAADF0FC9A1}"/>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29" name="Line 53">
                  <a:extLst>
                    <a:ext uri="{FF2B5EF4-FFF2-40B4-BE49-F238E27FC236}">
                      <a16:creationId xmlns:a16="http://schemas.microsoft.com/office/drawing/2014/main" id="{12A360D0-4B21-99EE-FEB8-D5A3F259F163}"/>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30" name="Line 54">
                  <a:extLst>
                    <a:ext uri="{FF2B5EF4-FFF2-40B4-BE49-F238E27FC236}">
                      <a16:creationId xmlns:a16="http://schemas.microsoft.com/office/drawing/2014/main" id="{3EDF4AE1-EDE7-9183-3DD4-02F18B886BE2}"/>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7681" name="Line 55">
                <a:extLst>
                  <a:ext uri="{FF2B5EF4-FFF2-40B4-BE49-F238E27FC236}">
                    <a16:creationId xmlns:a16="http://schemas.microsoft.com/office/drawing/2014/main" id="{5C613B26-6549-A3B1-5708-45A8953FD94C}"/>
                  </a:ext>
                </a:extLst>
              </p:cNvPr>
              <p:cNvSpPr>
                <a:spLocks noChangeShapeType="1"/>
              </p:cNvSpPr>
              <p:nvPr/>
            </p:nvSpPr>
            <p:spPr bwMode="auto">
              <a:xfrm>
                <a:off x="2956" y="1589"/>
                <a:ext cx="18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2" name="AutoShape 56">
                <a:extLst>
                  <a:ext uri="{FF2B5EF4-FFF2-40B4-BE49-F238E27FC236}">
                    <a16:creationId xmlns:a16="http://schemas.microsoft.com/office/drawing/2014/main" id="{0445E25D-BBA5-BE4F-C8D5-949A8E709192}"/>
                  </a:ext>
                </a:extLst>
              </p:cNvPr>
              <p:cNvSpPr>
                <a:spLocks noChangeArrowheads="1"/>
              </p:cNvSpPr>
              <p:nvPr/>
            </p:nvSpPr>
            <p:spPr bwMode="auto">
              <a:xfrm rot="5400000" flipH="1">
                <a:off x="3288" y="3680"/>
                <a:ext cx="186" cy="288"/>
              </a:xfrm>
              <a:prstGeom prst="moon">
                <a:avLst>
                  <a:gd name="adj" fmla="val 84819"/>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83" name="AutoShape 57">
                <a:extLst>
                  <a:ext uri="{FF2B5EF4-FFF2-40B4-BE49-F238E27FC236}">
                    <a16:creationId xmlns:a16="http://schemas.microsoft.com/office/drawing/2014/main" id="{FD82FD27-F9A1-620E-1840-3B92D06F7943}"/>
                  </a:ext>
                </a:extLst>
              </p:cNvPr>
              <p:cNvSpPr>
                <a:spLocks noChangeArrowheads="1"/>
              </p:cNvSpPr>
              <p:nvPr/>
            </p:nvSpPr>
            <p:spPr bwMode="auto">
              <a:xfrm rot="5400000" flipH="1">
                <a:off x="3715" y="3688"/>
                <a:ext cx="186" cy="288"/>
              </a:xfrm>
              <a:prstGeom prst="moon">
                <a:avLst>
                  <a:gd name="adj" fmla="val 84819"/>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84" name="AutoShape 58">
                <a:extLst>
                  <a:ext uri="{FF2B5EF4-FFF2-40B4-BE49-F238E27FC236}">
                    <a16:creationId xmlns:a16="http://schemas.microsoft.com/office/drawing/2014/main" id="{C712F281-6CF0-C791-45DD-3EB0AA7091D4}"/>
                  </a:ext>
                </a:extLst>
              </p:cNvPr>
              <p:cNvSpPr>
                <a:spLocks noChangeArrowheads="1"/>
              </p:cNvSpPr>
              <p:nvPr/>
            </p:nvSpPr>
            <p:spPr bwMode="auto">
              <a:xfrm rot="5400000" flipH="1">
                <a:off x="4133" y="3680"/>
                <a:ext cx="186" cy="287"/>
              </a:xfrm>
              <a:prstGeom prst="moon">
                <a:avLst>
                  <a:gd name="adj" fmla="val 84819"/>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85" name="AutoShape 59">
                <a:extLst>
                  <a:ext uri="{FF2B5EF4-FFF2-40B4-BE49-F238E27FC236}">
                    <a16:creationId xmlns:a16="http://schemas.microsoft.com/office/drawing/2014/main" id="{A106B5FE-055F-9B3A-E150-3DDE65708777}"/>
                  </a:ext>
                </a:extLst>
              </p:cNvPr>
              <p:cNvSpPr>
                <a:spLocks noChangeArrowheads="1"/>
              </p:cNvSpPr>
              <p:nvPr/>
            </p:nvSpPr>
            <p:spPr bwMode="auto">
              <a:xfrm rot="5400000" flipH="1">
                <a:off x="4532" y="3688"/>
                <a:ext cx="186" cy="288"/>
              </a:xfrm>
              <a:prstGeom prst="moon">
                <a:avLst>
                  <a:gd name="adj" fmla="val 84819"/>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686" name="Line 60">
                <a:extLst>
                  <a:ext uri="{FF2B5EF4-FFF2-40B4-BE49-F238E27FC236}">
                    <a16:creationId xmlns:a16="http://schemas.microsoft.com/office/drawing/2014/main" id="{EE5C5933-33F8-76DC-3536-1840A314C879}"/>
                  </a:ext>
                </a:extLst>
              </p:cNvPr>
              <p:cNvSpPr>
                <a:spLocks noChangeShapeType="1"/>
              </p:cNvSpPr>
              <p:nvPr/>
            </p:nvSpPr>
            <p:spPr bwMode="auto">
              <a:xfrm flipV="1">
                <a:off x="3383" y="1347"/>
                <a:ext cx="0" cy="241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7" name="Line 61">
                <a:extLst>
                  <a:ext uri="{FF2B5EF4-FFF2-40B4-BE49-F238E27FC236}">
                    <a16:creationId xmlns:a16="http://schemas.microsoft.com/office/drawing/2014/main" id="{24FC9AA8-A8C3-F860-22CD-D6C274C65C6A}"/>
                  </a:ext>
                </a:extLst>
              </p:cNvPr>
              <p:cNvSpPr>
                <a:spLocks noChangeShapeType="1"/>
              </p:cNvSpPr>
              <p:nvPr/>
            </p:nvSpPr>
            <p:spPr bwMode="auto">
              <a:xfrm flipV="1">
                <a:off x="3809" y="1353"/>
                <a:ext cx="0" cy="241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8" name="Line 62">
                <a:extLst>
                  <a:ext uri="{FF2B5EF4-FFF2-40B4-BE49-F238E27FC236}">
                    <a16:creationId xmlns:a16="http://schemas.microsoft.com/office/drawing/2014/main" id="{2167BAE6-CD81-949C-FEF3-4E0AAA7AB3A6}"/>
                  </a:ext>
                </a:extLst>
              </p:cNvPr>
              <p:cNvSpPr>
                <a:spLocks noChangeShapeType="1"/>
              </p:cNvSpPr>
              <p:nvPr/>
            </p:nvSpPr>
            <p:spPr bwMode="auto">
              <a:xfrm flipV="1">
                <a:off x="4227" y="1339"/>
                <a:ext cx="0" cy="241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9" name="Line 63">
                <a:extLst>
                  <a:ext uri="{FF2B5EF4-FFF2-40B4-BE49-F238E27FC236}">
                    <a16:creationId xmlns:a16="http://schemas.microsoft.com/office/drawing/2014/main" id="{FF1E4B3F-AF8B-4951-BE85-5799DF887215}"/>
                  </a:ext>
                </a:extLst>
              </p:cNvPr>
              <p:cNvSpPr>
                <a:spLocks noChangeShapeType="1"/>
              </p:cNvSpPr>
              <p:nvPr/>
            </p:nvSpPr>
            <p:spPr bwMode="auto">
              <a:xfrm flipV="1">
                <a:off x="4617" y="1347"/>
                <a:ext cx="0" cy="241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0" name="Line 64">
                <a:extLst>
                  <a:ext uri="{FF2B5EF4-FFF2-40B4-BE49-F238E27FC236}">
                    <a16:creationId xmlns:a16="http://schemas.microsoft.com/office/drawing/2014/main" id="{1E454A1F-BC78-C00B-6BF6-390F0189D94C}"/>
                  </a:ext>
                </a:extLst>
              </p:cNvPr>
              <p:cNvSpPr>
                <a:spLocks noChangeShapeType="1"/>
              </p:cNvSpPr>
              <p:nvPr/>
            </p:nvSpPr>
            <p:spPr bwMode="auto">
              <a:xfrm>
                <a:off x="2956" y="1862"/>
                <a:ext cx="18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1" name="Line 65">
                <a:extLst>
                  <a:ext uri="{FF2B5EF4-FFF2-40B4-BE49-F238E27FC236}">
                    <a16:creationId xmlns:a16="http://schemas.microsoft.com/office/drawing/2014/main" id="{7A2A41F3-B287-7870-18EC-502AC6295311}"/>
                  </a:ext>
                </a:extLst>
              </p:cNvPr>
              <p:cNvSpPr>
                <a:spLocks noChangeShapeType="1"/>
              </p:cNvSpPr>
              <p:nvPr/>
            </p:nvSpPr>
            <p:spPr bwMode="auto">
              <a:xfrm>
                <a:off x="2956" y="2128"/>
                <a:ext cx="18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2" name="Line 66">
                <a:extLst>
                  <a:ext uri="{FF2B5EF4-FFF2-40B4-BE49-F238E27FC236}">
                    <a16:creationId xmlns:a16="http://schemas.microsoft.com/office/drawing/2014/main" id="{D541DC49-F2CC-06AC-03D6-3D5745A0985B}"/>
                  </a:ext>
                </a:extLst>
              </p:cNvPr>
              <p:cNvSpPr>
                <a:spLocks noChangeShapeType="1"/>
              </p:cNvSpPr>
              <p:nvPr/>
            </p:nvSpPr>
            <p:spPr bwMode="auto">
              <a:xfrm>
                <a:off x="2956" y="2425"/>
                <a:ext cx="18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3" name="Line 67">
                <a:extLst>
                  <a:ext uri="{FF2B5EF4-FFF2-40B4-BE49-F238E27FC236}">
                    <a16:creationId xmlns:a16="http://schemas.microsoft.com/office/drawing/2014/main" id="{A054C302-ADDD-0FF6-638C-786BB01CE019}"/>
                  </a:ext>
                </a:extLst>
              </p:cNvPr>
              <p:cNvSpPr>
                <a:spLocks noChangeShapeType="1"/>
              </p:cNvSpPr>
              <p:nvPr/>
            </p:nvSpPr>
            <p:spPr bwMode="auto">
              <a:xfrm>
                <a:off x="2956" y="2683"/>
                <a:ext cx="18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4" name="Line 68">
                <a:extLst>
                  <a:ext uri="{FF2B5EF4-FFF2-40B4-BE49-F238E27FC236}">
                    <a16:creationId xmlns:a16="http://schemas.microsoft.com/office/drawing/2014/main" id="{8F457BB2-6FE0-2C28-FD56-CD73DEC01143}"/>
                  </a:ext>
                </a:extLst>
              </p:cNvPr>
              <p:cNvSpPr>
                <a:spLocks noChangeShapeType="1"/>
              </p:cNvSpPr>
              <p:nvPr/>
            </p:nvSpPr>
            <p:spPr bwMode="auto">
              <a:xfrm>
                <a:off x="2956" y="2949"/>
                <a:ext cx="18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695" name="Group 69">
                <a:extLst>
                  <a:ext uri="{FF2B5EF4-FFF2-40B4-BE49-F238E27FC236}">
                    <a16:creationId xmlns:a16="http://schemas.microsoft.com/office/drawing/2014/main" id="{BB56FCF7-5808-A236-9600-AC28CFCE83B3}"/>
                  </a:ext>
                </a:extLst>
              </p:cNvPr>
              <p:cNvGrpSpPr>
                <a:grpSpLocks/>
              </p:cNvGrpSpPr>
              <p:nvPr/>
            </p:nvGrpSpPr>
            <p:grpSpPr bwMode="auto">
              <a:xfrm>
                <a:off x="1123" y="1542"/>
                <a:ext cx="109" cy="94"/>
                <a:chOff x="3306" y="11439"/>
                <a:chExt cx="180" cy="180"/>
              </a:xfrm>
            </p:grpSpPr>
            <p:sp>
              <p:nvSpPr>
                <p:cNvPr id="27825" name="Line 70">
                  <a:extLst>
                    <a:ext uri="{FF2B5EF4-FFF2-40B4-BE49-F238E27FC236}">
                      <a16:creationId xmlns:a16="http://schemas.microsoft.com/office/drawing/2014/main" id="{A05C9041-E509-BE11-30F3-63E11A2B7D54}"/>
                    </a:ext>
                  </a:extLst>
                </p:cNvPr>
                <p:cNvSpPr>
                  <a:spLocks noChangeShapeType="1"/>
                </p:cNvSpPr>
                <p:nvPr/>
              </p:nvSpPr>
              <p:spPr bwMode="auto">
                <a:xfrm flipH="1">
                  <a:off x="3306" y="11439"/>
                  <a:ext cx="18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26" name="Line 71">
                  <a:extLst>
                    <a:ext uri="{FF2B5EF4-FFF2-40B4-BE49-F238E27FC236}">
                      <a16:creationId xmlns:a16="http://schemas.microsoft.com/office/drawing/2014/main" id="{42D4CE1F-EA16-C3B5-7E24-1A92AD15AA7D}"/>
                    </a:ext>
                  </a:extLst>
                </p:cNvPr>
                <p:cNvSpPr>
                  <a:spLocks noChangeShapeType="1"/>
                </p:cNvSpPr>
                <p:nvPr/>
              </p:nvSpPr>
              <p:spPr bwMode="auto">
                <a:xfrm>
                  <a:off x="3306" y="11439"/>
                  <a:ext cx="180" cy="1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7696" name="Line 72">
                <a:extLst>
                  <a:ext uri="{FF2B5EF4-FFF2-40B4-BE49-F238E27FC236}">
                    <a16:creationId xmlns:a16="http://schemas.microsoft.com/office/drawing/2014/main" id="{C0CC0B5C-2E0F-B2FB-511E-85B332F8145B}"/>
                  </a:ext>
                </a:extLst>
              </p:cNvPr>
              <p:cNvSpPr>
                <a:spLocks noChangeShapeType="1"/>
              </p:cNvSpPr>
              <p:nvPr/>
            </p:nvSpPr>
            <p:spPr bwMode="auto">
              <a:xfrm flipH="1">
                <a:off x="1350" y="1542"/>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7" name="Line 73">
                <a:extLst>
                  <a:ext uri="{FF2B5EF4-FFF2-40B4-BE49-F238E27FC236}">
                    <a16:creationId xmlns:a16="http://schemas.microsoft.com/office/drawing/2014/main" id="{3C9F59EB-6009-7698-0CC8-3B53790FD427}"/>
                  </a:ext>
                </a:extLst>
              </p:cNvPr>
              <p:cNvSpPr>
                <a:spLocks noChangeShapeType="1"/>
              </p:cNvSpPr>
              <p:nvPr/>
            </p:nvSpPr>
            <p:spPr bwMode="auto">
              <a:xfrm>
                <a:off x="1350" y="1542"/>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8" name="Line 74">
                <a:extLst>
                  <a:ext uri="{FF2B5EF4-FFF2-40B4-BE49-F238E27FC236}">
                    <a16:creationId xmlns:a16="http://schemas.microsoft.com/office/drawing/2014/main" id="{47FE2060-0A37-6699-45CA-CA4C12B173E5}"/>
                  </a:ext>
                </a:extLst>
              </p:cNvPr>
              <p:cNvSpPr>
                <a:spLocks noChangeShapeType="1"/>
              </p:cNvSpPr>
              <p:nvPr/>
            </p:nvSpPr>
            <p:spPr bwMode="auto">
              <a:xfrm flipH="1">
                <a:off x="1673" y="1545"/>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99" name="Line 75">
                <a:extLst>
                  <a:ext uri="{FF2B5EF4-FFF2-40B4-BE49-F238E27FC236}">
                    <a16:creationId xmlns:a16="http://schemas.microsoft.com/office/drawing/2014/main" id="{31704E2F-C34D-9813-42DE-EC8BCFE3AC2B}"/>
                  </a:ext>
                </a:extLst>
              </p:cNvPr>
              <p:cNvSpPr>
                <a:spLocks noChangeShapeType="1"/>
              </p:cNvSpPr>
              <p:nvPr/>
            </p:nvSpPr>
            <p:spPr bwMode="auto">
              <a:xfrm>
                <a:off x="1673" y="1545"/>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0" name="Line 76">
                <a:extLst>
                  <a:ext uri="{FF2B5EF4-FFF2-40B4-BE49-F238E27FC236}">
                    <a16:creationId xmlns:a16="http://schemas.microsoft.com/office/drawing/2014/main" id="{8B788772-4FB4-C2DC-0F1E-7556CFAC9F7D}"/>
                  </a:ext>
                </a:extLst>
              </p:cNvPr>
              <p:cNvSpPr>
                <a:spLocks noChangeShapeType="1"/>
              </p:cNvSpPr>
              <p:nvPr/>
            </p:nvSpPr>
            <p:spPr bwMode="auto">
              <a:xfrm flipH="1">
                <a:off x="1904" y="1542"/>
                <a:ext cx="108"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1" name="Line 77">
                <a:extLst>
                  <a:ext uri="{FF2B5EF4-FFF2-40B4-BE49-F238E27FC236}">
                    <a16:creationId xmlns:a16="http://schemas.microsoft.com/office/drawing/2014/main" id="{8A12A3D5-8275-378B-BD7F-9973702EDE00}"/>
                  </a:ext>
                </a:extLst>
              </p:cNvPr>
              <p:cNvSpPr>
                <a:spLocks noChangeShapeType="1"/>
              </p:cNvSpPr>
              <p:nvPr/>
            </p:nvSpPr>
            <p:spPr bwMode="auto">
              <a:xfrm>
                <a:off x="1904" y="1542"/>
                <a:ext cx="108"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2" name="Line 78">
                <a:extLst>
                  <a:ext uri="{FF2B5EF4-FFF2-40B4-BE49-F238E27FC236}">
                    <a16:creationId xmlns:a16="http://schemas.microsoft.com/office/drawing/2014/main" id="{FECB7951-61A8-E67E-1971-6C21262D61DF}"/>
                  </a:ext>
                </a:extLst>
              </p:cNvPr>
              <p:cNvSpPr>
                <a:spLocks noChangeShapeType="1"/>
              </p:cNvSpPr>
              <p:nvPr/>
            </p:nvSpPr>
            <p:spPr bwMode="auto">
              <a:xfrm flipH="1">
                <a:off x="1123" y="1816"/>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3" name="Line 79">
                <a:extLst>
                  <a:ext uri="{FF2B5EF4-FFF2-40B4-BE49-F238E27FC236}">
                    <a16:creationId xmlns:a16="http://schemas.microsoft.com/office/drawing/2014/main" id="{E4CC7FC1-6DB6-91B9-AB4F-271952544AA1}"/>
                  </a:ext>
                </a:extLst>
              </p:cNvPr>
              <p:cNvSpPr>
                <a:spLocks noChangeShapeType="1"/>
              </p:cNvSpPr>
              <p:nvPr/>
            </p:nvSpPr>
            <p:spPr bwMode="auto">
              <a:xfrm>
                <a:off x="1123" y="1816"/>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4" name="Line 80">
                <a:extLst>
                  <a:ext uri="{FF2B5EF4-FFF2-40B4-BE49-F238E27FC236}">
                    <a16:creationId xmlns:a16="http://schemas.microsoft.com/office/drawing/2014/main" id="{8EB3A906-D092-00F4-1170-EB464BFFD1A6}"/>
                  </a:ext>
                </a:extLst>
              </p:cNvPr>
              <p:cNvSpPr>
                <a:spLocks noChangeShapeType="1"/>
              </p:cNvSpPr>
              <p:nvPr/>
            </p:nvSpPr>
            <p:spPr bwMode="auto">
              <a:xfrm flipH="1">
                <a:off x="1350" y="1816"/>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5" name="Line 81">
                <a:extLst>
                  <a:ext uri="{FF2B5EF4-FFF2-40B4-BE49-F238E27FC236}">
                    <a16:creationId xmlns:a16="http://schemas.microsoft.com/office/drawing/2014/main" id="{25585A6C-9FEF-0CCB-C91F-78C492770470}"/>
                  </a:ext>
                </a:extLst>
              </p:cNvPr>
              <p:cNvSpPr>
                <a:spLocks noChangeShapeType="1"/>
              </p:cNvSpPr>
              <p:nvPr/>
            </p:nvSpPr>
            <p:spPr bwMode="auto">
              <a:xfrm>
                <a:off x="1350" y="1816"/>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6" name="Line 82">
                <a:extLst>
                  <a:ext uri="{FF2B5EF4-FFF2-40B4-BE49-F238E27FC236}">
                    <a16:creationId xmlns:a16="http://schemas.microsoft.com/office/drawing/2014/main" id="{AC5B6DF8-AA25-4028-B2BE-70E0969E4D4E}"/>
                  </a:ext>
                </a:extLst>
              </p:cNvPr>
              <p:cNvSpPr>
                <a:spLocks noChangeShapeType="1"/>
              </p:cNvSpPr>
              <p:nvPr/>
            </p:nvSpPr>
            <p:spPr bwMode="auto">
              <a:xfrm flipH="1">
                <a:off x="1673" y="1819"/>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7" name="Line 83">
                <a:extLst>
                  <a:ext uri="{FF2B5EF4-FFF2-40B4-BE49-F238E27FC236}">
                    <a16:creationId xmlns:a16="http://schemas.microsoft.com/office/drawing/2014/main" id="{6F9D247A-71FC-00B1-368B-7EC52121BF02}"/>
                  </a:ext>
                </a:extLst>
              </p:cNvPr>
              <p:cNvSpPr>
                <a:spLocks noChangeShapeType="1"/>
              </p:cNvSpPr>
              <p:nvPr/>
            </p:nvSpPr>
            <p:spPr bwMode="auto">
              <a:xfrm>
                <a:off x="1673" y="1819"/>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8" name="Line 84">
                <a:extLst>
                  <a:ext uri="{FF2B5EF4-FFF2-40B4-BE49-F238E27FC236}">
                    <a16:creationId xmlns:a16="http://schemas.microsoft.com/office/drawing/2014/main" id="{44295B27-AA09-7E96-AFF5-B52CD1FBE1FE}"/>
                  </a:ext>
                </a:extLst>
              </p:cNvPr>
              <p:cNvSpPr>
                <a:spLocks noChangeShapeType="1"/>
              </p:cNvSpPr>
              <p:nvPr/>
            </p:nvSpPr>
            <p:spPr bwMode="auto">
              <a:xfrm flipH="1">
                <a:off x="1904" y="1816"/>
                <a:ext cx="108"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09" name="Line 85">
                <a:extLst>
                  <a:ext uri="{FF2B5EF4-FFF2-40B4-BE49-F238E27FC236}">
                    <a16:creationId xmlns:a16="http://schemas.microsoft.com/office/drawing/2014/main" id="{0DF2430D-0CCB-9B66-C864-524CEEA147F1}"/>
                  </a:ext>
                </a:extLst>
              </p:cNvPr>
              <p:cNvSpPr>
                <a:spLocks noChangeShapeType="1"/>
              </p:cNvSpPr>
              <p:nvPr/>
            </p:nvSpPr>
            <p:spPr bwMode="auto">
              <a:xfrm>
                <a:off x="1904" y="1816"/>
                <a:ext cx="108"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0" name="Line 86">
                <a:extLst>
                  <a:ext uri="{FF2B5EF4-FFF2-40B4-BE49-F238E27FC236}">
                    <a16:creationId xmlns:a16="http://schemas.microsoft.com/office/drawing/2014/main" id="{482F5DC8-DA7A-7383-40DB-37F332C5B759}"/>
                  </a:ext>
                </a:extLst>
              </p:cNvPr>
              <p:cNvSpPr>
                <a:spLocks noChangeShapeType="1"/>
              </p:cNvSpPr>
              <p:nvPr/>
            </p:nvSpPr>
            <p:spPr bwMode="auto">
              <a:xfrm flipH="1">
                <a:off x="1123" y="2081"/>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1" name="Line 87">
                <a:extLst>
                  <a:ext uri="{FF2B5EF4-FFF2-40B4-BE49-F238E27FC236}">
                    <a16:creationId xmlns:a16="http://schemas.microsoft.com/office/drawing/2014/main" id="{CEF40913-E20B-E2EE-A95A-2536C52D8176}"/>
                  </a:ext>
                </a:extLst>
              </p:cNvPr>
              <p:cNvSpPr>
                <a:spLocks noChangeShapeType="1"/>
              </p:cNvSpPr>
              <p:nvPr/>
            </p:nvSpPr>
            <p:spPr bwMode="auto">
              <a:xfrm>
                <a:off x="1123" y="2081"/>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2" name="Line 88">
                <a:extLst>
                  <a:ext uri="{FF2B5EF4-FFF2-40B4-BE49-F238E27FC236}">
                    <a16:creationId xmlns:a16="http://schemas.microsoft.com/office/drawing/2014/main" id="{D3A24BDC-5B9B-0F05-5E66-D835396C721C}"/>
                  </a:ext>
                </a:extLst>
              </p:cNvPr>
              <p:cNvSpPr>
                <a:spLocks noChangeShapeType="1"/>
              </p:cNvSpPr>
              <p:nvPr/>
            </p:nvSpPr>
            <p:spPr bwMode="auto">
              <a:xfrm flipH="1">
                <a:off x="1350" y="2081"/>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3" name="Line 89">
                <a:extLst>
                  <a:ext uri="{FF2B5EF4-FFF2-40B4-BE49-F238E27FC236}">
                    <a16:creationId xmlns:a16="http://schemas.microsoft.com/office/drawing/2014/main" id="{5226BFCC-2DAC-F18C-1A0C-B4CEB4AC630A}"/>
                  </a:ext>
                </a:extLst>
              </p:cNvPr>
              <p:cNvSpPr>
                <a:spLocks noChangeShapeType="1"/>
              </p:cNvSpPr>
              <p:nvPr/>
            </p:nvSpPr>
            <p:spPr bwMode="auto">
              <a:xfrm>
                <a:off x="1350" y="2081"/>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4" name="Line 90">
                <a:extLst>
                  <a:ext uri="{FF2B5EF4-FFF2-40B4-BE49-F238E27FC236}">
                    <a16:creationId xmlns:a16="http://schemas.microsoft.com/office/drawing/2014/main" id="{0895FB81-AC88-12AB-2C23-19CFCC9DBF6C}"/>
                  </a:ext>
                </a:extLst>
              </p:cNvPr>
              <p:cNvSpPr>
                <a:spLocks noChangeShapeType="1"/>
              </p:cNvSpPr>
              <p:nvPr/>
            </p:nvSpPr>
            <p:spPr bwMode="auto">
              <a:xfrm flipH="1">
                <a:off x="1673" y="208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5" name="Line 91">
                <a:extLst>
                  <a:ext uri="{FF2B5EF4-FFF2-40B4-BE49-F238E27FC236}">
                    <a16:creationId xmlns:a16="http://schemas.microsoft.com/office/drawing/2014/main" id="{A210C5DC-4127-CD39-3CDF-55BE0E34064D}"/>
                  </a:ext>
                </a:extLst>
              </p:cNvPr>
              <p:cNvSpPr>
                <a:spLocks noChangeShapeType="1"/>
              </p:cNvSpPr>
              <p:nvPr/>
            </p:nvSpPr>
            <p:spPr bwMode="auto">
              <a:xfrm>
                <a:off x="1673" y="208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6" name="Line 92">
                <a:extLst>
                  <a:ext uri="{FF2B5EF4-FFF2-40B4-BE49-F238E27FC236}">
                    <a16:creationId xmlns:a16="http://schemas.microsoft.com/office/drawing/2014/main" id="{26DC1FB2-2E44-B4DF-9EA8-409F870CA6A8}"/>
                  </a:ext>
                </a:extLst>
              </p:cNvPr>
              <p:cNvSpPr>
                <a:spLocks noChangeShapeType="1"/>
              </p:cNvSpPr>
              <p:nvPr/>
            </p:nvSpPr>
            <p:spPr bwMode="auto">
              <a:xfrm flipH="1">
                <a:off x="1904" y="2081"/>
                <a:ext cx="108"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7" name="Line 93">
                <a:extLst>
                  <a:ext uri="{FF2B5EF4-FFF2-40B4-BE49-F238E27FC236}">
                    <a16:creationId xmlns:a16="http://schemas.microsoft.com/office/drawing/2014/main" id="{FD4DB1C9-774C-4085-48E9-FF404CEC40E3}"/>
                  </a:ext>
                </a:extLst>
              </p:cNvPr>
              <p:cNvSpPr>
                <a:spLocks noChangeShapeType="1"/>
              </p:cNvSpPr>
              <p:nvPr/>
            </p:nvSpPr>
            <p:spPr bwMode="auto">
              <a:xfrm>
                <a:off x="1904" y="2081"/>
                <a:ext cx="108"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8" name="Line 94">
                <a:extLst>
                  <a:ext uri="{FF2B5EF4-FFF2-40B4-BE49-F238E27FC236}">
                    <a16:creationId xmlns:a16="http://schemas.microsoft.com/office/drawing/2014/main" id="{E29B0525-413E-9D75-4F5F-0BA0EAF884AC}"/>
                  </a:ext>
                </a:extLst>
              </p:cNvPr>
              <p:cNvSpPr>
                <a:spLocks noChangeShapeType="1"/>
              </p:cNvSpPr>
              <p:nvPr/>
            </p:nvSpPr>
            <p:spPr bwMode="auto">
              <a:xfrm flipH="1">
                <a:off x="1119" y="237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9" name="Line 95">
                <a:extLst>
                  <a:ext uri="{FF2B5EF4-FFF2-40B4-BE49-F238E27FC236}">
                    <a16:creationId xmlns:a16="http://schemas.microsoft.com/office/drawing/2014/main" id="{BFFFC4B7-42C6-1732-6386-947E62DB7DE5}"/>
                  </a:ext>
                </a:extLst>
              </p:cNvPr>
              <p:cNvSpPr>
                <a:spLocks noChangeShapeType="1"/>
              </p:cNvSpPr>
              <p:nvPr/>
            </p:nvSpPr>
            <p:spPr bwMode="auto">
              <a:xfrm>
                <a:off x="1119" y="237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0" name="Line 96">
                <a:extLst>
                  <a:ext uri="{FF2B5EF4-FFF2-40B4-BE49-F238E27FC236}">
                    <a16:creationId xmlns:a16="http://schemas.microsoft.com/office/drawing/2014/main" id="{1B4D6357-130C-A88F-BD9E-ECE04FC65890}"/>
                  </a:ext>
                </a:extLst>
              </p:cNvPr>
              <p:cNvSpPr>
                <a:spLocks noChangeShapeType="1"/>
              </p:cNvSpPr>
              <p:nvPr/>
            </p:nvSpPr>
            <p:spPr bwMode="auto">
              <a:xfrm flipH="1">
                <a:off x="1346" y="237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1" name="Line 97">
                <a:extLst>
                  <a:ext uri="{FF2B5EF4-FFF2-40B4-BE49-F238E27FC236}">
                    <a16:creationId xmlns:a16="http://schemas.microsoft.com/office/drawing/2014/main" id="{83C5BD5C-1254-A1D0-4B76-8196F4863FB6}"/>
                  </a:ext>
                </a:extLst>
              </p:cNvPr>
              <p:cNvSpPr>
                <a:spLocks noChangeShapeType="1"/>
              </p:cNvSpPr>
              <p:nvPr/>
            </p:nvSpPr>
            <p:spPr bwMode="auto">
              <a:xfrm>
                <a:off x="1346" y="237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2" name="Line 98">
                <a:extLst>
                  <a:ext uri="{FF2B5EF4-FFF2-40B4-BE49-F238E27FC236}">
                    <a16:creationId xmlns:a16="http://schemas.microsoft.com/office/drawing/2014/main" id="{00BD8796-E4F8-1ECD-F466-11A458D600D6}"/>
                  </a:ext>
                </a:extLst>
              </p:cNvPr>
              <p:cNvSpPr>
                <a:spLocks noChangeShapeType="1"/>
              </p:cNvSpPr>
              <p:nvPr/>
            </p:nvSpPr>
            <p:spPr bwMode="auto">
              <a:xfrm flipH="1">
                <a:off x="1669" y="2377"/>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3" name="Line 99">
                <a:extLst>
                  <a:ext uri="{FF2B5EF4-FFF2-40B4-BE49-F238E27FC236}">
                    <a16:creationId xmlns:a16="http://schemas.microsoft.com/office/drawing/2014/main" id="{16021A30-A8FA-AF90-7483-ADEC94C3B280}"/>
                  </a:ext>
                </a:extLst>
              </p:cNvPr>
              <p:cNvSpPr>
                <a:spLocks noChangeShapeType="1"/>
              </p:cNvSpPr>
              <p:nvPr/>
            </p:nvSpPr>
            <p:spPr bwMode="auto">
              <a:xfrm>
                <a:off x="1669" y="2377"/>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4" name="Line 100">
                <a:extLst>
                  <a:ext uri="{FF2B5EF4-FFF2-40B4-BE49-F238E27FC236}">
                    <a16:creationId xmlns:a16="http://schemas.microsoft.com/office/drawing/2014/main" id="{737362C7-6792-0585-3104-3074E520135E}"/>
                  </a:ext>
                </a:extLst>
              </p:cNvPr>
              <p:cNvSpPr>
                <a:spLocks noChangeShapeType="1"/>
              </p:cNvSpPr>
              <p:nvPr/>
            </p:nvSpPr>
            <p:spPr bwMode="auto">
              <a:xfrm flipH="1">
                <a:off x="1900" y="237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5" name="Line 101">
                <a:extLst>
                  <a:ext uri="{FF2B5EF4-FFF2-40B4-BE49-F238E27FC236}">
                    <a16:creationId xmlns:a16="http://schemas.microsoft.com/office/drawing/2014/main" id="{6391ED42-0FF6-1A80-DC36-D81D977B35D7}"/>
                  </a:ext>
                </a:extLst>
              </p:cNvPr>
              <p:cNvSpPr>
                <a:spLocks noChangeShapeType="1"/>
              </p:cNvSpPr>
              <p:nvPr/>
            </p:nvSpPr>
            <p:spPr bwMode="auto">
              <a:xfrm>
                <a:off x="1900" y="237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6" name="Line 102">
                <a:extLst>
                  <a:ext uri="{FF2B5EF4-FFF2-40B4-BE49-F238E27FC236}">
                    <a16:creationId xmlns:a16="http://schemas.microsoft.com/office/drawing/2014/main" id="{8F2C1B7B-E9E6-4711-AECE-80ABCF7CFDAB}"/>
                  </a:ext>
                </a:extLst>
              </p:cNvPr>
              <p:cNvSpPr>
                <a:spLocks noChangeShapeType="1"/>
              </p:cNvSpPr>
              <p:nvPr/>
            </p:nvSpPr>
            <p:spPr bwMode="auto">
              <a:xfrm flipH="1">
                <a:off x="1125" y="2643"/>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7" name="Line 103">
                <a:extLst>
                  <a:ext uri="{FF2B5EF4-FFF2-40B4-BE49-F238E27FC236}">
                    <a16:creationId xmlns:a16="http://schemas.microsoft.com/office/drawing/2014/main" id="{F4B5BB32-4EA0-A8C3-A722-AD3D8D18384C}"/>
                  </a:ext>
                </a:extLst>
              </p:cNvPr>
              <p:cNvSpPr>
                <a:spLocks noChangeShapeType="1"/>
              </p:cNvSpPr>
              <p:nvPr/>
            </p:nvSpPr>
            <p:spPr bwMode="auto">
              <a:xfrm>
                <a:off x="1125" y="2643"/>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8" name="Line 104">
                <a:extLst>
                  <a:ext uri="{FF2B5EF4-FFF2-40B4-BE49-F238E27FC236}">
                    <a16:creationId xmlns:a16="http://schemas.microsoft.com/office/drawing/2014/main" id="{B7DC2522-ADA4-9137-5829-D3ACB1220441}"/>
                  </a:ext>
                </a:extLst>
              </p:cNvPr>
              <p:cNvSpPr>
                <a:spLocks noChangeShapeType="1"/>
              </p:cNvSpPr>
              <p:nvPr/>
            </p:nvSpPr>
            <p:spPr bwMode="auto">
              <a:xfrm flipH="1">
                <a:off x="1352" y="2643"/>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29" name="Line 105">
                <a:extLst>
                  <a:ext uri="{FF2B5EF4-FFF2-40B4-BE49-F238E27FC236}">
                    <a16:creationId xmlns:a16="http://schemas.microsoft.com/office/drawing/2014/main" id="{EEE8460E-FAD6-789B-DCC3-B4EA45FF03EA}"/>
                  </a:ext>
                </a:extLst>
              </p:cNvPr>
              <p:cNvSpPr>
                <a:spLocks noChangeShapeType="1"/>
              </p:cNvSpPr>
              <p:nvPr/>
            </p:nvSpPr>
            <p:spPr bwMode="auto">
              <a:xfrm>
                <a:off x="1352" y="2643"/>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0" name="Line 106">
                <a:extLst>
                  <a:ext uri="{FF2B5EF4-FFF2-40B4-BE49-F238E27FC236}">
                    <a16:creationId xmlns:a16="http://schemas.microsoft.com/office/drawing/2014/main" id="{C88455F8-CCE9-0C26-B8B2-1D92B13E0B5B}"/>
                  </a:ext>
                </a:extLst>
              </p:cNvPr>
              <p:cNvSpPr>
                <a:spLocks noChangeShapeType="1"/>
              </p:cNvSpPr>
              <p:nvPr/>
            </p:nvSpPr>
            <p:spPr bwMode="auto">
              <a:xfrm flipH="1">
                <a:off x="1675" y="2646"/>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1" name="Line 107">
                <a:extLst>
                  <a:ext uri="{FF2B5EF4-FFF2-40B4-BE49-F238E27FC236}">
                    <a16:creationId xmlns:a16="http://schemas.microsoft.com/office/drawing/2014/main" id="{5FDAFDFB-F1E4-A480-EB9A-023430F6B54E}"/>
                  </a:ext>
                </a:extLst>
              </p:cNvPr>
              <p:cNvSpPr>
                <a:spLocks noChangeShapeType="1"/>
              </p:cNvSpPr>
              <p:nvPr/>
            </p:nvSpPr>
            <p:spPr bwMode="auto">
              <a:xfrm>
                <a:off x="1675" y="2646"/>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2" name="Line 108">
                <a:extLst>
                  <a:ext uri="{FF2B5EF4-FFF2-40B4-BE49-F238E27FC236}">
                    <a16:creationId xmlns:a16="http://schemas.microsoft.com/office/drawing/2014/main" id="{470AB608-0542-D670-3F19-C42AA4D47057}"/>
                  </a:ext>
                </a:extLst>
              </p:cNvPr>
              <p:cNvSpPr>
                <a:spLocks noChangeShapeType="1"/>
              </p:cNvSpPr>
              <p:nvPr/>
            </p:nvSpPr>
            <p:spPr bwMode="auto">
              <a:xfrm flipH="1">
                <a:off x="1905" y="2643"/>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3" name="Line 109">
                <a:extLst>
                  <a:ext uri="{FF2B5EF4-FFF2-40B4-BE49-F238E27FC236}">
                    <a16:creationId xmlns:a16="http://schemas.microsoft.com/office/drawing/2014/main" id="{90C1F28A-F7A9-3C21-3EED-A8C6817C998D}"/>
                  </a:ext>
                </a:extLst>
              </p:cNvPr>
              <p:cNvSpPr>
                <a:spLocks noChangeShapeType="1"/>
              </p:cNvSpPr>
              <p:nvPr/>
            </p:nvSpPr>
            <p:spPr bwMode="auto">
              <a:xfrm>
                <a:off x="1905" y="2643"/>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4" name="Line 110">
                <a:extLst>
                  <a:ext uri="{FF2B5EF4-FFF2-40B4-BE49-F238E27FC236}">
                    <a16:creationId xmlns:a16="http://schemas.microsoft.com/office/drawing/2014/main" id="{0779AEC9-5D20-81EE-91BA-3B54BC57F6B4}"/>
                  </a:ext>
                </a:extLst>
              </p:cNvPr>
              <p:cNvSpPr>
                <a:spLocks noChangeShapeType="1"/>
              </p:cNvSpPr>
              <p:nvPr/>
            </p:nvSpPr>
            <p:spPr bwMode="auto">
              <a:xfrm flipH="1">
                <a:off x="1130" y="290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5" name="Line 111">
                <a:extLst>
                  <a:ext uri="{FF2B5EF4-FFF2-40B4-BE49-F238E27FC236}">
                    <a16:creationId xmlns:a16="http://schemas.microsoft.com/office/drawing/2014/main" id="{94C17F7C-FA32-418B-32B3-DDE6DFF6C76B}"/>
                  </a:ext>
                </a:extLst>
              </p:cNvPr>
              <p:cNvSpPr>
                <a:spLocks noChangeShapeType="1"/>
              </p:cNvSpPr>
              <p:nvPr/>
            </p:nvSpPr>
            <p:spPr bwMode="auto">
              <a:xfrm>
                <a:off x="1130" y="290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6" name="Line 112">
                <a:extLst>
                  <a:ext uri="{FF2B5EF4-FFF2-40B4-BE49-F238E27FC236}">
                    <a16:creationId xmlns:a16="http://schemas.microsoft.com/office/drawing/2014/main" id="{8C7E18CE-6D52-24E3-6955-B862A289591D}"/>
                  </a:ext>
                </a:extLst>
              </p:cNvPr>
              <p:cNvSpPr>
                <a:spLocks noChangeShapeType="1"/>
              </p:cNvSpPr>
              <p:nvPr/>
            </p:nvSpPr>
            <p:spPr bwMode="auto">
              <a:xfrm flipH="1">
                <a:off x="1357" y="290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7" name="Line 113">
                <a:extLst>
                  <a:ext uri="{FF2B5EF4-FFF2-40B4-BE49-F238E27FC236}">
                    <a16:creationId xmlns:a16="http://schemas.microsoft.com/office/drawing/2014/main" id="{59A22FBE-752B-5782-1E7E-34763A3A5330}"/>
                  </a:ext>
                </a:extLst>
              </p:cNvPr>
              <p:cNvSpPr>
                <a:spLocks noChangeShapeType="1"/>
              </p:cNvSpPr>
              <p:nvPr/>
            </p:nvSpPr>
            <p:spPr bwMode="auto">
              <a:xfrm>
                <a:off x="1357" y="290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8" name="Line 114">
                <a:extLst>
                  <a:ext uri="{FF2B5EF4-FFF2-40B4-BE49-F238E27FC236}">
                    <a16:creationId xmlns:a16="http://schemas.microsoft.com/office/drawing/2014/main" id="{56E8119C-1D60-71C7-F2DD-064F7145EECC}"/>
                  </a:ext>
                </a:extLst>
              </p:cNvPr>
              <p:cNvSpPr>
                <a:spLocks noChangeShapeType="1"/>
              </p:cNvSpPr>
              <p:nvPr/>
            </p:nvSpPr>
            <p:spPr bwMode="auto">
              <a:xfrm flipH="1">
                <a:off x="1680" y="2907"/>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39" name="Line 115">
                <a:extLst>
                  <a:ext uri="{FF2B5EF4-FFF2-40B4-BE49-F238E27FC236}">
                    <a16:creationId xmlns:a16="http://schemas.microsoft.com/office/drawing/2014/main" id="{4433A5F8-3DFE-4421-BBDE-98E63C96BDC3}"/>
                  </a:ext>
                </a:extLst>
              </p:cNvPr>
              <p:cNvSpPr>
                <a:spLocks noChangeShapeType="1"/>
              </p:cNvSpPr>
              <p:nvPr/>
            </p:nvSpPr>
            <p:spPr bwMode="auto">
              <a:xfrm>
                <a:off x="1680" y="2907"/>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0" name="Line 116">
                <a:extLst>
                  <a:ext uri="{FF2B5EF4-FFF2-40B4-BE49-F238E27FC236}">
                    <a16:creationId xmlns:a16="http://schemas.microsoft.com/office/drawing/2014/main" id="{40E28EDB-2E89-833C-9950-C49F8D29FD5B}"/>
                  </a:ext>
                </a:extLst>
              </p:cNvPr>
              <p:cNvSpPr>
                <a:spLocks noChangeShapeType="1"/>
              </p:cNvSpPr>
              <p:nvPr/>
            </p:nvSpPr>
            <p:spPr bwMode="auto">
              <a:xfrm flipH="1">
                <a:off x="1911" y="290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1" name="Line 117">
                <a:extLst>
                  <a:ext uri="{FF2B5EF4-FFF2-40B4-BE49-F238E27FC236}">
                    <a16:creationId xmlns:a16="http://schemas.microsoft.com/office/drawing/2014/main" id="{49C0F040-0E5E-9CD6-10C3-207D1319CCC4}"/>
                  </a:ext>
                </a:extLst>
              </p:cNvPr>
              <p:cNvSpPr>
                <a:spLocks noChangeShapeType="1"/>
              </p:cNvSpPr>
              <p:nvPr/>
            </p:nvSpPr>
            <p:spPr bwMode="auto">
              <a:xfrm>
                <a:off x="1911" y="290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2" name="Line 118">
                <a:extLst>
                  <a:ext uri="{FF2B5EF4-FFF2-40B4-BE49-F238E27FC236}">
                    <a16:creationId xmlns:a16="http://schemas.microsoft.com/office/drawing/2014/main" id="{E6386ACC-75B7-84C5-A6FD-245618AF2C59}"/>
                  </a:ext>
                </a:extLst>
              </p:cNvPr>
              <p:cNvSpPr>
                <a:spLocks noChangeShapeType="1"/>
              </p:cNvSpPr>
              <p:nvPr/>
            </p:nvSpPr>
            <p:spPr bwMode="auto">
              <a:xfrm>
                <a:off x="3365" y="3911"/>
                <a:ext cx="0" cy="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3" name="Line 119">
                <a:extLst>
                  <a:ext uri="{FF2B5EF4-FFF2-40B4-BE49-F238E27FC236}">
                    <a16:creationId xmlns:a16="http://schemas.microsoft.com/office/drawing/2014/main" id="{0772D880-3CFD-48D1-4938-C267D07326B3}"/>
                  </a:ext>
                </a:extLst>
              </p:cNvPr>
              <p:cNvSpPr>
                <a:spLocks noChangeShapeType="1"/>
              </p:cNvSpPr>
              <p:nvPr/>
            </p:nvSpPr>
            <p:spPr bwMode="auto">
              <a:xfrm>
                <a:off x="3815" y="3922"/>
                <a:ext cx="0" cy="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4" name="Line 120">
                <a:extLst>
                  <a:ext uri="{FF2B5EF4-FFF2-40B4-BE49-F238E27FC236}">
                    <a16:creationId xmlns:a16="http://schemas.microsoft.com/office/drawing/2014/main" id="{624BB0E1-28A2-7FB7-4059-40F0F6527A03}"/>
                  </a:ext>
                </a:extLst>
              </p:cNvPr>
              <p:cNvSpPr>
                <a:spLocks noChangeShapeType="1"/>
              </p:cNvSpPr>
              <p:nvPr/>
            </p:nvSpPr>
            <p:spPr bwMode="auto">
              <a:xfrm>
                <a:off x="4220" y="3917"/>
                <a:ext cx="0" cy="1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5" name="Line 121">
                <a:extLst>
                  <a:ext uri="{FF2B5EF4-FFF2-40B4-BE49-F238E27FC236}">
                    <a16:creationId xmlns:a16="http://schemas.microsoft.com/office/drawing/2014/main" id="{EEB59FDC-0750-7229-ECD4-4A5D646D2211}"/>
                  </a:ext>
                </a:extLst>
              </p:cNvPr>
              <p:cNvSpPr>
                <a:spLocks noChangeShapeType="1"/>
              </p:cNvSpPr>
              <p:nvPr/>
            </p:nvSpPr>
            <p:spPr bwMode="auto">
              <a:xfrm>
                <a:off x="4615" y="3928"/>
                <a:ext cx="0" cy="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46" name="Text Box 122">
                <a:extLst>
                  <a:ext uri="{FF2B5EF4-FFF2-40B4-BE49-F238E27FC236}">
                    <a16:creationId xmlns:a16="http://schemas.microsoft.com/office/drawing/2014/main" id="{077B6C7D-25C2-A7CA-2BCB-12C6D8313473}"/>
                  </a:ext>
                </a:extLst>
              </p:cNvPr>
              <p:cNvSpPr txBox="1">
                <a:spLocks noChangeArrowheads="1"/>
              </p:cNvSpPr>
              <p:nvPr/>
            </p:nvSpPr>
            <p:spPr bwMode="auto">
              <a:xfrm>
                <a:off x="1141" y="768"/>
                <a:ext cx="43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a:t>
                </a:r>
                <a:endParaRPr lang="ru-RU" altLang="en-US" sz="1600" b="0" u="none"/>
              </a:p>
            </p:txBody>
          </p:sp>
          <p:sp>
            <p:nvSpPr>
              <p:cNvPr id="27747" name="Text Box 123">
                <a:extLst>
                  <a:ext uri="{FF2B5EF4-FFF2-40B4-BE49-F238E27FC236}">
                    <a16:creationId xmlns:a16="http://schemas.microsoft.com/office/drawing/2014/main" id="{7431675F-8B8A-103B-65F7-BD67FF712DD0}"/>
                  </a:ext>
                </a:extLst>
              </p:cNvPr>
              <p:cNvSpPr txBox="1">
                <a:spLocks noChangeArrowheads="1"/>
              </p:cNvSpPr>
              <p:nvPr/>
            </p:nvSpPr>
            <p:spPr bwMode="auto">
              <a:xfrm>
                <a:off x="1704" y="768"/>
                <a:ext cx="43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b</a:t>
                </a:r>
                <a:endParaRPr lang="ru-RU" altLang="en-US" sz="1600" b="0" u="none"/>
              </a:p>
            </p:txBody>
          </p:sp>
          <p:sp>
            <p:nvSpPr>
              <p:cNvPr id="27748" name="Text Box 124">
                <a:extLst>
                  <a:ext uri="{FF2B5EF4-FFF2-40B4-BE49-F238E27FC236}">
                    <a16:creationId xmlns:a16="http://schemas.microsoft.com/office/drawing/2014/main" id="{F6FCB893-BE4C-64FA-FD41-74177B48DB22}"/>
                  </a:ext>
                </a:extLst>
              </p:cNvPr>
              <p:cNvSpPr txBox="1">
                <a:spLocks noChangeArrowheads="1"/>
              </p:cNvSpPr>
              <p:nvPr/>
            </p:nvSpPr>
            <p:spPr bwMode="auto">
              <a:xfrm>
                <a:off x="2285" y="768"/>
                <a:ext cx="435"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a:t>
                </a:r>
                <a:endParaRPr lang="ru-RU" altLang="en-US" sz="1600" b="0" u="none"/>
              </a:p>
            </p:txBody>
          </p:sp>
          <p:sp>
            <p:nvSpPr>
              <p:cNvPr id="27749" name="Text Box 125">
                <a:extLst>
                  <a:ext uri="{FF2B5EF4-FFF2-40B4-BE49-F238E27FC236}">
                    <a16:creationId xmlns:a16="http://schemas.microsoft.com/office/drawing/2014/main" id="{A298F6CD-C2FC-D0F0-C8AB-8B1FD2CE8F97}"/>
                  </a:ext>
                </a:extLst>
              </p:cNvPr>
              <p:cNvSpPr txBox="1">
                <a:spLocks noChangeArrowheads="1"/>
              </p:cNvSpPr>
              <p:nvPr/>
            </p:nvSpPr>
            <p:spPr bwMode="auto">
              <a:xfrm>
                <a:off x="4508" y="4044"/>
                <a:ext cx="43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z</a:t>
                </a:r>
                <a:endParaRPr lang="ru-RU" altLang="en-US" sz="1600" b="0" u="none"/>
              </a:p>
            </p:txBody>
          </p:sp>
          <p:sp>
            <p:nvSpPr>
              <p:cNvPr id="27750" name="Text Box 126">
                <a:extLst>
                  <a:ext uri="{FF2B5EF4-FFF2-40B4-BE49-F238E27FC236}">
                    <a16:creationId xmlns:a16="http://schemas.microsoft.com/office/drawing/2014/main" id="{D960C0D9-9EA1-72EE-47C9-B1F51668675F}"/>
                  </a:ext>
                </a:extLst>
              </p:cNvPr>
              <p:cNvSpPr txBox="1">
                <a:spLocks noChangeArrowheads="1"/>
              </p:cNvSpPr>
              <p:nvPr/>
            </p:nvSpPr>
            <p:spPr bwMode="auto">
              <a:xfrm>
                <a:off x="4100" y="4044"/>
                <a:ext cx="43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y</a:t>
                </a:r>
                <a:endParaRPr lang="ru-RU" altLang="en-US" sz="1600" b="0" u="none"/>
              </a:p>
            </p:txBody>
          </p:sp>
          <p:sp>
            <p:nvSpPr>
              <p:cNvPr id="27751" name="Text Box 127">
                <a:extLst>
                  <a:ext uri="{FF2B5EF4-FFF2-40B4-BE49-F238E27FC236}">
                    <a16:creationId xmlns:a16="http://schemas.microsoft.com/office/drawing/2014/main" id="{369AA630-FD0A-1DD6-AF0E-D7AE6ECC3264}"/>
                  </a:ext>
                </a:extLst>
              </p:cNvPr>
              <p:cNvSpPr txBox="1">
                <a:spLocks noChangeArrowheads="1"/>
              </p:cNvSpPr>
              <p:nvPr/>
            </p:nvSpPr>
            <p:spPr bwMode="auto">
              <a:xfrm>
                <a:off x="3692" y="4036"/>
                <a:ext cx="435"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x</a:t>
                </a:r>
                <a:endParaRPr lang="ru-RU" altLang="en-US" sz="1600" b="0" u="none"/>
              </a:p>
            </p:txBody>
          </p:sp>
          <p:sp>
            <p:nvSpPr>
              <p:cNvPr id="27752" name="Text Box 128">
                <a:extLst>
                  <a:ext uri="{FF2B5EF4-FFF2-40B4-BE49-F238E27FC236}">
                    <a16:creationId xmlns:a16="http://schemas.microsoft.com/office/drawing/2014/main" id="{D2D39F06-9287-F63B-4E4B-D175871B0E9C}"/>
                  </a:ext>
                </a:extLst>
              </p:cNvPr>
              <p:cNvSpPr txBox="1">
                <a:spLocks noChangeArrowheads="1"/>
              </p:cNvSpPr>
              <p:nvPr/>
            </p:nvSpPr>
            <p:spPr bwMode="auto">
              <a:xfrm>
                <a:off x="3247" y="4028"/>
                <a:ext cx="435"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a:t>
                </a:r>
                <a:endParaRPr lang="ru-RU" altLang="en-US" sz="1600" b="0" u="none"/>
              </a:p>
            </p:txBody>
          </p:sp>
          <p:sp>
            <p:nvSpPr>
              <p:cNvPr id="27753" name="Text Box 129">
                <a:extLst>
                  <a:ext uri="{FF2B5EF4-FFF2-40B4-BE49-F238E27FC236}">
                    <a16:creationId xmlns:a16="http://schemas.microsoft.com/office/drawing/2014/main" id="{8ED77A38-0EFF-E5F1-7033-D20720EB3BAC}"/>
                  </a:ext>
                </a:extLst>
              </p:cNvPr>
              <p:cNvSpPr txBox="1">
                <a:spLocks noChangeArrowheads="1"/>
              </p:cNvSpPr>
              <p:nvPr/>
            </p:nvSpPr>
            <p:spPr bwMode="auto">
              <a:xfrm>
                <a:off x="288" y="1518"/>
                <a:ext cx="871" cy="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AND</a:t>
                </a:r>
                <a:br>
                  <a:rPr lang="en-US" altLang="en-US" sz="1600" b="0" u="none"/>
                </a:br>
                <a:r>
                  <a:rPr lang="en-US" altLang="en-US" sz="1600" b="0" u="none"/>
                  <a:t>Matrix</a:t>
                </a:r>
                <a:endParaRPr lang="ru-RU" altLang="en-US" sz="1600" b="0" u="none"/>
              </a:p>
            </p:txBody>
          </p:sp>
          <p:sp>
            <p:nvSpPr>
              <p:cNvPr id="27754" name="Text Box 130">
                <a:extLst>
                  <a:ext uri="{FF2B5EF4-FFF2-40B4-BE49-F238E27FC236}">
                    <a16:creationId xmlns:a16="http://schemas.microsoft.com/office/drawing/2014/main" id="{7F5F16A5-D340-6CE9-5B4A-63E1C7C1D948}"/>
                  </a:ext>
                </a:extLst>
              </p:cNvPr>
              <p:cNvSpPr txBox="1">
                <a:spLocks noChangeArrowheads="1"/>
              </p:cNvSpPr>
              <p:nvPr/>
            </p:nvSpPr>
            <p:spPr bwMode="auto">
              <a:xfrm>
                <a:off x="3446" y="956"/>
                <a:ext cx="872"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OR</a:t>
                </a:r>
                <a:br>
                  <a:rPr lang="en-US" altLang="en-US" sz="1600" b="0" u="none"/>
                </a:br>
                <a:r>
                  <a:rPr lang="en-US" altLang="en-US" sz="1600" b="0" u="none"/>
                  <a:t>Matrix</a:t>
                </a:r>
                <a:endParaRPr lang="ru-RU" altLang="en-US" sz="1600" b="0" u="none"/>
              </a:p>
            </p:txBody>
          </p:sp>
          <p:sp>
            <p:nvSpPr>
              <p:cNvPr id="27755" name="Line 131">
                <a:extLst>
                  <a:ext uri="{FF2B5EF4-FFF2-40B4-BE49-F238E27FC236}">
                    <a16:creationId xmlns:a16="http://schemas.microsoft.com/office/drawing/2014/main" id="{674C9834-5D88-96D3-69AE-567EC493793C}"/>
                  </a:ext>
                </a:extLst>
              </p:cNvPr>
              <p:cNvSpPr>
                <a:spLocks noChangeShapeType="1"/>
              </p:cNvSpPr>
              <p:nvPr/>
            </p:nvSpPr>
            <p:spPr bwMode="auto">
              <a:xfrm flipH="1">
                <a:off x="2248" y="1540"/>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6" name="Line 132">
                <a:extLst>
                  <a:ext uri="{FF2B5EF4-FFF2-40B4-BE49-F238E27FC236}">
                    <a16:creationId xmlns:a16="http://schemas.microsoft.com/office/drawing/2014/main" id="{BCEC0625-E803-6C63-0C62-85FDBB1D025B}"/>
                  </a:ext>
                </a:extLst>
              </p:cNvPr>
              <p:cNvSpPr>
                <a:spLocks noChangeShapeType="1"/>
              </p:cNvSpPr>
              <p:nvPr/>
            </p:nvSpPr>
            <p:spPr bwMode="auto">
              <a:xfrm>
                <a:off x="2248" y="1540"/>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7" name="Line 133">
                <a:extLst>
                  <a:ext uri="{FF2B5EF4-FFF2-40B4-BE49-F238E27FC236}">
                    <a16:creationId xmlns:a16="http://schemas.microsoft.com/office/drawing/2014/main" id="{932B7D52-49A3-4082-EB75-EF901D6EA1EA}"/>
                  </a:ext>
                </a:extLst>
              </p:cNvPr>
              <p:cNvSpPr>
                <a:spLocks noChangeShapeType="1"/>
              </p:cNvSpPr>
              <p:nvPr/>
            </p:nvSpPr>
            <p:spPr bwMode="auto">
              <a:xfrm flipH="1">
                <a:off x="2248" y="181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8" name="Line 134">
                <a:extLst>
                  <a:ext uri="{FF2B5EF4-FFF2-40B4-BE49-F238E27FC236}">
                    <a16:creationId xmlns:a16="http://schemas.microsoft.com/office/drawing/2014/main" id="{4F267C11-0A31-6309-A383-5EF10C1E278E}"/>
                  </a:ext>
                </a:extLst>
              </p:cNvPr>
              <p:cNvSpPr>
                <a:spLocks noChangeShapeType="1"/>
              </p:cNvSpPr>
              <p:nvPr/>
            </p:nvSpPr>
            <p:spPr bwMode="auto">
              <a:xfrm>
                <a:off x="2248" y="181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59" name="Line 135">
                <a:extLst>
                  <a:ext uri="{FF2B5EF4-FFF2-40B4-BE49-F238E27FC236}">
                    <a16:creationId xmlns:a16="http://schemas.microsoft.com/office/drawing/2014/main" id="{18F85BAB-6DF4-1F93-3F0F-0456227EF2B8}"/>
                  </a:ext>
                </a:extLst>
              </p:cNvPr>
              <p:cNvSpPr>
                <a:spLocks noChangeShapeType="1"/>
              </p:cNvSpPr>
              <p:nvPr/>
            </p:nvSpPr>
            <p:spPr bwMode="auto">
              <a:xfrm flipH="1">
                <a:off x="2248" y="2080"/>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0" name="Line 136">
                <a:extLst>
                  <a:ext uri="{FF2B5EF4-FFF2-40B4-BE49-F238E27FC236}">
                    <a16:creationId xmlns:a16="http://schemas.microsoft.com/office/drawing/2014/main" id="{BA09EBD8-1C43-8A04-E799-1AAC302399E5}"/>
                  </a:ext>
                </a:extLst>
              </p:cNvPr>
              <p:cNvSpPr>
                <a:spLocks noChangeShapeType="1"/>
              </p:cNvSpPr>
              <p:nvPr/>
            </p:nvSpPr>
            <p:spPr bwMode="auto">
              <a:xfrm>
                <a:off x="2248" y="2080"/>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1" name="Line 137">
                <a:extLst>
                  <a:ext uri="{FF2B5EF4-FFF2-40B4-BE49-F238E27FC236}">
                    <a16:creationId xmlns:a16="http://schemas.microsoft.com/office/drawing/2014/main" id="{BC6285B6-8EA8-9C52-4FE0-2E55EB6037BE}"/>
                  </a:ext>
                </a:extLst>
              </p:cNvPr>
              <p:cNvSpPr>
                <a:spLocks noChangeShapeType="1"/>
              </p:cNvSpPr>
              <p:nvPr/>
            </p:nvSpPr>
            <p:spPr bwMode="auto">
              <a:xfrm flipH="1">
                <a:off x="2245" y="2372"/>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2" name="Line 138">
                <a:extLst>
                  <a:ext uri="{FF2B5EF4-FFF2-40B4-BE49-F238E27FC236}">
                    <a16:creationId xmlns:a16="http://schemas.microsoft.com/office/drawing/2014/main" id="{1CCCF037-F346-29D4-97EC-3CCAC488931F}"/>
                  </a:ext>
                </a:extLst>
              </p:cNvPr>
              <p:cNvSpPr>
                <a:spLocks noChangeShapeType="1"/>
              </p:cNvSpPr>
              <p:nvPr/>
            </p:nvSpPr>
            <p:spPr bwMode="auto">
              <a:xfrm>
                <a:off x="2245" y="2372"/>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3" name="Line 139">
                <a:extLst>
                  <a:ext uri="{FF2B5EF4-FFF2-40B4-BE49-F238E27FC236}">
                    <a16:creationId xmlns:a16="http://schemas.microsoft.com/office/drawing/2014/main" id="{0EA361D9-C497-496C-E165-853820AAE8FD}"/>
                  </a:ext>
                </a:extLst>
              </p:cNvPr>
              <p:cNvSpPr>
                <a:spLocks noChangeShapeType="1"/>
              </p:cNvSpPr>
              <p:nvPr/>
            </p:nvSpPr>
            <p:spPr bwMode="auto">
              <a:xfrm flipH="1">
                <a:off x="2250" y="2641"/>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4" name="Line 140">
                <a:extLst>
                  <a:ext uri="{FF2B5EF4-FFF2-40B4-BE49-F238E27FC236}">
                    <a16:creationId xmlns:a16="http://schemas.microsoft.com/office/drawing/2014/main" id="{19CD200A-DB05-C12E-3BA3-A2DDA4755272}"/>
                  </a:ext>
                </a:extLst>
              </p:cNvPr>
              <p:cNvSpPr>
                <a:spLocks noChangeShapeType="1"/>
              </p:cNvSpPr>
              <p:nvPr/>
            </p:nvSpPr>
            <p:spPr bwMode="auto">
              <a:xfrm>
                <a:off x="2250" y="2641"/>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5" name="Line 141">
                <a:extLst>
                  <a:ext uri="{FF2B5EF4-FFF2-40B4-BE49-F238E27FC236}">
                    <a16:creationId xmlns:a16="http://schemas.microsoft.com/office/drawing/2014/main" id="{76E39B51-F648-211B-C726-050C437250B6}"/>
                  </a:ext>
                </a:extLst>
              </p:cNvPr>
              <p:cNvSpPr>
                <a:spLocks noChangeShapeType="1"/>
              </p:cNvSpPr>
              <p:nvPr/>
            </p:nvSpPr>
            <p:spPr bwMode="auto">
              <a:xfrm flipH="1">
                <a:off x="2256" y="2902"/>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6" name="Line 142">
                <a:extLst>
                  <a:ext uri="{FF2B5EF4-FFF2-40B4-BE49-F238E27FC236}">
                    <a16:creationId xmlns:a16="http://schemas.microsoft.com/office/drawing/2014/main" id="{601EDCFC-02FC-92B8-FE3C-444DB1DA0E1B}"/>
                  </a:ext>
                </a:extLst>
              </p:cNvPr>
              <p:cNvSpPr>
                <a:spLocks noChangeShapeType="1"/>
              </p:cNvSpPr>
              <p:nvPr/>
            </p:nvSpPr>
            <p:spPr bwMode="auto">
              <a:xfrm>
                <a:off x="2256" y="2902"/>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7" name="Line 143">
                <a:extLst>
                  <a:ext uri="{FF2B5EF4-FFF2-40B4-BE49-F238E27FC236}">
                    <a16:creationId xmlns:a16="http://schemas.microsoft.com/office/drawing/2014/main" id="{2903EC55-EB47-FF9F-BFF1-CC1BBAE17C41}"/>
                  </a:ext>
                </a:extLst>
              </p:cNvPr>
              <p:cNvSpPr>
                <a:spLocks noChangeShapeType="1"/>
              </p:cNvSpPr>
              <p:nvPr/>
            </p:nvSpPr>
            <p:spPr bwMode="auto">
              <a:xfrm flipH="1">
                <a:off x="2484" y="1540"/>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8" name="Line 144">
                <a:extLst>
                  <a:ext uri="{FF2B5EF4-FFF2-40B4-BE49-F238E27FC236}">
                    <a16:creationId xmlns:a16="http://schemas.microsoft.com/office/drawing/2014/main" id="{84873CC6-FEF2-7BFD-59B4-277EFD42438A}"/>
                  </a:ext>
                </a:extLst>
              </p:cNvPr>
              <p:cNvSpPr>
                <a:spLocks noChangeShapeType="1"/>
              </p:cNvSpPr>
              <p:nvPr/>
            </p:nvSpPr>
            <p:spPr bwMode="auto">
              <a:xfrm>
                <a:off x="2484" y="1540"/>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69" name="Line 145">
                <a:extLst>
                  <a:ext uri="{FF2B5EF4-FFF2-40B4-BE49-F238E27FC236}">
                    <a16:creationId xmlns:a16="http://schemas.microsoft.com/office/drawing/2014/main" id="{8DC3B20B-78FA-38C9-835A-E085FC83E65C}"/>
                  </a:ext>
                </a:extLst>
              </p:cNvPr>
              <p:cNvSpPr>
                <a:spLocks noChangeShapeType="1"/>
              </p:cNvSpPr>
              <p:nvPr/>
            </p:nvSpPr>
            <p:spPr bwMode="auto">
              <a:xfrm flipH="1">
                <a:off x="2484" y="181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70" name="Line 146">
                <a:extLst>
                  <a:ext uri="{FF2B5EF4-FFF2-40B4-BE49-F238E27FC236}">
                    <a16:creationId xmlns:a16="http://schemas.microsoft.com/office/drawing/2014/main" id="{C7150276-EB22-F886-1FF2-31782229CB42}"/>
                  </a:ext>
                </a:extLst>
              </p:cNvPr>
              <p:cNvSpPr>
                <a:spLocks noChangeShapeType="1"/>
              </p:cNvSpPr>
              <p:nvPr/>
            </p:nvSpPr>
            <p:spPr bwMode="auto">
              <a:xfrm>
                <a:off x="2484" y="1814"/>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71" name="Line 147">
                <a:extLst>
                  <a:ext uri="{FF2B5EF4-FFF2-40B4-BE49-F238E27FC236}">
                    <a16:creationId xmlns:a16="http://schemas.microsoft.com/office/drawing/2014/main" id="{2E41AAAF-37BA-2C3C-57D5-14A8EB5A8D6A}"/>
                  </a:ext>
                </a:extLst>
              </p:cNvPr>
              <p:cNvSpPr>
                <a:spLocks noChangeShapeType="1"/>
              </p:cNvSpPr>
              <p:nvPr/>
            </p:nvSpPr>
            <p:spPr bwMode="auto">
              <a:xfrm flipH="1">
                <a:off x="2484" y="2080"/>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72" name="Line 148">
                <a:extLst>
                  <a:ext uri="{FF2B5EF4-FFF2-40B4-BE49-F238E27FC236}">
                    <a16:creationId xmlns:a16="http://schemas.microsoft.com/office/drawing/2014/main" id="{D531975F-8094-8B09-79A3-EEB9F1807E0E}"/>
                  </a:ext>
                </a:extLst>
              </p:cNvPr>
              <p:cNvSpPr>
                <a:spLocks noChangeShapeType="1"/>
              </p:cNvSpPr>
              <p:nvPr/>
            </p:nvSpPr>
            <p:spPr bwMode="auto">
              <a:xfrm>
                <a:off x="2484" y="2080"/>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73" name="Line 149">
                <a:extLst>
                  <a:ext uri="{FF2B5EF4-FFF2-40B4-BE49-F238E27FC236}">
                    <a16:creationId xmlns:a16="http://schemas.microsoft.com/office/drawing/2014/main" id="{A76A78C6-1022-9008-B380-B4AE905E7125}"/>
                  </a:ext>
                </a:extLst>
              </p:cNvPr>
              <p:cNvSpPr>
                <a:spLocks noChangeShapeType="1"/>
              </p:cNvSpPr>
              <p:nvPr/>
            </p:nvSpPr>
            <p:spPr bwMode="auto">
              <a:xfrm flipH="1">
                <a:off x="2481" y="2372"/>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74" name="Line 150">
                <a:extLst>
                  <a:ext uri="{FF2B5EF4-FFF2-40B4-BE49-F238E27FC236}">
                    <a16:creationId xmlns:a16="http://schemas.microsoft.com/office/drawing/2014/main" id="{7E7DC61C-EA97-25F6-1CD2-59AE04D84633}"/>
                  </a:ext>
                </a:extLst>
              </p:cNvPr>
              <p:cNvSpPr>
                <a:spLocks noChangeShapeType="1"/>
              </p:cNvSpPr>
              <p:nvPr/>
            </p:nvSpPr>
            <p:spPr bwMode="auto">
              <a:xfrm>
                <a:off x="2481" y="2372"/>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75" name="Line 151">
                <a:extLst>
                  <a:ext uri="{FF2B5EF4-FFF2-40B4-BE49-F238E27FC236}">
                    <a16:creationId xmlns:a16="http://schemas.microsoft.com/office/drawing/2014/main" id="{B5974E59-6A54-67F1-EC5B-6CF254F1E52D}"/>
                  </a:ext>
                </a:extLst>
              </p:cNvPr>
              <p:cNvSpPr>
                <a:spLocks noChangeShapeType="1"/>
              </p:cNvSpPr>
              <p:nvPr/>
            </p:nvSpPr>
            <p:spPr bwMode="auto">
              <a:xfrm flipH="1">
                <a:off x="2486" y="2641"/>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76" name="Line 152">
                <a:extLst>
                  <a:ext uri="{FF2B5EF4-FFF2-40B4-BE49-F238E27FC236}">
                    <a16:creationId xmlns:a16="http://schemas.microsoft.com/office/drawing/2014/main" id="{559EEE2C-4399-4D94-C68B-A866EA8EAD45}"/>
                  </a:ext>
                </a:extLst>
              </p:cNvPr>
              <p:cNvSpPr>
                <a:spLocks noChangeShapeType="1"/>
              </p:cNvSpPr>
              <p:nvPr/>
            </p:nvSpPr>
            <p:spPr bwMode="auto">
              <a:xfrm>
                <a:off x="2486" y="2641"/>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77" name="Line 153">
                <a:extLst>
                  <a:ext uri="{FF2B5EF4-FFF2-40B4-BE49-F238E27FC236}">
                    <a16:creationId xmlns:a16="http://schemas.microsoft.com/office/drawing/2014/main" id="{4B642177-9834-D4EB-038F-A0D5ADBD03C6}"/>
                  </a:ext>
                </a:extLst>
              </p:cNvPr>
              <p:cNvSpPr>
                <a:spLocks noChangeShapeType="1"/>
              </p:cNvSpPr>
              <p:nvPr/>
            </p:nvSpPr>
            <p:spPr bwMode="auto">
              <a:xfrm flipH="1">
                <a:off x="2492" y="2902"/>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78" name="Line 154">
                <a:extLst>
                  <a:ext uri="{FF2B5EF4-FFF2-40B4-BE49-F238E27FC236}">
                    <a16:creationId xmlns:a16="http://schemas.microsoft.com/office/drawing/2014/main" id="{FC71B2EE-D63C-A645-4932-1384719BC9F5}"/>
                  </a:ext>
                </a:extLst>
              </p:cNvPr>
              <p:cNvSpPr>
                <a:spLocks noChangeShapeType="1"/>
              </p:cNvSpPr>
              <p:nvPr/>
            </p:nvSpPr>
            <p:spPr bwMode="auto">
              <a:xfrm>
                <a:off x="2492" y="2902"/>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79" name="Line 155">
                <a:extLst>
                  <a:ext uri="{FF2B5EF4-FFF2-40B4-BE49-F238E27FC236}">
                    <a16:creationId xmlns:a16="http://schemas.microsoft.com/office/drawing/2014/main" id="{8B188B35-C330-42D0-E227-70C7440FB39C}"/>
                  </a:ext>
                </a:extLst>
              </p:cNvPr>
              <p:cNvSpPr>
                <a:spLocks noChangeShapeType="1"/>
              </p:cNvSpPr>
              <p:nvPr/>
            </p:nvSpPr>
            <p:spPr bwMode="auto">
              <a:xfrm>
                <a:off x="1050" y="3473"/>
                <a:ext cx="16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80" name="Line 156">
                <a:extLst>
                  <a:ext uri="{FF2B5EF4-FFF2-40B4-BE49-F238E27FC236}">
                    <a16:creationId xmlns:a16="http://schemas.microsoft.com/office/drawing/2014/main" id="{5E011655-D054-8109-50ED-D06D975CBB51}"/>
                  </a:ext>
                </a:extLst>
              </p:cNvPr>
              <p:cNvSpPr>
                <a:spLocks noChangeShapeType="1"/>
              </p:cNvSpPr>
              <p:nvPr/>
            </p:nvSpPr>
            <p:spPr bwMode="auto">
              <a:xfrm>
                <a:off x="1047" y="3210"/>
                <a:ext cx="16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7781" name="Group 157">
                <a:extLst>
                  <a:ext uri="{FF2B5EF4-FFF2-40B4-BE49-F238E27FC236}">
                    <a16:creationId xmlns:a16="http://schemas.microsoft.com/office/drawing/2014/main" id="{C4762BB4-5704-A0F2-CAF4-322995F380E7}"/>
                  </a:ext>
                </a:extLst>
              </p:cNvPr>
              <p:cNvGrpSpPr>
                <a:grpSpLocks/>
              </p:cNvGrpSpPr>
              <p:nvPr/>
            </p:nvGrpSpPr>
            <p:grpSpPr bwMode="auto">
              <a:xfrm>
                <a:off x="2742" y="3113"/>
                <a:ext cx="218" cy="194"/>
                <a:chOff x="3615" y="11343"/>
                <a:chExt cx="419" cy="525"/>
              </a:xfrm>
            </p:grpSpPr>
            <p:sp>
              <p:nvSpPr>
                <p:cNvPr id="27821" name="Arc 158">
                  <a:extLst>
                    <a:ext uri="{FF2B5EF4-FFF2-40B4-BE49-F238E27FC236}">
                      <a16:creationId xmlns:a16="http://schemas.microsoft.com/office/drawing/2014/main" id="{DC1BC28F-8D1B-C65C-5A25-4B50D3B42786}"/>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7822" name="Line 159">
                  <a:extLst>
                    <a:ext uri="{FF2B5EF4-FFF2-40B4-BE49-F238E27FC236}">
                      <a16:creationId xmlns:a16="http://schemas.microsoft.com/office/drawing/2014/main" id="{CA68FCC6-F315-6B16-D753-29F8FD8C47EE}"/>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23" name="Line 160">
                  <a:extLst>
                    <a:ext uri="{FF2B5EF4-FFF2-40B4-BE49-F238E27FC236}">
                      <a16:creationId xmlns:a16="http://schemas.microsoft.com/office/drawing/2014/main" id="{AEE54E76-4DF0-F418-3D6D-186137A7F32C}"/>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24" name="Line 161">
                  <a:extLst>
                    <a:ext uri="{FF2B5EF4-FFF2-40B4-BE49-F238E27FC236}">
                      <a16:creationId xmlns:a16="http://schemas.microsoft.com/office/drawing/2014/main" id="{11D0CE53-3717-340D-52F7-3C4CF30D64F2}"/>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782" name="Group 162">
                <a:extLst>
                  <a:ext uri="{FF2B5EF4-FFF2-40B4-BE49-F238E27FC236}">
                    <a16:creationId xmlns:a16="http://schemas.microsoft.com/office/drawing/2014/main" id="{51A7E4AC-D847-02DF-1879-FF551B33CA4F}"/>
                  </a:ext>
                </a:extLst>
              </p:cNvPr>
              <p:cNvGrpSpPr>
                <a:grpSpLocks/>
              </p:cNvGrpSpPr>
              <p:nvPr/>
            </p:nvGrpSpPr>
            <p:grpSpPr bwMode="auto">
              <a:xfrm>
                <a:off x="2748" y="3374"/>
                <a:ext cx="217" cy="194"/>
                <a:chOff x="3615" y="11343"/>
                <a:chExt cx="419" cy="525"/>
              </a:xfrm>
            </p:grpSpPr>
            <p:sp>
              <p:nvSpPr>
                <p:cNvPr id="27817" name="Arc 163">
                  <a:extLst>
                    <a:ext uri="{FF2B5EF4-FFF2-40B4-BE49-F238E27FC236}">
                      <a16:creationId xmlns:a16="http://schemas.microsoft.com/office/drawing/2014/main" id="{40CA06B2-FA97-404C-2CE2-997EB28C4391}"/>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7818" name="Line 164">
                  <a:extLst>
                    <a:ext uri="{FF2B5EF4-FFF2-40B4-BE49-F238E27FC236}">
                      <a16:creationId xmlns:a16="http://schemas.microsoft.com/office/drawing/2014/main" id="{0DA0D0D0-DDC5-885F-6346-3D94320AA164}"/>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19" name="Line 165">
                  <a:extLst>
                    <a:ext uri="{FF2B5EF4-FFF2-40B4-BE49-F238E27FC236}">
                      <a16:creationId xmlns:a16="http://schemas.microsoft.com/office/drawing/2014/main" id="{1ED770B1-123F-C2F4-A962-025E1C9DA81E}"/>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20" name="Line 166">
                  <a:extLst>
                    <a:ext uri="{FF2B5EF4-FFF2-40B4-BE49-F238E27FC236}">
                      <a16:creationId xmlns:a16="http://schemas.microsoft.com/office/drawing/2014/main" id="{3FF54482-1BFD-DA66-5A7F-D5534833802B}"/>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7783" name="Line 167">
                <a:extLst>
                  <a:ext uri="{FF2B5EF4-FFF2-40B4-BE49-F238E27FC236}">
                    <a16:creationId xmlns:a16="http://schemas.microsoft.com/office/drawing/2014/main" id="{CF68CD94-3785-76DB-79D2-1397D447FF88}"/>
                  </a:ext>
                </a:extLst>
              </p:cNvPr>
              <p:cNvSpPr>
                <a:spLocks noChangeShapeType="1"/>
              </p:cNvSpPr>
              <p:nvPr/>
            </p:nvSpPr>
            <p:spPr bwMode="auto">
              <a:xfrm>
                <a:off x="2956" y="3207"/>
                <a:ext cx="18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84" name="Line 168">
                <a:extLst>
                  <a:ext uri="{FF2B5EF4-FFF2-40B4-BE49-F238E27FC236}">
                    <a16:creationId xmlns:a16="http://schemas.microsoft.com/office/drawing/2014/main" id="{D7731AC6-0711-9DB6-5B8D-17FDEDF51EA0}"/>
                  </a:ext>
                </a:extLst>
              </p:cNvPr>
              <p:cNvSpPr>
                <a:spLocks noChangeShapeType="1"/>
              </p:cNvSpPr>
              <p:nvPr/>
            </p:nvSpPr>
            <p:spPr bwMode="auto">
              <a:xfrm>
                <a:off x="2956" y="3473"/>
                <a:ext cx="18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85" name="Line 169">
                <a:extLst>
                  <a:ext uri="{FF2B5EF4-FFF2-40B4-BE49-F238E27FC236}">
                    <a16:creationId xmlns:a16="http://schemas.microsoft.com/office/drawing/2014/main" id="{9E5CCCB7-C476-8CDF-F9F4-5B82D2D80B1F}"/>
                  </a:ext>
                </a:extLst>
              </p:cNvPr>
              <p:cNvSpPr>
                <a:spLocks noChangeShapeType="1"/>
              </p:cNvSpPr>
              <p:nvPr/>
            </p:nvSpPr>
            <p:spPr bwMode="auto">
              <a:xfrm flipH="1">
                <a:off x="1125" y="3166"/>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86" name="Line 170">
                <a:extLst>
                  <a:ext uri="{FF2B5EF4-FFF2-40B4-BE49-F238E27FC236}">
                    <a16:creationId xmlns:a16="http://schemas.microsoft.com/office/drawing/2014/main" id="{BB3A03D3-9896-3325-DD21-FC87585A9D01}"/>
                  </a:ext>
                </a:extLst>
              </p:cNvPr>
              <p:cNvSpPr>
                <a:spLocks noChangeShapeType="1"/>
              </p:cNvSpPr>
              <p:nvPr/>
            </p:nvSpPr>
            <p:spPr bwMode="auto">
              <a:xfrm>
                <a:off x="1125" y="3166"/>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87" name="Line 171">
                <a:extLst>
                  <a:ext uri="{FF2B5EF4-FFF2-40B4-BE49-F238E27FC236}">
                    <a16:creationId xmlns:a16="http://schemas.microsoft.com/office/drawing/2014/main" id="{61840FF1-4132-49E4-6D96-551BCC952F15}"/>
                  </a:ext>
                </a:extLst>
              </p:cNvPr>
              <p:cNvSpPr>
                <a:spLocks noChangeShapeType="1"/>
              </p:cNvSpPr>
              <p:nvPr/>
            </p:nvSpPr>
            <p:spPr bwMode="auto">
              <a:xfrm flipH="1">
                <a:off x="1352" y="3166"/>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88" name="Line 172">
                <a:extLst>
                  <a:ext uri="{FF2B5EF4-FFF2-40B4-BE49-F238E27FC236}">
                    <a16:creationId xmlns:a16="http://schemas.microsoft.com/office/drawing/2014/main" id="{8B8A8B5F-FD87-174A-CB4D-14E1E087D458}"/>
                  </a:ext>
                </a:extLst>
              </p:cNvPr>
              <p:cNvSpPr>
                <a:spLocks noChangeShapeType="1"/>
              </p:cNvSpPr>
              <p:nvPr/>
            </p:nvSpPr>
            <p:spPr bwMode="auto">
              <a:xfrm>
                <a:off x="1352" y="3166"/>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89" name="Line 173">
                <a:extLst>
                  <a:ext uri="{FF2B5EF4-FFF2-40B4-BE49-F238E27FC236}">
                    <a16:creationId xmlns:a16="http://schemas.microsoft.com/office/drawing/2014/main" id="{084F8696-58A8-FAA3-1805-54AEE7C7EC6C}"/>
                  </a:ext>
                </a:extLst>
              </p:cNvPr>
              <p:cNvSpPr>
                <a:spLocks noChangeShapeType="1"/>
              </p:cNvSpPr>
              <p:nvPr/>
            </p:nvSpPr>
            <p:spPr bwMode="auto">
              <a:xfrm flipH="1">
                <a:off x="1675" y="3170"/>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90" name="Line 174">
                <a:extLst>
                  <a:ext uri="{FF2B5EF4-FFF2-40B4-BE49-F238E27FC236}">
                    <a16:creationId xmlns:a16="http://schemas.microsoft.com/office/drawing/2014/main" id="{24FD3A19-46BF-85D3-6BFD-994D4C9250C4}"/>
                  </a:ext>
                </a:extLst>
              </p:cNvPr>
              <p:cNvSpPr>
                <a:spLocks noChangeShapeType="1"/>
              </p:cNvSpPr>
              <p:nvPr/>
            </p:nvSpPr>
            <p:spPr bwMode="auto">
              <a:xfrm>
                <a:off x="1675" y="3170"/>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91" name="Line 175">
                <a:extLst>
                  <a:ext uri="{FF2B5EF4-FFF2-40B4-BE49-F238E27FC236}">
                    <a16:creationId xmlns:a16="http://schemas.microsoft.com/office/drawing/2014/main" id="{29714BDF-6722-3727-4A5F-37A3F3A6D375}"/>
                  </a:ext>
                </a:extLst>
              </p:cNvPr>
              <p:cNvSpPr>
                <a:spLocks noChangeShapeType="1"/>
              </p:cNvSpPr>
              <p:nvPr/>
            </p:nvSpPr>
            <p:spPr bwMode="auto">
              <a:xfrm flipH="1">
                <a:off x="1905" y="3166"/>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92" name="Line 176">
                <a:extLst>
                  <a:ext uri="{FF2B5EF4-FFF2-40B4-BE49-F238E27FC236}">
                    <a16:creationId xmlns:a16="http://schemas.microsoft.com/office/drawing/2014/main" id="{ACC7BEC5-E215-48B2-85DB-E9147D034E36}"/>
                  </a:ext>
                </a:extLst>
              </p:cNvPr>
              <p:cNvSpPr>
                <a:spLocks noChangeShapeType="1"/>
              </p:cNvSpPr>
              <p:nvPr/>
            </p:nvSpPr>
            <p:spPr bwMode="auto">
              <a:xfrm>
                <a:off x="1905" y="3166"/>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93" name="Line 177">
                <a:extLst>
                  <a:ext uri="{FF2B5EF4-FFF2-40B4-BE49-F238E27FC236}">
                    <a16:creationId xmlns:a16="http://schemas.microsoft.com/office/drawing/2014/main" id="{692D6CCA-472C-5E50-B83E-AF206B2CB712}"/>
                  </a:ext>
                </a:extLst>
              </p:cNvPr>
              <p:cNvSpPr>
                <a:spLocks noChangeShapeType="1"/>
              </p:cNvSpPr>
              <p:nvPr/>
            </p:nvSpPr>
            <p:spPr bwMode="auto">
              <a:xfrm flipH="1">
                <a:off x="1130" y="3428"/>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94" name="Line 178">
                <a:extLst>
                  <a:ext uri="{FF2B5EF4-FFF2-40B4-BE49-F238E27FC236}">
                    <a16:creationId xmlns:a16="http://schemas.microsoft.com/office/drawing/2014/main" id="{7C8676AB-5542-D4E0-758B-F61F40C1A65A}"/>
                  </a:ext>
                </a:extLst>
              </p:cNvPr>
              <p:cNvSpPr>
                <a:spLocks noChangeShapeType="1"/>
              </p:cNvSpPr>
              <p:nvPr/>
            </p:nvSpPr>
            <p:spPr bwMode="auto">
              <a:xfrm>
                <a:off x="1130" y="3428"/>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95" name="Line 179">
                <a:extLst>
                  <a:ext uri="{FF2B5EF4-FFF2-40B4-BE49-F238E27FC236}">
                    <a16:creationId xmlns:a16="http://schemas.microsoft.com/office/drawing/2014/main" id="{C7BA469D-6AE0-689A-D2BB-D570B3DF2689}"/>
                  </a:ext>
                </a:extLst>
              </p:cNvPr>
              <p:cNvSpPr>
                <a:spLocks noChangeShapeType="1"/>
              </p:cNvSpPr>
              <p:nvPr/>
            </p:nvSpPr>
            <p:spPr bwMode="auto">
              <a:xfrm flipH="1">
                <a:off x="1357" y="3428"/>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96" name="Line 180">
                <a:extLst>
                  <a:ext uri="{FF2B5EF4-FFF2-40B4-BE49-F238E27FC236}">
                    <a16:creationId xmlns:a16="http://schemas.microsoft.com/office/drawing/2014/main" id="{4D41C5D0-A26D-C12F-699B-3D48D35BA28D}"/>
                  </a:ext>
                </a:extLst>
              </p:cNvPr>
              <p:cNvSpPr>
                <a:spLocks noChangeShapeType="1"/>
              </p:cNvSpPr>
              <p:nvPr/>
            </p:nvSpPr>
            <p:spPr bwMode="auto">
              <a:xfrm>
                <a:off x="1357" y="3428"/>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97" name="Line 181">
                <a:extLst>
                  <a:ext uri="{FF2B5EF4-FFF2-40B4-BE49-F238E27FC236}">
                    <a16:creationId xmlns:a16="http://schemas.microsoft.com/office/drawing/2014/main" id="{F8208A65-6F31-7397-F7A2-D3D2F7324557}"/>
                  </a:ext>
                </a:extLst>
              </p:cNvPr>
              <p:cNvSpPr>
                <a:spLocks noChangeShapeType="1"/>
              </p:cNvSpPr>
              <p:nvPr/>
            </p:nvSpPr>
            <p:spPr bwMode="auto">
              <a:xfrm flipH="1">
                <a:off x="1680" y="3431"/>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98" name="Line 182">
                <a:extLst>
                  <a:ext uri="{FF2B5EF4-FFF2-40B4-BE49-F238E27FC236}">
                    <a16:creationId xmlns:a16="http://schemas.microsoft.com/office/drawing/2014/main" id="{7C17A301-8604-77E6-EF8F-746B84AED4BC}"/>
                  </a:ext>
                </a:extLst>
              </p:cNvPr>
              <p:cNvSpPr>
                <a:spLocks noChangeShapeType="1"/>
              </p:cNvSpPr>
              <p:nvPr/>
            </p:nvSpPr>
            <p:spPr bwMode="auto">
              <a:xfrm>
                <a:off x="1680" y="3431"/>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99" name="Line 183">
                <a:extLst>
                  <a:ext uri="{FF2B5EF4-FFF2-40B4-BE49-F238E27FC236}">
                    <a16:creationId xmlns:a16="http://schemas.microsoft.com/office/drawing/2014/main" id="{A7DC4423-3642-335F-4DF8-15C988009105}"/>
                  </a:ext>
                </a:extLst>
              </p:cNvPr>
              <p:cNvSpPr>
                <a:spLocks noChangeShapeType="1"/>
              </p:cNvSpPr>
              <p:nvPr/>
            </p:nvSpPr>
            <p:spPr bwMode="auto">
              <a:xfrm flipH="1">
                <a:off x="1911" y="3428"/>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00" name="Line 184">
                <a:extLst>
                  <a:ext uri="{FF2B5EF4-FFF2-40B4-BE49-F238E27FC236}">
                    <a16:creationId xmlns:a16="http://schemas.microsoft.com/office/drawing/2014/main" id="{8C38C84B-F772-BFEE-3548-375D1EE32FC7}"/>
                  </a:ext>
                </a:extLst>
              </p:cNvPr>
              <p:cNvSpPr>
                <a:spLocks noChangeShapeType="1"/>
              </p:cNvSpPr>
              <p:nvPr/>
            </p:nvSpPr>
            <p:spPr bwMode="auto">
              <a:xfrm>
                <a:off x="1911" y="3428"/>
                <a:ext cx="109" cy="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01" name="Line 185">
                <a:extLst>
                  <a:ext uri="{FF2B5EF4-FFF2-40B4-BE49-F238E27FC236}">
                    <a16:creationId xmlns:a16="http://schemas.microsoft.com/office/drawing/2014/main" id="{3182FA0C-F3EB-59E2-B8A8-B77E8FEE631B}"/>
                  </a:ext>
                </a:extLst>
              </p:cNvPr>
              <p:cNvSpPr>
                <a:spLocks noChangeShapeType="1"/>
              </p:cNvSpPr>
              <p:nvPr/>
            </p:nvSpPr>
            <p:spPr bwMode="auto">
              <a:xfrm flipH="1">
                <a:off x="2250" y="3165"/>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02" name="Line 186">
                <a:extLst>
                  <a:ext uri="{FF2B5EF4-FFF2-40B4-BE49-F238E27FC236}">
                    <a16:creationId xmlns:a16="http://schemas.microsoft.com/office/drawing/2014/main" id="{548D9E10-ABD0-5C33-C6F9-B5EF78263C5D}"/>
                  </a:ext>
                </a:extLst>
              </p:cNvPr>
              <p:cNvSpPr>
                <a:spLocks noChangeShapeType="1"/>
              </p:cNvSpPr>
              <p:nvPr/>
            </p:nvSpPr>
            <p:spPr bwMode="auto">
              <a:xfrm>
                <a:off x="2250" y="3165"/>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03" name="Line 187">
                <a:extLst>
                  <a:ext uri="{FF2B5EF4-FFF2-40B4-BE49-F238E27FC236}">
                    <a16:creationId xmlns:a16="http://schemas.microsoft.com/office/drawing/2014/main" id="{05C16505-816A-1FB8-51D1-B493118CDB15}"/>
                  </a:ext>
                </a:extLst>
              </p:cNvPr>
              <p:cNvSpPr>
                <a:spLocks noChangeShapeType="1"/>
              </p:cNvSpPr>
              <p:nvPr/>
            </p:nvSpPr>
            <p:spPr bwMode="auto">
              <a:xfrm flipH="1">
                <a:off x="2256" y="3426"/>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04" name="Line 188">
                <a:extLst>
                  <a:ext uri="{FF2B5EF4-FFF2-40B4-BE49-F238E27FC236}">
                    <a16:creationId xmlns:a16="http://schemas.microsoft.com/office/drawing/2014/main" id="{91F63641-341F-021E-A9DC-1DF66C0B9ED9}"/>
                  </a:ext>
                </a:extLst>
              </p:cNvPr>
              <p:cNvSpPr>
                <a:spLocks noChangeShapeType="1"/>
              </p:cNvSpPr>
              <p:nvPr/>
            </p:nvSpPr>
            <p:spPr bwMode="auto">
              <a:xfrm>
                <a:off x="2256" y="3426"/>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05" name="Line 189">
                <a:extLst>
                  <a:ext uri="{FF2B5EF4-FFF2-40B4-BE49-F238E27FC236}">
                    <a16:creationId xmlns:a16="http://schemas.microsoft.com/office/drawing/2014/main" id="{255E9444-8957-2AF0-2914-5472483C575C}"/>
                  </a:ext>
                </a:extLst>
              </p:cNvPr>
              <p:cNvSpPr>
                <a:spLocks noChangeShapeType="1"/>
              </p:cNvSpPr>
              <p:nvPr/>
            </p:nvSpPr>
            <p:spPr bwMode="auto">
              <a:xfrm flipH="1">
                <a:off x="2486" y="3165"/>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06" name="Line 190">
                <a:extLst>
                  <a:ext uri="{FF2B5EF4-FFF2-40B4-BE49-F238E27FC236}">
                    <a16:creationId xmlns:a16="http://schemas.microsoft.com/office/drawing/2014/main" id="{10D66CF7-E469-9CDF-84C6-CBAE1D9BDA5A}"/>
                  </a:ext>
                </a:extLst>
              </p:cNvPr>
              <p:cNvSpPr>
                <a:spLocks noChangeShapeType="1"/>
              </p:cNvSpPr>
              <p:nvPr/>
            </p:nvSpPr>
            <p:spPr bwMode="auto">
              <a:xfrm>
                <a:off x="2486" y="3165"/>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07" name="Line 191">
                <a:extLst>
                  <a:ext uri="{FF2B5EF4-FFF2-40B4-BE49-F238E27FC236}">
                    <a16:creationId xmlns:a16="http://schemas.microsoft.com/office/drawing/2014/main" id="{4291CE7D-B920-8380-734F-60B20FD1334B}"/>
                  </a:ext>
                </a:extLst>
              </p:cNvPr>
              <p:cNvSpPr>
                <a:spLocks noChangeShapeType="1"/>
              </p:cNvSpPr>
              <p:nvPr/>
            </p:nvSpPr>
            <p:spPr bwMode="auto">
              <a:xfrm flipH="1">
                <a:off x="2492" y="3426"/>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08" name="Line 192">
                <a:extLst>
                  <a:ext uri="{FF2B5EF4-FFF2-40B4-BE49-F238E27FC236}">
                    <a16:creationId xmlns:a16="http://schemas.microsoft.com/office/drawing/2014/main" id="{1081E0B0-7C3B-6E4B-3BAE-343AB9743B3E}"/>
                  </a:ext>
                </a:extLst>
              </p:cNvPr>
              <p:cNvSpPr>
                <a:spLocks noChangeShapeType="1"/>
              </p:cNvSpPr>
              <p:nvPr/>
            </p:nvSpPr>
            <p:spPr bwMode="auto">
              <a:xfrm>
                <a:off x="2492" y="3426"/>
                <a:ext cx="109" cy="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809" name="Oval 193">
                <a:extLst>
                  <a:ext uri="{FF2B5EF4-FFF2-40B4-BE49-F238E27FC236}">
                    <a16:creationId xmlns:a16="http://schemas.microsoft.com/office/drawing/2014/main" id="{51F6DC5A-BD68-D04F-8F2D-969A4C48D0C8}"/>
                  </a:ext>
                </a:extLst>
              </p:cNvPr>
              <p:cNvSpPr>
                <a:spLocks noChangeArrowheads="1"/>
              </p:cNvSpPr>
              <p:nvPr/>
            </p:nvSpPr>
            <p:spPr bwMode="auto">
              <a:xfrm>
                <a:off x="3356" y="1573"/>
                <a:ext cx="51" cy="45"/>
              </a:xfrm>
              <a:prstGeom prst="ellipse">
                <a:avLst/>
              </a:prstGeom>
              <a:solidFill>
                <a:srgbClr val="000000"/>
              </a:solidFill>
              <a:ln w="95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810" name="Oval 194">
                <a:extLst>
                  <a:ext uri="{FF2B5EF4-FFF2-40B4-BE49-F238E27FC236}">
                    <a16:creationId xmlns:a16="http://schemas.microsoft.com/office/drawing/2014/main" id="{BFDD184E-B4D7-0CF9-1CAD-FD69767BA659}"/>
                  </a:ext>
                </a:extLst>
              </p:cNvPr>
              <p:cNvSpPr>
                <a:spLocks noChangeArrowheads="1"/>
              </p:cNvSpPr>
              <p:nvPr/>
            </p:nvSpPr>
            <p:spPr bwMode="auto">
              <a:xfrm>
                <a:off x="3356" y="1839"/>
                <a:ext cx="51" cy="44"/>
              </a:xfrm>
              <a:prstGeom prst="ellipse">
                <a:avLst/>
              </a:prstGeom>
              <a:solidFill>
                <a:srgbClr val="000000"/>
              </a:solidFill>
              <a:ln w="95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811" name="Oval 195">
                <a:extLst>
                  <a:ext uri="{FF2B5EF4-FFF2-40B4-BE49-F238E27FC236}">
                    <a16:creationId xmlns:a16="http://schemas.microsoft.com/office/drawing/2014/main" id="{EC981864-3120-F35D-BDEE-589FFAEFA007}"/>
                  </a:ext>
                </a:extLst>
              </p:cNvPr>
              <p:cNvSpPr>
                <a:spLocks noChangeArrowheads="1"/>
              </p:cNvSpPr>
              <p:nvPr/>
            </p:nvSpPr>
            <p:spPr bwMode="auto">
              <a:xfrm>
                <a:off x="3782" y="2105"/>
                <a:ext cx="52" cy="44"/>
              </a:xfrm>
              <a:prstGeom prst="ellipse">
                <a:avLst/>
              </a:prstGeom>
              <a:solidFill>
                <a:srgbClr val="000000"/>
              </a:solidFill>
              <a:ln w="95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812" name="Oval 196">
                <a:extLst>
                  <a:ext uri="{FF2B5EF4-FFF2-40B4-BE49-F238E27FC236}">
                    <a16:creationId xmlns:a16="http://schemas.microsoft.com/office/drawing/2014/main" id="{F0972BF4-3652-FA1C-8291-7C5C5B75850A}"/>
                  </a:ext>
                </a:extLst>
              </p:cNvPr>
              <p:cNvSpPr>
                <a:spLocks noChangeArrowheads="1"/>
              </p:cNvSpPr>
              <p:nvPr/>
            </p:nvSpPr>
            <p:spPr bwMode="auto">
              <a:xfrm>
                <a:off x="3782" y="2402"/>
                <a:ext cx="52" cy="44"/>
              </a:xfrm>
              <a:prstGeom prst="ellipse">
                <a:avLst/>
              </a:prstGeom>
              <a:solidFill>
                <a:srgbClr val="000000"/>
              </a:solidFill>
              <a:ln w="95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813" name="Oval 197">
                <a:extLst>
                  <a:ext uri="{FF2B5EF4-FFF2-40B4-BE49-F238E27FC236}">
                    <a16:creationId xmlns:a16="http://schemas.microsoft.com/office/drawing/2014/main" id="{16F78004-E99F-E221-4E01-71CF8D82D507}"/>
                  </a:ext>
                </a:extLst>
              </p:cNvPr>
              <p:cNvSpPr>
                <a:spLocks noChangeArrowheads="1"/>
              </p:cNvSpPr>
              <p:nvPr/>
            </p:nvSpPr>
            <p:spPr bwMode="auto">
              <a:xfrm>
                <a:off x="4200" y="2660"/>
                <a:ext cx="51" cy="44"/>
              </a:xfrm>
              <a:prstGeom prst="ellipse">
                <a:avLst/>
              </a:prstGeom>
              <a:solidFill>
                <a:srgbClr val="000000"/>
              </a:solidFill>
              <a:ln w="95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814" name="Oval 198">
                <a:extLst>
                  <a:ext uri="{FF2B5EF4-FFF2-40B4-BE49-F238E27FC236}">
                    <a16:creationId xmlns:a16="http://schemas.microsoft.com/office/drawing/2014/main" id="{B2DA277C-D006-18F4-482C-49CD1CF18872}"/>
                  </a:ext>
                </a:extLst>
              </p:cNvPr>
              <p:cNvSpPr>
                <a:spLocks noChangeArrowheads="1"/>
              </p:cNvSpPr>
              <p:nvPr/>
            </p:nvSpPr>
            <p:spPr bwMode="auto">
              <a:xfrm>
                <a:off x="4209" y="2926"/>
                <a:ext cx="51" cy="44"/>
              </a:xfrm>
              <a:prstGeom prst="ellipse">
                <a:avLst/>
              </a:prstGeom>
              <a:solidFill>
                <a:srgbClr val="000000"/>
              </a:solidFill>
              <a:ln w="95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815" name="Oval 199">
                <a:extLst>
                  <a:ext uri="{FF2B5EF4-FFF2-40B4-BE49-F238E27FC236}">
                    <a16:creationId xmlns:a16="http://schemas.microsoft.com/office/drawing/2014/main" id="{6D90F73F-D0E0-2725-9ACC-EDFFA359E4D0}"/>
                  </a:ext>
                </a:extLst>
              </p:cNvPr>
              <p:cNvSpPr>
                <a:spLocks noChangeArrowheads="1"/>
              </p:cNvSpPr>
              <p:nvPr/>
            </p:nvSpPr>
            <p:spPr bwMode="auto">
              <a:xfrm>
                <a:off x="4590" y="3191"/>
                <a:ext cx="51" cy="45"/>
              </a:xfrm>
              <a:prstGeom prst="ellipse">
                <a:avLst/>
              </a:prstGeom>
              <a:solidFill>
                <a:srgbClr val="000000"/>
              </a:solidFill>
              <a:ln w="95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7816" name="Oval 200">
                <a:extLst>
                  <a:ext uri="{FF2B5EF4-FFF2-40B4-BE49-F238E27FC236}">
                    <a16:creationId xmlns:a16="http://schemas.microsoft.com/office/drawing/2014/main" id="{3DDF9ADF-5385-70AB-C53C-3B1EF0FA2B4A}"/>
                  </a:ext>
                </a:extLst>
              </p:cNvPr>
              <p:cNvSpPr>
                <a:spLocks noChangeArrowheads="1"/>
              </p:cNvSpPr>
              <p:nvPr/>
            </p:nvSpPr>
            <p:spPr bwMode="auto">
              <a:xfrm>
                <a:off x="4590" y="3449"/>
                <a:ext cx="51" cy="45"/>
              </a:xfrm>
              <a:prstGeom prst="ellipse">
                <a:avLst/>
              </a:prstGeom>
              <a:solidFill>
                <a:srgbClr val="000000"/>
              </a:solidFill>
              <a:ln w="95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grpSp>
        <p:sp>
          <p:nvSpPr>
            <p:cNvPr id="27653" name="Text Box 201">
              <a:extLst>
                <a:ext uri="{FF2B5EF4-FFF2-40B4-BE49-F238E27FC236}">
                  <a16:creationId xmlns:a16="http://schemas.microsoft.com/office/drawing/2014/main" id="{716EC2B8-1966-3626-D946-5540F0F214A9}"/>
                </a:ext>
              </a:extLst>
            </p:cNvPr>
            <p:cNvSpPr txBox="1">
              <a:spLocks noChangeArrowheads="1"/>
            </p:cNvSpPr>
            <p:nvPr/>
          </p:nvSpPr>
          <p:spPr bwMode="auto">
            <a:xfrm>
              <a:off x="1195388" y="4988127"/>
              <a:ext cx="36379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PAL offers less flexibity than PLA</a:t>
              </a:r>
              <a:endParaRPr lang="ru-RU" altLang="en-US" b="0" u="none"/>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a:extLst>
              <a:ext uri="{FF2B5EF4-FFF2-40B4-BE49-F238E27FC236}">
                <a16:creationId xmlns:a16="http://schemas.microsoft.com/office/drawing/2014/main" id="{0506CCAC-2829-815D-8D91-6D37A3F9A4E3}"/>
              </a:ext>
            </a:extLst>
          </p:cNvPr>
          <p:cNvSpPr>
            <a:spLocks noGrp="1" noChangeArrowheads="1"/>
          </p:cNvSpPr>
          <p:nvPr>
            <p:ph type="title"/>
          </p:nvPr>
        </p:nvSpPr>
        <p:spPr>
          <a:xfrm>
            <a:off x="0" y="183401"/>
            <a:ext cx="11612880" cy="704088"/>
          </a:xfrm>
        </p:spPr>
        <p:txBody>
          <a:bodyPr/>
          <a:lstStyle/>
          <a:p>
            <a:r>
              <a:rPr lang="en-US" altLang="en-US"/>
              <a:t>Example</a:t>
            </a:r>
            <a:endParaRPr lang="ru-RU" altLang="en-US"/>
          </a:p>
        </p:txBody>
      </p:sp>
      <p:grpSp>
        <p:nvGrpSpPr>
          <p:cNvPr id="28675" name="Group 232">
            <a:extLst>
              <a:ext uri="{FF2B5EF4-FFF2-40B4-BE49-F238E27FC236}">
                <a16:creationId xmlns:a16="http://schemas.microsoft.com/office/drawing/2014/main" id="{A9D7CE40-1A64-6B8B-CDB4-E09365F6D0C9}"/>
              </a:ext>
            </a:extLst>
          </p:cNvPr>
          <p:cNvGrpSpPr>
            <a:grpSpLocks/>
          </p:cNvGrpSpPr>
          <p:nvPr/>
        </p:nvGrpSpPr>
        <p:grpSpPr bwMode="auto">
          <a:xfrm>
            <a:off x="2293938" y="1028701"/>
            <a:ext cx="4845050" cy="4684713"/>
            <a:chOff x="769938" y="838200"/>
            <a:chExt cx="4845050" cy="4684713"/>
          </a:xfrm>
        </p:grpSpPr>
        <p:sp>
          <p:nvSpPr>
            <p:cNvPr id="28678" name="Text Box 181">
              <a:extLst>
                <a:ext uri="{FF2B5EF4-FFF2-40B4-BE49-F238E27FC236}">
                  <a16:creationId xmlns:a16="http://schemas.microsoft.com/office/drawing/2014/main" id="{4D8C2FA0-7837-A2E4-7059-53BD546175E5}"/>
                </a:ext>
              </a:extLst>
            </p:cNvPr>
            <p:cNvSpPr txBox="1">
              <a:spLocks noChangeArrowheads="1"/>
            </p:cNvSpPr>
            <p:nvPr/>
          </p:nvSpPr>
          <p:spPr bwMode="auto">
            <a:xfrm>
              <a:off x="5108615" y="5239216"/>
              <a:ext cx="506373" cy="283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Y</a:t>
              </a:r>
              <a:r>
                <a:rPr lang="en-US" altLang="en-US" sz="2000" b="0" u="none" baseline="-25000"/>
                <a:t>3</a:t>
              </a:r>
              <a:endParaRPr lang="ru-RU" altLang="en-US" sz="2000" b="0" u="none"/>
            </a:p>
          </p:txBody>
        </p:sp>
        <p:sp>
          <p:nvSpPr>
            <p:cNvPr id="28679" name="Text Box 182">
              <a:extLst>
                <a:ext uri="{FF2B5EF4-FFF2-40B4-BE49-F238E27FC236}">
                  <a16:creationId xmlns:a16="http://schemas.microsoft.com/office/drawing/2014/main" id="{41923DE7-F428-0FCA-925D-7549A48543E8}"/>
                </a:ext>
              </a:extLst>
            </p:cNvPr>
            <p:cNvSpPr txBox="1">
              <a:spLocks noChangeArrowheads="1"/>
            </p:cNvSpPr>
            <p:nvPr/>
          </p:nvSpPr>
          <p:spPr bwMode="auto">
            <a:xfrm>
              <a:off x="4603505" y="5231273"/>
              <a:ext cx="505110" cy="283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Y</a:t>
              </a:r>
              <a:r>
                <a:rPr lang="en-US" altLang="en-US" sz="2000" b="0" u="none" baseline="-25000"/>
                <a:t>2</a:t>
              </a:r>
              <a:endParaRPr lang="ru-RU" altLang="en-US" sz="2000" b="0" u="none"/>
            </a:p>
          </p:txBody>
        </p:sp>
        <p:sp>
          <p:nvSpPr>
            <p:cNvPr id="28680" name="Text Box 183">
              <a:extLst>
                <a:ext uri="{FF2B5EF4-FFF2-40B4-BE49-F238E27FC236}">
                  <a16:creationId xmlns:a16="http://schemas.microsoft.com/office/drawing/2014/main" id="{A08F097B-7925-8F30-A231-036BF4A4EA8A}"/>
                </a:ext>
              </a:extLst>
            </p:cNvPr>
            <p:cNvSpPr txBox="1">
              <a:spLocks noChangeArrowheads="1"/>
            </p:cNvSpPr>
            <p:nvPr/>
          </p:nvSpPr>
          <p:spPr bwMode="auto">
            <a:xfrm>
              <a:off x="4127728" y="5227868"/>
              <a:ext cx="530365" cy="220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Y</a:t>
              </a:r>
              <a:r>
                <a:rPr lang="en-US" altLang="en-US" sz="2000" b="0" u="none" baseline="-25000"/>
                <a:t>1</a:t>
              </a:r>
              <a:endParaRPr lang="ru-RU" altLang="en-US" sz="2000" b="0" u="none"/>
            </a:p>
          </p:txBody>
        </p:sp>
        <p:sp>
          <p:nvSpPr>
            <p:cNvPr id="28681" name="Line 6">
              <a:extLst>
                <a:ext uri="{FF2B5EF4-FFF2-40B4-BE49-F238E27FC236}">
                  <a16:creationId xmlns:a16="http://schemas.microsoft.com/office/drawing/2014/main" id="{2F14D1B2-EDDD-0363-1779-9DC396776174}"/>
                </a:ext>
              </a:extLst>
            </p:cNvPr>
            <p:cNvSpPr>
              <a:spLocks noChangeShapeType="1"/>
            </p:cNvSpPr>
            <p:nvPr/>
          </p:nvSpPr>
          <p:spPr bwMode="auto">
            <a:xfrm>
              <a:off x="1037646" y="1090123"/>
              <a:ext cx="0" cy="2235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2" name="AutoShape 7">
              <a:extLst>
                <a:ext uri="{FF2B5EF4-FFF2-40B4-BE49-F238E27FC236}">
                  <a16:creationId xmlns:a16="http://schemas.microsoft.com/office/drawing/2014/main" id="{8A21E4AE-06C7-08A0-6B73-8A593C987E33}"/>
                </a:ext>
              </a:extLst>
            </p:cNvPr>
            <p:cNvSpPr>
              <a:spLocks noChangeArrowheads="1"/>
            </p:cNvSpPr>
            <p:nvPr/>
          </p:nvSpPr>
          <p:spPr bwMode="auto">
            <a:xfrm rot="10800000">
              <a:off x="848230" y="1310271"/>
              <a:ext cx="378832" cy="189509"/>
            </a:xfrm>
            <a:prstGeom prst="triangle">
              <a:avLst>
                <a:gd name="adj" fmla="val 50000"/>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683" name="Line 8">
              <a:extLst>
                <a:ext uri="{FF2B5EF4-FFF2-40B4-BE49-F238E27FC236}">
                  <a16:creationId xmlns:a16="http://schemas.microsoft.com/office/drawing/2014/main" id="{268B3463-5372-CDCE-BCFF-BB283FE3389A}"/>
                </a:ext>
              </a:extLst>
            </p:cNvPr>
            <p:cNvSpPr>
              <a:spLocks noChangeShapeType="1"/>
            </p:cNvSpPr>
            <p:nvPr/>
          </p:nvSpPr>
          <p:spPr bwMode="auto">
            <a:xfrm flipH="1">
              <a:off x="930310" y="1389706"/>
              <a:ext cx="0" cy="35053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4" name="Oval 9">
              <a:extLst>
                <a:ext uri="{FF2B5EF4-FFF2-40B4-BE49-F238E27FC236}">
                  <a16:creationId xmlns:a16="http://schemas.microsoft.com/office/drawing/2014/main" id="{3185A1A1-A440-16A7-AA91-A52AA83F29BE}"/>
                </a:ext>
              </a:extLst>
            </p:cNvPr>
            <p:cNvSpPr>
              <a:spLocks noChangeArrowheads="1"/>
            </p:cNvSpPr>
            <p:nvPr/>
          </p:nvSpPr>
          <p:spPr bwMode="auto">
            <a:xfrm>
              <a:off x="1143719" y="1365876"/>
              <a:ext cx="94708" cy="71492"/>
            </a:xfrm>
            <a:prstGeom prst="ellipse">
              <a:avLst/>
            </a:prstGeom>
            <a:solidFill>
              <a:schemeClr val="accent1"/>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685" name="Line 10">
              <a:extLst>
                <a:ext uri="{FF2B5EF4-FFF2-40B4-BE49-F238E27FC236}">
                  <a16:creationId xmlns:a16="http://schemas.microsoft.com/office/drawing/2014/main" id="{37BF06EA-9E03-B933-F3B2-C31DA0F74F9F}"/>
                </a:ext>
              </a:extLst>
            </p:cNvPr>
            <p:cNvSpPr>
              <a:spLocks noChangeShapeType="1"/>
            </p:cNvSpPr>
            <p:nvPr/>
          </p:nvSpPr>
          <p:spPr bwMode="auto">
            <a:xfrm>
              <a:off x="1191705" y="1433963"/>
              <a:ext cx="0" cy="34611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6" name="Line 11">
              <a:extLst>
                <a:ext uri="{FF2B5EF4-FFF2-40B4-BE49-F238E27FC236}">
                  <a16:creationId xmlns:a16="http://schemas.microsoft.com/office/drawing/2014/main" id="{E6DAA02B-BDD6-0400-1396-7703041E38DF}"/>
                </a:ext>
              </a:extLst>
            </p:cNvPr>
            <p:cNvSpPr>
              <a:spLocks noChangeShapeType="1"/>
            </p:cNvSpPr>
            <p:nvPr/>
          </p:nvSpPr>
          <p:spPr bwMode="auto">
            <a:xfrm>
              <a:off x="785091" y="1665460"/>
              <a:ext cx="2756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7" name="Line 12">
              <a:extLst>
                <a:ext uri="{FF2B5EF4-FFF2-40B4-BE49-F238E27FC236}">
                  <a16:creationId xmlns:a16="http://schemas.microsoft.com/office/drawing/2014/main" id="{D2F69BFA-77F4-9085-066B-62FEF8595AC6}"/>
                </a:ext>
              </a:extLst>
            </p:cNvPr>
            <p:cNvSpPr>
              <a:spLocks noChangeShapeType="1"/>
            </p:cNvSpPr>
            <p:nvPr/>
          </p:nvSpPr>
          <p:spPr bwMode="auto">
            <a:xfrm>
              <a:off x="1685450" y="1094662"/>
              <a:ext cx="0" cy="2235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8" name="AutoShape 13">
              <a:extLst>
                <a:ext uri="{FF2B5EF4-FFF2-40B4-BE49-F238E27FC236}">
                  <a16:creationId xmlns:a16="http://schemas.microsoft.com/office/drawing/2014/main" id="{C5823623-6AE0-B01C-37C1-D7926106AAF9}"/>
                </a:ext>
              </a:extLst>
            </p:cNvPr>
            <p:cNvSpPr>
              <a:spLocks noChangeArrowheads="1"/>
            </p:cNvSpPr>
            <p:nvPr/>
          </p:nvSpPr>
          <p:spPr bwMode="auto">
            <a:xfrm rot="10800000">
              <a:off x="1494771" y="1315945"/>
              <a:ext cx="380095" cy="188375"/>
            </a:xfrm>
            <a:prstGeom prst="triangle">
              <a:avLst>
                <a:gd name="adj" fmla="val 50000"/>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689" name="Line 14">
              <a:extLst>
                <a:ext uri="{FF2B5EF4-FFF2-40B4-BE49-F238E27FC236}">
                  <a16:creationId xmlns:a16="http://schemas.microsoft.com/office/drawing/2014/main" id="{661DF99D-3ACF-B9E3-1E55-8512DB46E388}"/>
                </a:ext>
              </a:extLst>
            </p:cNvPr>
            <p:cNvSpPr>
              <a:spLocks noChangeShapeType="1"/>
            </p:cNvSpPr>
            <p:nvPr/>
          </p:nvSpPr>
          <p:spPr bwMode="auto">
            <a:xfrm>
              <a:off x="1579377" y="1394246"/>
              <a:ext cx="0" cy="35053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0" name="Oval 15">
              <a:extLst>
                <a:ext uri="{FF2B5EF4-FFF2-40B4-BE49-F238E27FC236}">
                  <a16:creationId xmlns:a16="http://schemas.microsoft.com/office/drawing/2014/main" id="{64D7842A-3B5E-DB03-30AB-A9062EB06A44}"/>
                </a:ext>
              </a:extLst>
            </p:cNvPr>
            <p:cNvSpPr>
              <a:spLocks noChangeArrowheads="1"/>
            </p:cNvSpPr>
            <p:nvPr/>
          </p:nvSpPr>
          <p:spPr bwMode="auto">
            <a:xfrm>
              <a:off x="1790260" y="1370415"/>
              <a:ext cx="95971" cy="71492"/>
            </a:xfrm>
            <a:prstGeom prst="ellipse">
              <a:avLst/>
            </a:prstGeom>
            <a:solidFill>
              <a:schemeClr val="accent1"/>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691" name="Line 16">
              <a:extLst>
                <a:ext uri="{FF2B5EF4-FFF2-40B4-BE49-F238E27FC236}">
                  <a16:creationId xmlns:a16="http://schemas.microsoft.com/office/drawing/2014/main" id="{1377124A-7DA6-E2E7-2C8D-1401CA502B5C}"/>
                </a:ext>
              </a:extLst>
            </p:cNvPr>
            <p:cNvSpPr>
              <a:spLocks noChangeShapeType="1"/>
            </p:cNvSpPr>
            <p:nvPr/>
          </p:nvSpPr>
          <p:spPr bwMode="auto">
            <a:xfrm>
              <a:off x="1838245" y="1436233"/>
              <a:ext cx="0" cy="34622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2" name="Line 17">
              <a:extLst>
                <a:ext uri="{FF2B5EF4-FFF2-40B4-BE49-F238E27FC236}">
                  <a16:creationId xmlns:a16="http://schemas.microsoft.com/office/drawing/2014/main" id="{9440EA8B-5EC2-6124-7A48-F306EDDAFB1E}"/>
                </a:ext>
              </a:extLst>
            </p:cNvPr>
            <p:cNvSpPr>
              <a:spLocks noChangeShapeType="1"/>
            </p:cNvSpPr>
            <p:nvPr/>
          </p:nvSpPr>
          <p:spPr bwMode="auto">
            <a:xfrm>
              <a:off x="2355983" y="1090123"/>
              <a:ext cx="0" cy="2235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3" name="AutoShape 18">
              <a:extLst>
                <a:ext uri="{FF2B5EF4-FFF2-40B4-BE49-F238E27FC236}">
                  <a16:creationId xmlns:a16="http://schemas.microsoft.com/office/drawing/2014/main" id="{CFEDB76A-519E-D8F2-A8EB-AD618178924A}"/>
                </a:ext>
              </a:extLst>
            </p:cNvPr>
            <p:cNvSpPr>
              <a:spLocks noChangeArrowheads="1"/>
            </p:cNvSpPr>
            <p:nvPr/>
          </p:nvSpPr>
          <p:spPr bwMode="auto">
            <a:xfrm rot="10800000">
              <a:off x="2165304" y="1310271"/>
              <a:ext cx="380095" cy="189509"/>
            </a:xfrm>
            <a:prstGeom prst="triangle">
              <a:avLst>
                <a:gd name="adj" fmla="val 50000"/>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694" name="Line 19">
              <a:extLst>
                <a:ext uri="{FF2B5EF4-FFF2-40B4-BE49-F238E27FC236}">
                  <a16:creationId xmlns:a16="http://schemas.microsoft.com/office/drawing/2014/main" id="{21FFE39A-C684-43A8-87B4-58E8C6944A8F}"/>
                </a:ext>
              </a:extLst>
            </p:cNvPr>
            <p:cNvSpPr>
              <a:spLocks noChangeShapeType="1"/>
            </p:cNvSpPr>
            <p:nvPr/>
          </p:nvSpPr>
          <p:spPr bwMode="auto">
            <a:xfrm>
              <a:off x="2247384" y="1389706"/>
              <a:ext cx="0" cy="35053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5" name="Oval 20">
              <a:extLst>
                <a:ext uri="{FF2B5EF4-FFF2-40B4-BE49-F238E27FC236}">
                  <a16:creationId xmlns:a16="http://schemas.microsoft.com/office/drawing/2014/main" id="{26E3BDD2-573F-F224-94F2-F713F629F023}"/>
                </a:ext>
              </a:extLst>
            </p:cNvPr>
            <p:cNvSpPr>
              <a:spLocks noChangeArrowheads="1"/>
            </p:cNvSpPr>
            <p:nvPr/>
          </p:nvSpPr>
          <p:spPr bwMode="auto">
            <a:xfrm>
              <a:off x="2460793" y="1365876"/>
              <a:ext cx="95971" cy="71492"/>
            </a:xfrm>
            <a:prstGeom prst="ellipse">
              <a:avLst/>
            </a:prstGeom>
            <a:solidFill>
              <a:schemeClr val="accent1"/>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696" name="Line 21">
              <a:extLst>
                <a:ext uri="{FF2B5EF4-FFF2-40B4-BE49-F238E27FC236}">
                  <a16:creationId xmlns:a16="http://schemas.microsoft.com/office/drawing/2014/main" id="{3008365F-6414-8664-6F52-D5A393BA4FD5}"/>
                </a:ext>
              </a:extLst>
            </p:cNvPr>
            <p:cNvSpPr>
              <a:spLocks noChangeShapeType="1"/>
            </p:cNvSpPr>
            <p:nvPr/>
          </p:nvSpPr>
          <p:spPr bwMode="auto">
            <a:xfrm>
              <a:off x="2511304" y="1433963"/>
              <a:ext cx="0" cy="34611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7" name="Line 22">
              <a:extLst>
                <a:ext uri="{FF2B5EF4-FFF2-40B4-BE49-F238E27FC236}">
                  <a16:creationId xmlns:a16="http://schemas.microsoft.com/office/drawing/2014/main" id="{F4BD1768-564D-6380-89B6-8758840B1231}"/>
                </a:ext>
              </a:extLst>
            </p:cNvPr>
            <p:cNvSpPr>
              <a:spLocks noChangeShapeType="1"/>
            </p:cNvSpPr>
            <p:nvPr/>
          </p:nvSpPr>
          <p:spPr bwMode="auto">
            <a:xfrm>
              <a:off x="769938" y="1935539"/>
              <a:ext cx="2756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8" name="Line 23">
              <a:extLst>
                <a:ext uri="{FF2B5EF4-FFF2-40B4-BE49-F238E27FC236}">
                  <a16:creationId xmlns:a16="http://schemas.microsoft.com/office/drawing/2014/main" id="{24429594-C470-74E3-C0B3-73E0F0D6C9BD}"/>
                </a:ext>
              </a:extLst>
            </p:cNvPr>
            <p:cNvSpPr>
              <a:spLocks noChangeShapeType="1"/>
            </p:cNvSpPr>
            <p:nvPr/>
          </p:nvSpPr>
          <p:spPr bwMode="auto">
            <a:xfrm>
              <a:off x="780040" y="2211292"/>
              <a:ext cx="271749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9" name="Line 24">
              <a:extLst>
                <a:ext uri="{FF2B5EF4-FFF2-40B4-BE49-F238E27FC236}">
                  <a16:creationId xmlns:a16="http://schemas.microsoft.com/office/drawing/2014/main" id="{0A472C61-C974-EBD6-3EE4-91C2E12E52FC}"/>
                </a:ext>
              </a:extLst>
            </p:cNvPr>
            <p:cNvSpPr>
              <a:spLocks noChangeShapeType="1"/>
            </p:cNvSpPr>
            <p:nvPr/>
          </p:nvSpPr>
          <p:spPr bwMode="auto">
            <a:xfrm>
              <a:off x="785091" y="3035147"/>
              <a:ext cx="2756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0" name="Line 25">
              <a:extLst>
                <a:ext uri="{FF2B5EF4-FFF2-40B4-BE49-F238E27FC236}">
                  <a16:creationId xmlns:a16="http://schemas.microsoft.com/office/drawing/2014/main" id="{970E81F9-B709-726F-A948-DD6FA0B618FD}"/>
                </a:ext>
              </a:extLst>
            </p:cNvPr>
            <p:cNvSpPr>
              <a:spLocks noChangeShapeType="1"/>
            </p:cNvSpPr>
            <p:nvPr/>
          </p:nvSpPr>
          <p:spPr bwMode="auto">
            <a:xfrm flipV="1">
              <a:off x="785091" y="2502932"/>
              <a:ext cx="2756637" cy="453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1" name="Line 26">
              <a:extLst>
                <a:ext uri="{FF2B5EF4-FFF2-40B4-BE49-F238E27FC236}">
                  <a16:creationId xmlns:a16="http://schemas.microsoft.com/office/drawing/2014/main" id="{65DB0EE3-60FE-599E-AA0A-BAE0DC19C162}"/>
                </a:ext>
              </a:extLst>
            </p:cNvPr>
            <p:cNvSpPr>
              <a:spLocks noChangeShapeType="1"/>
            </p:cNvSpPr>
            <p:nvPr/>
          </p:nvSpPr>
          <p:spPr bwMode="auto">
            <a:xfrm>
              <a:off x="780040" y="2770742"/>
              <a:ext cx="2757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702" name="Group 27">
              <a:extLst>
                <a:ext uri="{FF2B5EF4-FFF2-40B4-BE49-F238E27FC236}">
                  <a16:creationId xmlns:a16="http://schemas.microsoft.com/office/drawing/2014/main" id="{96D7CEF6-2418-B63E-CE2C-5EDDEA95DEA6}"/>
                </a:ext>
              </a:extLst>
            </p:cNvPr>
            <p:cNvGrpSpPr>
              <a:grpSpLocks/>
            </p:cNvGrpSpPr>
            <p:nvPr/>
          </p:nvGrpSpPr>
          <p:grpSpPr bwMode="auto">
            <a:xfrm>
              <a:off x="3535415" y="1565598"/>
              <a:ext cx="253818" cy="195183"/>
              <a:chOff x="3615" y="11343"/>
              <a:chExt cx="419" cy="525"/>
            </a:xfrm>
          </p:grpSpPr>
          <p:sp>
            <p:nvSpPr>
              <p:cNvPr id="28899" name="Arc 28">
                <a:extLst>
                  <a:ext uri="{FF2B5EF4-FFF2-40B4-BE49-F238E27FC236}">
                    <a16:creationId xmlns:a16="http://schemas.microsoft.com/office/drawing/2014/main" id="{3F3D08B6-A8FB-62D9-C500-C193E42AAE19}"/>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8900" name="Line 29">
                <a:extLst>
                  <a:ext uri="{FF2B5EF4-FFF2-40B4-BE49-F238E27FC236}">
                    <a16:creationId xmlns:a16="http://schemas.microsoft.com/office/drawing/2014/main" id="{E60EE276-BE7C-56FB-9917-F7473D5F0F16}"/>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901" name="Line 30">
                <a:extLst>
                  <a:ext uri="{FF2B5EF4-FFF2-40B4-BE49-F238E27FC236}">
                    <a16:creationId xmlns:a16="http://schemas.microsoft.com/office/drawing/2014/main" id="{FF1974BA-74CC-A7DA-90FE-B6419FA02A58}"/>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902" name="Line 31">
                <a:extLst>
                  <a:ext uri="{FF2B5EF4-FFF2-40B4-BE49-F238E27FC236}">
                    <a16:creationId xmlns:a16="http://schemas.microsoft.com/office/drawing/2014/main" id="{729EB487-62B4-AD96-4147-11025FB5AC87}"/>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8703" name="Group 32">
              <a:extLst>
                <a:ext uri="{FF2B5EF4-FFF2-40B4-BE49-F238E27FC236}">
                  <a16:creationId xmlns:a16="http://schemas.microsoft.com/office/drawing/2014/main" id="{87DC4FD5-16C9-98F9-E8C2-E805AFFCAA19}"/>
                </a:ext>
              </a:extLst>
            </p:cNvPr>
            <p:cNvGrpSpPr>
              <a:grpSpLocks/>
            </p:cNvGrpSpPr>
            <p:nvPr/>
          </p:nvGrpSpPr>
          <p:grpSpPr bwMode="auto">
            <a:xfrm>
              <a:off x="3531626" y="1844756"/>
              <a:ext cx="252555" cy="195183"/>
              <a:chOff x="3615" y="11343"/>
              <a:chExt cx="419" cy="525"/>
            </a:xfrm>
          </p:grpSpPr>
          <p:sp>
            <p:nvSpPr>
              <p:cNvPr id="28895" name="Arc 33">
                <a:extLst>
                  <a:ext uri="{FF2B5EF4-FFF2-40B4-BE49-F238E27FC236}">
                    <a16:creationId xmlns:a16="http://schemas.microsoft.com/office/drawing/2014/main" id="{D7F121B0-9507-145C-BA93-2EAEBCE922D7}"/>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8896" name="Line 34">
                <a:extLst>
                  <a:ext uri="{FF2B5EF4-FFF2-40B4-BE49-F238E27FC236}">
                    <a16:creationId xmlns:a16="http://schemas.microsoft.com/office/drawing/2014/main" id="{37D6F029-7C09-E810-60BE-77ADCE0AFD58}"/>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97" name="Line 35">
                <a:extLst>
                  <a:ext uri="{FF2B5EF4-FFF2-40B4-BE49-F238E27FC236}">
                    <a16:creationId xmlns:a16="http://schemas.microsoft.com/office/drawing/2014/main" id="{5C1349BC-8D6B-0F53-C252-1C52DA48FE5C}"/>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98" name="Line 36">
                <a:extLst>
                  <a:ext uri="{FF2B5EF4-FFF2-40B4-BE49-F238E27FC236}">
                    <a16:creationId xmlns:a16="http://schemas.microsoft.com/office/drawing/2014/main" id="{3D1FFDDF-3907-9417-265F-8E1373491F71}"/>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8704" name="Group 37">
              <a:extLst>
                <a:ext uri="{FF2B5EF4-FFF2-40B4-BE49-F238E27FC236}">
                  <a16:creationId xmlns:a16="http://schemas.microsoft.com/office/drawing/2014/main" id="{28E7594E-9B3A-274A-1DCE-9AEFF11E7D3D}"/>
                </a:ext>
              </a:extLst>
            </p:cNvPr>
            <p:cNvGrpSpPr>
              <a:grpSpLocks/>
            </p:cNvGrpSpPr>
            <p:nvPr/>
          </p:nvGrpSpPr>
          <p:grpSpPr bwMode="auto">
            <a:xfrm>
              <a:off x="3527838" y="2115970"/>
              <a:ext cx="252555" cy="195183"/>
              <a:chOff x="3615" y="11343"/>
              <a:chExt cx="419" cy="525"/>
            </a:xfrm>
          </p:grpSpPr>
          <p:sp>
            <p:nvSpPr>
              <p:cNvPr id="28891" name="Arc 38">
                <a:extLst>
                  <a:ext uri="{FF2B5EF4-FFF2-40B4-BE49-F238E27FC236}">
                    <a16:creationId xmlns:a16="http://schemas.microsoft.com/office/drawing/2014/main" id="{B4E14FB1-08B5-8CB4-652E-6FDE7455D486}"/>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8892" name="Line 39">
                <a:extLst>
                  <a:ext uri="{FF2B5EF4-FFF2-40B4-BE49-F238E27FC236}">
                    <a16:creationId xmlns:a16="http://schemas.microsoft.com/office/drawing/2014/main" id="{FB4E5450-5156-98C7-F981-FAE67DE69AEE}"/>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93" name="Line 40">
                <a:extLst>
                  <a:ext uri="{FF2B5EF4-FFF2-40B4-BE49-F238E27FC236}">
                    <a16:creationId xmlns:a16="http://schemas.microsoft.com/office/drawing/2014/main" id="{5FE9D7B0-1841-EAA4-AE23-00933BC02331}"/>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94" name="Line 41">
                <a:extLst>
                  <a:ext uri="{FF2B5EF4-FFF2-40B4-BE49-F238E27FC236}">
                    <a16:creationId xmlns:a16="http://schemas.microsoft.com/office/drawing/2014/main" id="{45E83060-72CE-1728-6C87-9986A4EF7C3C}"/>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8705" name="Group 42">
              <a:extLst>
                <a:ext uri="{FF2B5EF4-FFF2-40B4-BE49-F238E27FC236}">
                  <a16:creationId xmlns:a16="http://schemas.microsoft.com/office/drawing/2014/main" id="{AE0EA53E-FCC5-582F-73D7-BC2882102229}"/>
                </a:ext>
              </a:extLst>
            </p:cNvPr>
            <p:cNvGrpSpPr>
              <a:grpSpLocks/>
            </p:cNvGrpSpPr>
            <p:nvPr/>
          </p:nvGrpSpPr>
          <p:grpSpPr bwMode="auto">
            <a:xfrm>
              <a:off x="3534152" y="2401936"/>
              <a:ext cx="252555" cy="195183"/>
              <a:chOff x="3615" y="11343"/>
              <a:chExt cx="419" cy="525"/>
            </a:xfrm>
          </p:grpSpPr>
          <p:sp>
            <p:nvSpPr>
              <p:cNvPr id="28887" name="Arc 43">
                <a:extLst>
                  <a:ext uri="{FF2B5EF4-FFF2-40B4-BE49-F238E27FC236}">
                    <a16:creationId xmlns:a16="http://schemas.microsoft.com/office/drawing/2014/main" id="{F3775D61-A8AF-3D81-F185-25F5F04C47C3}"/>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8888" name="Line 44">
                <a:extLst>
                  <a:ext uri="{FF2B5EF4-FFF2-40B4-BE49-F238E27FC236}">
                    <a16:creationId xmlns:a16="http://schemas.microsoft.com/office/drawing/2014/main" id="{6700FAF4-5625-F9D3-1893-2686D91D6AE8}"/>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89" name="Line 45">
                <a:extLst>
                  <a:ext uri="{FF2B5EF4-FFF2-40B4-BE49-F238E27FC236}">
                    <a16:creationId xmlns:a16="http://schemas.microsoft.com/office/drawing/2014/main" id="{135D5D40-1BF4-4DE0-A1CD-8B9FC417E36E}"/>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90" name="Line 46">
                <a:extLst>
                  <a:ext uri="{FF2B5EF4-FFF2-40B4-BE49-F238E27FC236}">
                    <a16:creationId xmlns:a16="http://schemas.microsoft.com/office/drawing/2014/main" id="{3CB1356D-7AF7-B69F-A767-6B3B0B0F00DF}"/>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8706" name="Group 47">
              <a:extLst>
                <a:ext uri="{FF2B5EF4-FFF2-40B4-BE49-F238E27FC236}">
                  <a16:creationId xmlns:a16="http://schemas.microsoft.com/office/drawing/2014/main" id="{408C4C38-A9B8-66C5-FE77-4B826C1C3980}"/>
                </a:ext>
              </a:extLst>
            </p:cNvPr>
            <p:cNvGrpSpPr>
              <a:grpSpLocks/>
            </p:cNvGrpSpPr>
            <p:nvPr/>
          </p:nvGrpSpPr>
          <p:grpSpPr bwMode="auto">
            <a:xfrm>
              <a:off x="3540466" y="2673150"/>
              <a:ext cx="252555" cy="195183"/>
              <a:chOff x="3615" y="11343"/>
              <a:chExt cx="419" cy="525"/>
            </a:xfrm>
          </p:grpSpPr>
          <p:sp>
            <p:nvSpPr>
              <p:cNvPr id="28883" name="Arc 48">
                <a:extLst>
                  <a:ext uri="{FF2B5EF4-FFF2-40B4-BE49-F238E27FC236}">
                    <a16:creationId xmlns:a16="http://schemas.microsoft.com/office/drawing/2014/main" id="{7C5C9129-86CD-3388-E3B1-BA9DB53FF5F6}"/>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8884" name="Line 49">
                <a:extLst>
                  <a:ext uri="{FF2B5EF4-FFF2-40B4-BE49-F238E27FC236}">
                    <a16:creationId xmlns:a16="http://schemas.microsoft.com/office/drawing/2014/main" id="{7F5DE70C-36A6-1E9E-CD43-737FC9D73DAE}"/>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85" name="Line 50">
                <a:extLst>
                  <a:ext uri="{FF2B5EF4-FFF2-40B4-BE49-F238E27FC236}">
                    <a16:creationId xmlns:a16="http://schemas.microsoft.com/office/drawing/2014/main" id="{C5EA696D-DAB2-534A-2D86-27A14FA09D78}"/>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86" name="Line 51">
                <a:extLst>
                  <a:ext uri="{FF2B5EF4-FFF2-40B4-BE49-F238E27FC236}">
                    <a16:creationId xmlns:a16="http://schemas.microsoft.com/office/drawing/2014/main" id="{DB216485-F621-842E-7A17-E9E2E02EDDFE}"/>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8707" name="Group 52">
              <a:extLst>
                <a:ext uri="{FF2B5EF4-FFF2-40B4-BE49-F238E27FC236}">
                  <a16:creationId xmlns:a16="http://schemas.microsoft.com/office/drawing/2014/main" id="{91CB198B-969E-AA02-E5DC-2468029EC605}"/>
                </a:ext>
              </a:extLst>
            </p:cNvPr>
            <p:cNvGrpSpPr>
              <a:grpSpLocks/>
            </p:cNvGrpSpPr>
            <p:nvPr/>
          </p:nvGrpSpPr>
          <p:grpSpPr bwMode="auto">
            <a:xfrm>
              <a:off x="3546780" y="2936421"/>
              <a:ext cx="252555" cy="195183"/>
              <a:chOff x="3615" y="11343"/>
              <a:chExt cx="419" cy="525"/>
            </a:xfrm>
          </p:grpSpPr>
          <p:sp>
            <p:nvSpPr>
              <p:cNvPr id="28879" name="Arc 53">
                <a:extLst>
                  <a:ext uri="{FF2B5EF4-FFF2-40B4-BE49-F238E27FC236}">
                    <a16:creationId xmlns:a16="http://schemas.microsoft.com/office/drawing/2014/main" id="{AD6B79D8-AE8B-7144-1A37-432F67A46CC0}"/>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8880" name="Line 54">
                <a:extLst>
                  <a:ext uri="{FF2B5EF4-FFF2-40B4-BE49-F238E27FC236}">
                    <a16:creationId xmlns:a16="http://schemas.microsoft.com/office/drawing/2014/main" id="{52C1939F-087D-8EE7-51CD-3FE23A62DD01}"/>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81" name="Line 55">
                <a:extLst>
                  <a:ext uri="{FF2B5EF4-FFF2-40B4-BE49-F238E27FC236}">
                    <a16:creationId xmlns:a16="http://schemas.microsoft.com/office/drawing/2014/main" id="{ED4A5FC9-142C-F23B-637A-D722A49C3189}"/>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82" name="Line 56">
                <a:extLst>
                  <a:ext uri="{FF2B5EF4-FFF2-40B4-BE49-F238E27FC236}">
                    <a16:creationId xmlns:a16="http://schemas.microsoft.com/office/drawing/2014/main" id="{98814C42-7DF4-348B-BD7B-20981E9C5743}"/>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8708" name="Line 57">
              <a:extLst>
                <a:ext uri="{FF2B5EF4-FFF2-40B4-BE49-F238E27FC236}">
                  <a16:creationId xmlns:a16="http://schemas.microsoft.com/office/drawing/2014/main" id="{B00BE8E6-1F40-A088-C49D-28215D366548}"/>
                </a:ext>
              </a:extLst>
            </p:cNvPr>
            <p:cNvSpPr>
              <a:spLocks noChangeShapeType="1"/>
            </p:cNvSpPr>
            <p:nvPr/>
          </p:nvSpPr>
          <p:spPr bwMode="auto">
            <a:xfrm>
              <a:off x="3789232" y="1665460"/>
              <a:ext cx="1740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9" name="Line 58">
              <a:extLst>
                <a:ext uri="{FF2B5EF4-FFF2-40B4-BE49-F238E27FC236}">
                  <a16:creationId xmlns:a16="http://schemas.microsoft.com/office/drawing/2014/main" id="{8A131C19-5416-A409-6FB7-B702DB33F510}"/>
                </a:ext>
              </a:extLst>
            </p:cNvPr>
            <p:cNvSpPr>
              <a:spLocks noChangeShapeType="1"/>
            </p:cNvSpPr>
            <p:nvPr/>
          </p:nvSpPr>
          <p:spPr bwMode="auto">
            <a:xfrm flipV="1">
              <a:off x="4284240" y="1446880"/>
              <a:ext cx="0" cy="33832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0" name="Line 59">
              <a:extLst>
                <a:ext uri="{FF2B5EF4-FFF2-40B4-BE49-F238E27FC236}">
                  <a16:creationId xmlns:a16="http://schemas.microsoft.com/office/drawing/2014/main" id="{E5B79CA8-944A-B014-2A3C-1DC66806FCD6}"/>
                </a:ext>
              </a:extLst>
            </p:cNvPr>
            <p:cNvSpPr>
              <a:spLocks noChangeShapeType="1"/>
            </p:cNvSpPr>
            <p:nvPr/>
          </p:nvSpPr>
          <p:spPr bwMode="auto">
            <a:xfrm flipV="1">
              <a:off x="4780511" y="1439854"/>
              <a:ext cx="0" cy="33832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1" name="Line 60">
              <a:extLst>
                <a:ext uri="{FF2B5EF4-FFF2-40B4-BE49-F238E27FC236}">
                  <a16:creationId xmlns:a16="http://schemas.microsoft.com/office/drawing/2014/main" id="{D5213E47-B704-AC66-4860-58948AB120AA}"/>
                </a:ext>
              </a:extLst>
            </p:cNvPr>
            <p:cNvSpPr>
              <a:spLocks noChangeShapeType="1"/>
            </p:cNvSpPr>
            <p:nvPr/>
          </p:nvSpPr>
          <p:spPr bwMode="auto">
            <a:xfrm flipH="1" flipV="1">
              <a:off x="5243949" y="1451637"/>
              <a:ext cx="0" cy="33832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2" name="Line 61">
              <a:extLst>
                <a:ext uri="{FF2B5EF4-FFF2-40B4-BE49-F238E27FC236}">
                  <a16:creationId xmlns:a16="http://schemas.microsoft.com/office/drawing/2014/main" id="{C22987D3-EA4E-C93C-F313-5890553D7396}"/>
                </a:ext>
              </a:extLst>
            </p:cNvPr>
            <p:cNvSpPr>
              <a:spLocks noChangeShapeType="1"/>
            </p:cNvSpPr>
            <p:nvPr/>
          </p:nvSpPr>
          <p:spPr bwMode="auto">
            <a:xfrm>
              <a:off x="3789232" y="1941213"/>
              <a:ext cx="1740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3" name="Line 62">
              <a:extLst>
                <a:ext uri="{FF2B5EF4-FFF2-40B4-BE49-F238E27FC236}">
                  <a16:creationId xmlns:a16="http://schemas.microsoft.com/office/drawing/2014/main" id="{21D9767E-EF68-38CA-5131-5B68163A8A2A}"/>
                </a:ext>
              </a:extLst>
            </p:cNvPr>
            <p:cNvSpPr>
              <a:spLocks noChangeShapeType="1"/>
            </p:cNvSpPr>
            <p:nvPr/>
          </p:nvSpPr>
          <p:spPr bwMode="auto">
            <a:xfrm>
              <a:off x="3789232" y="2207888"/>
              <a:ext cx="1740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4" name="Line 63">
              <a:extLst>
                <a:ext uri="{FF2B5EF4-FFF2-40B4-BE49-F238E27FC236}">
                  <a16:creationId xmlns:a16="http://schemas.microsoft.com/office/drawing/2014/main" id="{AFA8DFCB-F89A-17FE-DFAA-2155C519011A}"/>
                </a:ext>
              </a:extLst>
            </p:cNvPr>
            <p:cNvSpPr>
              <a:spLocks noChangeShapeType="1"/>
            </p:cNvSpPr>
            <p:nvPr/>
          </p:nvSpPr>
          <p:spPr bwMode="auto">
            <a:xfrm>
              <a:off x="3789232" y="2507471"/>
              <a:ext cx="1740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5" name="Line 64">
              <a:extLst>
                <a:ext uri="{FF2B5EF4-FFF2-40B4-BE49-F238E27FC236}">
                  <a16:creationId xmlns:a16="http://schemas.microsoft.com/office/drawing/2014/main" id="{0A0AF8B2-60CB-8D18-B3FE-CB2FEA3040F5}"/>
                </a:ext>
              </a:extLst>
            </p:cNvPr>
            <p:cNvSpPr>
              <a:spLocks noChangeShapeType="1"/>
            </p:cNvSpPr>
            <p:nvPr/>
          </p:nvSpPr>
          <p:spPr bwMode="auto">
            <a:xfrm>
              <a:off x="3789232" y="2767338"/>
              <a:ext cx="1740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6" name="Line 65">
              <a:extLst>
                <a:ext uri="{FF2B5EF4-FFF2-40B4-BE49-F238E27FC236}">
                  <a16:creationId xmlns:a16="http://schemas.microsoft.com/office/drawing/2014/main" id="{7F159A18-F8D0-FDBC-09EA-07281BC5EB9A}"/>
                </a:ext>
              </a:extLst>
            </p:cNvPr>
            <p:cNvSpPr>
              <a:spLocks noChangeShapeType="1"/>
            </p:cNvSpPr>
            <p:nvPr/>
          </p:nvSpPr>
          <p:spPr bwMode="auto">
            <a:xfrm>
              <a:off x="3789232" y="3035147"/>
              <a:ext cx="1740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717" name="Group 66">
              <a:extLst>
                <a:ext uri="{FF2B5EF4-FFF2-40B4-BE49-F238E27FC236}">
                  <a16:creationId xmlns:a16="http://schemas.microsoft.com/office/drawing/2014/main" id="{AE7B594B-758C-9779-CC4E-43A05C472483}"/>
                </a:ext>
              </a:extLst>
            </p:cNvPr>
            <p:cNvGrpSpPr>
              <a:grpSpLocks/>
            </p:cNvGrpSpPr>
            <p:nvPr/>
          </p:nvGrpSpPr>
          <p:grpSpPr bwMode="auto">
            <a:xfrm>
              <a:off x="868434" y="2161361"/>
              <a:ext cx="127540" cy="94187"/>
              <a:chOff x="2931" y="4914"/>
              <a:chExt cx="180" cy="180"/>
            </a:xfrm>
          </p:grpSpPr>
          <p:sp>
            <p:nvSpPr>
              <p:cNvPr id="28877" name="Line 67">
                <a:extLst>
                  <a:ext uri="{FF2B5EF4-FFF2-40B4-BE49-F238E27FC236}">
                    <a16:creationId xmlns:a16="http://schemas.microsoft.com/office/drawing/2014/main" id="{64C1A137-2B76-C9FD-1111-E4E15187F1F5}"/>
                  </a:ext>
                </a:extLst>
              </p:cNvPr>
              <p:cNvSpPr>
                <a:spLocks noChangeShapeType="1"/>
              </p:cNvSpPr>
              <p:nvPr/>
            </p:nvSpPr>
            <p:spPr bwMode="auto">
              <a:xfrm flipH="1">
                <a:off x="2931" y="4914"/>
                <a:ext cx="180" cy="1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78" name="Line 68">
                <a:extLst>
                  <a:ext uri="{FF2B5EF4-FFF2-40B4-BE49-F238E27FC236}">
                    <a16:creationId xmlns:a16="http://schemas.microsoft.com/office/drawing/2014/main" id="{129E6B94-1259-E651-EFBD-512D33AF6D97}"/>
                  </a:ext>
                </a:extLst>
              </p:cNvPr>
              <p:cNvSpPr>
                <a:spLocks noChangeShapeType="1"/>
              </p:cNvSpPr>
              <p:nvPr/>
            </p:nvSpPr>
            <p:spPr bwMode="auto">
              <a:xfrm>
                <a:off x="2931" y="4914"/>
                <a:ext cx="180" cy="1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8718" name="Line 69">
              <a:extLst>
                <a:ext uri="{FF2B5EF4-FFF2-40B4-BE49-F238E27FC236}">
                  <a16:creationId xmlns:a16="http://schemas.microsoft.com/office/drawing/2014/main" id="{719F82A0-DAEE-72B6-2E55-B670EF9AFE4D}"/>
                </a:ext>
              </a:extLst>
            </p:cNvPr>
            <p:cNvSpPr>
              <a:spLocks noChangeShapeType="1"/>
            </p:cNvSpPr>
            <p:nvPr/>
          </p:nvSpPr>
          <p:spPr bwMode="auto">
            <a:xfrm flipH="1">
              <a:off x="1132354" y="21613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9" name="Line 70">
              <a:extLst>
                <a:ext uri="{FF2B5EF4-FFF2-40B4-BE49-F238E27FC236}">
                  <a16:creationId xmlns:a16="http://schemas.microsoft.com/office/drawing/2014/main" id="{C4C244E9-AC7F-CA42-7C81-6B42B4E2956E}"/>
                </a:ext>
              </a:extLst>
            </p:cNvPr>
            <p:cNvSpPr>
              <a:spLocks noChangeShapeType="1"/>
            </p:cNvSpPr>
            <p:nvPr/>
          </p:nvSpPr>
          <p:spPr bwMode="auto">
            <a:xfrm>
              <a:off x="1132354" y="21613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0" name="Line 71">
              <a:extLst>
                <a:ext uri="{FF2B5EF4-FFF2-40B4-BE49-F238E27FC236}">
                  <a16:creationId xmlns:a16="http://schemas.microsoft.com/office/drawing/2014/main" id="{2DEF7D4D-1DA1-7B41-0E7A-8A20885FFB19}"/>
                </a:ext>
              </a:extLst>
            </p:cNvPr>
            <p:cNvSpPr>
              <a:spLocks noChangeShapeType="1"/>
            </p:cNvSpPr>
            <p:nvPr/>
          </p:nvSpPr>
          <p:spPr bwMode="auto">
            <a:xfrm flipH="1">
              <a:off x="1507398" y="2164766"/>
              <a:ext cx="127540"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1" name="Line 72">
              <a:extLst>
                <a:ext uri="{FF2B5EF4-FFF2-40B4-BE49-F238E27FC236}">
                  <a16:creationId xmlns:a16="http://schemas.microsoft.com/office/drawing/2014/main" id="{395FEF98-A0F6-2CFD-5DE0-E9A3F72F2AF5}"/>
                </a:ext>
              </a:extLst>
            </p:cNvPr>
            <p:cNvSpPr>
              <a:spLocks noChangeShapeType="1"/>
            </p:cNvSpPr>
            <p:nvPr/>
          </p:nvSpPr>
          <p:spPr bwMode="auto">
            <a:xfrm>
              <a:off x="1507398" y="2164766"/>
              <a:ext cx="127540"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2" name="Line 73">
              <a:extLst>
                <a:ext uri="{FF2B5EF4-FFF2-40B4-BE49-F238E27FC236}">
                  <a16:creationId xmlns:a16="http://schemas.microsoft.com/office/drawing/2014/main" id="{9A810B29-E7E5-1014-0388-FD0182CE4E7F}"/>
                </a:ext>
              </a:extLst>
            </p:cNvPr>
            <p:cNvSpPr>
              <a:spLocks noChangeShapeType="1"/>
            </p:cNvSpPr>
            <p:nvPr/>
          </p:nvSpPr>
          <p:spPr bwMode="auto">
            <a:xfrm flipH="1">
              <a:off x="1775107" y="2161361"/>
              <a:ext cx="127540"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3" name="Line 74">
              <a:extLst>
                <a:ext uri="{FF2B5EF4-FFF2-40B4-BE49-F238E27FC236}">
                  <a16:creationId xmlns:a16="http://schemas.microsoft.com/office/drawing/2014/main" id="{299D7559-7A3C-2601-D937-E4E72B0699CF}"/>
                </a:ext>
              </a:extLst>
            </p:cNvPr>
            <p:cNvSpPr>
              <a:spLocks noChangeShapeType="1"/>
            </p:cNvSpPr>
            <p:nvPr/>
          </p:nvSpPr>
          <p:spPr bwMode="auto">
            <a:xfrm>
              <a:off x="1775107" y="2161361"/>
              <a:ext cx="127540"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4" name="Line 75">
              <a:extLst>
                <a:ext uri="{FF2B5EF4-FFF2-40B4-BE49-F238E27FC236}">
                  <a16:creationId xmlns:a16="http://schemas.microsoft.com/office/drawing/2014/main" id="{2FAB8887-3F44-D9D2-6A85-D9D2220B33E4}"/>
                </a:ext>
              </a:extLst>
            </p:cNvPr>
            <p:cNvSpPr>
              <a:spLocks noChangeShapeType="1"/>
            </p:cNvSpPr>
            <p:nvPr/>
          </p:nvSpPr>
          <p:spPr bwMode="auto">
            <a:xfrm flipH="1">
              <a:off x="864646" y="2455271"/>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5" name="Line 76">
              <a:extLst>
                <a:ext uri="{FF2B5EF4-FFF2-40B4-BE49-F238E27FC236}">
                  <a16:creationId xmlns:a16="http://schemas.microsoft.com/office/drawing/2014/main" id="{D291A583-BF61-F42E-9DD0-769EF209CBE8}"/>
                </a:ext>
              </a:extLst>
            </p:cNvPr>
            <p:cNvSpPr>
              <a:spLocks noChangeShapeType="1"/>
            </p:cNvSpPr>
            <p:nvPr/>
          </p:nvSpPr>
          <p:spPr bwMode="auto">
            <a:xfrm>
              <a:off x="864646" y="2455271"/>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6" name="Line 77">
              <a:extLst>
                <a:ext uri="{FF2B5EF4-FFF2-40B4-BE49-F238E27FC236}">
                  <a16:creationId xmlns:a16="http://schemas.microsoft.com/office/drawing/2014/main" id="{45413E8A-B510-4897-6130-6EF68E720876}"/>
                </a:ext>
              </a:extLst>
            </p:cNvPr>
            <p:cNvSpPr>
              <a:spLocks noChangeShapeType="1"/>
            </p:cNvSpPr>
            <p:nvPr/>
          </p:nvSpPr>
          <p:spPr bwMode="auto">
            <a:xfrm flipH="1">
              <a:off x="1128566" y="2455271"/>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7" name="Line 78">
              <a:extLst>
                <a:ext uri="{FF2B5EF4-FFF2-40B4-BE49-F238E27FC236}">
                  <a16:creationId xmlns:a16="http://schemas.microsoft.com/office/drawing/2014/main" id="{F725C8D1-1276-8859-98E8-7663A226F9E6}"/>
                </a:ext>
              </a:extLst>
            </p:cNvPr>
            <p:cNvSpPr>
              <a:spLocks noChangeShapeType="1"/>
            </p:cNvSpPr>
            <p:nvPr/>
          </p:nvSpPr>
          <p:spPr bwMode="auto">
            <a:xfrm>
              <a:off x="1128566" y="2455271"/>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8" name="Line 79">
              <a:extLst>
                <a:ext uri="{FF2B5EF4-FFF2-40B4-BE49-F238E27FC236}">
                  <a16:creationId xmlns:a16="http://schemas.microsoft.com/office/drawing/2014/main" id="{7A7CCEF1-AE86-C07A-FD2F-D6721F50773E}"/>
                </a:ext>
              </a:extLst>
            </p:cNvPr>
            <p:cNvSpPr>
              <a:spLocks noChangeShapeType="1"/>
            </p:cNvSpPr>
            <p:nvPr/>
          </p:nvSpPr>
          <p:spPr bwMode="auto">
            <a:xfrm flipH="1">
              <a:off x="1503610" y="2458676"/>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9" name="Line 80">
              <a:extLst>
                <a:ext uri="{FF2B5EF4-FFF2-40B4-BE49-F238E27FC236}">
                  <a16:creationId xmlns:a16="http://schemas.microsoft.com/office/drawing/2014/main" id="{6E3D4360-6E4B-2886-9B47-B5668C6836CB}"/>
                </a:ext>
              </a:extLst>
            </p:cNvPr>
            <p:cNvSpPr>
              <a:spLocks noChangeShapeType="1"/>
            </p:cNvSpPr>
            <p:nvPr/>
          </p:nvSpPr>
          <p:spPr bwMode="auto">
            <a:xfrm>
              <a:off x="1503610" y="2458676"/>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0" name="Line 81">
              <a:extLst>
                <a:ext uri="{FF2B5EF4-FFF2-40B4-BE49-F238E27FC236}">
                  <a16:creationId xmlns:a16="http://schemas.microsoft.com/office/drawing/2014/main" id="{4C816B3E-FA06-488E-9568-05848519A2F0}"/>
                </a:ext>
              </a:extLst>
            </p:cNvPr>
            <p:cNvSpPr>
              <a:spLocks noChangeShapeType="1"/>
            </p:cNvSpPr>
            <p:nvPr/>
          </p:nvSpPr>
          <p:spPr bwMode="auto">
            <a:xfrm flipH="1">
              <a:off x="1771318" y="2455271"/>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1" name="Line 82">
              <a:extLst>
                <a:ext uri="{FF2B5EF4-FFF2-40B4-BE49-F238E27FC236}">
                  <a16:creationId xmlns:a16="http://schemas.microsoft.com/office/drawing/2014/main" id="{DCC203B4-CD24-7E7A-BD1A-C1BD88E54FF0}"/>
                </a:ext>
              </a:extLst>
            </p:cNvPr>
            <p:cNvSpPr>
              <a:spLocks noChangeShapeType="1"/>
            </p:cNvSpPr>
            <p:nvPr/>
          </p:nvSpPr>
          <p:spPr bwMode="auto">
            <a:xfrm>
              <a:off x="1771318" y="2455271"/>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2" name="Text Box 83">
              <a:extLst>
                <a:ext uri="{FF2B5EF4-FFF2-40B4-BE49-F238E27FC236}">
                  <a16:creationId xmlns:a16="http://schemas.microsoft.com/office/drawing/2014/main" id="{2A2D6840-5188-4E8C-21C3-7956A7BDBA26}"/>
                </a:ext>
              </a:extLst>
            </p:cNvPr>
            <p:cNvSpPr txBox="1">
              <a:spLocks noChangeArrowheads="1"/>
            </p:cNvSpPr>
            <p:nvPr/>
          </p:nvSpPr>
          <p:spPr bwMode="auto">
            <a:xfrm>
              <a:off x="889902" y="838200"/>
              <a:ext cx="506373" cy="283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a:t>
              </a:r>
              <a:endParaRPr lang="ru-RU" altLang="en-US" sz="1600" b="0" u="none"/>
            </a:p>
          </p:txBody>
        </p:sp>
        <p:sp>
          <p:nvSpPr>
            <p:cNvPr id="28733" name="Text Box 84">
              <a:extLst>
                <a:ext uri="{FF2B5EF4-FFF2-40B4-BE49-F238E27FC236}">
                  <a16:creationId xmlns:a16="http://schemas.microsoft.com/office/drawing/2014/main" id="{A195D865-1286-650A-9AA3-6F352608B167}"/>
                </a:ext>
              </a:extLst>
            </p:cNvPr>
            <p:cNvSpPr txBox="1">
              <a:spLocks noChangeArrowheads="1"/>
            </p:cNvSpPr>
            <p:nvPr/>
          </p:nvSpPr>
          <p:spPr bwMode="auto">
            <a:xfrm>
              <a:off x="1544019" y="838200"/>
              <a:ext cx="505110" cy="283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B</a:t>
              </a:r>
              <a:endParaRPr lang="ru-RU" altLang="en-US" sz="1600" b="0" u="none"/>
            </a:p>
          </p:txBody>
        </p:sp>
        <p:sp>
          <p:nvSpPr>
            <p:cNvPr id="28734" name="Text Box 85">
              <a:extLst>
                <a:ext uri="{FF2B5EF4-FFF2-40B4-BE49-F238E27FC236}">
                  <a16:creationId xmlns:a16="http://schemas.microsoft.com/office/drawing/2014/main" id="{7167F1FB-3B22-A292-CE51-6786459CD06F}"/>
                </a:ext>
              </a:extLst>
            </p:cNvPr>
            <p:cNvSpPr txBox="1">
              <a:spLocks noChangeArrowheads="1"/>
            </p:cNvSpPr>
            <p:nvPr/>
          </p:nvSpPr>
          <p:spPr bwMode="auto">
            <a:xfrm>
              <a:off x="2218341" y="838200"/>
              <a:ext cx="506373" cy="283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a:t>
              </a:r>
              <a:endParaRPr lang="ru-RU" altLang="en-US" sz="1600" b="0" u="none"/>
            </a:p>
          </p:txBody>
        </p:sp>
        <p:sp>
          <p:nvSpPr>
            <p:cNvPr id="28735" name="Line 86">
              <a:extLst>
                <a:ext uri="{FF2B5EF4-FFF2-40B4-BE49-F238E27FC236}">
                  <a16:creationId xmlns:a16="http://schemas.microsoft.com/office/drawing/2014/main" id="{E0467AED-7BE9-6D79-9C36-CC8DEF942C3D}"/>
                </a:ext>
              </a:extLst>
            </p:cNvPr>
            <p:cNvSpPr>
              <a:spLocks noChangeShapeType="1"/>
            </p:cNvSpPr>
            <p:nvPr/>
          </p:nvSpPr>
          <p:spPr bwMode="auto">
            <a:xfrm flipH="1">
              <a:off x="2176669" y="2159092"/>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6" name="Line 87">
              <a:extLst>
                <a:ext uri="{FF2B5EF4-FFF2-40B4-BE49-F238E27FC236}">
                  <a16:creationId xmlns:a16="http://schemas.microsoft.com/office/drawing/2014/main" id="{455CA3C3-FD41-97A8-4DAE-1633931CC961}"/>
                </a:ext>
              </a:extLst>
            </p:cNvPr>
            <p:cNvSpPr>
              <a:spLocks noChangeShapeType="1"/>
            </p:cNvSpPr>
            <p:nvPr/>
          </p:nvSpPr>
          <p:spPr bwMode="auto">
            <a:xfrm>
              <a:off x="2176669" y="2159092"/>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7" name="Line 88">
              <a:extLst>
                <a:ext uri="{FF2B5EF4-FFF2-40B4-BE49-F238E27FC236}">
                  <a16:creationId xmlns:a16="http://schemas.microsoft.com/office/drawing/2014/main" id="{647F0E3E-232B-86AE-33DB-86BB5178F41A}"/>
                </a:ext>
              </a:extLst>
            </p:cNvPr>
            <p:cNvSpPr>
              <a:spLocks noChangeShapeType="1"/>
            </p:cNvSpPr>
            <p:nvPr/>
          </p:nvSpPr>
          <p:spPr bwMode="auto">
            <a:xfrm flipH="1">
              <a:off x="2171618" y="2454136"/>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8" name="Line 89">
              <a:extLst>
                <a:ext uri="{FF2B5EF4-FFF2-40B4-BE49-F238E27FC236}">
                  <a16:creationId xmlns:a16="http://schemas.microsoft.com/office/drawing/2014/main" id="{E4793AAD-4171-6122-368B-C32A4B340B7F}"/>
                </a:ext>
              </a:extLst>
            </p:cNvPr>
            <p:cNvSpPr>
              <a:spLocks noChangeShapeType="1"/>
            </p:cNvSpPr>
            <p:nvPr/>
          </p:nvSpPr>
          <p:spPr bwMode="auto">
            <a:xfrm>
              <a:off x="2171618" y="2454136"/>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9" name="Line 90">
              <a:extLst>
                <a:ext uri="{FF2B5EF4-FFF2-40B4-BE49-F238E27FC236}">
                  <a16:creationId xmlns:a16="http://schemas.microsoft.com/office/drawing/2014/main" id="{FC915CEB-CC33-6438-86E9-2BDF5683754F}"/>
                </a:ext>
              </a:extLst>
            </p:cNvPr>
            <p:cNvSpPr>
              <a:spLocks noChangeShapeType="1"/>
            </p:cNvSpPr>
            <p:nvPr/>
          </p:nvSpPr>
          <p:spPr bwMode="auto">
            <a:xfrm flipH="1">
              <a:off x="2450691" y="2159092"/>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0" name="Line 91">
              <a:extLst>
                <a:ext uri="{FF2B5EF4-FFF2-40B4-BE49-F238E27FC236}">
                  <a16:creationId xmlns:a16="http://schemas.microsoft.com/office/drawing/2014/main" id="{CE0FEF6E-421F-140F-6085-F83FF8113C0D}"/>
                </a:ext>
              </a:extLst>
            </p:cNvPr>
            <p:cNvSpPr>
              <a:spLocks noChangeShapeType="1"/>
            </p:cNvSpPr>
            <p:nvPr/>
          </p:nvSpPr>
          <p:spPr bwMode="auto">
            <a:xfrm>
              <a:off x="2450691" y="2159092"/>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1" name="Line 92">
              <a:extLst>
                <a:ext uri="{FF2B5EF4-FFF2-40B4-BE49-F238E27FC236}">
                  <a16:creationId xmlns:a16="http://schemas.microsoft.com/office/drawing/2014/main" id="{14051342-A8B2-BA99-638E-A37FFABEB9FA}"/>
                </a:ext>
              </a:extLst>
            </p:cNvPr>
            <p:cNvSpPr>
              <a:spLocks noChangeShapeType="1"/>
            </p:cNvSpPr>
            <p:nvPr/>
          </p:nvSpPr>
          <p:spPr bwMode="auto">
            <a:xfrm flipH="1">
              <a:off x="2445640" y="2454136"/>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2" name="Line 93">
              <a:extLst>
                <a:ext uri="{FF2B5EF4-FFF2-40B4-BE49-F238E27FC236}">
                  <a16:creationId xmlns:a16="http://schemas.microsoft.com/office/drawing/2014/main" id="{D52C3725-7114-7ECF-D40C-130AC1704C37}"/>
                </a:ext>
              </a:extLst>
            </p:cNvPr>
            <p:cNvSpPr>
              <a:spLocks noChangeShapeType="1"/>
            </p:cNvSpPr>
            <p:nvPr/>
          </p:nvSpPr>
          <p:spPr bwMode="auto">
            <a:xfrm>
              <a:off x="2445640" y="2454136"/>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3" name="Line 94">
              <a:extLst>
                <a:ext uri="{FF2B5EF4-FFF2-40B4-BE49-F238E27FC236}">
                  <a16:creationId xmlns:a16="http://schemas.microsoft.com/office/drawing/2014/main" id="{2FB4D466-FC4C-55E1-4009-142A7C444FE2}"/>
                </a:ext>
              </a:extLst>
            </p:cNvPr>
            <p:cNvSpPr>
              <a:spLocks noChangeShapeType="1"/>
            </p:cNvSpPr>
            <p:nvPr/>
          </p:nvSpPr>
          <p:spPr bwMode="auto">
            <a:xfrm>
              <a:off x="785091" y="3578710"/>
              <a:ext cx="2756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4" name="Line 95">
              <a:extLst>
                <a:ext uri="{FF2B5EF4-FFF2-40B4-BE49-F238E27FC236}">
                  <a16:creationId xmlns:a16="http://schemas.microsoft.com/office/drawing/2014/main" id="{CCBE596A-0AF0-2B98-84FC-E8D4933CB8B1}"/>
                </a:ext>
              </a:extLst>
            </p:cNvPr>
            <p:cNvSpPr>
              <a:spLocks noChangeShapeType="1"/>
            </p:cNvSpPr>
            <p:nvPr/>
          </p:nvSpPr>
          <p:spPr bwMode="auto">
            <a:xfrm>
              <a:off x="780040" y="3298418"/>
              <a:ext cx="2757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745" name="Group 96">
              <a:extLst>
                <a:ext uri="{FF2B5EF4-FFF2-40B4-BE49-F238E27FC236}">
                  <a16:creationId xmlns:a16="http://schemas.microsoft.com/office/drawing/2014/main" id="{C8CCB7B4-CCA9-06D8-17F8-699331604E0D}"/>
                </a:ext>
              </a:extLst>
            </p:cNvPr>
            <p:cNvGrpSpPr>
              <a:grpSpLocks/>
            </p:cNvGrpSpPr>
            <p:nvPr/>
          </p:nvGrpSpPr>
          <p:grpSpPr bwMode="auto">
            <a:xfrm>
              <a:off x="3540466" y="3200826"/>
              <a:ext cx="252555" cy="195183"/>
              <a:chOff x="3615" y="11343"/>
              <a:chExt cx="419" cy="525"/>
            </a:xfrm>
          </p:grpSpPr>
          <p:sp>
            <p:nvSpPr>
              <p:cNvPr id="28873" name="Arc 97">
                <a:extLst>
                  <a:ext uri="{FF2B5EF4-FFF2-40B4-BE49-F238E27FC236}">
                    <a16:creationId xmlns:a16="http://schemas.microsoft.com/office/drawing/2014/main" id="{437FEB28-73BA-6222-DDDE-178CDE3B16EB}"/>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8874" name="Line 98">
                <a:extLst>
                  <a:ext uri="{FF2B5EF4-FFF2-40B4-BE49-F238E27FC236}">
                    <a16:creationId xmlns:a16="http://schemas.microsoft.com/office/drawing/2014/main" id="{D792EB84-EF4F-BB2D-21D5-416245D11A2F}"/>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75" name="Line 99">
                <a:extLst>
                  <a:ext uri="{FF2B5EF4-FFF2-40B4-BE49-F238E27FC236}">
                    <a16:creationId xmlns:a16="http://schemas.microsoft.com/office/drawing/2014/main" id="{460DD380-72D0-F983-200F-9932E6C27C7B}"/>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76" name="Line 100">
                <a:extLst>
                  <a:ext uri="{FF2B5EF4-FFF2-40B4-BE49-F238E27FC236}">
                    <a16:creationId xmlns:a16="http://schemas.microsoft.com/office/drawing/2014/main" id="{7653D3A5-2DB5-EB5B-4BE8-4085858DCE65}"/>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8746" name="Group 101">
              <a:extLst>
                <a:ext uri="{FF2B5EF4-FFF2-40B4-BE49-F238E27FC236}">
                  <a16:creationId xmlns:a16="http://schemas.microsoft.com/office/drawing/2014/main" id="{9D1B65D7-6749-FDFB-DF1B-BBCC852E4949}"/>
                </a:ext>
              </a:extLst>
            </p:cNvPr>
            <p:cNvGrpSpPr>
              <a:grpSpLocks/>
            </p:cNvGrpSpPr>
            <p:nvPr/>
          </p:nvGrpSpPr>
          <p:grpSpPr bwMode="auto">
            <a:xfrm>
              <a:off x="3546780" y="3479984"/>
              <a:ext cx="252555" cy="195183"/>
              <a:chOff x="3615" y="11343"/>
              <a:chExt cx="419" cy="525"/>
            </a:xfrm>
          </p:grpSpPr>
          <p:sp>
            <p:nvSpPr>
              <p:cNvPr id="28869" name="Arc 102">
                <a:extLst>
                  <a:ext uri="{FF2B5EF4-FFF2-40B4-BE49-F238E27FC236}">
                    <a16:creationId xmlns:a16="http://schemas.microsoft.com/office/drawing/2014/main" id="{4513B4EC-755C-3830-E213-507066052103}"/>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8870" name="Line 103">
                <a:extLst>
                  <a:ext uri="{FF2B5EF4-FFF2-40B4-BE49-F238E27FC236}">
                    <a16:creationId xmlns:a16="http://schemas.microsoft.com/office/drawing/2014/main" id="{84C91BA6-2944-D321-B412-A3150D80D6DB}"/>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71" name="Line 104">
                <a:extLst>
                  <a:ext uri="{FF2B5EF4-FFF2-40B4-BE49-F238E27FC236}">
                    <a16:creationId xmlns:a16="http://schemas.microsoft.com/office/drawing/2014/main" id="{B6940616-3889-A4F6-880C-EC49EF3B3A1D}"/>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72" name="Line 105">
                <a:extLst>
                  <a:ext uri="{FF2B5EF4-FFF2-40B4-BE49-F238E27FC236}">
                    <a16:creationId xmlns:a16="http://schemas.microsoft.com/office/drawing/2014/main" id="{A8FFCE29-4258-E22B-DCBA-A181E5491355}"/>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8747" name="Line 106">
              <a:extLst>
                <a:ext uri="{FF2B5EF4-FFF2-40B4-BE49-F238E27FC236}">
                  <a16:creationId xmlns:a16="http://schemas.microsoft.com/office/drawing/2014/main" id="{19427338-CEC7-7DC4-2F82-B0D5AB97F918}"/>
                </a:ext>
              </a:extLst>
            </p:cNvPr>
            <p:cNvSpPr>
              <a:spLocks noChangeShapeType="1"/>
            </p:cNvSpPr>
            <p:nvPr/>
          </p:nvSpPr>
          <p:spPr bwMode="auto">
            <a:xfrm>
              <a:off x="3789232" y="3295013"/>
              <a:ext cx="1740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8" name="Line 107">
              <a:extLst>
                <a:ext uri="{FF2B5EF4-FFF2-40B4-BE49-F238E27FC236}">
                  <a16:creationId xmlns:a16="http://schemas.microsoft.com/office/drawing/2014/main" id="{920457C9-B6A4-87B8-5238-99E9590AA254}"/>
                </a:ext>
              </a:extLst>
            </p:cNvPr>
            <p:cNvSpPr>
              <a:spLocks noChangeShapeType="1"/>
            </p:cNvSpPr>
            <p:nvPr/>
          </p:nvSpPr>
          <p:spPr bwMode="auto">
            <a:xfrm>
              <a:off x="3789232" y="3578710"/>
              <a:ext cx="1740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9" name="Line 108">
              <a:extLst>
                <a:ext uri="{FF2B5EF4-FFF2-40B4-BE49-F238E27FC236}">
                  <a16:creationId xmlns:a16="http://schemas.microsoft.com/office/drawing/2014/main" id="{E40EFFA0-EF65-6318-B161-49D18CFD9873}"/>
                </a:ext>
              </a:extLst>
            </p:cNvPr>
            <p:cNvSpPr>
              <a:spLocks noChangeShapeType="1"/>
            </p:cNvSpPr>
            <p:nvPr/>
          </p:nvSpPr>
          <p:spPr bwMode="auto">
            <a:xfrm flipH="1">
              <a:off x="870960" y="32541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0" name="Line 109">
              <a:extLst>
                <a:ext uri="{FF2B5EF4-FFF2-40B4-BE49-F238E27FC236}">
                  <a16:creationId xmlns:a16="http://schemas.microsoft.com/office/drawing/2014/main" id="{2339FB8D-C4D7-57E6-DF19-400524AA129C}"/>
                </a:ext>
              </a:extLst>
            </p:cNvPr>
            <p:cNvSpPr>
              <a:spLocks noChangeShapeType="1"/>
            </p:cNvSpPr>
            <p:nvPr/>
          </p:nvSpPr>
          <p:spPr bwMode="auto">
            <a:xfrm>
              <a:off x="870960" y="32541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1" name="Line 110">
              <a:extLst>
                <a:ext uri="{FF2B5EF4-FFF2-40B4-BE49-F238E27FC236}">
                  <a16:creationId xmlns:a16="http://schemas.microsoft.com/office/drawing/2014/main" id="{609873B2-DC6F-FDA9-59A8-24DF54E70707}"/>
                </a:ext>
              </a:extLst>
            </p:cNvPr>
            <p:cNvSpPr>
              <a:spLocks noChangeShapeType="1"/>
            </p:cNvSpPr>
            <p:nvPr/>
          </p:nvSpPr>
          <p:spPr bwMode="auto">
            <a:xfrm flipH="1">
              <a:off x="1134880" y="32541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2" name="Line 111">
              <a:extLst>
                <a:ext uri="{FF2B5EF4-FFF2-40B4-BE49-F238E27FC236}">
                  <a16:creationId xmlns:a16="http://schemas.microsoft.com/office/drawing/2014/main" id="{D92FCCE7-4DE8-EBD7-2563-31FE1296205E}"/>
                </a:ext>
              </a:extLst>
            </p:cNvPr>
            <p:cNvSpPr>
              <a:spLocks noChangeShapeType="1"/>
            </p:cNvSpPr>
            <p:nvPr/>
          </p:nvSpPr>
          <p:spPr bwMode="auto">
            <a:xfrm>
              <a:off x="1134880" y="32541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3" name="Line 112">
              <a:extLst>
                <a:ext uri="{FF2B5EF4-FFF2-40B4-BE49-F238E27FC236}">
                  <a16:creationId xmlns:a16="http://schemas.microsoft.com/office/drawing/2014/main" id="{A424482E-3041-8D7B-050A-A887545503F1}"/>
                </a:ext>
              </a:extLst>
            </p:cNvPr>
            <p:cNvSpPr>
              <a:spLocks noChangeShapeType="1"/>
            </p:cNvSpPr>
            <p:nvPr/>
          </p:nvSpPr>
          <p:spPr bwMode="auto">
            <a:xfrm flipH="1">
              <a:off x="1509924" y="3257565"/>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4" name="Line 113">
              <a:extLst>
                <a:ext uri="{FF2B5EF4-FFF2-40B4-BE49-F238E27FC236}">
                  <a16:creationId xmlns:a16="http://schemas.microsoft.com/office/drawing/2014/main" id="{2EDB257C-7F1E-AB04-F127-C9B234151432}"/>
                </a:ext>
              </a:extLst>
            </p:cNvPr>
            <p:cNvSpPr>
              <a:spLocks noChangeShapeType="1"/>
            </p:cNvSpPr>
            <p:nvPr/>
          </p:nvSpPr>
          <p:spPr bwMode="auto">
            <a:xfrm>
              <a:off x="1509924" y="3257565"/>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5" name="Line 114">
              <a:extLst>
                <a:ext uri="{FF2B5EF4-FFF2-40B4-BE49-F238E27FC236}">
                  <a16:creationId xmlns:a16="http://schemas.microsoft.com/office/drawing/2014/main" id="{5DFAE84D-DB46-3713-3C19-40576184F318}"/>
                </a:ext>
              </a:extLst>
            </p:cNvPr>
            <p:cNvSpPr>
              <a:spLocks noChangeShapeType="1"/>
            </p:cNvSpPr>
            <p:nvPr/>
          </p:nvSpPr>
          <p:spPr bwMode="auto">
            <a:xfrm flipH="1">
              <a:off x="1777632" y="32541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6" name="Line 115">
              <a:extLst>
                <a:ext uri="{FF2B5EF4-FFF2-40B4-BE49-F238E27FC236}">
                  <a16:creationId xmlns:a16="http://schemas.microsoft.com/office/drawing/2014/main" id="{ABAB79D4-2B6F-5E50-800D-BC6FFC0C86B6}"/>
                </a:ext>
              </a:extLst>
            </p:cNvPr>
            <p:cNvSpPr>
              <a:spLocks noChangeShapeType="1"/>
            </p:cNvSpPr>
            <p:nvPr/>
          </p:nvSpPr>
          <p:spPr bwMode="auto">
            <a:xfrm>
              <a:off x="1777632" y="32541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7" name="Line 116">
              <a:extLst>
                <a:ext uri="{FF2B5EF4-FFF2-40B4-BE49-F238E27FC236}">
                  <a16:creationId xmlns:a16="http://schemas.microsoft.com/office/drawing/2014/main" id="{C7E97B54-9478-872A-4644-47FCE392D405}"/>
                </a:ext>
              </a:extLst>
            </p:cNvPr>
            <p:cNvSpPr>
              <a:spLocks noChangeShapeType="1"/>
            </p:cNvSpPr>
            <p:nvPr/>
          </p:nvSpPr>
          <p:spPr bwMode="auto">
            <a:xfrm flipH="1">
              <a:off x="877274" y="3533319"/>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8" name="Line 117">
              <a:extLst>
                <a:ext uri="{FF2B5EF4-FFF2-40B4-BE49-F238E27FC236}">
                  <a16:creationId xmlns:a16="http://schemas.microsoft.com/office/drawing/2014/main" id="{A7C2EBE9-A073-DB27-F788-3EFC7F2EC7B1}"/>
                </a:ext>
              </a:extLst>
            </p:cNvPr>
            <p:cNvSpPr>
              <a:spLocks noChangeShapeType="1"/>
            </p:cNvSpPr>
            <p:nvPr/>
          </p:nvSpPr>
          <p:spPr bwMode="auto">
            <a:xfrm>
              <a:off x="877274" y="3533319"/>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9" name="Line 118">
              <a:extLst>
                <a:ext uri="{FF2B5EF4-FFF2-40B4-BE49-F238E27FC236}">
                  <a16:creationId xmlns:a16="http://schemas.microsoft.com/office/drawing/2014/main" id="{C01BC6B5-6159-199E-15D6-A688CF5EC7D4}"/>
                </a:ext>
              </a:extLst>
            </p:cNvPr>
            <p:cNvSpPr>
              <a:spLocks noChangeShapeType="1"/>
            </p:cNvSpPr>
            <p:nvPr/>
          </p:nvSpPr>
          <p:spPr bwMode="auto">
            <a:xfrm flipH="1">
              <a:off x="1141194" y="3533319"/>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0" name="Line 119">
              <a:extLst>
                <a:ext uri="{FF2B5EF4-FFF2-40B4-BE49-F238E27FC236}">
                  <a16:creationId xmlns:a16="http://schemas.microsoft.com/office/drawing/2014/main" id="{C723EDC8-DF61-EB58-A5E7-2930069009EE}"/>
                </a:ext>
              </a:extLst>
            </p:cNvPr>
            <p:cNvSpPr>
              <a:spLocks noChangeShapeType="1"/>
            </p:cNvSpPr>
            <p:nvPr/>
          </p:nvSpPr>
          <p:spPr bwMode="auto">
            <a:xfrm>
              <a:off x="1141194" y="3533319"/>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1" name="Line 120">
              <a:extLst>
                <a:ext uri="{FF2B5EF4-FFF2-40B4-BE49-F238E27FC236}">
                  <a16:creationId xmlns:a16="http://schemas.microsoft.com/office/drawing/2014/main" id="{AA3DE745-57B2-E2AE-B36C-EDE55B92A25C}"/>
                </a:ext>
              </a:extLst>
            </p:cNvPr>
            <p:cNvSpPr>
              <a:spLocks noChangeShapeType="1"/>
            </p:cNvSpPr>
            <p:nvPr/>
          </p:nvSpPr>
          <p:spPr bwMode="auto">
            <a:xfrm flipH="1">
              <a:off x="1516238" y="3536723"/>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2" name="Line 121">
              <a:extLst>
                <a:ext uri="{FF2B5EF4-FFF2-40B4-BE49-F238E27FC236}">
                  <a16:creationId xmlns:a16="http://schemas.microsoft.com/office/drawing/2014/main" id="{DF0A842D-B606-AD89-02D9-2794318BD6E4}"/>
                </a:ext>
              </a:extLst>
            </p:cNvPr>
            <p:cNvSpPr>
              <a:spLocks noChangeShapeType="1"/>
            </p:cNvSpPr>
            <p:nvPr/>
          </p:nvSpPr>
          <p:spPr bwMode="auto">
            <a:xfrm>
              <a:off x="1516238" y="3536723"/>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3" name="Line 122">
              <a:extLst>
                <a:ext uri="{FF2B5EF4-FFF2-40B4-BE49-F238E27FC236}">
                  <a16:creationId xmlns:a16="http://schemas.microsoft.com/office/drawing/2014/main" id="{68AE9DDE-338A-5C20-FE3B-0E2C99E4F0D4}"/>
                </a:ext>
              </a:extLst>
            </p:cNvPr>
            <p:cNvSpPr>
              <a:spLocks noChangeShapeType="1"/>
            </p:cNvSpPr>
            <p:nvPr/>
          </p:nvSpPr>
          <p:spPr bwMode="auto">
            <a:xfrm flipH="1">
              <a:off x="1783946" y="3533319"/>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4" name="Line 123">
              <a:extLst>
                <a:ext uri="{FF2B5EF4-FFF2-40B4-BE49-F238E27FC236}">
                  <a16:creationId xmlns:a16="http://schemas.microsoft.com/office/drawing/2014/main" id="{B63DFDF2-A99D-213B-247F-A9D045C825F7}"/>
                </a:ext>
              </a:extLst>
            </p:cNvPr>
            <p:cNvSpPr>
              <a:spLocks noChangeShapeType="1"/>
            </p:cNvSpPr>
            <p:nvPr/>
          </p:nvSpPr>
          <p:spPr bwMode="auto">
            <a:xfrm>
              <a:off x="1783946" y="3533319"/>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5" name="Line 124">
              <a:extLst>
                <a:ext uri="{FF2B5EF4-FFF2-40B4-BE49-F238E27FC236}">
                  <a16:creationId xmlns:a16="http://schemas.microsoft.com/office/drawing/2014/main" id="{6E20CCE0-F6D4-A4D1-DC45-BF712D5D9DB1}"/>
                </a:ext>
              </a:extLst>
            </p:cNvPr>
            <p:cNvSpPr>
              <a:spLocks noChangeShapeType="1"/>
            </p:cNvSpPr>
            <p:nvPr/>
          </p:nvSpPr>
          <p:spPr bwMode="auto">
            <a:xfrm flipH="1">
              <a:off x="2177932" y="3253026"/>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6" name="Line 125">
              <a:extLst>
                <a:ext uri="{FF2B5EF4-FFF2-40B4-BE49-F238E27FC236}">
                  <a16:creationId xmlns:a16="http://schemas.microsoft.com/office/drawing/2014/main" id="{B539EF1B-6EE3-24C3-8715-B78AEE2B9416}"/>
                </a:ext>
              </a:extLst>
            </p:cNvPr>
            <p:cNvSpPr>
              <a:spLocks noChangeShapeType="1"/>
            </p:cNvSpPr>
            <p:nvPr/>
          </p:nvSpPr>
          <p:spPr bwMode="auto">
            <a:xfrm>
              <a:off x="2177932" y="3253026"/>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7" name="Line 126">
              <a:extLst>
                <a:ext uri="{FF2B5EF4-FFF2-40B4-BE49-F238E27FC236}">
                  <a16:creationId xmlns:a16="http://schemas.microsoft.com/office/drawing/2014/main" id="{EF78ADED-5322-E76D-D3DC-855BDA0E5934}"/>
                </a:ext>
              </a:extLst>
            </p:cNvPr>
            <p:cNvSpPr>
              <a:spLocks noChangeShapeType="1"/>
            </p:cNvSpPr>
            <p:nvPr/>
          </p:nvSpPr>
          <p:spPr bwMode="auto">
            <a:xfrm flipH="1">
              <a:off x="2184246" y="3531049"/>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8" name="Line 127">
              <a:extLst>
                <a:ext uri="{FF2B5EF4-FFF2-40B4-BE49-F238E27FC236}">
                  <a16:creationId xmlns:a16="http://schemas.microsoft.com/office/drawing/2014/main" id="{997EB0CB-4A67-4937-8D44-5EA17DF88F82}"/>
                </a:ext>
              </a:extLst>
            </p:cNvPr>
            <p:cNvSpPr>
              <a:spLocks noChangeShapeType="1"/>
            </p:cNvSpPr>
            <p:nvPr/>
          </p:nvSpPr>
          <p:spPr bwMode="auto">
            <a:xfrm>
              <a:off x="2184246" y="3531049"/>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69" name="Line 128">
              <a:extLst>
                <a:ext uri="{FF2B5EF4-FFF2-40B4-BE49-F238E27FC236}">
                  <a16:creationId xmlns:a16="http://schemas.microsoft.com/office/drawing/2014/main" id="{1494ED4C-7CCA-1BC7-644F-3BB598DA47D4}"/>
                </a:ext>
              </a:extLst>
            </p:cNvPr>
            <p:cNvSpPr>
              <a:spLocks noChangeShapeType="1"/>
            </p:cNvSpPr>
            <p:nvPr/>
          </p:nvSpPr>
          <p:spPr bwMode="auto">
            <a:xfrm flipH="1">
              <a:off x="2451954" y="3253026"/>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0" name="Line 129">
              <a:extLst>
                <a:ext uri="{FF2B5EF4-FFF2-40B4-BE49-F238E27FC236}">
                  <a16:creationId xmlns:a16="http://schemas.microsoft.com/office/drawing/2014/main" id="{B2D93227-9D8F-108D-14BC-0CA3575DA6C8}"/>
                </a:ext>
              </a:extLst>
            </p:cNvPr>
            <p:cNvSpPr>
              <a:spLocks noChangeShapeType="1"/>
            </p:cNvSpPr>
            <p:nvPr/>
          </p:nvSpPr>
          <p:spPr bwMode="auto">
            <a:xfrm>
              <a:off x="2451954" y="3253026"/>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1" name="Line 130">
              <a:extLst>
                <a:ext uri="{FF2B5EF4-FFF2-40B4-BE49-F238E27FC236}">
                  <a16:creationId xmlns:a16="http://schemas.microsoft.com/office/drawing/2014/main" id="{25D64225-4DB2-A944-987B-CD9DEF12290E}"/>
                </a:ext>
              </a:extLst>
            </p:cNvPr>
            <p:cNvSpPr>
              <a:spLocks noChangeShapeType="1"/>
            </p:cNvSpPr>
            <p:nvPr/>
          </p:nvSpPr>
          <p:spPr bwMode="auto">
            <a:xfrm flipH="1">
              <a:off x="2458268" y="3531049"/>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2" name="Line 131">
              <a:extLst>
                <a:ext uri="{FF2B5EF4-FFF2-40B4-BE49-F238E27FC236}">
                  <a16:creationId xmlns:a16="http://schemas.microsoft.com/office/drawing/2014/main" id="{7C606C85-A594-9308-12BF-7E54B0A6EAB4}"/>
                </a:ext>
              </a:extLst>
            </p:cNvPr>
            <p:cNvSpPr>
              <a:spLocks noChangeShapeType="1"/>
            </p:cNvSpPr>
            <p:nvPr/>
          </p:nvSpPr>
          <p:spPr bwMode="auto">
            <a:xfrm>
              <a:off x="2458268" y="3531049"/>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3" name="Oval 132">
              <a:extLst>
                <a:ext uri="{FF2B5EF4-FFF2-40B4-BE49-F238E27FC236}">
                  <a16:creationId xmlns:a16="http://schemas.microsoft.com/office/drawing/2014/main" id="{A4D9A093-BA27-B900-183F-07BD31056559}"/>
                </a:ext>
              </a:extLst>
            </p:cNvPr>
            <p:cNvSpPr>
              <a:spLocks noChangeArrowheads="1"/>
            </p:cNvSpPr>
            <p:nvPr/>
          </p:nvSpPr>
          <p:spPr bwMode="auto">
            <a:xfrm>
              <a:off x="4252671" y="1636872"/>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774" name="Oval 133">
              <a:extLst>
                <a:ext uri="{FF2B5EF4-FFF2-40B4-BE49-F238E27FC236}">
                  <a16:creationId xmlns:a16="http://schemas.microsoft.com/office/drawing/2014/main" id="{2E77E13F-1745-B2FC-0C30-2D00D84A7728}"/>
                </a:ext>
              </a:extLst>
            </p:cNvPr>
            <p:cNvSpPr>
              <a:spLocks noChangeArrowheads="1"/>
            </p:cNvSpPr>
            <p:nvPr/>
          </p:nvSpPr>
          <p:spPr bwMode="auto">
            <a:xfrm>
              <a:off x="4252671" y="1917381"/>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775" name="Line 134">
              <a:extLst>
                <a:ext uri="{FF2B5EF4-FFF2-40B4-BE49-F238E27FC236}">
                  <a16:creationId xmlns:a16="http://schemas.microsoft.com/office/drawing/2014/main" id="{6516F60F-A266-591D-5089-2CCE8DFA1EA7}"/>
                </a:ext>
              </a:extLst>
            </p:cNvPr>
            <p:cNvSpPr>
              <a:spLocks noChangeShapeType="1"/>
            </p:cNvSpPr>
            <p:nvPr/>
          </p:nvSpPr>
          <p:spPr bwMode="auto">
            <a:xfrm>
              <a:off x="2977268" y="1091257"/>
              <a:ext cx="0" cy="2235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6" name="AutoShape 135">
              <a:extLst>
                <a:ext uri="{FF2B5EF4-FFF2-40B4-BE49-F238E27FC236}">
                  <a16:creationId xmlns:a16="http://schemas.microsoft.com/office/drawing/2014/main" id="{FD052F13-07F3-408E-3709-62E32778E474}"/>
                </a:ext>
              </a:extLst>
            </p:cNvPr>
            <p:cNvSpPr>
              <a:spLocks noChangeArrowheads="1"/>
            </p:cNvSpPr>
            <p:nvPr/>
          </p:nvSpPr>
          <p:spPr bwMode="auto">
            <a:xfrm rot="10800000">
              <a:off x="2787852" y="1312541"/>
              <a:ext cx="378832" cy="188375"/>
            </a:xfrm>
            <a:prstGeom prst="triangle">
              <a:avLst>
                <a:gd name="adj" fmla="val 50000"/>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777" name="Line 136">
              <a:extLst>
                <a:ext uri="{FF2B5EF4-FFF2-40B4-BE49-F238E27FC236}">
                  <a16:creationId xmlns:a16="http://schemas.microsoft.com/office/drawing/2014/main" id="{25A23C13-9627-1839-5415-7A8886AB4469}"/>
                </a:ext>
              </a:extLst>
            </p:cNvPr>
            <p:cNvSpPr>
              <a:spLocks noChangeShapeType="1"/>
            </p:cNvSpPr>
            <p:nvPr/>
          </p:nvSpPr>
          <p:spPr bwMode="auto">
            <a:xfrm>
              <a:off x="2869932" y="1390841"/>
              <a:ext cx="0" cy="350649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78" name="Oval 137">
              <a:extLst>
                <a:ext uri="{FF2B5EF4-FFF2-40B4-BE49-F238E27FC236}">
                  <a16:creationId xmlns:a16="http://schemas.microsoft.com/office/drawing/2014/main" id="{032599CB-8521-BCC5-EF5E-E92DB16F367B}"/>
                </a:ext>
              </a:extLst>
            </p:cNvPr>
            <p:cNvSpPr>
              <a:spLocks noChangeArrowheads="1"/>
            </p:cNvSpPr>
            <p:nvPr/>
          </p:nvSpPr>
          <p:spPr bwMode="auto">
            <a:xfrm>
              <a:off x="3083341" y="1367011"/>
              <a:ext cx="94708" cy="71492"/>
            </a:xfrm>
            <a:prstGeom prst="ellipse">
              <a:avLst/>
            </a:prstGeom>
            <a:solidFill>
              <a:schemeClr val="accent1"/>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779" name="Line 138">
              <a:extLst>
                <a:ext uri="{FF2B5EF4-FFF2-40B4-BE49-F238E27FC236}">
                  <a16:creationId xmlns:a16="http://schemas.microsoft.com/office/drawing/2014/main" id="{ED861BE9-132E-799C-22DF-54A6FAB73A9C}"/>
                </a:ext>
              </a:extLst>
            </p:cNvPr>
            <p:cNvSpPr>
              <a:spLocks noChangeShapeType="1"/>
            </p:cNvSpPr>
            <p:nvPr/>
          </p:nvSpPr>
          <p:spPr bwMode="auto">
            <a:xfrm>
              <a:off x="3133852" y="1435098"/>
              <a:ext cx="0" cy="34611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0" name="Text Box 139">
              <a:extLst>
                <a:ext uri="{FF2B5EF4-FFF2-40B4-BE49-F238E27FC236}">
                  <a16:creationId xmlns:a16="http://schemas.microsoft.com/office/drawing/2014/main" id="{41E25D06-424F-887C-BE29-DF46287748FC}"/>
                </a:ext>
              </a:extLst>
            </p:cNvPr>
            <p:cNvSpPr txBox="1">
              <a:spLocks noChangeArrowheads="1"/>
            </p:cNvSpPr>
            <p:nvPr/>
          </p:nvSpPr>
          <p:spPr bwMode="auto">
            <a:xfrm>
              <a:off x="2840889" y="839335"/>
              <a:ext cx="505110" cy="283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a:t>
              </a:r>
              <a:endParaRPr lang="ru-RU" altLang="en-US" sz="1600" b="0" u="none"/>
            </a:p>
          </p:txBody>
        </p:sp>
        <p:sp>
          <p:nvSpPr>
            <p:cNvPr id="28781" name="Line 140">
              <a:extLst>
                <a:ext uri="{FF2B5EF4-FFF2-40B4-BE49-F238E27FC236}">
                  <a16:creationId xmlns:a16="http://schemas.microsoft.com/office/drawing/2014/main" id="{78AB4FF7-C884-CFEF-8334-4F4295D51DB5}"/>
                </a:ext>
              </a:extLst>
            </p:cNvPr>
            <p:cNvSpPr>
              <a:spLocks noChangeShapeType="1"/>
            </p:cNvSpPr>
            <p:nvPr/>
          </p:nvSpPr>
          <p:spPr bwMode="auto">
            <a:xfrm flipH="1">
              <a:off x="2797954" y="21613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2" name="Line 141">
              <a:extLst>
                <a:ext uri="{FF2B5EF4-FFF2-40B4-BE49-F238E27FC236}">
                  <a16:creationId xmlns:a16="http://schemas.microsoft.com/office/drawing/2014/main" id="{C038B3AA-D7C0-1610-5115-2F5CCE22F078}"/>
                </a:ext>
              </a:extLst>
            </p:cNvPr>
            <p:cNvSpPr>
              <a:spLocks noChangeShapeType="1"/>
            </p:cNvSpPr>
            <p:nvPr/>
          </p:nvSpPr>
          <p:spPr bwMode="auto">
            <a:xfrm>
              <a:off x="2797954" y="21613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3" name="Line 142">
              <a:extLst>
                <a:ext uri="{FF2B5EF4-FFF2-40B4-BE49-F238E27FC236}">
                  <a16:creationId xmlns:a16="http://schemas.microsoft.com/office/drawing/2014/main" id="{22ECC7A2-5C0C-5997-8AF0-8EE73DA77FB9}"/>
                </a:ext>
              </a:extLst>
            </p:cNvPr>
            <p:cNvSpPr>
              <a:spLocks noChangeShapeType="1"/>
            </p:cNvSpPr>
            <p:nvPr/>
          </p:nvSpPr>
          <p:spPr bwMode="auto">
            <a:xfrm flipH="1">
              <a:off x="2794166" y="2455271"/>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4" name="Line 143">
              <a:extLst>
                <a:ext uri="{FF2B5EF4-FFF2-40B4-BE49-F238E27FC236}">
                  <a16:creationId xmlns:a16="http://schemas.microsoft.com/office/drawing/2014/main" id="{37F33E27-5E1A-85F2-AB97-A52068EFE130}"/>
                </a:ext>
              </a:extLst>
            </p:cNvPr>
            <p:cNvSpPr>
              <a:spLocks noChangeShapeType="1"/>
            </p:cNvSpPr>
            <p:nvPr/>
          </p:nvSpPr>
          <p:spPr bwMode="auto">
            <a:xfrm>
              <a:off x="2794166" y="2455271"/>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5" name="Line 144">
              <a:extLst>
                <a:ext uri="{FF2B5EF4-FFF2-40B4-BE49-F238E27FC236}">
                  <a16:creationId xmlns:a16="http://schemas.microsoft.com/office/drawing/2014/main" id="{F008C0DC-1F83-123E-E82B-F50D4494A697}"/>
                </a:ext>
              </a:extLst>
            </p:cNvPr>
            <p:cNvSpPr>
              <a:spLocks noChangeShapeType="1"/>
            </p:cNvSpPr>
            <p:nvPr/>
          </p:nvSpPr>
          <p:spPr bwMode="auto">
            <a:xfrm flipH="1">
              <a:off x="3071976" y="21613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6" name="Line 145">
              <a:extLst>
                <a:ext uri="{FF2B5EF4-FFF2-40B4-BE49-F238E27FC236}">
                  <a16:creationId xmlns:a16="http://schemas.microsoft.com/office/drawing/2014/main" id="{AE45729D-64FC-A764-E5BB-62BCCC8DDA8F}"/>
                </a:ext>
              </a:extLst>
            </p:cNvPr>
            <p:cNvSpPr>
              <a:spLocks noChangeShapeType="1"/>
            </p:cNvSpPr>
            <p:nvPr/>
          </p:nvSpPr>
          <p:spPr bwMode="auto">
            <a:xfrm>
              <a:off x="3071976" y="21613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7" name="Line 146">
              <a:extLst>
                <a:ext uri="{FF2B5EF4-FFF2-40B4-BE49-F238E27FC236}">
                  <a16:creationId xmlns:a16="http://schemas.microsoft.com/office/drawing/2014/main" id="{46FB7D11-6E70-E177-826C-70EE99452B07}"/>
                </a:ext>
              </a:extLst>
            </p:cNvPr>
            <p:cNvSpPr>
              <a:spLocks noChangeShapeType="1"/>
            </p:cNvSpPr>
            <p:nvPr/>
          </p:nvSpPr>
          <p:spPr bwMode="auto">
            <a:xfrm flipH="1">
              <a:off x="3068188" y="2455271"/>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8" name="Line 147">
              <a:extLst>
                <a:ext uri="{FF2B5EF4-FFF2-40B4-BE49-F238E27FC236}">
                  <a16:creationId xmlns:a16="http://schemas.microsoft.com/office/drawing/2014/main" id="{0E803B2E-B5B6-B60F-C809-837197C91E6D}"/>
                </a:ext>
              </a:extLst>
            </p:cNvPr>
            <p:cNvSpPr>
              <a:spLocks noChangeShapeType="1"/>
            </p:cNvSpPr>
            <p:nvPr/>
          </p:nvSpPr>
          <p:spPr bwMode="auto">
            <a:xfrm flipH="1">
              <a:off x="2800480" y="32541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89" name="Line 148">
              <a:extLst>
                <a:ext uri="{FF2B5EF4-FFF2-40B4-BE49-F238E27FC236}">
                  <a16:creationId xmlns:a16="http://schemas.microsoft.com/office/drawing/2014/main" id="{95B77246-FB75-8A66-69F1-ED91B764025C}"/>
                </a:ext>
              </a:extLst>
            </p:cNvPr>
            <p:cNvSpPr>
              <a:spLocks noChangeShapeType="1"/>
            </p:cNvSpPr>
            <p:nvPr/>
          </p:nvSpPr>
          <p:spPr bwMode="auto">
            <a:xfrm>
              <a:off x="2800480" y="32541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90" name="Line 149">
              <a:extLst>
                <a:ext uri="{FF2B5EF4-FFF2-40B4-BE49-F238E27FC236}">
                  <a16:creationId xmlns:a16="http://schemas.microsoft.com/office/drawing/2014/main" id="{085BF7D3-82BE-4DC0-F46D-5AD06182F80D}"/>
                </a:ext>
              </a:extLst>
            </p:cNvPr>
            <p:cNvSpPr>
              <a:spLocks noChangeShapeType="1"/>
            </p:cNvSpPr>
            <p:nvPr/>
          </p:nvSpPr>
          <p:spPr bwMode="auto">
            <a:xfrm flipH="1">
              <a:off x="2806794" y="3533319"/>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91" name="Line 150">
              <a:extLst>
                <a:ext uri="{FF2B5EF4-FFF2-40B4-BE49-F238E27FC236}">
                  <a16:creationId xmlns:a16="http://schemas.microsoft.com/office/drawing/2014/main" id="{814FDEA0-6560-D9AC-F41F-C7880060D19A}"/>
                </a:ext>
              </a:extLst>
            </p:cNvPr>
            <p:cNvSpPr>
              <a:spLocks noChangeShapeType="1"/>
            </p:cNvSpPr>
            <p:nvPr/>
          </p:nvSpPr>
          <p:spPr bwMode="auto">
            <a:xfrm>
              <a:off x="2806794" y="3533319"/>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92" name="Line 151">
              <a:extLst>
                <a:ext uri="{FF2B5EF4-FFF2-40B4-BE49-F238E27FC236}">
                  <a16:creationId xmlns:a16="http://schemas.microsoft.com/office/drawing/2014/main" id="{AD4B10CA-D670-C254-1BDC-BD083C8C25A5}"/>
                </a:ext>
              </a:extLst>
            </p:cNvPr>
            <p:cNvSpPr>
              <a:spLocks noChangeShapeType="1"/>
            </p:cNvSpPr>
            <p:nvPr/>
          </p:nvSpPr>
          <p:spPr bwMode="auto">
            <a:xfrm flipH="1">
              <a:off x="3074502" y="32541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93" name="Line 152">
              <a:extLst>
                <a:ext uri="{FF2B5EF4-FFF2-40B4-BE49-F238E27FC236}">
                  <a16:creationId xmlns:a16="http://schemas.microsoft.com/office/drawing/2014/main" id="{86D1FA5A-6521-8F4B-1CCB-A60E29980019}"/>
                </a:ext>
              </a:extLst>
            </p:cNvPr>
            <p:cNvSpPr>
              <a:spLocks noChangeShapeType="1"/>
            </p:cNvSpPr>
            <p:nvPr/>
          </p:nvSpPr>
          <p:spPr bwMode="auto">
            <a:xfrm>
              <a:off x="3074502" y="3254161"/>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94" name="Line 153">
              <a:extLst>
                <a:ext uri="{FF2B5EF4-FFF2-40B4-BE49-F238E27FC236}">
                  <a16:creationId xmlns:a16="http://schemas.microsoft.com/office/drawing/2014/main" id="{5C3CD8AA-1FA3-4526-2FFE-AE7FF4D3C371}"/>
                </a:ext>
              </a:extLst>
            </p:cNvPr>
            <p:cNvSpPr>
              <a:spLocks noChangeShapeType="1"/>
            </p:cNvSpPr>
            <p:nvPr/>
          </p:nvSpPr>
          <p:spPr bwMode="auto">
            <a:xfrm flipH="1">
              <a:off x="3080816" y="3533319"/>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95" name="Line 154">
              <a:extLst>
                <a:ext uri="{FF2B5EF4-FFF2-40B4-BE49-F238E27FC236}">
                  <a16:creationId xmlns:a16="http://schemas.microsoft.com/office/drawing/2014/main" id="{4EA433F1-EB6A-B6E4-37C2-2531BECA25E1}"/>
                </a:ext>
              </a:extLst>
            </p:cNvPr>
            <p:cNvSpPr>
              <a:spLocks noChangeShapeType="1"/>
            </p:cNvSpPr>
            <p:nvPr/>
          </p:nvSpPr>
          <p:spPr bwMode="auto">
            <a:xfrm>
              <a:off x="3080816" y="3533319"/>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96" name="Oval 155">
              <a:extLst>
                <a:ext uri="{FF2B5EF4-FFF2-40B4-BE49-F238E27FC236}">
                  <a16:creationId xmlns:a16="http://schemas.microsoft.com/office/drawing/2014/main" id="{72FF9AA8-F4D1-0AD0-6A43-98E5D9B008EF}"/>
                </a:ext>
              </a:extLst>
            </p:cNvPr>
            <p:cNvSpPr>
              <a:spLocks noChangeArrowheads="1"/>
            </p:cNvSpPr>
            <p:nvPr/>
          </p:nvSpPr>
          <p:spPr bwMode="auto">
            <a:xfrm>
              <a:off x="4248882" y="2174760"/>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797" name="Oval 156">
              <a:extLst>
                <a:ext uri="{FF2B5EF4-FFF2-40B4-BE49-F238E27FC236}">
                  <a16:creationId xmlns:a16="http://schemas.microsoft.com/office/drawing/2014/main" id="{A0364E0D-DD76-58B4-91C3-785BE8031623}"/>
                </a:ext>
              </a:extLst>
            </p:cNvPr>
            <p:cNvSpPr>
              <a:spLocks noChangeArrowheads="1"/>
            </p:cNvSpPr>
            <p:nvPr/>
          </p:nvSpPr>
          <p:spPr bwMode="auto">
            <a:xfrm>
              <a:off x="4255196" y="2477749"/>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798" name="Oval 157">
              <a:extLst>
                <a:ext uri="{FF2B5EF4-FFF2-40B4-BE49-F238E27FC236}">
                  <a16:creationId xmlns:a16="http://schemas.microsoft.com/office/drawing/2014/main" id="{138E6077-A535-AA7D-2337-F7C8FAE4191A}"/>
                </a:ext>
              </a:extLst>
            </p:cNvPr>
            <p:cNvSpPr>
              <a:spLocks noChangeArrowheads="1"/>
            </p:cNvSpPr>
            <p:nvPr/>
          </p:nvSpPr>
          <p:spPr bwMode="auto">
            <a:xfrm>
              <a:off x="4734978" y="2743506"/>
              <a:ext cx="60613"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799" name="Oval 158">
              <a:extLst>
                <a:ext uri="{FF2B5EF4-FFF2-40B4-BE49-F238E27FC236}">
                  <a16:creationId xmlns:a16="http://schemas.microsoft.com/office/drawing/2014/main" id="{31E26E5E-4C3B-3B53-C350-745D8EF6D6E2}"/>
                </a:ext>
              </a:extLst>
            </p:cNvPr>
            <p:cNvSpPr>
              <a:spLocks noChangeArrowheads="1"/>
            </p:cNvSpPr>
            <p:nvPr/>
          </p:nvSpPr>
          <p:spPr bwMode="auto">
            <a:xfrm>
              <a:off x="4747678" y="3011316"/>
              <a:ext cx="60613"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00" name="Oval 159">
              <a:extLst>
                <a:ext uri="{FF2B5EF4-FFF2-40B4-BE49-F238E27FC236}">
                  <a16:creationId xmlns:a16="http://schemas.microsoft.com/office/drawing/2014/main" id="{BE50454C-8F20-15D8-3CB9-12FAB93679E9}"/>
                </a:ext>
              </a:extLst>
            </p:cNvPr>
            <p:cNvSpPr>
              <a:spLocks noChangeArrowheads="1"/>
            </p:cNvSpPr>
            <p:nvPr/>
          </p:nvSpPr>
          <p:spPr bwMode="auto">
            <a:xfrm>
              <a:off x="4747678" y="3266425"/>
              <a:ext cx="60613"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01" name="Oval 160">
              <a:extLst>
                <a:ext uri="{FF2B5EF4-FFF2-40B4-BE49-F238E27FC236}">
                  <a16:creationId xmlns:a16="http://schemas.microsoft.com/office/drawing/2014/main" id="{1D2A02D5-7EDC-E577-958B-DB34665878DB}"/>
                </a:ext>
              </a:extLst>
            </p:cNvPr>
            <p:cNvSpPr>
              <a:spLocks noChangeArrowheads="1"/>
            </p:cNvSpPr>
            <p:nvPr/>
          </p:nvSpPr>
          <p:spPr bwMode="auto">
            <a:xfrm>
              <a:off x="4747678" y="3550122"/>
              <a:ext cx="60613"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02" name="Line 161">
              <a:extLst>
                <a:ext uri="{FF2B5EF4-FFF2-40B4-BE49-F238E27FC236}">
                  <a16:creationId xmlns:a16="http://schemas.microsoft.com/office/drawing/2014/main" id="{7679FA47-1910-2C7C-33B0-5AF991688901}"/>
                </a:ext>
              </a:extLst>
            </p:cNvPr>
            <p:cNvSpPr>
              <a:spLocks noChangeShapeType="1"/>
            </p:cNvSpPr>
            <p:nvPr/>
          </p:nvSpPr>
          <p:spPr bwMode="auto">
            <a:xfrm>
              <a:off x="792740" y="4119834"/>
              <a:ext cx="2757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03" name="Line 162">
              <a:extLst>
                <a:ext uri="{FF2B5EF4-FFF2-40B4-BE49-F238E27FC236}">
                  <a16:creationId xmlns:a16="http://schemas.microsoft.com/office/drawing/2014/main" id="{1036CD90-A9AF-7D12-8FF7-FDA0B885E053}"/>
                </a:ext>
              </a:extLst>
            </p:cNvPr>
            <p:cNvSpPr>
              <a:spLocks noChangeShapeType="1"/>
            </p:cNvSpPr>
            <p:nvPr/>
          </p:nvSpPr>
          <p:spPr bwMode="auto">
            <a:xfrm>
              <a:off x="788952" y="3855429"/>
              <a:ext cx="2756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804" name="Group 163">
              <a:extLst>
                <a:ext uri="{FF2B5EF4-FFF2-40B4-BE49-F238E27FC236}">
                  <a16:creationId xmlns:a16="http://schemas.microsoft.com/office/drawing/2014/main" id="{EE5C6235-A762-3CD8-9AED-FB17B79A2552}"/>
                </a:ext>
              </a:extLst>
            </p:cNvPr>
            <p:cNvGrpSpPr>
              <a:grpSpLocks/>
            </p:cNvGrpSpPr>
            <p:nvPr/>
          </p:nvGrpSpPr>
          <p:grpSpPr bwMode="auto">
            <a:xfrm>
              <a:off x="3548115" y="3757837"/>
              <a:ext cx="253818" cy="195183"/>
              <a:chOff x="3615" y="11343"/>
              <a:chExt cx="419" cy="525"/>
            </a:xfrm>
          </p:grpSpPr>
          <p:sp>
            <p:nvSpPr>
              <p:cNvPr id="28865" name="Arc 164">
                <a:extLst>
                  <a:ext uri="{FF2B5EF4-FFF2-40B4-BE49-F238E27FC236}">
                    <a16:creationId xmlns:a16="http://schemas.microsoft.com/office/drawing/2014/main" id="{E25E6844-8CD7-409C-F404-95E91C25E1ED}"/>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8866" name="Line 165">
                <a:extLst>
                  <a:ext uri="{FF2B5EF4-FFF2-40B4-BE49-F238E27FC236}">
                    <a16:creationId xmlns:a16="http://schemas.microsoft.com/office/drawing/2014/main" id="{713168EE-1EB8-2E8C-7CF3-AC1B4A38B617}"/>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67" name="Line 166">
                <a:extLst>
                  <a:ext uri="{FF2B5EF4-FFF2-40B4-BE49-F238E27FC236}">
                    <a16:creationId xmlns:a16="http://schemas.microsoft.com/office/drawing/2014/main" id="{5A302E74-7215-012C-E8D5-BA2F525628DB}"/>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68" name="Line 167">
                <a:extLst>
                  <a:ext uri="{FF2B5EF4-FFF2-40B4-BE49-F238E27FC236}">
                    <a16:creationId xmlns:a16="http://schemas.microsoft.com/office/drawing/2014/main" id="{7FF2EBEA-10A1-F0D4-79D5-886270D8DF01}"/>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8805" name="Group 168">
              <a:extLst>
                <a:ext uri="{FF2B5EF4-FFF2-40B4-BE49-F238E27FC236}">
                  <a16:creationId xmlns:a16="http://schemas.microsoft.com/office/drawing/2014/main" id="{7742E907-7E16-63C5-2692-61769C4A5442}"/>
                </a:ext>
              </a:extLst>
            </p:cNvPr>
            <p:cNvGrpSpPr>
              <a:grpSpLocks/>
            </p:cNvGrpSpPr>
            <p:nvPr/>
          </p:nvGrpSpPr>
          <p:grpSpPr bwMode="auto">
            <a:xfrm>
              <a:off x="3554429" y="4021108"/>
              <a:ext cx="253818" cy="195183"/>
              <a:chOff x="3615" y="11343"/>
              <a:chExt cx="419" cy="525"/>
            </a:xfrm>
          </p:grpSpPr>
          <p:sp>
            <p:nvSpPr>
              <p:cNvPr id="28861" name="Arc 169">
                <a:extLst>
                  <a:ext uri="{FF2B5EF4-FFF2-40B4-BE49-F238E27FC236}">
                    <a16:creationId xmlns:a16="http://schemas.microsoft.com/office/drawing/2014/main" id="{08581FE0-FD87-D7F9-2601-CABB8F4306DE}"/>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8862" name="Line 170">
                <a:extLst>
                  <a:ext uri="{FF2B5EF4-FFF2-40B4-BE49-F238E27FC236}">
                    <a16:creationId xmlns:a16="http://schemas.microsoft.com/office/drawing/2014/main" id="{F688D649-6DF0-3177-D865-D1CF4EF3BA8A}"/>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63" name="Line 171">
                <a:extLst>
                  <a:ext uri="{FF2B5EF4-FFF2-40B4-BE49-F238E27FC236}">
                    <a16:creationId xmlns:a16="http://schemas.microsoft.com/office/drawing/2014/main" id="{3D69D5EC-AA92-43B2-B246-4E53C4490580}"/>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64" name="Line 172">
                <a:extLst>
                  <a:ext uri="{FF2B5EF4-FFF2-40B4-BE49-F238E27FC236}">
                    <a16:creationId xmlns:a16="http://schemas.microsoft.com/office/drawing/2014/main" id="{12874862-80AF-0C0D-9CA4-AA34CE188348}"/>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8806" name="AutoShape 173">
              <a:extLst>
                <a:ext uri="{FF2B5EF4-FFF2-40B4-BE49-F238E27FC236}">
                  <a16:creationId xmlns:a16="http://schemas.microsoft.com/office/drawing/2014/main" id="{6EA25544-6F59-9C47-2AE2-6EAD43C6B10A}"/>
                </a:ext>
              </a:extLst>
            </p:cNvPr>
            <p:cNvSpPr>
              <a:spLocks noChangeArrowheads="1"/>
            </p:cNvSpPr>
            <p:nvPr/>
          </p:nvSpPr>
          <p:spPr bwMode="auto">
            <a:xfrm rot="5400000" flipH="1">
              <a:off x="4152835" y="4757791"/>
              <a:ext cx="274320" cy="333373"/>
            </a:xfrm>
            <a:prstGeom prst="moon">
              <a:avLst>
                <a:gd name="adj" fmla="val 84819"/>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07" name="AutoShape 174">
              <a:extLst>
                <a:ext uri="{FF2B5EF4-FFF2-40B4-BE49-F238E27FC236}">
                  <a16:creationId xmlns:a16="http://schemas.microsoft.com/office/drawing/2014/main" id="{3DE35F8C-01DA-2D7B-AA15-EA43AD4DD004}"/>
                </a:ext>
              </a:extLst>
            </p:cNvPr>
            <p:cNvSpPr>
              <a:spLocks noChangeArrowheads="1"/>
            </p:cNvSpPr>
            <p:nvPr/>
          </p:nvSpPr>
          <p:spPr bwMode="auto">
            <a:xfrm rot="5400000" flipH="1">
              <a:off x="4649857" y="4754745"/>
              <a:ext cx="274320" cy="338328"/>
            </a:xfrm>
            <a:prstGeom prst="moon">
              <a:avLst>
                <a:gd name="adj" fmla="val 84819"/>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08" name="AutoShape 175">
              <a:extLst>
                <a:ext uri="{FF2B5EF4-FFF2-40B4-BE49-F238E27FC236}">
                  <a16:creationId xmlns:a16="http://schemas.microsoft.com/office/drawing/2014/main" id="{E63A3491-E2EE-2C32-6B2C-C98BD8E3518B}"/>
                </a:ext>
              </a:extLst>
            </p:cNvPr>
            <p:cNvSpPr>
              <a:spLocks noChangeArrowheads="1"/>
            </p:cNvSpPr>
            <p:nvPr/>
          </p:nvSpPr>
          <p:spPr bwMode="auto">
            <a:xfrm rot="5400000" flipH="1">
              <a:off x="5131413" y="4767304"/>
              <a:ext cx="274320" cy="333373"/>
            </a:xfrm>
            <a:prstGeom prst="moon">
              <a:avLst>
                <a:gd name="adj" fmla="val 84819"/>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09" name="Line 176">
              <a:extLst>
                <a:ext uri="{FF2B5EF4-FFF2-40B4-BE49-F238E27FC236}">
                  <a16:creationId xmlns:a16="http://schemas.microsoft.com/office/drawing/2014/main" id="{4D979419-4111-1652-31E9-D45CEE8E677A}"/>
                </a:ext>
              </a:extLst>
            </p:cNvPr>
            <p:cNvSpPr>
              <a:spLocks noChangeShapeType="1"/>
            </p:cNvSpPr>
            <p:nvPr/>
          </p:nvSpPr>
          <p:spPr bwMode="auto">
            <a:xfrm>
              <a:off x="3796881" y="3852024"/>
              <a:ext cx="174136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10" name="Line 177">
              <a:extLst>
                <a:ext uri="{FF2B5EF4-FFF2-40B4-BE49-F238E27FC236}">
                  <a16:creationId xmlns:a16="http://schemas.microsoft.com/office/drawing/2014/main" id="{B36B5461-BE88-74DA-5BD0-0DDA29815EAD}"/>
                </a:ext>
              </a:extLst>
            </p:cNvPr>
            <p:cNvSpPr>
              <a:spLocks noChangeShapeType="1"/>
            </p:cNvSpPr>
            <p:nvPr/>
          </p:nvSpPr>
          <p:spPr bwMode="auto">
            <a:xfrm>
              <a:off x="3796881" y="4119834"/>
              <a:ext cx="174136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11" name="Line 178">
              <a:extLst>
                <a:ext uri="{FF2B5EF4-FFF2-40B4-BE49-F238E27FC236}">
                  <a16:creationId xmlns:a16="http://schemas.microsoft.com/office/drawing/2014/main" id="{E5C2FFAB-59D6-CAAD-E99B-20A59BF46A4B}"/>
                </a:ext>
              </a:extLst>
            </p:cNvPr>
            <p:cNvSpPr>
              <a:spLocks noChangeShapeType="1"/>
            </p:cNvSpPr>
            <p:nvPr/>
          </p:nvSpPr>
          <p:spPr bwMode="auto">
            <a:xfrm>
              <a:off x="4293152" y="5073538"/>
              <a:ext cx="0" cy="1895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12" name="Line 179">
              <a:extLst>
                <a:ext uri="{FF2B5EF4-FFF2-40B4-BE49-F238E27FC236}">
                  <a16:creationId xmlns:a16="http://schemas.microsoft.com/office/drawing/2014/main" id="{3B688648-BE66-E340-2CE0-5FBD15EAE852}"/>
                </a:ext>
              </a:extLst>
            </p:cNvPr>
            <p:cNvSpPr>
              <a:spLocks noChangeShapeType="1"/>
            </p:cNvSpPr>
            <p:nvPr/>
          </p:nvSpPr>
          <p:spPr bwMode="auto">
            <a:xfrm>
              <a:off x="4784371" y="5084886"/>
              <a:ext cx="0" cy="1895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13" name="Line 180">
              <a:extLst>
                <a:ext uri="{FF2B5EF4-FFF2-40B4-BE49-F238E27FC236}">
                  <a16:creationId xmlns:a16="http://schemas.microsoft.com/office/drawing/2014/main" id="{BAB9A0D7-864F-2C52-0C08-94A5F68AF5B9}"/>
                </a:ext>
              </a:extLst>
            </p:cNvPr>
            <p:cNvSpPr>
              <a:spLocks noChangeShapeType="1"/>
            </p:cNvSpPr>
            <p:nvPr/>
          </p:nvSpPr>
          <p:spPr bwMode="auto">
            <a:xfrm>
              <a:off x="5285693" y="5072403"/>
              <a:ext cx="0" cy="1895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14" name="Line 184">
              <a:extLst>
                <a:ext uri="{FF2B5EF4-FFF2-40B4-BE49-F238E27FC236}">
                  <a16:creationId xmlns:a16="http://schemas.microsoft.com/office/drawing/2014/main" id="{3330DD00-D0E9-6F6F-3743-717662918494}"/>
                </a:ext>
              </a:extLst>
            </p:cNvPr>
            <p:cNvSpPr>
              <a:spLocks noChangeShapeType="1"/>
            </p:cNvSpPr>
            <p:nvPr/>
          </p:nvSpPr>
          <p:spPr bwMode="auto">
            <a:xfrm>
              <a:off x="792740" y="4663397"/>
              <a:ext cx="2757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15" name="Line 185">
              <a:extLst>
                <a:ext uri="{FF2B5EF4-FFF2-40B4-BE49-F238E27FC236}">
                  <a16:creationId xmlns:a16="http://schemas.microsoft.com/office/drawing/2014/main" id="{A0027C37-171B-EF7C-4547-B2FEB12BF079}"/>
                </a:ext>
              </a:extLst>
            </p:cNvPr>
            <p:cNvSpPr>
              <a:spLocks noChangeShapeType="1"/>
            </p:cNvSpPr>
            <p:nvPr/>
          </p:nvSpPr>
          <p:spPr bwMode="auto">
            <a:xfrm>
              <a:off x="788952" y="4383105"/>
              <a:ext cx="2756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8816" name="Group 186">
              <a:extLst>
                <a:ext uri="{FF2B5EF4-FFF2-40B4-BE49-F238E27FC236}">
                  <a16:creationId xmlns:a16="http://schemas.microsoft.com/office/drawing/2014/main" id="{694C3BBF-F678-882E-6B3A-FE0FAD806092}"/>
                </a:ext>
              </a:extLst>
            </p:cNvPr>
            <p:cNvGrpSpPr>
              <a:grpSpLocks/>
            </p:cNvGrpSpPr>
            <p:nvPr/>
          </p:nvGrpSpPr>
          <p:grpSpPr bwMode="auto">
            <a:xfrm>
              <a:off x="3548115" y="4285513"/>
              <a:ext cx="253818" cy="195183"/>
              <a:chOff x="3615" y="11343"/>
              <a:chExt cx="419" cy="525"/>
            </a:xfrm>
          </p:grpSpPr>
          <p:sp>
            <p:nvSpPr>
              <p:cNvPr id="28857" name="Arc 187">
                <a:extLst>
                  <a:ext uri="{FF2B5EF4-FFF2-40B4-BE49-F238E27FC236}">
                    <a16:creationId xmlns:a16="http://schemas.microsoft.com/office/drawing/2014/main" id="{AC087D9E-E091-0B67-3EF2-3B2A1F9CAE21}"/>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8858" name="Line 188">
                <a:extLst>
                  <a:ext uri="{FF2B5EF4-FFF2-40B4-BE49-F238E27FC236}">
                    <a16:creationId xmlns:a16="http://schemas.microsoft.com/office/drawing/2014/main" id="{B0637FBC-A937-9F97-D867-BAE88A8BBC52}"/>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59" name="Line 189">
                <a:extLst>
                  <a:ext uri="{FF2B5EF4-FFF2-40B4-BE49-F238E27FC236}">
                    <a16:creationId xmlns:a16="http://schemas.microsoft.com/office/drawing/2014/main" id="{5E084CAE-3CCE-0FDF-8DB9-25DFAB4EA4D6}"/>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60" name="Line 190">
                <a:extLst>
                  <a:ext uri="{FF2B5EF4-FFF2-40B4-BE49-F238E27FC236}">
                    <a16:creationId xmlns:a16="http://schemas.microsoft.com/office/drawing/2014/main" id="{622C2184-A391-FA9B-E387-4C8B88876920}"/>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8817" name="Group 191">
              <a:extLst>
                <a:ext uri="{FF2B5EF4-FFF2-40B4-BE49-F238E27FC236}">
                  <a16:creationId xmlns:a16="http://schemas.microsoft.com/office/drawing/2014/main" id="{523387A8-590E-B2B1-AE29-E3F8249849DF}"/>
                </a:ext>
              </a:extLst>
            </p:cNvPr>
            <p:cNvGrpSpPr>
              <a:grpSpLocks/>
            </p:cNvGrpSpPr>
            <p:nvPr/>
          </p:nvGrpSpPr>
          <p:grpSpPr bwMode="auto">
            <a:xfrm>
              <a:off x="3554429" y="4563536"/>
              <a:ext cx="253818" cy="196318"/>
              <a:chOff x="3615" y="11343"/>
              <a:chExt cx="419" cy="525"/>
            </a:xfrm>
          </p:grpSpPr>
          <p:sp>
            <p:nvSpPr>
              <p:cNvPr id="28853" name="Arc 192">
                <a:extLst>
                  <a:ext uri="{FF2B5EF4-FFF2-40B4-BE49-F238E27FC236}">
                    <a16:creationId xmlns:a16="http://schemas.microsoft.com/office/drawing/2014/main" id="{DC590107-3A1B-8B6E-156A-0D46814D948A}"/>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8854" name="Line 193">
                <a:extLst>
                  <a:ext uri="{FF2B5EF4-FFF2-40B4-BE49-F238E27FC236}">
                    <a16:creationId xmlns:a16="http://schemas.microsoft.com/office/drawing/2014/main" id="{7BB06640-4FE7-7F58-F9E3-27EA7E0A4F38}"/>
                  </a:ext>
                </a:extLst>
              </p:cNvPr>
              <p:cNvSpPr>
                <a:spLocks noChangeShapeType="1"/>
              </p:cNvSpPr>
              <p:nvPr/>
            </p:nvSpPr>
            <p:spPr bwMode="auto">
              <a:xfrm>
                <a:off x="3629" y="11343"/>
                <a:ext cx="1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55" name="Line 194">
                <a:extLst>
                  <a:ext uri="{FF2B5EF4-FFF2-40B4-BE49-F238E27FC236}">
                    <a16:creationId xmlns:a16="http://schemas.microsoft.com/office/drawing/2014/main" id="{5A1C13A6-5C0F-3A1E-BD7B-056A5DF621B9}"/>
                  </a:ext>
                </a:extLst>
              </p:cNvPr>
              <p:cNvSpPr>
                <a:spLocks noChangeShapeType="1"/>
              </p:cNvSpPr>
              <p:nvPr/>
            </p:nvSpPr>
            <p:spPr bwMode="auto">
              <a:xfrm>
                <a:off x="3615" y="11868"/>
                <a:ext cx="1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56" name="Line 195">
                <a:extLst>
                  <a:ext uri="{FF2B5EF4-FFF2-40B4-BE49-F238E27FC236}">
                    <a16:creationId xmlns:a16="http://schemas.microsoft.com/office/drawing/2014/main" id="{A15C49F1-9331-001F-CC5E-29131BFE4F14}"/>
                  </a:ext>
                </a:extLst>
              </p:cNvPr>
              <p:cNvSpPr>
                <a:spLocks noChangeShapeType="1"/>
              </p:cNvSpPr>
              <p:nvPr/>
            </p:nvSpPr>
            <p:spPr bwMode="auto">
              <a:xfrm flipV="1">
                <a:off x="3615" y="11343"/>
                <a:ext cx="0" cy="5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8818" name="Line 196">
              <a:extLst>
                <a:ext uri="{FF2B5EF4-FFF2-40B4-BE49-F238E27FC236}">
                  <a16:creationId xmlns:a16="http://schemas.microsoft.com/office/drawing/2014/main" id="{2D7C8724-B372-24FC-9EAB-925ADBBA4E59}"/>
                </a:ext>
              </a:extLst>
            </p:cNvPr>
            <p:cNvSpPr>
              <a:spLocks noChangeShapeType="1"/>
            </p:cNvSpPr>
            <p:nvPr/>
          </p:nvSpPr>
          <p:spPr bwMode="auto">
            <a:xfrm>
              <a:off x="3796881" y="4379700"/>
              <a:ext cx="174136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19" name="Line 197">
              <a:extLst>
                <a:ext uri="{FF2B5EF4-FFF2-40B4-BE49-F238E27FC236}">
                  <a16:creationId xmlns:a16="http://schemas.microsoft.com/office/drawing/2014/main" id="{A3888AB3-FC6B-641D-7398-475F4BE0F2EF}"/>
                </a:ext>
              </a:extLst>
            </p:cNvPr>
            <p:cNvSpPr>
              <a:spLocks noChangeShapeType="1"/>
            </p:cNvSpPr>
            <p:nvPr/>
          </p:nvSpPr>
          <p:spPr bwMode="auto">
            <a:xfrm>
              <a:off x="3796881" y="4663397"/>
              <a:ext cx="174136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20" name="Line 198">
              <a:extLst>
                <a:ext uri="{FF2B5EF4-FFF2-40B4-BE49-F238E27FC236}">
                  <a16:creationId xmlns:a16="http://schemas.microsoft.com/office/drawing/2014/main" id="{01AC655B-5785-EBA1-6374-8F55F1BF3276}"/>
                </a:ext>
              </a:extLst>
            </p:cNvPr>
            <p:cNvSpPr>
              <a:spLocks noChangeShapeType="1"/>
            </p:cNvSpPr>
            <p:nvPr/>
          </p:nvSpPr>
          <p:spPr bwMode="auto">
            <a:xfrm flipH="1">
              <a:off x="886186" y="4618005"/>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21" name="Line 199">
              <a:extLst>
                <a:ext uri="{FF2B5EF4-FFF2-40B4-BE49-F238E27FC236}">
                  <a16:creationId xmlns:a16="http://schemas.microsoft.com/office/drawing/2014/main" id="{F3CF34D2-8598-2EC5-0286-619DB04AE2D6}"/>
                </a:ext>
              </a:extLst>
            </p:cNvPr>
            <p:cNvSpPr>
              <a:spLocks noChangeShapeType="1"/>
            </p:cNvSpPr>
            <p:nvPr/>
          </p:nvSpPr>
          <p:spPr bwMode="auto">
            <a:xfrm>
              <a:off x="886186" y="4618005"/>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22" name="Line 200">
              <a:extLst>
                <a:ext uri="{FF2B5EF4-FFF2-40B4-BE49-F238E27FC236}">
                  <a16:creationId xmlns:a16="http://schemas.microsoft.com/office/drawing/2014/main" id="{E9C096BB-EC6D-F9E5-DEFF-80FFA03036CB}"/>
                </a:ext>
              </a:extLst>
            </p:cNvPr>
            <p:cNvSpPr>
              <a:spLocks noChangeShapeType="1"/>
            </p:cNvSpPr>
            <p:nvPr/>
          </p:nvSpPr>
          <p:spPr bwMode="auto">
            <a:xfrm flipH="1">
              <a:off x="1150105" y="4618005"/>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23" name="Line 201">
              <a:extLst>
                <a:ext uri="{FF2B5EF4-FFF2-40B4-BE49-F238E27FC236}">
                  <a16:creationId xmlns:a16="http://schemas.microsoft.com/office/drawing/2014/main" id="{970CCDA2-F115-E040-672E-A51350660365}"/>
                </a:ext>
              </a:extLst>
            </p:cNvPr>
            <p:cNvSpPr>
              <a:spLocks noChangeShapeType="1"/>
            </p:cNvSpPr>
            <p:nvPr/>
          </p:nvSpPr>
          <p:spPr bwMode="auto">
            <a:xfrm>
              <a:off x="1150105" y="4618005"/>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24" name="Line 202">
              <a:extLst>
                <a:ext uri="{FF2B5EF4-FFF2-40B4-BE49-F238E27FC236}">
                  <a16:creationId xmlns:a16="http://schemas.microsoft.com/office/drawing/2014/main" id="{E12EFA0F-5791-877A-9B3D-236FC9F4FA3D}"/>
                </a:ext>
              </a:extLst>
            </p:cNvPr>
            <p:cNvSpPr>
              <a:spLocks noChangeShapeType="1"/>
            </p:cNvSpPr>
            <p:nvPr/>
          </p:nvSpPr>
          <p:spPr bwMode="auto">
            <a:xfrm flipH="1">
              <a:off x="1525150" y="4620275"/>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25" name="Line 203">
              <a:extLst>
                <a:ext uri="{FF2B5EF4-FFF2-40B4-BE49-F238E27FC236}">
                  <a16:creationId xmlns:a16="http://schemas.microsoft.com/office/drawing/2014/main" id="{7E6A8EB2-19A7-EA58-CE3F-27CD1594F30A}"/>
                </a:ext>
              </a:extLst>
            </p:cNvPr>
            <p:cNvSpPr>
              <a:spLocks noChangeShapeType="1"/>
            </p:cNvSpPr>
            <p:nvPr/>
          </p:nvSpPr>
          <p:spPr bwMode="auto">
            <a:xfrm>
              <a:off x="1525150" y="4620275"/>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26" name="Line 204">
              <a:extLst>
                <a:ext uri="{FF2B5EF4-FFF2-40B4-BE49-F238E27FC236}">
                  <a16:creationId xmlns:a16="http://schemas.microsoft.com/office/drawing/2014/main" id="{4CA03281-5EE8-5BBC-9160-7BED1A8574C0}"/>
                </a:ext>
              </a:extLst>
            </p:cNvPr>
            <p:cNvSpPr>
              <a:spLocks noChangeShapeType="1"/>
            </p:cNvSpPr>
            <p:nvPr/>
          </p:nvSpPr>
          <p:spPr bwMode="auto">
            <a:xfrm flipH="1">
              <a:off x="1792858" y="4618005"/>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27" name="Line 205">
              <a:extLst>
                <a:ext uri="{FF2B5EF4-FFF2-40B4-BE49-F238E27FC236}">
                  <a16:creationId xmlns:a16="http://schemas.microsoft.com/office/drawing/2014/main" id="{473B3A92-EA76-012C-8501-1CEE3415296C}"/>
                </a:ext>
              </a:extLst>
            </p:cNvPr>
            <p:cNvSpPr>
              <a:spLocks noChangeShapeType="1"/>
            </p:cNvSpPr>
            <p:nvPr/>
          </p:nvSpPr>
          <p:spPr bwMode="auto">
            <a:xfrm>
              <a:off x="1792858" y="4618005"/>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28" name="Line 206">
              <a:extLst>
                <a:ext uri="{FF2B5EF4-FFF2-40B4-BE49-F238E27FC236}">
                  <a16:creationId xmlns:a16="http://schemas.microsoft.com/office/drawing/2014/main" id="{0ACD8712-41D6-14A6-2F06-9B12014FD2C0}"/>
                </a:ext>
              </a:extLst>
            </p:cNvPr>
            <p:cNvSpPr>
              <a:spLocks noChangeShapeType="1"/>
            </p:cNvSpPr>
            <p:nvPr/>
          </p:nvSpPr>
          <p:spPr bwMode="auto">
            <a:xfrm flipH="1">
              <a:off x="2193157" y="4615736"/>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29" name="Line 207">
              <a:extLst>
                <a:ext uri="{FF2B5EF4-FFF2-40B4-BE49-F238E27FC236}">
                  <a16:creationId xmlns:a16="http://schemas.microsoft.com/office/drawing/2014/main" id="{6CA76F53-3074-1356-C19E-0D6B0BBD6D39}"/>
                </a:ext>
              </a:extLst>
            </p:cNvPr>
            <p:cNvSpPr>
              <a:spLocks noChangeShapeType="1"/>
            </p:cNvSpPr>
            <p:nvPr/>
          </p:nvSpPr>
          <p:spPr bwMode="auto">
            <a:xfrm>
              <a:off x="2193157" y="4615736"/>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30" name="Line 208">
              <a:extLst>
                <a:ext uri="{FF2B5EF4-FFF2-40B4-BE49-F238E27FC236}">
                  <a16:creationId xmlns:a16="http://schemas.microsoft.com/office/drawing/2014/main" id="{E18A1B3B-2313-5A18-538D-D1CD062030A6}"/>
                </a:ext>
              </a:extLst>
            </p:cNvPr>
            <p:cNvSpPr>
              <a:spLocks noChangeShapeType="1"/>
            </p:cNvSpPr>
            <p:nvPr/>
          </p:nvSpPr>
          <p:spPr bwMode="auto">
            <a:xfrm flipH="1">
              <a:off x="2467180" y="4615736"/>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31" name="Line 209">
              <a:extLst>
                <a:ext uri="{FF2B5EF4-FFF2-40B4-BE49-F238E27FC236}">
                  <a16:creationId xmlns:a16="http://schemas.microsoft.com/office/drawing/2014/main" id="{DF1E6C76-D1C2-EF78-22F0-EF7A8636236E}"/>
                </a:ext>
              </a:extLst>
            </p:cNvPr>
            <p:cNvSpPr>
              <a:spLocks noChangeShapeType="1"/>
            </p:cNvSpPr>
            <p:nvPr/>
          </p:nvSpPr>
          <p:spPr bwMode="auto">
            <a:xfrm>
              <a:off x="2467180" y="4615736"/>
              <a:ext cx="126277" cy="953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32" name="Line 210">
              <a:extLst>
                <a:ext uri="{FF2B5EF4-FFF2-40B4-BE49-F238E27FC236}">
                  <a16:creationId xmlns:a16="http://schemas.microsoft.com/office/drawing/2014/main" id="{326FD89F-37BE-BC00-C677-D2C1A913F620}"/>
                </a:ext>
              </a:extLst>
            </p:cNvPr>
            <p:cNvSpPr>
              <a:spLocks noChangeShapeType="1"/>
            </p:cNvSpPr>
            <p:nvPr/>
          </p:nvSpPr>
          <p:spPr bwMode="auto">
            <a:xfrm flipH="1">
              <a:off x="2814443" y="4618005"/>
              <a:ext cx="127540"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33" name="Line 211">
              <a:extLst>
                <a:ext uri="{FF2B5EF4-FFF2-40B4-BE49-F238E27FC236}">
                  <a16:creationId xmlns:a16="http://schemas.microsoft.com/office/drawing/2014/main" id="{37400912-23C7-6EE2-6873-EFC9153368A6}"/>
                </a:ext>
              </a:extLst>
            </p:cNvPr>
            <p:cNvSpPr>
              <a:spLocks noChangeShapeType="1"/>
            </p:cNvSpPr>
            <p:nvPr/>
          </p:nvSpPr>
          <p:spPr bwMode="auto">
            <a:xfrm>
              <a:off x="2814443" y="4618005"/>
              <a:ext cx="127540"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34" name="Line 212">
              <a:extLst>
                <a:ext uri="{FF2B5EF4-FFF2-40B4-BE49-F238E27FC236}">
                  <a16:creationId xmlns:a16="http://schemas.microsoft.com/office/drawing/2014/main" id="{CDCD1C2C-50D1-279D-921D-DFCA6FA8CC61}"/>
                </a:ext>
              </a:extLst>
            </p:cNvPr>
            <p:cNvSpPr>
              <a:spLocks noChangeShapeType="1"/>
            </p:cNvSpPr>
            <p:nvPr/>
          </p:nvSpPr>
          <p:spPr bwMode="auto">
            <a:xfrm flipH="1">
              <a:off x="3089727" y="4618005"/>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35" name="Line 213">
              <a:extLst>
                <a:ext uri="{FF2B5EF4-FFF2-40B4-BE49-F238E27FC236}">
                  <a16:creationId xmlns:a16="http://schemas.microsoft.com/office/drawing/2014/main" id="{57E2E1D2-DF34-8177-6E4E-63525CF7EFC3}"/>
                </a:ext>
              </a:extLst>
            </p:cNvPr>
            <p:cNvSpPr>
              <a:spLocks noChangeShapeType="1"/>
            </p:cNvSpPr>
            <p:nvPr/>
          </p:nvSpPr>
          <p:spPr bwMode="auto">
            <a:xfrm>
              <a:off x="3089727" y="4618005"/>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836" name="Oval 214">
              <a:extLst>
                <a:ext uri="{FF2B5EF4-FFF2-40B4-BE49-F238E27FC236}">
                  <a16:creationId xmlns:a16="http://schemas.microsoft.com/office/drawing/2014/main" id="{2509730B-F9E5-A03F-4F48-C278FBE63500}"/>
                </a:ext>
              </a:extLst>
            </p:cNvPr>
            <p:cNvSpPr>
              <a:spLocks noChangeArrowheads="1"/>
            </p:cNvSpPr>
            <p:nvPr/>
          </p:nvSpPr>
          <p:spPr bwMode="auto">
            <a:xfrm>
              <a:off x="5225080" y="4087842"/>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37" name="Oval 215">
              <a:extLst>
                <a:ext uri="{FF2B5EF4-FFF2-40B4-BE49-F238E27FC236}">
                  <a16:creationId xmlns:a16="http://schemas.microsoft.com/office/drawing/2014/main" id="{D3E72A5D-0A64-90F7-EB8C-B1642BF372B6}"/>
                </a:ext>
              </a:extLst>
            </p:cNvPr>
            <p:cNvSpPr>
              <a:spLocks noChangeArrowheads="1"/>
            </p:cNvSpPr>
            <p:nvPr/>
          </p:nvSpPr>
          <p:spPr bwMode="auto">
            <a:xfrm>
              <a:off x="5225080" y="4360408"/>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38" name="Oval 216">
              <a:extLst>
                <a:ext uri="{FF2B5EF4-FFF2-40B4-BE49-F238E27FC236}">
                  <a16:creationId xmlns:a16="http://schemas.microsoft.com/office/drawing/2014/main" id="{F3525070-561A-09BE-3263-F4ED8D1DD93E}"/>
                </a:ext>
              </a:extLst>
            </p:cNvPr>
            <p:cNvSpPr>
              <a:spLocks noChangeArrowheads="1"/>
            </p:cNvSpPr>
            <p:nvPr/>
          </p:nvSpPr>
          <p:spPr bwMode="auto">
            <a:xfrm>
              <a:off x="5220028" y="4634809"/>
              <a:ext cx="60613"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39" name="Oval 217">
              <a:extLst>
                <a:ext uri="{FF2B5EF4-FFF2-40B4-BE49-F238E27FC236}">
                  <a16:creationId xmlns:a16="http://schemas.microsoft.com/office/drawing/2014/main" id="{7D341C5A-B42C-73DD-C84F-E52B43405E9C}"/>
                </a:ext>
              </a:extLst>
            </p:cNvPr>
            <p:cNvSpPr>
              <a:spLocks noChangeArrowheads="1"/>
            </p:cNvSpPr>
            <p:nvPr/>
          </p:nvSpPr>
          <p:spPr bwMode="auto">
            <a:xfrm>
              <a:off x="5225080" y="3820032"/>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40" name="Oval 218">
              <a:extLst>
                <a:ext uri="{FF2B5EF4-FFF2-40B4-BE49-F238E27FC236}">
                  <a16:creationId xmlns:a16="http://schemas.microsoft.com/office/drawing/2014/main" id="{D8AF2DDA-0B3C-C8AC-FAC9-E7612B9BC21D}"/>
                </a:ext>
              </a:extLst>
            </p:cNvPr>
            <p:cNvSpPr>
              <a:spLocks noChangeArrowheads="1"/>
            </p:cNvSpPr>
            <p:nvPr/>
          </p:nvSpPr>
          <p:spPr bwMode="auto">
            <a:xfrm>
              <a:off x="896215" y="1632332"/>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41" name="Oval 219">
              <a:extLst>
                <a:ext uri="{FF2B5EF4-FFF2-40B4-BE49-F238E27FC236}">
                  <a16:creationId xmlns:a16="http://schemas.microsoft.com/office/drawing/2014/main" id="{945DA328-9FCC-3B5A-6E13-83BBBB52E311}"/>
                </a:ext>
              </a:extLst>
            </p:cNvPr>
            <p:cNvSpPr>
              <a:spLocks noChangeArrowheads="1"/>
            </p:cNvSpPr>
            <p:nvPr/>
          </p:nvSpPr>
          <p:spPr bwMode="auto">
            <a:xfrm>
              <a:off x="2482261" y="1892300"/>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42" name="Oval 220">
              <a:extLst>
                <a:ext uri="{FF2B5EF4-FFF2-40B4-BE49-F238E27FC236}">
                  <a16:creationId xmlns:a16="http://schemas.microsoft.com/office/drawing/2014/main" id="{E7F0CAB3-BF98-8FF3-81F7-6B139D63892D}"/>
                </a:ext>
              </a:extLst>
            </p:cNvPr>
            <p:cNvSpPr>
              <a:spLocks noChangeArrowheads="1"/>
            </p:cNvSpPr>
            <p:nvPr/>
          </p:nvSpPr>
          <p:spPr bwMode="auto">
            <a:xfrm>
              <a:off x="1544019" y="1641628"/>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43" name="Oval 221">
              <a:extLst>
                <a:ext uri="{FF2B5EF4-FFF2-40B4-BE49-F238E27FC236}">
                  <a16:creationId xmlns:a16="http://schemas.microsoft.com/office/drawing/2014/main" id="{0091013D-2464-3419-826E-618CAAC52B23}"/>
                </a:ext>
              </a:extLst>
            </p:cNvPr>
            <p:cNvSpPr>
              <a:spLocks noChangeArrowheads="1"/>
            </p:cNvSpPr>
            <p:nvPr/>
          </p:nvSpPr>
          <p:spPr bwMode="auto">
            <a:xfrm>
              <a:off x="3099757" y="1908086"/>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44" name="Oval 222">
              <a:extLst>
                <a:ext uri="{FF2B5EF4-FFF2-40B4-BE49-F238E27FC236}">
                  <a16:creationId xmlns:a16="http://schemas.microsoft.com/office/drawing/2014/main" id="{3E4F69EA-D25E-BC19-F54E-2DE74E4F1D80}"/>
                </a:ext>
              </a:extLst>
            </p:cNvPr>
            <p:cNvSpPr>
              <a:spLocks noChangeArrowheads="1"/>
            </p:cNvSpPr>
            <p:nvPr/>
          </p:nvSpPr>
          <p:spPr bwMode="auto">
            <a:xfrm>
              <a:off x="902529" y="2737615"/>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45" name="Oval 223">
              <a:extLst>
                <a:ext uri="{FF2B5EF4-FFF2-40B4-BE49-F238E27FC236}">
                  <a16:creationId xmlns:a16="http://schemas.microsoft.com/office/drawing/2014/main" id="{9ECA9F3B-4EF2-C1A4-4D4C-6F64E5F869FC}"/>
                </a:ext>
              </a:extLst>
            </p:cNvPr>
            <p:cNvSpPr>
              <a:spLocks noChangeArrowheads="1"/>
            </p:cNvSpPr>
            <p:nvPr/>
          </p:nvSpPr>
          <p:spPr bwMode="auto">
            <a:xfrm>
              <a:off x="3102283" y="3005643"/>
              <a:ext cx="59350" cy="44257"/>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46" name="Oval 224">
              <a:extLst>
                <a:ext uri="{FF2B5EF4-FFF2-40B4-BE49-F238E27FC236}">
                  <a16:creationId xmlns:a16="http://schemas.microsoft.com/office/drawing/2014/main" id="{2FDEA060-5323-389A-1DBB-31875BF7F27C}"/>
                </a:ext>
              </a:extLst>
            </p:cNvPr>
            <p:cNvSpPr>
              <a:spLocks noChangeArrowheads="1"/>
            </p:cNvSpPr>
            <p:nvPr/>
          </p:nvSpPr>
          <p:spPr bwMode="auto">
            <a:xfrm>
              <a:off x="907653" y="3817762"/>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47" name="Oval 225">
              <a:extLst>
                <a:ext uri="{FF2B5EF4-FFF2-40B4-BE49-F238E27FC236}">
                  <a16:creationId xmlns:a16="http://schemas.microsoft.com/office/drawing/2014/main" id="{37DC71A6-DEEC-8BE0-5649-20117C42F9E0}"/>
                </a:ext>
              </a:extLst>
            </p:cNvPr>
            <p:cNvSpPr>
              <a:spLocks noChangeArrowheads="1"/>
            </p:cNvSpPr>
            <p:nvPr/>
          </p:nvSpPr>
          <p:spPr bwMode="auto">
            <a:xfrm>
              <a:off x="1544019" y="3820032"/>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48" name="Oval 226">
              <a:extLst>
                <a:ext uri="{FF2B5EF4-FFF2-40B4-BE49-F238E27FC236}">
                  <a16:creationId xmlns:a16="http://schemas.microsoft.com/office/drawing/2014/main" id="{0C4B8651-CCBF-2B9B-8E90-2B5F0BF2E2DA}"/>
                </a:ext>
              </a:extLst>
            </p:cNvPr>
            <p:cNvSpPr>
              <a:spLocks noChangeArrowheads="1"/>
            </p:cNvSpPr>
            <p:nvPr/>
          </p:nvSpPr>
          <p:spPr bwMode="auto">
            <a:xfrm>
              <a:off x="1176624" y="4352465"/>
              <a:ext cx="60613" cy="45391"/>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49" name="Oval 227">
              <a:extLst>
                <a:ext uri="{FF2B5EF4-FFF2-40B4-BE49-F238E27FC236}">
                  <a16:creationId xmlns:a16="http://schemas.microsoft.com/office/drawing/2014/main" id="{9F3EF5C6-8641-C039-A265-542E8B3437D8}"/>
                </a:ext>
              </a:extLst>
            </p:cNvPr>
            <p:cNvSpPr>
              <a:spLocks noChangeArrowheads="1"/>
            </p:cNvSpPr>
            <p:nvPr/>
          </p:nvSpPr>
          <p:spPr bwMode="auto">
            <a:xfrm>
              <a:off x="2224655" y="4083303"/>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50" name="Oval 228">
              <a:extLst>
                <a:ext uri="{FF2B5EF4-FFF2-40B4-BE49-F238E27FC236}">
                  <a16:creationId xmlns:a16="http://schemas.microsoft.com/office/drawing/2014/main" id="{2F946451-7585-3572-D174-C4B03176435D}"/>
                </a:ext>
              </a:extLst>
            </p:cNvPr>
            <p:cNvSpPr>
              <a:spLocks noChangeArrowheads="1"/>
            </p:cNvSpPr>
            <p:nvPr/>
          </p:nvSpPr>
          <p:spPr bwMode="auto">
            <a:xfrm>
              <a:off x="2842151" y="4086707"/>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51" name="Oval 229">
              <a:extLst>
                <a:ext uri="{FF2B5EF4-FFF2-40B4-BE49-F238E27FC236}">
                  <a16:creationId xmlns:a16="http://schemas.microsoft.com/office/drawing/2014/main" id="{7D1722FA-E1BE-57A9-9FFD-D2AA09B816C6}"/>
                </a:ext>
              </a:extLst>
            </p:cNvPr>
            <p:cNvSpPr>
              <a:spLocks noChangeArrowheads="1"/>
            </p:cNvSpPr>
            <p:nvPr/>
          </p:nvSpPr>
          <p:spPr bwMode="auto">
            <a:xfrm>
              <a:off x="2848537" y="4363812"/>
              <a:ext cx="59350" cy="64008"/>
            </a:xfrm>
            <a:prstGeom prst="ellipse">
              <a:avLst/>
            </a:prstGeom>
            <a:solidFill>
              <a:srgbClr val="000000"/>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a:p>
          </p:txBody>
        </p:sp>
        <p:sp>
          <p:nvSpPr>
            <p:cNvPr id="28852" name="Line 230">
              <a:extLst>
                <a:ext uri="{FF2B5EF4-FFF2-40B4-BE49-F238E27FC236}">
                  <a16:creationId xmlns:a16="http://schemas.microsoft.com/office/drawing/2014/main" id="{ECC1F7CF-0B5A-9AC0-A8E6-0DFD113054AC}"/>
                </a:ext>
              </a:extLst>
            </p:cNvPr>
            <p:cNvSpPr>
              <a:spLocks noChangeShapeType="1"/>
            </p:cNvSpPr>
            <p:nvPr/>
          </p:nvSpPr>
          <p:spPr bwMode="auto">
            <a:xfrm>
              <a:off x="3071976" y="2460945"/>
              <a:ext cx="126277" cy="94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8676" name="Text Box 231">
            <a:extLst>
              <a:ext uri="{FF2B5EF4-FFF2-40B4-BE49-F238E27FC236}">
                <a16:creationId xmlns:a16="http://schemas.microsoft.com/office/drawing/2014/main" id="{A4CD9998-B5AB-7BDE-2B8B-E199BBE8FE7B}"/>
              </a:ext>
            </a:extLst>
          </p:cNvPr>
          <p:cNvSpPr txBox="1">
            <a:spLocks noChangeArrowheads="1"/>
          </p:cNvSpPr>
          <p:nvPr/>
        </p:nvSpPr>
        <p:spPr bwMode="auto">
          <a:xfrm>
            <a:off x="8458200" y="2133601"/>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en-US" sz="2000" b="0" u="none"/>
          </a:p>
        </p:txBody>
      </p:sp>
      <p:sp>
        <p:nvSpPr>
          <p:cNvPr id="28677" name="Text Box 237">
            <a:extLst>
              <a:ext uri="{FF2B5EF4-FFF2-40B4-BE49-F238E27FC236}">
                <a16:creationId xmlns:a16="http://schemas.microsoft.com/office/drawing/2014/main" id="{92D80FF1-0D34-8278-267B-500D2AB6A49E}"/>
              </a:ext>
            </a:extLst>
          </p:cNvPr>
          <p:cNvSpPr txBox="1">
            <a:spLocks noChangeArrowheads="1"/>
          </p:cNvSpPr>
          <p:nvPr/>
        </p:nvSpPr>
        <p:spPr bwMode="auto">
          <a:xfrm>
            <a:off x="7620000" y="1905001"/>
            <a:ext cx="2667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Y1= A</a:t>
            </a:r>
            <a:r>
              <a:rPr lang="en-US" altLang="en-US" sz="2000" b="0" u="none">
                <a:sym typeface="Symbol" panose="05050102010706020507" pitchFamily="18" charset="2"/>
              </a:rPr>
              <a:t>B+CD</a:t>
            </a:r>
          </a:p>
          <a:p>
            <a:pPr eaLnBrk="1" hangingPunct="1">
              <a:spcBef>
                <a:spcPct val="50000"/>
              </a:spcBef>
            </a:pPr>
            <a:r>
              <a:rPr lang="en-US" altLang="en-US" sz="2000" b="0" u="none">
                <a:sym typeface="Symbol" panose="05050102010706020507" pitchFamily="18" charset="2"/>
              </a:rPr>
              <a:t>Y2=A+D</a:t>
            </a:r>
          </a:p>
          <a:p>
            <a:pPr eaLnBrk="1" hangingPunct="1">
              <a:spcBef>
                <a:spcPct val="50000"/>
              </a:spcBef>
            </a:pPr>
            <a:r>
              <a:rPr lang="en-US" altLang="en-US" sz="2000" b="0" u="none">
                <a:sym typeface="Symbol" panose="05050102010706020507" pitchFamily="18" charset="2"/>
              </a:rPr>
              <a:t>Y3= </a:t>
            </a:r>
            <a:r>
              <a:rPr lang="en-US" altLang="en-US" sz="2000" b="0" u="none"/>
              <a:t>A</a:t>
            </a:r>
            <a:r>
              <a:rPr lang="en-US" altLang="en-US" sz="2000" b="0" u="none">
                <a:sym typeface="Symbol" panose="05050102010706020507" pitchFamily="18" charset="2"/>
              </a:rPr>
              <a:t>B+CD + AD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a:extLst>
              <a:ext uri="{FF2B5EF4-FFF2-40B4-BE49-F238E27FC236}">
                <a16:creationId xmlns:a16="http://schemas.microsoft.com/office/drawing/2014/main" id="{FA5F35ED-EA74-BD59-8B52-C6C9478CF4BD}"/>
              </a:ext>
            </a:extLst>
          </p:cNvPr>
          <p:cNvSpPr>
            <a:spLocks noGrp="1" noChangeArrowheads="1"/>
          </p:cNvSpPr>
          <p:nvPr>
            <p:ph type="title"/>
          </p:nvPr>
        </p:nvSpPr>
        <p:spPr/>
        <p:txBody>
          <a:bodyPr/>
          <a:lstStyle/>
          <a:p>
            <a:r>
              <a:rPr lang="en-US" altLang="en-US"/>
              <a:t>PAL 16L8 </a:t>
            </a:r>
            <a:endParaRPr lang="ru-RU" altLang="en-US"/>
          </a:p>
        </p:txBody>
      </p:sp>
      <p:sp>
        <p:nvSpPr>
          <p:cNvPr id="4" name="Объект 3">
            <a:extLst>
              <a:ext uri="{FF2B5EF4-FFF2-40B4-BE49-F238E27FC236}">
                <a16:creationId xmlns:a16="http://schemas.microsoft.com/office/drawing/2014/main" id="{ABB306E2-BA05-4944-9A63-9A8F5DDD645D}"/>
              </a:ext>
            </a:extLst>
          </p:cNvPr>
          <p:cNvSpPr>
            <a:spLocks noGrp="1"/>
          </p:cNvSpPr>
          <p:nvPr>
            <p:ph type="body" sz="quarter" idx="13"/>
          </p:nvPr>
        </p:nvSpPr>
        <p:spPr/>
        <p:txBody>
          <a:bodyPr/>
          <a:lstStyle/>
          <a:p>
            <a:r>
              <a:rPr lang="en-US" dirty="0"/>
              <a:t>PAL 16L8:</a:t>
            </a:r>
          </a:p>
          <a:p>
            <a:r>
              <a:rPr lang="en-US" dirty="0"/>
              <a:t>Fixed OR array (7 AND gates permanently connected to each OR gate). AND gate outputs cannot be shared.</a:t>
            </a:r>
          </a:p>
          <a:p>
            <a:r>
              <a:rPr lang="en-US" dirty="0"/>
              <a:t>Each output has an individual three-state output enable signal, controlled by a dedicated AND gate.</a:t>
            </a:r>
          </a:p>
          <a:p>
            <a:r>
              <a:rPr lang="en-US" dirty="0"/>
              <a:t>Six of the output pins (I/O pins) may also be used as an input.</a:t>
            </a:r>
            <a:endParaRPr lang="ru-RU" dirty="0"/>
          </a:p>
          <a:p>
            <a:endParaRPr lang="ru-RU" dirty="0"/>
          </a:p>
        </p:txBody>
      </p:sp>
      <p:grpSp>
        <p:nvGrpSpPr>
          <p:cNvPr id="29700" name="Group 45">
            <a:extLst>
              <a:ext uri="{FF2B5EF4-FFF2-40B4-BE49-F238E27FC236}">
                <a16:creationId xmlns:a16="http://schemas.microsoft.com/office/drawing/2014/main" id="{DEF12736-F81B-7E09-E1BD-1030A826D36A}"/>
              </a:ext>
            </a:extLst>
          </p:cNvPr>
          <p:cNvGrpSpPr>
            <a:grpSpLocks/>
          </p:cNvGrpSpPr>
          <p:nvPr/>
        </p:nvGrpSpPr>
        <p:grpSpPr bwMode="auto">
          <a:xfrm>
            <a:off x="7115718" y="1278334"/>
            <a:ext cx="2276475" cy="3313113"/>
            <a:chOff x="231" y="1207"/>
            <a:chExt cx="1434" cy="2087"/>
          </a:xfrm>
        </p:grpSpPr>
        <p:sp>
          <p:nvSpPr>
            <p:cNvPr id="29702" name="Rectangle 5">
              <a:extLst>
                <a:ext uri="{FF2B5EF4-FFF2-40B4-BE49-F238E27FC236}">
                  <a16:creationId xmlns:a16="http://schemas.microsoft.com/office/drawing/2014/main" id="{AD78E6E9-01A3-B71D-8E09-317C547486DC}"/>
                </a:ext>
              </a:extLst>
            </p:cNvPr>
            <p:cNvSpPr>
              <a:spLocks noChangeArrowheads="1"/>
            </p:cNvSpPr>
            <p:nvPr/>
          </p:nvSpPr>
          <p:spPr bwMode="auto">
            <a:xfrm>
              <a:off x="521" y="1207"/>
              <a:ext cx="862" cy="208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2000" b="0" u="none"/>
            </a:p>
          </p:txBody>
        </p:sp>
        <p:sp>
          <p:nvSpPr>
            <p:cNvPr id="29703" name="Line 6">
              <a:extLst>
                <a:ext uri="{FF2B5EF4-FFF2-40B4-BE49-F238E27FC236}">
                  <a16:creationId xmlns:a16="http://schemas.microsoft.com/office/drawing/2014/main" id="{BA26F3E6-C044-6D62-1229-30FF0D5A1C6F}"/>
                </a:ext>
              </a:extLst>
            </p:cNvPr>
            <p:cNvSpPr>
              <a:spLocks noChangeShapeType="1"/>
            </p:cNvSpPr>
            <p:nvPr/>
          </p:nvSpPr>
          <p:spPr bwMode="auto">
            <a:xfrm>
              <a:off x="249" y="1434"/>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4" name="Line 7">
              <a:extLst>
                <a:ext uri="{FF2B5EF4-FFF2-40B4-BE49-F238E27FC236}">
                  <a16:creationId xmlns:a16="http://schemas.microsoft.com/office/drawing/2014/main" id="{59525921-2641-128C-F56B-6BA60D3608CE}"/>
                </a:ext>
              </a:extLst>
            </p:cNvPr>
            <p:cNvSpPr>
              <a:spLocks noChangeShapeType="1"/>
            </p:cNvSpPr>
            <p:nvPr/>
          </p:nvSpPr>
          <p:spPr bwMode="auto">
            <a:xfrm>
              <a:off x="231" y="1608"/>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5" name="Line 8">
              <a:extLst>
                <a:ext uri="{FF2B5EF4-FFF2-40B4-BE49-F238E27FC236}">
                  <a16:creationId xmlns:a16="http://schemas.microsoft.com/office/drawing/2014/main" id="{3FDA9FC6-40C2-20E3-330A-A1A861EA8E41}"/>
                </a:ext>
              </a:extLst>
            </p:cNvPr>
            <p:cNvSpPr>
              <a:spLocks noChangeShapeType="1"/>
            </p:cNvSpPr>
            <p:nvPr/>
          </p:nvSpPr>
          <p:spPr bwMode="auto">
            <a:xfrm>
              <a:off x="231" y="1791"/>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6" name="Line 9">
              <a:extLst>
                <a:ext uri="{FF2B5EF4-FFF2-40B4-BE49-F238E27FC236}">
                  <a16:creationId xmlns:a16="http://schemas.microsoft.com/office/drawing/2014/main" id="{C2733F22-E256-A57F-91EE-486C2340F213}"/>
                </a:ext>
              </a:extLst>
            </p:cNvPr>
            <p:cNvSpPr>
              <a:spLocks noChangeShapeType="1"/>
            </p:cNvSpPr>
            <p:nvPr/>
          </p:nvSpPr>
          <p:spPr bwMode="auto">
            <a:xfrm>
              <a:off x="231" y="1955"/>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7" name="Line 10">
              <a:extLst>
                <a:ext uri="{FF2B5EF4-FFF2-40B4-BE49-F238E27FC236}">
                  <a16:creationId xmlns:a16="http://schemas.microsoft.com/office/drawing/2014/main" id="{EF5B5A8A-1EEE-6EE7-915F-6812C6C2BF84}"/>
                </a:ext>
              </a:extLst>
            </p:cNvPr>
            <p:cNvSpPr>
              <a:spLocks noChangeShapeType="1"/>
            </p:cNvSpPr>
            <p:nvPr/>
          </p:nvSpPr>
          <p:spPr bwMode="auto">
            <a:xfrm>
              <a:off x="231" y="2120"/>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8" name="Line 11">
              <a:extLst>
                <a:ext uri="{FF2B5EF4-FFF2-40B4-BE49-F238E27FC236}">
                  <a16:creationId xmlns:a16="http://schemas.microsoft.com/office/drawing/2014/main" id="{6EB0E0A0-3849-6E6C-7273-B072324B2AA8}"/>
                </a:ext>
              </a:extLst>
            </p:cNvPr>
            <p:cNvSpPr>
              <a:spLocks noChangeShapeType="1"/>
            </p:cNvSpPr>
            <p:nvPr/>
          </p:nvSpPr>
          <p:spPr bwMode="auto">
            <a:xfrm>
              <a:off x="240" y="2285"/>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9" name="Line 13">
              <a:extLst>
                <a:ext uri="{FF2B5EF4-FFF2-40B4-BE49-F238E27FC236}">
                  <a16:creationId xmlns:a16="http://schemas.microsoft.com/office/drawing/2014/main" id="{187DA710-C2CC-D4E8-8FDB-C3CEC03A3D5A}"/>
                </a:ext>
              </a:extLst>
            </p:cNvPr>
            <p:cNvSpPr>
              <a:spLocks noChangeShapeType="1"/>
            </p:cNvSpPr>
            <p:nvPr/>
          </p:nvSpPr>
          <p:spPr bwMode="auto">
            <a:xfrm>
              <a:off x="240" y="2468"/>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0" name="Line 14">
              <a:extLst>
                <a:ext uri="{FF2B5EF4-FFF2-40B4-BE49-F238E27FC236}">
                  <a16:creationId xmlns:a16="http://schemas.microsoft.com/office/drawing/2014/main" id="{78577FAC-F3D5-DE1D-8EAB-7A8402468317}"/>
                </a:ext>
              </a:extLst>
            </p:cNvPr>
            <p:cNvSpPr>
              <a:spLocks noChangeShapeType="1"/>
            </p:cNvSpPr>
            <p:nvPr/>
          </p:nvSpPr>
          <p:spPr bwMode="auto">
            <a:xfrm>
              <a:off x="241" y="2651"/>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1" name="Line 15">
              <a:extLst>
                <a:ext uri="{FF2B5EF4-FFF2-40B4-BE49-F238E27FC236}">
                  <a16:creationId xmlns:a16="http://schemas.microsoft.com/office/drawing/2014/main" id="{2CD1DC71-5304-F5DD-1798-04F17CEA9A6E}"/>
                </a:ext>
              </a:extLst>
            </p:cNvPr>
            <p:cNvSpPr>
              <a:spLocks noChangeShapeType="1"/>
            </p:cNvSpPr>
            <p:nvPr/>
          </p:nvSpPr>
          <p:spPr bwMode="auto">
            <a:xfrm>
              <a:off x="242" y="2844"/>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12" name="Text Box 16">
              <a:extLst>
                <a:ext uri="{FF2B5EF4-FFF2-40B4-BE49-F238E27FC236}">
                  <a16:creationId xmlns:a16="http://schemas.microsoft.com/office/drawing/2014/main" id="{7F8DEF35-28C9-9D50-313C-D5E69D2B8372}"/>
                </a:ext>
              </a:extLst>
            </p:cNvPr>
            <p:cNvSpPr txBox="1">
              <a:spLocks noChangeArrowheads="1"/>
            </p:cNvSpPr>
            <p:nvPr/>
          </p:nvSpPr>
          <p:spPr bwMode="auto">
            <a:xfrm>
              <a:off x="557" y="1307"/>
              <a:ext cx="2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solidFill>
                    <a:schemeClr val="bg1"/>
                  </a:solidFill>
                </a:rPr>
                <a:t>I1</a:t>
              </a:r>
              <a:endParaRPr lang="ru-RU" altLang="en-US" b="0" u="none">
                <a:solidFill>
                  <a:schemeClr val="bg1"/>
                </a:solidFill>
              </a:endParaRPr>
            </a:p>
          </p:txBody>
        </p:sp>
        <p:sp>
          <p:nvSpPr>
            <p:cNvPr id="29713" name="Text Box 17">
              <a:extLst>
                <a:ext uri="{FF2B5EF4-FFF2-40B4-BE49-F238E27FC236}">
                  <a16:creationId xmlns:a16="http://schemas.microsoft.com/office/drawing/2014/main" id="{CF7B8635-8162-ADBA-22FB-0D7C2D43A54F}"/>
                </a:ext>
              </a:extLst>
            </p:cNvPr>
            <p:cNvSpPr txBox="1">
              <a:spLocks noChangeArrowheads="1"/>
            </p:cNvSpPr>
            <p:nvPr/>
          </p:nvSpPr>
          <p:spPr bwMode="auto">
            <a:xfrm>
              <a:off x="567" y="1498"/>
              <a:ext cx="2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solidFill>
                    <a:schemeClr val="bg1"/>
                  </a:solidFill>
                </a:rPr>
                <a:t>I2</a:t>
              </a:r>
              <a:endParaRPr lang="ru-RU" altLang="en-US" b="0" u="none">
                <a:solidFill>
                  <a:schemeClr val="bg1"/>
                </a:solidFill>
              </a:endParaRPr>
            </a:p>
          </p:txBody>
        </p:sp>
        <p:sp>
          <p:nvSpPr>
            <p:cNvPr id="29714" name="Text Box 18">
              <a:extLst>
                <a:ext uri="{FF2B5EF4-FFF2-40B4-BE49-F238E27FC236}">
                  <a16:creationId xmlns:a16="http://schemas.microsoft.com/office/drawing/2014/main" id="{5C587A2C-A552-25BC-D86B-DC2EBCB6457A}"/>
                </a:ext>
              </a:extLst>
            </p:cNvPr>
            <p:cNvSpPr txBox="1">
              <a:spLocks noChangeArrowheads="1"/>
            </p:cNvSpPr>
            <p:nvPr/>
          </p:nvSpPr>
          <p:spPr bwMode="auto">
            <a:xfrm>
              <a:off x="557" y="1674"/>
              <a:ext cx="2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solidFill>
                    <a:schemeClr val="bg1"/>
                  </a:solidFill>
                </a:rPr>
                <a:t>I3</a:t>
              </a:r>
              <a:endParaRPr lang="ru-RU" altLang="en-US" b="0" u="none">
                <a:solidFill>
                  <a:schemeClr val="bg1"/>
                </a:solidFill>
              </a:endParaRPr>
            </a:p>
          </p:txBody>
        </p:sp>
        <p:sp>
          <p:nvSpPr>
            <p:cNvPr id="29715" name="Text Box 19">
              <a:extLst>
                <a:ext uri="{FF2B5EF4-FFF2-40B4-BE49-F238E27FC236}">
                  <a16:creationId xmlns:a16="http://schemas.microsoft.com/office/drawing/2014/main" id="{769C1A30-4E56-A4B1-503F-1E252C2378AE}"/>
                </a:ext>
              </a:extLst>
            </p:cNvPr>
            <p:cNvSpPr txBox="1">
              <a:spLocks noChangeArrowheads="1"/>
            </p:cNvSpPr>
            <p:nvPr/>
          </p:nvSpPr>
          <p:spPr bwMode="auto">
            <a:xfrm>
              <a:off x="558" y="1842"/>
              <a:ext cx="2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dirty="0">
                  <a:solidFill>
                    <a:schemeClr val="bg1"/>
                  </a:solidFill>
                </a:rPr>
                <a:t>I4</a:t>
              </a:r>
              <a:endParaRPr lang="ru-RU" altLang="en-US" b="0" u="none" dirty="0">
                <a:solidFill>
                  <a:schemeClr val="bg1"/>
                </a:solidFill>
              </a:endParaRPr>
            </a:p>
          </p:txBody>
        </p:sp>
        <p:sp>
          <p:nvSpPr>
            <p:cNvPr id="29716" name="Text Box 20">
              <a:extLst>
                <a:ext uri="{FF2B5EF4-FFF2-40B4-BE49-F238E27FC236}">
                  <a16:creationId xmlns:a16="http://schemas.microsoft.com/office/drawing/2014/main" id="{F42223C9-51AF-3F12-E36D-9253C6228D29}"/>
                </a:ext>
              </a:extLst>
            </p:cNvPr>
            <p:cNvSpPr txBox="1">
              <a:spLocks noChangeArrowheads="1"/>
            </p:cNvSpPr>
            <p:nvPr/>
          </p:nvSpPr>
          <p:spPr bwMode="auto">
            <a:xfrm>
              <a:off x="557" y="2024"/>
              <a:ext cx="2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solidFill>
                    <a:schemeClr val="bg1"/>
                  </a:solidFill>
                </a:rPr>
                <a:t>I5</a:t>
              </a:r>
              <a:endParaRPr lang="ru-RU" altLang="en-US" b="0" u="none">
                <a:solidFill>
                  <a:schemeClr val="bg1"/>
                </a:solidFill>
              </a:endParaRPr>
            </a:p>
          </p:txBody>
        </p:sp>
        <p:sp>
          <p:nvSpPr>
            <p:cNvPr id="29717" name="Text Box 21">
              <a:extLst>
                <a:ext uri="{FF2B5EF4-FFF2-40B4-BE49-F238E27FC236}">
                  <a16:creationId xmlns:a16="http://schemas.microsoft.com/office/drawing/2014/main" id="{DC10DB69-6903-5D02-6B97-5B8FA953C0EB}"/>
                </a:ext>
              </a:extLst>
            </p:cNvPr>
            <p:cNvSpPr txBox="1">
              <a:spLocks noChangeArrowheads="1"/>
            </p:cNvSpPr>
            <p:nvPr/>
          </p:nvSpPr>
          <p:spPr bwMode="auto">
            <a:xfrm>
              <a:off x="558" y="2178"/>
              <a:ext cx="2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dirty="0">
                  <a:solidFill>
                    <a:schemeClr val="bg1"/>
                  </a:solidFill>
                </a:rPr>
                <a:t>I6</a:t>
              </a:r>
              <a:endParaRPr lang="ru-RU" altLang="en-US" b="0" u="none" dirty="0">
                <a:solidFill>
                  <a:schemeClr val="bg1"/>
                </a:solidFill>
              </a:endParaRPr>
            </a:p>
          </p:txBody>
        </p:sp>
        <p:sp>
          <p:nvSpPr>
            <p:cNvPr id="29718" name="Text Box 22">
              <a:extLst>
                <a:ext uri="{FF2B5EF4-FFF2-40B4-BE49-F238E27FC236}">
                  <a16:creationId xmlns:a16="http://schemas.microsoft.com/office/drawing/2014/main" id="{EFC6B1D9-8312-92A0-C6A9-68326437CB8B}"/>
                </a:ext>
              </a:extLst>
            </p:cNvPr>
            <p:cNvSpPr txBox="1">
              <a:spLocks noChangeArrowheads="1"/>
            </p:cNvSpPr>
            <p:nvPr/>
          </p:nvSpPr>
          <p:spPr bwMode="auto">
            <a:xfrm>
              <a:off x="567" y="2342"/>
              <a:ext cx="2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solidFill>
                    <a:schemeClr val="bg1"/>
                  </a:solidFill>
                </a:rPr>
                <a:t>I7</a:t>
              </a:r>
              <a:endParaRPr lang="ru-RU" altLang="en-US" b="0" u="none">
                <a:solidFill>
                  <a:schemeClr val="bg1"/>
                </a:solidFill>
              </a:endParaRPr>
            </a:p>
          </p:txBody>
        </p:sp>
        <p:sp>
          <p:nvSpPr>
            <p:cNvPr id="29719" name="Text Box 23">
              <a:extLst>
                <a:ext uri="{FF2B5EF4-FFF2-40B4-BE49-F238E27FC236}">
                  <a16:creationId xmlns:a16="http://schemas.microsoft.com/office/drawing/2014/main" id="{7267CDD2-4A8A-8403-682A-26CC07AEFFB1}"/>
                </a:ext>
              </a:extLst>
            </p:cNvPr>
            <p:cNvSpPr txBox="1">
              <a:spLocks noChangeArrowheads="1"/>
            </p:cNvSpPr>
            <p:nvPr/>
          </p:nvSpPr>
          <p:spPr bwMode="auto">
            <a:xfrm>
              <a:off x="567" y="2523"/>
              <a:ext cx="2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solidFill>
                    <a:schemeClr val="bg1"/>
                  </a:solidFill>
                </a:rPr>
                <a:t>I8</a:t>
              </a:r>
              <a:endParaRPr lang="ru-RU" altLang="en-US" b="0" u="none">
                <a:solidFill>
                  <a:schemeClr val="bg1"/>
                </a:solidFill>
              </a:endParaRPr>
            </a:p>
          </p:txBody>
        </p:sp>
        <p:sp>
          <p:nvSpPr>
            <p:cNvPr id="29720" name="Text Box 24">
              <a:extLst>
                <a:ext uri="{FF2B5EF4-FFF2-40B4-BE49-F238E27FC236}">
                  <a16:creationId xmlns:a16="http://schemas.microsoft.com/office/drawing/2014/main" id="{24FA948F-D91C-45F0-D7BA-FE3248A91656}"/>
                </a:ext>
              </a:extLst>
            </p:cNvPr>
            <p:cNvSpPr txBox="1">
              <a:spLocks noChangeArrowheads="1"/>
            </p:cNvSpPr>
            <p:nvPr/>
          </p:nvSpPr>
          <p:spPr bwMode="auto">
            <a:xfrm>
              <a:off x="567" y="2722"/>
              <a:ext cx="2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solidFill>
                    <a:schemeClr val="bg1"/>
                  </a:solidFill>
                </a:rPr>
                <a:t>I9</a:t>
              </a:r>
              <a:endParaRPr lang="ru-RU" altLang="en-US" b="0" u="none">
                <a:solidFill>
                  <a:schemeClr val="bg1"/>
                </a:solidFill>
              </a:endParaRPr>
            </a:p>
          </p:txBody>
        </p:sp>
        <p:sp>
          <p:nvSpPr>
            <p:cNvPr id="29721" name="Text Box 25">
              <a:extLst>
                <a:ext uri="{FF2B5EF4-FFF2-40B4-BE49-F238E27FC236}">
                  <a16:creationId xmlns:a16="http://schemas.microsoft.com/office/drawing/2014/main" id="{14D65B20-1C22-D235-33CF-EE3484737255}"/>
                </a:ext>
              </a:extLst>
            </p:cNvPr>
            <p:cNvSpPr txBox="1">
              <a:spLocks noChangeArrowheads="1"/>
            </p:cNvSpPr>
            <p:nvPr/>
          </p:nvSpPr>
          <p:spPr bwMode="auto">
            <a:xfrm>
              <a:off x="567" y="2886"/>
              <a:ext cx="3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solidFill>
                    <a:schemeClr val="bg1"/>
                  </a:solidFill>
                </a:rPr>
                <a:t>I10</a:t>
              </a:r>
              <a:endParaRPr lang="ru-RU" altLang="en-US" b="0" u="none">
                <a:solidFill>
                  <a:schemeClr val="bg1"/>
                </a:solidFill>
              </a:endParaRPr>
            </a:p>
          </p:txBody>
        </p:sp>
        <p:sp>
          <p:nvSpPr>
            <p:cNvPr id="29722" name="Line 26">
              <a:extLst>
                <a:ext uri="{FF2B5EF4-FFF2-40B4-BE49-F238E27FC236}">
                  <a16:creationId xmlns:a16="http://schemas.microsoft.com/office/drawing/2014/main" id="{212B1B7F-B5DD-6577-2A54-6D1EFA8B0104}"/>
                </a:ext>
              </a:extLst>
            </p:cNvPr>
            <p:cNvSpPr>
              <a:spLocks noChangeShapeType="1"/>
            </p:cNvSpPr>
            <p:nvPr/>
          </p:nvSpPr>
          <p:spPr bwMode="auto">
            <a:xfrm>
              <a:off x="241" y="3008"/>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3" name="Line 27">
              <a:extLst>
                <a:ext uri="{FF2B5EF4-FFF2-40B4-BE49-F238E27FC236}">
                  <a16:creationId xmlns:a16="http://schemas.microsoft.com/office/drawing/2014/main" id="{64CC32B6-115E-F7E6-A873-8ECA53E2E45A}"/>
                </a:ext>
              </a:extLst>
            </p:cNvPr>
            <p:cNvSpPr>
              <a:spLocks noChangeShapeType="1"/>
            </p:cNvSpPr>
            <p:nvPr/>
          </p:nvSpPr>
          <p:spPr bwMode="auto">
            <a:xfrm>
              <a:off x="1393" y="1599"/>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4" name="Line 28">
              <a:extLst>
                <a:ext uri="{FF2B5EF4-FFF2-40B4-BE49-F238E27FC236}">
                  <a16:creationId xmlns:a16="http://schemas.microsoft.com/office/drawing/2014/main" id="{63DFEB41-DBD5-0BF2-DFC5-4B75EFEEDCA4}"/>
                </a:ext>
              </a:extLst>
            </p:cNvPr>
            <p:cNvSpPr>
              <a:spLocks noChangeShapeType="1"/>
            </p:cNvSpPr>
            <p:nvPr/>
          </p:nvSpPr>
          <p:spPr bwMode="auto">
            <a:xfrm>
              <a:off x="1384" y="1763"/>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5" name="Line 29">
              <a:extLst>
                <a:ext uri="{FF2B5EF4-FFF2-40B4-BE49-F238E27FC236}">
                  <a16:creationId xmlns:a16="http://schemas.microsoft.com/office/drawing/2014/main" id="{5CA02BB5-C400-8F88-3893-7315F6CA86EF}"/>
                </a:ext>
              </a:extLst>
            </p:cNvPr>
            <p:cNvSpPr>
              <a:spLocks noChangeShapeType="1"/>
            </p:cNvSpPr>
            <p:nvPr/>
          </p:nvSpPr>
          <p:spPr bwMode="auto">
            <a:xfrm>
              <a:off x="1393" y="1937"/>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6" name="Line 30">
              <a:extLst>
                <a:ext uri="{FF2B5EF4-FFF2-40B4-BE49-F238E27FC236}">
                  <a16:creationId xmlns:a16="http://schemas.microsoft.com/office/drawing/2014/main" id="{0475F39B-3136-D5E3-036E-AFF7A4B4070C}"/>
                </a:ext>
              </a:extLst>
            </p:cNvPr>
            <p:cNvSpPr>
              <a:spLocks noChangeShapeType="1"/>
            </p:cNvSpPr>
            <p:nvPr/>
          </p:nvSpPr>
          <p:spPr bwMode="auto">
            <a:xfrm>
              <a:off x="1384" y="2110"/>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7" name="Line 31">
              <a:extLst>
                <a:ext uri="{FF2B5EF4-FFF2-40B4-BE49-F238E27FC236}">
                  <a16:creationId xmlns:a16="http://schemas.microsoft.com/office/drawing/2014/main" id="{D1D11661-F422-FD01-7D6F-0008A84D0560}"/>
                </a:ext>
              </a:extLst>
            </p:cNvPr>
            <p:cNvSpPr>
              <a:spLocks noChangeShapeType="1"/>
            </p:cNvSpPr>
            <p:nvPr/>
          </p:nvSpPr>
          <p:spPr bwMode="auto">
            <a:xfrm>
              <a:off x="1383" y="2283"/>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8" name="Line 32">
              <a:extLst>
                <a:ext uri="{FF2B5EF4-FFF2-40B4-BE49-F238E27FC236}">
                  <a16:creationId xmlns:a16="http://schemas.microsoft.com/office/drawing/2014/main" id="{DCBD48F4-E2E1-9037-47C0-F7FB3187A360}"/>
                </a:ext>
              </a:extLst>
            </p:cNvPr>
            <p:cNvSpPr>
              <a:spLocks noChangeShapeType="1"/>
            </p:cNvSpPr>
            <p:nvPr/>
          </p:nvSpPr>
          <p:spPr bwMode="auto">
            <a:xfrm>
              <a:off x="1383" y="2456"/>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29" name="Line 33">
              <a:extLst>
                <a:ext uri="{FF2B5EF4-FFF2-40B4-BE49-F238E27FC236}">
                  <a16:creationId xmlns:a16="http://schemas.microsoft.com/office/drawing/2014/main" id="{6B9E0CC9-6AC2-3D54-29FA-B033B676EDC8}"/>
                </a:ext>
              </a:extLst>
            </p:cNvPr>
            <p:cNvSpPr>
              <a:spLocks noChangeShapeType="1"/>
            </p:cNvSpPr>
            <p:nvPr/>
          </p:nvSpPr>
          <p:spPr bwMode="auto">
            <a:xfrm>
              <a:off x="1383" y="2630"/>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0" name="Line 34">
              <a:extLst>
                <a:ext uri="{FF2B5EF4-FFF2-40B4-BE49-F238E27FC236}">
                  <a16:creationId xmlns:a16="http://schemas.microsoft.com/office/drawing/2014/main" id="{1CA992A4-DCF9-B298-8C4A-141571CAAC3B}"/>
                </a:ext>
              </a:extLst>
            </p:cNvPr>
            <p:cNvSpPr>
              <a:spLocks noChangeShapeType="1"/>
            </p:cNvSpPr>
            <p:nvPr/>
          </p:nvSpPr>
          <p:spPr bwMode="auto">
            <a:xfrm>
              <a:off x="1383" y="2803"/>
              <a:ext cx="27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31" name="Text Box 35">
              <a:extLst>
                <a:ext uri="{FF2B5EF4-FFF2-40B4-BE49-F238E27FC236}">
                  <a16:creationId xmlns:a16="http://schemas.microsoft.com/office/drawing/2014/main" id="{DCCAEFF3-BC93-C3EC-0C15-5F0362973B84}"/>
                </a:ext>
              </a:extLst>
            </p:cNvPr>
            <p:cNvSpPr txBox="1">
              <a:spLocks noChangeArrowheads="1"/>
            </p:cNvSpPr>
            <p:nvPr/>
          </p:nvSpPr>
          <p:spPr bwMode="auto">
            <a:xfrm>
              <a:off x="1096" y="1490"/>
              <a:ext cx="4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dirty="0">
                  <a:solidFill>
                    <a:schemeClr val="bg1"/>
                  </a:solidFill>
                </a:rPr>
                <a:t>O1</a:t>
              </a:r>
              <a:endParaRPr lang="ru-RU" altLang="en-US" b="0" u="none" dirty="0">
                <a:solidFill>
                  <a:schemeClr val="bg1"/>
                </a:solidFill>
              </a:endParaRPr>
            </a:p>
          </p:txBody>
        </p:sp>
        <p:sp>
          <p:nvSpPr>
            <p:cNvPr id="29732" name="Text Box 36">
              <a:extLst>
                <a:ext uri="{FF2B5EF4-FFF2-40B4-BE49-F238E27FC236}">
                  <a16:creationId xmlns:a16="http://schemas.microsoft.com/office/drawing/2014/main" id="{DD667FC8-1694-19DE-A665-2D0D06DDFB03}"/>
                </a:ext>
              </a:extLst>
            </p:cNvPr>
            <p:cNvSpPr txBox="1">
              <a:spLocks noChangeArrowheads="1"/>
            </p:cNvSpPr>
            <p:nvPr/>
          </p:nvSpPr>
          <p:spPr bwMode="auto">
            <a:xfrm>
              <a:off x="1068" y="1645"/>
              <a:ext cx="5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solidFill>
                    <a:schemeClr val="bg1"/>
                  </a:solidFill>
                </a:rPr>
                <a:t>IO2</a:t>
              </a:r>
              <a:endParaRPr lang="ru-RU" altLang="en-US" b="0" u="none">
                <a:solidFill>
                  <a:schemeClr val="bg1"/>
                </a:solidFill>
              </a:endParaRPr>
            </a:p>
          </p:txBody>
        </p:sp>
        <p:sp>
          <p:nvSpPr>
            <p:cNvPr id="29733" name="Text Box 37">
              <a:extLst>
                <a:ext uri="{FF2B5EF4-FFF2-40B4-BE49-F238E27FC236}">
                  <a16:creationId xmlns:a16="http://schemas.microsoft.com/office/drawing/2014/main" id="{2A092FDE-B2D8-308C-A10E-FFD53D883A78}"/>
                </a:ext>
              </a:extLst>
            </p:cNvPr>
            <p:cNvSpPr txBox="1">
              <a:spLocks noChangeArrowheads="1"/>
            </p:cNvSpPr>
            <p:nvPr/>
          </p:nvSpPr>
          <p:spPr bwMode="auto">
            <a:xfrm>
              <a:off x="1067" y="1819"/>
              <a:ext cx="4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solidFill>
                    <a:schemeClr val="bg1"/>
                  </a:solidFill>
                </a:rPr>
                <a:t>IO3</a:t>
              </a:r>
              <a:endParaRPr lang="ru-RU" altLang="en-US" b="0" u="none">
                <a:solidFill>
                  <a:schemeClr val="bg1"/>
                </a:solidFill>
              </a:endParaRPr>
            </a:p>
          </p:txBody>
        </p:sp>
        <p:sp>
          <p:nvSpPr>
            <p:cNvPr id="29734" name="Text Box 38">
              <a:extLst>
                <a:ext uri="{FF2B5EF4-FFF2-40B4-BE49-F238E27FC236}">
                  <a16:creationId xmlns:a16="http://schemas.microsoft.com/office/drawing/2014/main" id="{80BA00F1-402D-87B0-5504-14C98235A35E}"/>
                </a:ext>
              </a:extLst>
            </p:cNvPr>
            <p:cNvSpPr txBox="1">
              <a:spLocks noChangeArrowheads="1"/>
            </p:cNvSpPr>
            <p:nvPr/>
          </p:nvSpPr>
          <p:spPr bwMode="auto">
            <a:xfrm>
              <a:off x="1058" y="1994"/>
              <a:ext cx="4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solidFill>
                    <a:schemeClr val="bg1"/>
                  </a:solidFill>
                </a:rPr>
                <a:t>IO4</a:t>
              </a:r>
              <a:endParaRPr lang="ru-RU" altLang="en-US" b="0" u="none">
                <a:solidFill>
                  <a:schemeClr val="bg1"/>
                </a:solidFill>
              </a:endParaRPr>
            </a:p>
          </p:txBody>
        </p:sp>
        <p:sp>
          <p:nvSpPr>
            <p:cNvPr id="29735" name="Text Box 39">
              <a:extLst>
                <a:ext uri="{FF2B5EF4-FFF2-40B4-BE49-F238E27FC236}">
                  <a16:creationId xmlns:a16="http://schemas.microsoft.com/office/drawing/2014/main" id="{AD0CA00D-AEFB-51F7-EA61-9F298CB72882}"/>
                </a:ext>
              </a:extLst>
            </p:cNvPr>
            <p:cNvSpPr txBox="1">
              <a:spLocks noChangeArrowheads="1"/>
            </p:cNvSpPr>
            <p:nvPr/>
          </p:nvSpPr>
          <p:spPr bwMode="auto">
            <a:xfrm>
              <a:off x="1049" y="2158"/>
              <a:ext cx="36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dirty="0">
                  <a:solidFill>
                    <a:schemeClr val="bg1"/>
                  </a:solidFill>
                </a:rPr>
                <a:t>IO5</a:t>
              </a:r>
              <a:endParaRPr lang="ru-RU" altLang="en-US" b="0" u="none" dirty="0">
                <a:solidFill>
                  <a:schemeClr val="bg1"/>
                </a:solidFill>
              </a:endParaRPr>
            </a:p>
          </p:txBody>
        </p:sp>
        <p:sp>
          <p:nvSpPr>
            <p:cNvPr id="29736" name="Text Box 40">
              <a:extLst>
                <a:ext uri="{FF2B5EF4-FFF2-40B4-BE49-F238E27FC236}">
                  <a16:creationId xmlns:a16="http://schemas.microsoft.com/office/drawing/2014/main" id="{6098B58E-6E1D-D014-005B-1A4B3CB2DF44}"/>
                </a:ext>
              </a:extLst>
            </p:cNvPr>
            <p:cNvSpPr txBox="1">
              <a:spLocks noChangeArrowheads="1"/>
            </p:cNvSpPr>
            <p:nvPr/>
          </p:nvSpPr>
          <p:spPr bwMode="auto">
            <a:xfrm>
              <a:off x="1049" y="2331"/>
              <a:ext cx="36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solidFill>
                    <a:schemeClr val="bg1"/>
                  </a:solidFill>
                </a:rPr>
                <a:t>IO6</a:t>
              </a:r>
              <a:endParaRPr lang="ru-RU" altLang="en-US" b="0" u="none">
                <a:solidFill>
                  <a:schemeClr val="bg1"/>
                </a:solidFill>
              </a:endParaRPr>
            </a:p>
          </p:txBody>
        </p:sp>
        <p:sp>
          <p:nvSpPr>
            <p:cNvPr id="29737" name="Text Box 41">
              <a:extLst>
                <a:ext uri="{FF2B5EF4-FFF2-40B4-BE49-F238E27FC236}">
                  <a16:creationId xmlns:a16="http://schemas.microsoft.com/office/drawing/2014/main" id="{793F7737-5DC8-CA14-8A0F-5A4877C7CD6D}"/>
                </a:ext>
              </a:extLst>
            </p:cNvPr>
            <p:cNvSpPr txBox="1">
              <a:spLocks noChangeArrowheads="1"/>
            </p:cNvSpPr>
            <p:nvPr/>
          </p:nvSpPr>
          <p:spPr bwMode="auto">
            <a:xfrm>
              <a:off x="1049" y="2504"/>
              <a:ext cx="36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solidFill>
                    <a:schemeClr val="bg1"/>
                  </a:solidFill>
                </a:rPr>
                <a:t>IO6</a:t>
              </a:r>
              <a:endParaRPr lang="ru-RU" altLang="en-US" b="0" u="none">
                <a:solidFill>
                  <a:schemeClr val="bg1"/>
                </a:solidFill>
              </a:endParaRPr>
            </a:p>
          </p:txBody>
        </p:sp>
        <p:sp>
          <p:nvSpPr>
            <p:cNvPr id="29738" name="Text Box 42">
              <a:extLst>
                <a:ext uri="{FF2B5EF4-FFF2-40B4-BE49-F238E27FC236}">
                  <a16:creationId xmlns:a16="http://schemas.microsoft.com/office/drawing/2014/main" id="{0683C1A5-2A25-0D3E-5FA4-387DE0D217F7}"/>
                </a:ext>
              </a:extLst>
            </p:cNvPr>
            <p:cNvSpPr txBox="1">
              <a:spLocks noChangeArrowheads="1"/>
            </p:cNvSpPr>
            <p:nvPr/>
          </p:nvSpPr>
          <p:spPr bwMode="auto">
            <a:xfrm>
              <a:off x="1066" y="2650"/>
              <a:ext cx="4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solidFill>
                    <a:schemeClr val="bg1"/>
                  </a:solidFill>
                </a:rPr>
                <a:t>O8</a:t>
              </a:r>
              <a:endParaRPr lang="ru-RU" altLang="en-US" b="0" u="none">
                <a:solidFill>
                  <a:schemeClr val="bg1"/>
                </a:solidFill>
              </a:endParaRPr>
            </a:p>
          </p:txBody>
        </p:sp>
      </p:grpSp>
      <p:sp>
        <p:nvSpPr>
          <p:cNvPr id="29701" name="Text Box 46">
            <a:extLst>
              <a:ext uri="{FF2B5EF4-FFF2-40B4-BE49-F238E27FC236}">
                <a16:creationId xmlns:a16="http://schemas.microsoft.com/office/drawing/2014/main" id="{D8BBC82A-A550-58F6-9EC8-6C2BD1C66CFC}"/>
              </a:ext>
            </a:extLst>
          </p:cNvPr>
          <p:cNvSpPr txBox="1">
            <a:spLocks noChangeArrowheads="1"/>
          </p:cNvSpPr>
          <p:nvPr/>
        </p:nvSpPr>
        <p:spPr bwMode="auto">
          <a:xfrm>
            <a:off x="6491830" y="4618719"/>
            <a:ext cx="576897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dirty="0"/>
              <a:t>Technology: bipolar, one-time programmable.</a:t>
            </a:r>
          </a:p>
          <a:p>
            <a:pPr eaLnBrk="1" hangingPunct="1"/>
            <a:r>
              <a:rPr lang="en-US" altLang="en-US" b="0" u="none" dirty="0"/>
              <a:t>Replaced by V-series PALs and GALs</a:t>
            </a:r>
          </a:p>
          <a:p>
            <a:pPr eaLnBrk="1" hangingPunct="1"/>
            <a:r>
              <a:rPr lang="en-US" altLang="en-US" b="0" u="none" dirty="0"/>
              <a:t>Less expensive than PLA</a:t>
            </a:r>
            <a:endParaRPr lang="ru-RU" altLang="en-US" b="0" u="none"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4F469203-F3EF-0FB3-0584-30C0E10B67BB}"/>
              </a:ext>
            </a:extLst>
          </p:cNvPr>
          <p:cNvSpPr>
            <a:spLocks noGrp="1" noChangeArrowheads="1"/>
          </p:cNvSpPr>
          <p:nvPr>
            <p:ph type="title"/>
          </p:nvPr>
        </p:nvSpPr>
        <p:spPr>
          <a:xfrm>
            <a:off x="0" y="183401"/>
            <a:ext cx="11612880" cy="704088"/>
          </a:xfrm>
        </p:spPr>
        <p:txBody>
          <a:bodyPr/>
          <a:lstStyle/>
          <a:p>
            <a:r>
              <a:rPr lang="en-US" altLang="en-US"/>
              <a:t>PAL 16L8 (2)</a:t>
            </a:r>
          </a:p>
        </p:txBody>
      </p:sp>
      <p:grpSp>
        <p:nvGrpSpPr>
          <p:cNvPr id="30723" name="Group 78">
            <a:extLst>
              <a:ext uri="{FF2B5EF4-FFF2-40B4-BE49-F238E27FC236}">
                <a16:creationId xmlns:a16="http://schemas.microsoft.com/office/drawing/2014/main" id="{2E9AADDA-8FE4-007E-DABA-2F55F7D48C74}"/>
              </a:ext>
            </a:extLst>
          </p:cNvPr>
          <p:cNvGrpSpPr>
            <a:grpSpLocks/>
          </p:cNvGrpSpPr>
          <p:nvPr/>
        </p:nvGrpSpPr>
        <p:grpSpPr bwMode="auto">
          <a:xfrm>
            <a:off x="2362200" y="1295400"/>
            <a:ext cx="7505700" cy="4256088"/>
            <a:chOff x="838200" y="1295400"/>
            <a:chExt cx="7505700" cy="4255294"/>
          </a:xfrm>
        </p:grpSpPr>
        <p:sp>
          <p:nvSpPr>
            <p:cNvPr id="27652" name="AutoShape 45">
              <a:extLst>
                <a:ext uri="{FF2B5EF4-FFF2-40B4-BE49-F238E27FC236}">
                  <a16:creationId xmlns:a16="http://schemas.microsoft.com/office/drawing/2014/main" id="{3FEF8E8C-3014-4215-A868-1854428DC07E}"/>
                </a:ext>
              </a:extLst>
            </p:cNvPr>
            <p:cNvSpPr>
              <a:spLocks noChangeArrowheads="1"/>
            </p:cNvSpPr>
            <p:nvPr/>
          </p:nvSpPr>
          <p:spPr bwMode="auto">
            <a:xfrm flipH="1">
              <a:off x="5865813" y="2428664"/>
              <a:ext cx="482600" cy="861852"/>
            </a:xfrm>
            <a:prstGeom prst="moon">
              <a:avLst>
                <a:gd name="adj" fmla="val 84819"/>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a:latin typeface="Arial" charset="0"/>
                <a:cs typeface="Arial" charset="0"/>
              </a:endParaRPr>
            </a:p>
          </p:txBody>
        </p:sp>
        <p:sp>
          <p:nvSpPr>
            <p:cNvPr id="30725" name="Line 46">
              <a:extLst>
                <a:ext uri="{FF2B5EF4-FFF2-40B4-BE49-F238E27FC236}">
                  <a16:creationId xmlns:a16="http://schemas.microsoft.com/office/drawing/2014/main" id="{7523C27A-B87A-B843-AF84-CC7B4B1B95AE}"/>
                </a:ext>
              </a:extLst>
            </p:cNvPr>
            <p:cNvSpPr>
              <a:spLocks noChangeShapeType="1"/>
            </p:cNvSpPr>
            <p:nvPr/>
          </p:nvSpPr>
          <p:spPr bwMode="auto">
            <a:xfrm flipV="1">
              <a:off x="5866220" y="1817285"/>
              <a:ext cx="0" cy="6256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6" name="Line 47">
              <a:extLst>
                <a:ext uri="{FF2B5EF4-FFF2-40B4-BE49-F238E27FC236}">
                  <a16:creationId xmlns:a16="http://schemas.microsoft.com/office/drawing/2014/main" id="{BF15AA40-D9F9-BA36-4EA4-2E5CB78340BE}"/>
                </a:ext>
              </a:extLst>
            </p:cNvPr>
            <p:cNvSpPr>
              <a:spLocks noChangeShapeType="1"/>
            </p:cNvSpPr>
            <p:nvPr/>
          </p:nvSpPr>
          <p:spPr bwMode="auto">
            <a:xfrm flipV="1">
              <a:off x="5866220" y="3298695"/>
              <a:ext cx="0" cy="62568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7" name="Line 48">
              <a:extLst>
                <a:ext uri="{FF2B5EF4-FFF2-40B4-BE49-F238E27FC236}">
                  <a16:creationId xmlns:a16="http://schemas.microsoft.com/office/drawing/2014/main" id="{0F7F6121-4E61-8DD2-C5E0-91C3CF8E11F1}"/>
                </a:ext>
              </a:extLst>
            </p:cNvPr>
            <p:cNvSpPr>
              <a:spLocks noChangeShapeType="1"/>
            </p:cNvSpPr>
            <p:nvPr/>
          </p:nvSpPr>
          <p:spPr bwMode="auto">
            <a:xfrm>
              <a:off x="5517251" y="2887703"/>
              <a:ext cx="4128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8" name="Line 49">
              <a:extLst>
                <a:ext uri="{FF2B5EF4-FFF2-40B4-BE49-F238E27FC236}">
                  <a16:creationId xmlns:a16="http://schemas.microsoft.com/office/drawing/2014/main" id="{D3D6C318-EF85-F31B-4EA4-48A48D73976D}"/>
                </a:ext>
              </a:extLst>
            </p:cNvPr>
            <p:cNvSpPr>
              <a:spLocks noChangeShapeType="1"/>
            </p:cNvSpPr>
            <p:nvPr/>
          </p:nvSpPr>
          <p:spPr bwMode="auto">
            <a:xfrm>
              <a:off x="5505113" y="2551199"/>
              <a:ext cx="4128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29" name="Line 50">
              <a:extLst>
                <a:ext uri="{FF2B5EF4-FFF2-40B4-BE49-F238E27FC236}">
                  <a16:creationId xmlns:a16="http://schemas.microsoft.com/office/drawing/2014/main" id="{B6E738AA-3543-D74A-E7D7-A3AD93B303BE}"/>
                </a:ext>
              </a:extLst>
            </p:cNvPr>
            <p:cNvSpPr>
              <a:spLocks noChangeShapeType="1"/>
            </p:cNvSpPr>
            <p:nvPr/>
          </p:nvSpPr>
          <p:spPr bwMode="auto">
            <a:xfrm>
              <a:off x="5517251" y="2227183"/>
              <a:ext cx="3440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0" name="Line 51">
              <a:extLst>
                <a:ext uri="{FF2B5EF4-FFF2-40B4-BE49-F238E27FC236}">
                  <a16:creationId xmlns:a16="http://schemas.microsoft.com/office/drawing/2014/main" id="{945AF352-ED82-8AF6-976C-0BC98CEA0E89}"/>
                </a:ext>
              </a:extLst>
            </p:cNvPr>
            <p:cNvSpPr>
              <a:spLocks noChangeShapeType="1"/>
            </p:cNvSpPr>
            <p:nvPr/>
          </p:nvSpPr>
          <p:spPr bwMode="auto">
            <a:xfrm>
              <a:off x="5502079" y="1933835"/>
              <a:ext cx="3784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1" name="Line 52">
              <a:extLst>
                <a:ext uri="{FF2B5EF4-FFF2-40B4-BE49-F238E27FC236}">
                  <a16:creationId xmlns:a16="http://schemas.microsoft.com/office/drawing/2014/main" id="{097CDAC7-FCB0-9660-0DC9-98524C267414}"/>
                </a:ext>
              </a:extLst>
            </p:cNvPr>
            <p:cNvSpPr>
              <a:spLocks noChangeShapeType="1"/>
            </p:cNvSpPr>
            <p:nvPr/>
          </p:nvSpPr>
          <p:spPr bwMode="auto">
            <a:xfrm>
              <a:off x="5517251" y="3224207"/>
              <a:ext cx="3784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2" name="Line 53">
              <a:extLst>
                <a:ext uri="{FF2B5EF4-FFF2-40B4-BE49-F238E27FC236}">
                  <a16:creationId xmlns:a16="http://schemas.microsoft.com/office/drawing/2014/main" id="{242B940A-6FC2-4097-2F33-563BA8BD72D9}"/>
                </a:ext>
              </a:extLst>
            </p:cNvPr>
            <p:cNvSpPr>
              <a:spLocks noChangeShapeType="1"/>
            </p:cNvSpPr>
            <p:nvPr/>
          </p:nvSpPr>
          <p:spPr bwMode="auto">
            <a:xfrm>
              <a:off x="5541527" y="3533984"/>
              <a:ext cx="30966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3" name="Line 55">
              <a:extLst>
                <a:ext uri="{FF2B5EF4-FFF2-40B4-BE49-F238E27FC236}">
                  <a16:creationId xmlns:a16="http://schemas.microsoft.com/office/drawing/2014/main" id="{DA269473-530B-7157-69A9-0EB839941C84}"/>
                </a:ext>
              </a:extLst>
            </p:cNvPr>
            <p:cNvSpPr>
              <a:spLocks noChangeShapeType="1"/>
            </p:cNvSpPr>
            <p:nvPr/>
          </p:nvSpPr>
          <p:spPr bwMode="auto">
            <a:xfrm>
              <a:off x="5505113" y="3820102"/>
              <a:ext cx="34407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4" name="Line 56">
              <a:extLst>
                <a:ext uri="{FF2B5EF4-FFF2-40B4-BE49-F238E27FC236}">
                  <a16:creationId xmlns:a16="http://schemas.microsoft.com/office/drawing/2014/main" id="{D533B95B-EA37-817F-9876-6D3D20011361}"/>
                </a:ext>
              </a:extLst>
            </p:cNvPr>
            <p:cNvSpPr>
              <a:spLocks noChangeShapeType="1"/>
            </p:cNvSpPr>
            <p:nvPr/>
          </p:nvSpPr>
          <p:spPr bwMode="auto">
            <a:xfrm>
              <a:off x="6348708" y="2846298"/>
              <a:ext cx="4126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3" name="AutoShape 58">
              <a:extLst>
                <a:ext uri="{FF2B5EF4-FFF2-40B4-BE49-F238E27FC236}">
                  <a16:creationId xmlns:a16="http://schemas.microsoft.com/office/drawing/2014/main" id="{FCFEFAAE-2FBD-457B-97FF-00448C7A7B64}"/>
                </a:ext>
              </a:extLst>
            </p:cNvPr>
            <p:cNvSpPr>
              <a:spLocks noChangeArrowheads="1"/>
            </p:cNvSpPr>
            <p:nvPr/>
          </p:nvSpPr>
          <p:spPr bwMode="auto">
            <a:xfrm rot="5400000">
              <a:off x="1213690" y="4153124"/>
              <a:ext cx="498382" cy="392113"/>
            </a:xfrm>
            <a:prstGeom prst="triangle">
              <a:avLst>
                <a:gd name="adj" fmla="val 50000"/>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endParaRPr lang="en-US">
                <a:latin typeface="Arial" charset="0"/>
                <a:cs typeface="Arial" charset="0"/>
              </a:endParaRPr>
            </a:p>
          </p:txBody>
        </p:sp>
        <p:sp>
          <p:nvSpPr>
            <p:cNvPr id="27664" name="AutoShape 61">
              <a:extLst>
                <a:ext uri="{FF2B5EF4-FFF2-40B4-BE49-F238E27FC236}">
                  <a16:creationId xmlns:a16="http://schemas.microsoft.com/office/drawing/2014/main" id="{C36B90F0-8642-4D7A-9A68-D59BBA9D9BCE}"/>
                </a:ext>
              </a:extLst>
            </p:cNvPr>
            <p:cNvSpPr>
              <a:spLocks noChangeArrowheads="1"/>
            </p:cNvSpPr>
            <p:nvPr/>
          </p:nvSpPr>
          <p:spPr bwMode="auto">
            <a:xfrm rot="5400000">
              <a:off x="6707234" y="2663534"/>
              <a:ext cx="499970" cy="392112"/>
            </a:xfrm>
            <a:prstGeom prst="triangle">
              <a:avLst>
                <a:gd name="adj" fmla="val 50000"/>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a:latin typeface="Arial" charset="0"/>
                <a:cs typeface="Arial" charset="0"/>
              </a:endParaRPr>
            </a:p>
          </p:txBody>
        </p:sp>
        <p:sp>
          <p:nvSpPr>
            <p:cNvPr id="27665" name="Oval 62">
              <a:extLst>
                <a:ext uri="{FF2B5EF4-FFF2-40B4-BE49-F238E27FC236}">
                  <a16:creationId xmlns:a16="http://schemas.microsoft.com/office/drawing/2014/main" id="{96BC69AE-C71B-40D2-AB66-020861B5DA2E}"/>
                </a:ext>
              </a:extLst>
            </p:cNvPr>
            <p:cNvSpPr>
              <a:spLocks noChangeArrowheads="1"/>
            </p:cNvSpPr>
            <p:nvPr/>
          </p:nvSpPr>
          <p:spPr bwMode="auto">
            <a:xfrm>
              <a:off x="7156450" y="2803244"/>
              <a:ext cx="115888" cy="117453"/>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en-US">
                <a:latin typeface="Arial" charset="0"/>
                <a:cs typeface="Arial" charset="0"/>
              </a:endParaRPr>
            </a:p>
          </p:txBody>
        </p:sp>
        <p:sp>
          <p:nvSpPr>
            <p:cNvPr id="30738" name="Line 63">
              <a:extLst>
                <a:ext uri="{FF2B5EF4-FFF2-40B4-BE49-F238E27FC236}">
                  <a16:creationId xmlns:a16="http://schemas.microsoft.com/office/drawing/2014/main" id="{DFC8D997-356E-F066-2083-019BD8396B51}"/>
                </a:ext>
              </a:extLst>
            </p:cNvPr>
            <p:cNvSpPr>
              <a:spLocks noChangeShapeType="1"/>
            </p:cNvSpPr>
            <p:nvPr/>
          </p:nvSpPr>
          <p:spPr bwMode="auto">
            <a:xfrm>
              <a:off x="7269682" y="2846298"/>
              <a:ext cx="4824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9" name="Line 72">
              <a:extLst>
                <a:ext uri="{FF2B5EF4-FFF2-40B4-BE49-F238E27FC236}">
                  <a16:creationId xmlns:a16="http://schemas.microsoft.com/office/drawing/2014/main" id="{67EF4874-5637-5A77-33E9-A03A0906572F}"/>
                </a:ext>
              </a:extLst>
            </p:cNvPr>
            <p:cNvSpPr>
              <a:spLocks noChangeShapeType="1"/>
            </p:cNvSpPr>
            <p:nvPr/>
          </p:nvSpPr>
          <p:spPr bwMode="auto">
            <a:xfrm>
              <a:off x="5505113" y="1636326"/>
              <a:ext cx="17903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0" name="Line 73">
              <a:extLst>
                <a:ext uri="{FF2B5EF4-FFF2-40B4-BE49-F238E27FC236}">
                  <a16:creationId xmlns:a16="http://schemas.microsoft.com/office/drawing/2014/main" id="{B85979AE-4BE7-82F1-9310-3520C4837709}"/>
                </a:ext>
              </a:extLst>
            </p:cNvPr>
            <p:cNvSpPr>
              <a:spLocks noChangeShapeType="1"/>
            </p:cNvSpPr>
            <p:nvPr/>
          </p:nvSpPr>
          <p:spPr bwMode="auto">
            <a:xfrm>
              <a:off x="6967749" y="1636326"/>
              <a:ext cx="0" cy="11133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9" name="AutoShape 75">
              <a:extLst>
                <a:ext uri="{FF2B5EF4-FFF2-40B4-BE49-F238E27FC236}">
                  <a16:creationId xmlns:a16="http://schemas.microsoft.com/office/drawing/2014/main" id="{13CCCCB2-DC1A-4321-A705-A47F3A944E73}"/>
                </a:ext>
              </a:extLst>
            </p:cNvPr>
            <p:cNvSpPr>
              <a:spLocks noChangeArrowheads="1"/>
            </p:cNvSpPr>
            <p:nvPr/>
          </p:nvSpPr>
          <p:spPr bwMode="auto">
            <a:xfrm rot="16200000">
              <a:off x="5880147" y="4180900"/>
              <a:ext cx="499970" cy="392113"/>
            </a:xfrm>
            <a:prstGeom prst="triangle">
              <a:avLst>
                <a:gd name="adj" fmla="val 50000"/>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a:latin typeface="Arial" charset="0"/>
                <a:cs typeface="Arial" charset="0"/>
              </a:endParaRPr>
            </a:p>
          </p:txBody>
        </p:sp>
        <p:sp>
          <p:nvSpPr>
            <p:cNvPr id="30742" name="Line 77">
              <a:extLst>
                <a:ext uri="{FF2B5EF4-FFF2-40B4-BE49-F238E27FC236}">
                  <a16:creationId xmlns:a16="http://schemas.microsoft.com/office/drawing/2014/main" id="{3FAAFE35-DCC2-E7D1-4973-2867D0B29665}"/>
                </a:ext>
              </a:extLst>
            </p:cNvPr>
            <p:cNvSpPr>
              <a:spLocks noChangeShapeType="1"/>
            </p:cNvSpPr>
            <p:nvPr/>
          </p:nvSpPr>
          <p:spPr bwMode="auto">
            <a:xfrm>
              <a:off x="7518512" y="2846298"/>
              <a:ext cx="0" cy="1495212"/>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0743" name="Line 78">
              <a:extLst>
                <a:ext uri="{FF2B5EF4-FFF2-40B4-BE49-F238E27FC236}">
                  <a16:creationId xmlns:a16="http://schemas.microsoft.com/office/drawing/2014/main" id="{9E849F56-5D0F-22C8-A6E3-C59CCDACDD59}"/>
                </a:ext>
              </a:extLst>
            </p:cNvPr>
            <p:cNvSpPr>
              <a:spLocks noChangeShapeType="1"/>
            </p:cNvSpPr>
            <p:nvPr/>
          </p:nvSpPr>
          <p:spPr bwMode="auto">
            <a:xfrm>
              <a:off x="6307742" y="4349177"/>
              <a:ext cx="12031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2" name="Oval 79">
              <a:extLst>
                <a:ext uri="{FF2B5EF4-FFF2-40B4-BE49-F238E27FC236}">
                  <a16:creationId xmlns:a16="http://schemas.microsoft.com/office/drawing/2014/main" id="{7B5B0423-2D6A-44C2-9DBD-96864E710BDD}"/>
                </a:ext>
              </a:extLst>
            </p:cNvPr>
            <p:cNvSpPr>
              <a:spLocks noChangeArrowheads="1"/>
            </p:cNvSpPr>
            <p:nvPr/>
          </p:nvSpPr>
          <p:spPr bwMode="auto">
            <a:xfrm>
              <a:off x="6030913" y="4469808"/>
              <a:ext cx="117475" cy="119041"/>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en-US">
                <a:latin typeface="Arial" charset="0"/>
                <a:cs typeface="Arial" charset="0"/>
              </a:endParaRPr>
            </a:p>
          </p:txBody>
        </p:sp>
        <p:sp>
          <p:nvSpPr>
            <p:cNvPr id="30745" name="Line 80">
              <a:extLst>
                <a:ext uri="{FF2B5EF4-FFF2-40B4-BE49-F238E27FC236}">
                  <a16:creationId xmlns:a16="http://schemas.microsoft.com/office/drawing/2014/main" id="{5AA3E264-6E6C-8227-CC41-BDE13D1CDF77}"/>
                </a:ext>
              </a:extLst>
            </p:cNvPr>
            <p:cNvSpPr>
              <a:spLocks noChangeShapeType="1"/>
            </p:cNvSpPr>
            <p:nvPr/>
          </p:nvSpPr>
          <p:spPr bwMode="auto">
            <a:xfrm flipV="1">
              <a:off x="1414758" y="1625591"/>
              <a:ext cx="37218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6" name="Line 81">
              <a:extLst>
                <a:ext uri="{FF2B5EF4-FFF2-40B4-BE49-F238E27FC236}">
                  <a16:creationId xmlns:a16="http://schemas.microsoft.com/office/drawing/2014/main" id="{B7A844EA-F498-C9AF-8D9C-AED6C333357E}"/>
                </a:ext>
              </a:extLst>
            </p:cNvPr>
            <p:cNvSpPr>
              <a:spLocks noChangeShapeType="1"/>
            </p:cNvSpPr>
            <p:nvPr/>
          </p:nvSpPr>
          <p:spPr bwMode="auto">
            <a:xfrm>
              <a:off x="1428413" y="1930768"/>
              <a:ext cx="36838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7" name="Line 82">
              <a:extLst>
                <a:ext uri="{FF2B5EF4-FFF2-40B4-BE49-F238E27FC236}">
                  <a16:creationId xmlns:a16="http://schemas.microsoft.com/office/drawing/2014/main" id="{7A3BD0BA-3E5D-C095-C285-C6FC08DA6A50}"/>
                </a:ext>
              </a:extLst>
            </p:cNvPr>
            <p:cNvSpPr>
              <a:spLocks noChangeShapeType="1"/>
            </p:cNvSpPr>
            <p:nvPr/>
          </p:nvSpPr>
          <p:spPr bwMode="auto">
            <a:xfrm>
              <a:off x="1442068" y="2266616"/>
              <a:ext cx="36838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8" name="Line 83">
              <a:extLst>
                <a:ext uri="{FF2B5EF4-FFF2-40B4-BE49-F238E27FC236}">
                  <a16:creationId xmlns:a16="http://schemas.microsoft.com/office/drawing/2014/main" id="{867C9822-84A4-DD23-8E91-6EBEDB0CE9E0}"/>
                </a:ext>
              </a:extLst>
            </p:cNvPr>
            <p:cNvSpPr>
              <a:spLocks noChangeShapeType="1"/>
            </p:cNvSpPr>
            <p:nvPr/>
          </p:nvSpPr>
          <p:spPr bwMode="auto">
            <a:xfrm>
              <a:off x="1428413" y="2561057"/>
              <a:ext cx="36838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49" name="Line 84">
              <a:extLst>
                <a:ext uri="{FF2B5EF4-FFF2-40B4-BE49-F238E27FC236}">
                  <a16:creationId xmlns:a16="http://schemas.microsoft.com/office/drawing/2014/main" id="{DA46BDA5-0B4A-4B64-AB1A-B6166A7AD781}"/>
                </a:ext>
              </a:extLst>
            </p:cNvPr>
            <p:cNvSpPr>
              <a:spLocks noChangeShapeType="1"/>
            </p:cNvSpPr>
            <p:nvPr/>
          </p:nvSpPr>
          <p:spPr bwMode="auto">
            <a:xfrm>
              <a:off x="1442068" y="2869301"/>
              <a:ext cx="36838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0" name="Line 85">
              <a:extLst>
                <a:ext uri="{FF2B5EF4-FFF2-40B4-BE49-F238E27FC236}">
                  <a16:creationId xmlns:a16="http://schemas.microsoft.com/office/drawing/2014/main" id="{E831F183-769E-85C2-0402-9B1325D32432}"/>
                </a:ext>
              </a:extLst>
            </p:cNvPr>
            <p:cNvSpPr>
              <a:spLocks noChangeShapeType="1"/>
            </p:cNvSpPr>
            <p:nvPr/>
          </p:nvSpPr>
          <p:spPr bwMode="auto">
            <a:xfrm>
              <a:off x="1442068" y="3205149"/>
              <a:ext cx="36838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1" name="Line 86">
              <a:extLst>
                <a:ext uri="{FF2B5EF4-FFF2-40B4-BE49-F238E27FC236}">
                  <a16:creationId xmlns:a16="http://schemas.microsoft.com/office/drawing/2014/main" id="{49C633B0-22D2-E324-5790-90A92E2AC6E0}"/>
                </a:ext>
              </a:extLst>
            </p:cNvPr>
            <p:cNvSpPr>
              <a:spLocks noChangeShapeType="1"/>
            </p:cNvSpPr>
            <p:nvPr/>
          </p:nvSpPr>
          <p:spPr bwMode="auto">
            <a:xfrm>
              <a:off x="1455724" y="3513392"/>
              <a:ext cx="36838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2" name="Line 87">
              <a:extLst>
                <a:ext uri="{FF2B5EF4-FFF2-40B4-BE49-F238E27FC236}">
                  <a16:creationId xmlns:a16="http://schemas.microsoft.com/office/drawing/2014/main" id="{02DCA8CF-CC2C-A80A-FCA9-EC23B9127FFC}"/>
                </a:ext>
              </a:extLst>
            </p:cNvPr>
            <p:cNvSpPr>
              <a:spLocks noChangeShapeType="1"/>
            </p:cNvSpPr>
            <p:nvPr/>
          </p:nvSpPr>
          <p:spPr bwMode="auto">
            <a:xfrm>
              <a:off x="1455724" y="3780230"/>
              <a:ext cx="36838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1" name="Oval 88">
              <a:extLst>
                <a:ext uri="{FF2B5EF4-FFF2-40B4-BE49-F238E27FC236}">
                  <a16:creationId xmlns:a16="http://schemas.microsoft.com/office/drawing/2014/main" id="{71A66291-BBE3-48D1-858A-C655286EC8F1}"/>
                </a:ext>
              </a:extLst>
            </p:cNvPr>
            <p:cNvSpPr>
              <a:spLocks noChangeArrowheads="1"/>
            </p:cNvSpPr>
            <p:nvPr/>
          </p:nvSpPr>
          <p:spPr bwMode="auto">
            <a:xfrm>
              <a:off x="1389063" y="4446000"/>
              <a:ext cx="117475" cy="117453"/>
            </a:xfrm>
            <a:prstGeom prst="ellipse">
              <a:avLst/>
            </a:prstGeom>
            <a:solidFill>
              <a:schemeClr val="accent1">
                <a:lumMod val="60000"/>
                <a:lumOff val="40000"/>
              </a:schemeClr>
            </a:solidFill>
            <a:ln w="28575">
              <a:solidFill>
                <a:schemeClr val="tx1"/>
              </a:solidFill>
              <a:round/>
              <a:headEnd/>
              <a:tailEnd/>
            </a:ln>
          </p:spPr>
          <p:txBody>
            <a:bodyPr wrap="none" anchor="ctr"/>
            <a:lstStyle/>
            <a:p>
              <a:pPr eaLnBrk="1" hangingPunct="1">
                <a:defRPr/>
              </a:pPr>
              <a:endParaRPr lang="en-US">
                <a:latin typeface="Arial" charset="0"/>
                <a:cs typeface="Arial" charset="0"/>
              </a:endParaRPr>
            </a:p>
          </p:txBody>
        </p:sp>
        <p:sp>
          <p:nvSpPr>
            <p:cNvPr id="30754" name="Line 89">
              <a:extLst>
                <a:ext uri="{FF2B5EF4-FFF2-40B4-BE49-F238E27FC236}">
                  <a16:creationId xmlns:a16="http://schemas.microsoft.com/office/drawing/2014/main" id="{9E5C4FC2-7614-B297-2EC6-E1FCD7ECED72}"/>
                </a:ext>
              </a:extLst>
            </p:cNvPr>
            <p:cNvSpPr>
              <a:spLocks noChangeShapeType="1"/>
            </p:cNvSpPr>
            <p:nvPr/>
          </p:nvSpPr>
          <p:spPr bwMode="auto">
            <a:xfrm>
              <a:off x="909680" y="4360775"/>
              <a:ext cx="3444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5" name="Text Box 90">
              <a:extLst>
                <a:ext uri="{FF2B5EF4-FFF2-40B4-BE49-F238E27FC236}">
                  <a16:creationId xmlns:a16="http://schemas.microsoft.com/office/drawing/2014/main" id="{3E8A80B2-1658-1390-BF8E-99A937A56F67}"/>
                </a:ext>
              </a:extLst>
            </p:cNvPr>
            <p:cNvSpPr txBox="1">
              <a:spLocks noChangeArrowheads="1"/>
            </p:cNvSpPr>
            <p:nvPr/>
          </p:nvSpPr>
          <p:spPr bwMode="auto">
            <a:xfrm>
              <a:off x="838200" y="3891554"/>
              <a:ext cx="377797" cy="36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u="none"/>
                <a:t>I</a:t>
              </a:r>
              <a:r>
                <a:rPr lang="en-US" altLang="en-US" u="none" baseline="-25000"/>
                <a:t>K</a:t>
              </a:r>
              <a:endParaRPr lang="ru-RU" altLang="en-US" u="none"/>
            </a:p>
          </p:txBody>
        </p:sp>
        <p:sp>
          <p:nvSpPr>
            <p:cNvPr id="30756" name="Line 91">
              <a:extLst>
                <a:ext uri="{FF2B5EF4-FFF2-40B4-BE49-F238E27FC236}">
                  <a16:creationId xmlns:a16="http://schemas.microsoft.com/office/drawing/2014/main" id="{689DCDD9-23BD-63BD-E47B-FD6A6772EC25}"/>
                </a:ext>
              </a:extLst>
            </p:cNvPr>
            <p:cNvSpPr>
              <a:spLocks noChangeShapeType="1"/>
            </p:cNvSpPr>
            <p:nvPr/>
          </p:nvSpPr>
          <p:spPr bwMode="auto">
            <a:xfrm flipV="1">
              <a:off x="1388571" y="4191221"/>
              <a:ext cx="457200"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0757" name="Line 92">
              <a:extLst>
                <a:ext uri="{FF2B5EF4-FFF2-40B4-BE49-F238E27FC236}">
                  <a16:creationId xmlns:a16="http://schemas.microsoft.com/office/drawing/2014/main" id="{713BEFD9-3644-FF73-4CB4-10A472C74F05}"/>
                </a:ext>
              </a:extLst>
            </p:cNvPr>
            <p:cNvSpPr>
              <a:spLocks noChangeShapeType="1"/>
            </p:cNvSpPr>
            <p:nvPr/>
          </p:nvSpPr>
          <p:spPr bwMode="auto">
            <a:xfrm flipV="1">
              <a:off x="1470896" y="4511734"/>
              <a:ext cx="550513"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0758" name="Line 93">
              <a:extLst>
                <a:ext uri="{FF2B5EF4-FFF2-40B4-BE49-F238E27FC236}">
                  <a16:creationId xmlns:a16="http://schemas.microsoft.com/office/drawing/2014/main" id="{52AA696F-CAF7-8FA0-B1DF-5D08864DDF2B}"/>
                </a:ext>
              </a:extLst>
            </p:cNvPr>
            <p:cNvSpPr>
              <a:spLocks noChangeShapeType="1"/>
            </p:cNvSpPr>
            <p:nvPr/>
          </p:nvSpPr>
          <p:spPr bwMode="auto">
            <a:xfrm flipH="1" flipV="1">
              <a:off x="1836555" y="1438498"/>
              <a:ext cx="0" cy="403408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59" name="Line 94">
              <a:extLst>
                <a:ext uri="{FF2B5EF4-FFF2-40B4-BE49-F238E27FC236}">
                  <a16:creationId xmlns:a16="http://schemas.microsoft.com/office/drawing/2014/main" id="{D6B5CEC2-0645-5F32-7EEE-9D8915B250D6}"/>
                </a:ext>
              </a:extLst>
            </p:cNvPr>
            <p:cNvSpPr>
              <a:spLocks noChangeShapeType="1"/>
            </p:cNvSpPr>
            <p:nvPr/>
          </p:nvSpPr>
          <p:spPr bwMode="auto">
            <a:xfrm flipH="1" flipV="1">
              <a:off x="2017109" y="1412427"/>
              <a:ext cx="0" cy="40688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0" name="Line 95">
              <a:extLst>
                <a:ext uri="{FF2B5EF4-FFF2-40B4-BE49-F238E27FC236}">
                  <a16:creationId xmlns:a16="http://schemas.microsoft.com/office/drawing/2014/main" id="{FF13B92D-50B8-16C3-6816-BCFD90985283}"/>
                </a:ext>
              </a:extLst>
            </p:cNvPr>
            <p:cNvSpPr>
              <a:spLocks noChangeShapeType="1"/>
            </p:cNvSpPr>
            <p:nvPr/>
          </p:nvSpPr>
          <p:spPr bwMode="auto">
            <a:xfrm flipH="1">
              <a:off x="2482906" y="4530136"/>
              <a:ext cx="3578336"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0761" name="Line 96">
              <a:extLst>
                <a:ext uri="{FF2B5EF4-FFF2-40B4-BE49-F238E27FC236}">
                  <a16:creationId xmlns:a16="http://schemas.microsoft.com/office/drawing/2014/main" id="{D52968B3-670E-1F98-707E-CF047EFC1CC8}"/>
                </a:ext>
              </a:extLst>
            </p:cNvPr>
            <p:cNvSpPr>
              <a:spLocks noChangeShapeType="1"/>
            </p:cNvSpPr>
            <p:nvPr/>
          </p:nvSpPr>
          <p:spPr bwMode="auto">
            <a:xfrm flipH="1">
              <a:off x="2469251" y="4221892"/>
              <a:ext cx="3750372"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0762" name="Line 99">
              <a:extLst>
                <a:ext uri="{FF2B5EF4-FFF2-40B4-BE49-F238E27FC236}">
                  <a16:creationId xmlns:a16="http://schemas.microsoft.com/office/drawing/2014/main" id="{8E137E98-6F4F-A9AF-44D0-F85E94E12C34}"/>
                </a:ext>
              </a:extLst>
            </p:cNvPr>
            <p:cNvSpPr>
              <a:spLocks noChangeShapeType="1"/>
            </p:cNvSpPr>
            <p:nvPr/>
          </p:nvSpPr>
          <p:spPr bwMode="auto">
            <a:xfrm flipH="1" flipV="1">
              <a:off x="2290215" y="1427763"/>
              <a:ext cx="0" cy="403408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3" name="Line 100">
              <a:extLst>
                <a:ext uri="{FF2B5EF4-FFF2-40B4-BE49-F238E27FC236}">
                  <a16:creationId xmlns:a16="http://schemas.microsoft.com/office/drawing/2014/main" id="{1F957494-D6B1-B0C9-2677-CBB5FC93BB7E}"/>
                </a:ext>
              </a:extLst>
            </p:cNvPr>
            <p:cNvSpPr>
              <a:spLocks noChangeShapeType="1"/>
            </p:cNvSpPr>
            <p:nvPr/>
          </p:nvSpPr>
          <p:spPr bwMode="auto">
            <a:xfrm flipH="1" flipV="1">
              <a:off x="2473803" y="1404760"/>
              <a:ext cx="0" cy="40688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4" name="Line 101">
              <a:extLst>
                <a:ext uri="{FF2B5EF4-FFF2-40B4-BE49-F238E27FC236}">
                  <a16:creationId xmlns:a16="http://schemas.microsoft.com/office/drawing/2014/main" id="{EEEBC565-9091-1D67-1335-2BF6879D13E2}"/>
                </a:ext>
              </a:extLst>
            </p:cNvPr>
            <p:cNvSpPr>
              <a:spLocks noChangeShapeType="1"/>
            </p:cNvSpPr>
            <p:nvPr/>
          </p:nvSpPr>
          <p:spPr bwMode="auto">
            <a:xfrm flipV="1">
              <a:off x="3170224" y="1410894"/>
              <a:ext cx="0" cy="4103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5" name="Line 102">
              <a:extLst>
                <a:ext uri="{FF2B5EF4-FFF2-40B4-BE49-F238E27FC236}">
                  <a16:creationId xmlns:a16="http://schemas.microsoft.com/office/drawing/2014/main" id="{E3B989DF-0FA9-0BB9-F4BD-C039B6547DE5}"/>
                </a:ext>
              </a:extLst>
            </p:cNvPr>
            <p:cNvSpPr>
              <a:spLocks noChangeShapeType="1"/>
            </p:cNvSpPr>
            <p:nvPr/>
          </p:nvSpPr>
          <p:spPr bwMode="auto">
            <a:xfrm flipH="1" flipV="1">
              <a:off x="3365781" y="1423163"/>
              <a:ext cx="0" cy="4103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6" name="Line 103">
              <a:extLst>
                <a:ext uri="{FF2B5EF4-FFF2-40B4-BE49-F238E27FC236}">
                  <a16:creationId xmlns:a16="http://schemas.microsoft.com/office/drawing/2014/main" id="{FEF47D26-75AE-E266-7C6B-902C7CFF9AA1}"/>
                </a:ext>
              </a:extLst>
            </p:cNvPr>
            <p:cNvSpPr>
              <a:spLocks noChangeShapeType="1"/>
            </p:cNvSpPr>
            <p:nvPr/>
          </p:nvSpPr>
          <p:spPr bwMode="auto">
            <a:xfrm flipH="1" flipV="1">
              <a:off x="3602473" y="1426230"/>
              <a:ext cx="10621" cy="4103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7" name="Line 104">
              <a:extLst>
                <a:ext uri="{FF2B5EF4-FFF2-40B4-BE49-F238E27FC236}">
                  <a16:creationId xmlns:a16="http://schemas.microsoft.com/office/drawing/2014/main" id="{D28A1F0F-697C-B5A1-1161-90DE416111A5}"/>
                </a:ext>
              </a:extLst>
            </p:cNvPr>
            <p:cNvSpPr>
              <a:spLocks noChangeShapeType="1"/>
            </p:cNvSpPr>
            <p:nvPr/>
          </p:nvSpPr>
          <p:spPr bwMode="auto">
            <a:xfrm flipH="1" flipV="1">
              <a:off x="3798199" y="1426230"/>
              <a:ext cx="10621" cy="4103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8" name="Line 105">
              <a:extLst>
                <a:ext uri="{FF2B5EF4-FFF2-40B4-BE49-F238E27FC236}">
                  <a16:creationId xmlns:a16="http://schemas.microsoft.com/office/drawing/2014/main" id="{0F2AC2FA-3CC7-E16C-496D-2228105978D4}"/>
                </a:ext>
              </a:extLst>
            </p:cNvPr>
            <p:cNvSpPr>
              <a:spLocks noChangeShapeType="1"/>
            </p:cNvSpPr>
            <p:nvPr/>
          </p:nvSpPr>
          <p:spPr bwMode="auto">
            <a:xfrm flipH="1" flipV="1">
              <a:off x="4180548" y="1394025"/>
              <a:ext cx="0" cy="41384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9" name="Line 106">
              <a:extLst>
                <a:ext uri="{FF2B5EF4-FFF2-40B4-BE49-F238E27FC236}">
                  <a16:creationId xmlns:a16="http://schemas.microsoft.com/office/drawing/2014/main" id="{3947EACB-EA22-9FC2-95BE-B4B40A307E61}"/>
                </a:ext>
              </a:extLst>
            </p:cNvPr>
            <p:cNvSpPr>
              <a:spLocks noChangeShapeType="1"/>
            </p:cNvSpPr>
            <p:nvPr/>
          </p:nvSpPr>
          <p:spPr bwMode="auto">
            <a:xfrm flipH="1" flipV="1">
              <a:off x="4361102" y="1394025"/>
              <a:ext cx="0" cy="41384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0" name="Line 107">
              <a:extLst>
                <a:ext uri="{FF2B5EF4-FFF2-40B4-BE49-F238E27FC236}">
                  <a16:creationId xmlns:a16="http://schemas.microsoft.com/office/drawing/2014/main" id="{6D7CB7F5-60F3-4878-B941-3CC141C505DA}"/>
                </a:ext>
              </a:extLst>
            </p:cNvPr>
            <p:cNvSpPr>
              <a:spLocks noChangeShapeType="1"/>
            </p:cNvSpPr>
            <p:nvPr/>
          </p:nvSpPr>
          <p:spPr bwMode="auto">
            <a:xfrm flipH="1" flipV="1">
              <a:off x="4609932" y="1384823"/>
              <a:ext cx="10621" cy="41384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1" name="Line 108">
              <a:extLst>
                <a:ext uri="{FF2B5EF4-FFF2-40B4-BE49-F238E27FC236}">
                  <a16:creationId xmlns:a16="http://schemas.microsoft.com/office/drawing/2014/main" id="{B6F04041-3D3D-C9EB-DE02-E25EE444222E}"/>
                </a:ext>
              </a:extLst>
            </p:cNvPr>
            <p:cNvSpPr>
              <a:spLocks noChangeShapeType="1"/>
            </p:cNvSpPr>
            <p:nvPr/>
          </p:nvSpPr>
          <p:spPr bwMode="auto">
            <a:xfrm flipH="1" flipV="1">
              <a:off x="4817796" y="1384823"/>
              <a:ext cx="0" cy="41384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2" name="Text Box 114">
              <a:extLst>
                <a:ext uri="{FF2B5EF4-FFF2-40B4-BE49-F238E27FC236}">
                  <a16:creationId xmlns:a16="http://schemas.microsoft.com/office/drawing/2014/main" id="{1EB8BEE3-C999-B6AB-1172-CEE81C7BB802}"/>
                </a:ext>
              </a:extLst>
            </p:cNvPr>
            <p:cNvSpPr txBox="1">
              <a:spLocks noChangeArrowheads="1"/>
            </p:cNvSpPr>
            <p:nvPr/>
          </p:nvSpPr>
          <p:spPr bwMode="auto">
            <a:xfrm>
              <a:off x="2499596" y="4562340"/>
              <a:ext cx="7768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400" u="none">
                  <a:sym typeface="Symbol" panose="05050102010706020507" pitchFamily="18" charset="2"/>
                </a:rPr>
                <a:t></a:t>
              </a:r>
              <a:r>
                <a:rPr lang="en-US" altLang="en-US" sz="1400" u="none">
                  <a:sym typeface="Symbol" panose="05050102010706020507" pitchFamily="18" charset="2"/>
                </a:rPr>
                <a:t>  </a:t>
              </a:r>
              <a:r>
                <a:rPr lang="ru-RU" altLang="en-US" sz="1400" u="none">
                  <a:sym typeface="Symbol" panose="05050102010706020507" pitchFamily="18" charset="2"/>
                </a:rPr>
                <a:t></a:t>
              </a:r>
              <a:r>
                <a:rPr lang="en-US" altLang="en-US" sz="1400" u="none">
                  <a:sym typeface="Symbol" panose="05050102010706020507" pitchFamily="18" charset="2"/>
                </a:rPr>
                <a:t>  </a:t>
              </a:r>
              <a:r>
                <a:rPr lang="ru-RU" altLang="en-US" sz="1400" u="none">
                  <a:sym typeface="Symbol" panose="05050102010706020507" pitchFamily="18" charset="2"/>
                </a:rPr>
                <a:t></a:t>
              </a:r>
            </a:p>
          </p:txBody>
        </p:sp>
        <p:sp>
          <p:nvSpPr>
            <p:cNvPr id="30773" name="Text Box 115">
              <a:extLst>
                <a:ext uri="{FF2B5EF4-FFF2-40B4-BE49-F238E27FC236}">
                  <a16:creationId xmlns:a16="http://schemas.microsoft.com/office/drawing/2014/main" id="{46071D72-4CEE-CB57-2264-677BEF059174}"/>
                </a:ext>
              </a:extLst>
            </p:cNvPr>
            <p:cNvSpPr txBox="1">
              <a:spLocks noChangeArrowheads="1"/>
            </p:cNvSpPr>
            <p:nvPr/>
          </p:nvSpPr>
          <p:spPr bwMode="auto">
            <a:xfrm>
              <a:off x="2517804" y="1295400"/>
              <a:ext cx="7768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400" u="none">
                  <a:sym typeface="Symbol" panose="05050102010706020507" pitchFamily="18" charset="2"/>
                </a:rPr>
                <a:t></a:t>
              </a:r>
              <a:r>
                <a:rPr lang="en-US" altLang="en-US" sz="1400" u="none">
                  <a:sym typeface="Symbol" panose="05050102010706020507" pitchFamily="18" charset="2"/>
                </a:rPr>
                <a:t>  </a:t>
              </a:r>
              <a:r>
                <a:rPr lang="ru-RU" altLang="en-US" sz="1400" u="none">
                  <a:sym typeface="Symbol" panose="05050102010706020507" pitchFamily="18" charset="2"/>
                </a:rPr>
                <a:t></a:t>
              </a:r>
              <a:r>
                <a:rPr lang="en-US" altLang="en-US" sz="1400" u="none">
                  <a:sym typeface="Symbol" panose="05050102010706020507" pitchFamily="18" charset="2"/>
                </a:rPr>
                <a:t>  </a:t>
              </a:r>
              <a:r>
                <a:rPr lang="ru-RU" altLang="en-US" sz="1400" u="none">
                  <a:sym typeface="Symbol" panose="05050102010706020507" pitchFamily="18" charset="2"/>
                </a:rPr>
                <a:t></a:t>
              </a:r>
            </a:p>
          </p:txBody>
        </p:sp>
        <p:sp>
          <p:nvSpPr>
            <p:cNvPr id="30774" name="Text Box 116">
              <a:extLst>
                <a:ext uri="{FF2B5EF4-FFF2-40B4-BE49-F238E27FC236}">
                  <a16:creationId xmlns:a16="http://schemas.microsoft.com/office/drawing/2014/main" id="{8F587F5E-D269-FBC6-1E66-7F8446082F90}"/>
                </a:ext>
              </a:extLst>
            </p:cNvPr>
            <p:cNvSpPr txBox="1">
              <a:spLocks noChangeArrowheads="1"/>
            </p:cNvSpPr>
            <p:nvPr/>
          </p:nvSpPr>
          <p:spPr bwMode="auto">
            <a:xfrm>
              <a:off x="7752170" y="2683741"/>
              <a:ext cx="591730" cy="36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u="none"/>
                <a:t>IO</a:t>
              </a:r>
              <a:r>
                <a:rPr lang="en-US" altLang="en-US" u="none" baseline="-25000"/>
                <a:t>K</a:t>
              </a:r>
              <a:endParaRPr lang="ru-RU" altLang="en-US" u="none"/>
            </a:p>
          </p:txBody>
        </p:sp>
        <p:sp>
          <p:nvSpPr>
            <p:cNvPr id="27703" name="AutoShape 117">
              <a:extLst>
                <a:ext uri="{FF2B5EF4-FFF2-40B4-BE49-F238E27FC236}">
                  <a16:creationId xmlns:a16="http://schemas.microsoft.com/office/drawing/2014/main" id="{25256E93-1260-4739-9025-E4038EB88DAF}"/>
                </a:ext>
              </a:extLst>
            </p:cNvPr>
            <p:cNvSpPr>
              <a:spLocks noChangeArrowheads="1"/>
            </p:cNvSpPr>
            <p:nvPr/>
          </p:nvSpPr>
          <p:spPr bwMode="auto">
            <a:xfrm rot="5400000">
              <a:off x="1227978" y="4949901"/>
              <a:ext cx="499970" cy="390525"/>
            </a:xfrm>
            <a:prstGeom prst="triangle">
              <a:avLst>
                <a:gd name="adj" fmla="val 50000"/>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endParaRPr lang="en-US">
                <a:latin typeface="Arial" charset="0"/>
                <a:cs typeface="Arial" charset="0"/>
              </a:endParaRPr>
            </a:p>
          </p:txBody>
        </p:sp>
        <p:sp>
          <p:nvSpPr>
            <p:cNvPr id="27704" name="Oval 119">
              <a:extLst>
                <a:ext uri="{FF2B5EF4-FFF2-40B4-BE49-F238E27FC236}">
                  <a16:creationId xmlns:a16="http://schemas.microsoft.com/office/drawing/2014/main" id="{6AD2D0C7-65DC-409B-8D0E-1E388DE4B356}"/>
                </a:ext>
              </a:extLst>
            </p:cNvPr>
            <p:cNvSpPr>
              <a:spLocks noChangeArrowheads="1"/>
            </p:cNvSpPr>
            <p:nvPr/>
          </p:nvSpPr>
          <p:spPr bwMode="auto">
            <a:xfrm>
              <a:off x="1430338" y="5253886"/>
              <a:ext cx="115887" cy="117453"/>
            </a:xfrm>
            <a:prstGeom prst="ellipse">
              <a:avLst/>
            </a:prstGeom>
            <a:solidFill>
              <a:schemeClr val="accent1">
                <a:lumMod val="60000"/>
                <a:lumOff val="40000"/>
              </a:schemeClr>
            </a:solidFill>
            <a:ln w="28575">
              <a:solidFill>
                <a:schemeClr val="tx1"/>
              </a:solidFill>
              <a:round/>
              <a:headEnd/>
              <a:tailEnd/>
            </a:ln>
          </p:spPr>
          <p:txBody>
            <a:bodyPr wrap="none" anchor="ctr"/>
            <a:lstStyle/>
            <a:p>
              <a:pPr eaLnBrk="1" hangingPunct="1">
                <a:defRPr/>
              </a:pPr>
              <a:endParaRPr lang="en-US">
                <a:latin typeface="Arial" charset="0"/>
                <a:cs typeface="Arial" charset="0"/>
              </a:endParaRPr>
            </a:p>
          </p:txBody>
        </p:sp>
        <p:sp>
          <p:nvSpPr>
            <p:cNvPr id="30777" name="Line 120">
              <a:extLst>
                <a:ext uri="{FF2B5EF4-FFF2-40B4-BE49-F238E27FC236}">
                  <a16:creationId xmlns:a16="http://schemas.microsoft.com/office/drawing/2014/main" id="{13277CBF-BFF3-A4BD-F353-2D45BD8792F9}"/>
                </a:ext>
              </a:extLst>
            </p:cNvPr>
            <p:cNvSpPr>
              <a:spLocks noChangeShapeType="1"/>
            </p:cNvSpPr>
            <p:nvPr/>
          </p:nvSpPr>
          <p:spPr bwMode="auto">
            <a:xfrm>
              <a:off x="937946" y="5143557"/>
              <a:ext cx="3444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8" name="Text Box 121">
              <a:extLst>
                <a:ext uri="{FF2B5EF4-FFF2-40B4-BE49-F238E27FC236}">
                  <a16:creationId xmlns:a16="http://schemas.microsoft.com/office/drawing/2014/main" id="{D860937C-09DB-CDF3-9355-A7DA82FC989A}"/>
                </a:ext>
              </a:extLst>
            </p:cNvPr>
            <p:cNvSpPr txBox="1">
              <a:spLocks noChangeArrowheads="1"/>
            </p:cNvSpPr>
            <p:nvPr/>
          </p:nvSpPr>
          <p:spPr bwMode="auto">
            <a:xfrm>
              <a:off x="879166" y="4736973"/>
              <a:ext cx="377797" cy="36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u="none"/>
                <a:t>I</a:t>
              </a:r>
              <a:r>
                <a:rPr lang="en-US" altLang="en-US" u="none" baseline="-25000"/>
                <a:t>p</a:t>
              </a:r>
              <a:endParaRPr lang="ru-RU" altLang="en-US" u="none"/>
            </a:p>
          </p:txBody>
        </p:sp>
        <p:sp>
          <p:nvSpPr>
            <p:cNvPr id="30779" name="Line 122">
              <a:extLst>
                <a:ext uri="{FF2B5EF4-FFF2-40B4-BE49-F238E27FC236}">
                  <a16:creationId xmlns:a16="http://schemas.microsoft.com/office/drawing/2014/main" id="{B5972396-87A3-0246-5A89-CE540592AE84}"/>
                </a:ext>
              </a:extLst>
            </p:cNvPr>
            <p:cNvSpPr>
              <a:spLocks noChangeShapeType="1"/>
            </p:cNvSpPr>
            <p:nvPr/>
          </p:nvSpPr>
          <p:spPr bwMode="auto">
            <a:xfrm flipV="1">
              <a:off x="1460050" y="4987134"/>
              <a:ext cx="1709928"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0780" name="Line 123">
              <a:extLst>
                <a:ext uri="{FF2B5EF4-FFF2-40B4-BE49-F238E27FC236}">
                  <a16:creationId xmlns:a16="http://schemas.microsoft.com/office/drawing/2014/main" id="{5E22E5F7-EE67-0EA8-DCD5-F455AB6327A0}"/>
                </a:ext>
              </a:extLst>
            </p:cNvPr>
            <p:cNvSpPr>
              <a:spLocks noChangeShapeType="1"/>
            </p:cNvSpPr>
            <p:nvPr/>
          </p:nvSpPr>
          <p:spPr bwMode="auto">
            <a:xfrm flipV="1">
              <a:off x="1535576" y="5307646"/>
              <a:ext cx="1828800"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7709" name="AutoShape 124">
              <a:extLst>
                <a:ext uri="{FF2B5EF4-FFF2-40B4-BE49-F238E27FC236}">
                  <a16:creationId xmlns:a16="http://schemas.microsoft.com/office/drawing/2014/main" id="{3D4AB2B7-625B-48E5-B0E9-EB49D7625965}"/>
                </a:ext>
              </a:extLst>
            </p:cNvPr>
            <p:cNvSpPr>
              <a:spLocks noChangeArrowheads="1"/>
            </p:cNvSpPr>
            <p:nvPr/>
          </p:nvSpPr>
          <p:spPr bwMode="auto">
            <a:xfrm rot="16200000">
              <a:off x="5896021" y="4925299"/>
              <a:ext cx="498382" cy="390525"/>
            </a:xfrm>
            <a:prstGeom prst="triangle">
              <a:avLst>
                <a:gd name="adj" fmla="val 50000"/>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a:latin typeface="Arial" charset="0"/>
                <a:cs typeface="Arial" charset="0"/>
              </a:endParaRPr>
            </a:p>
          </p:txBody>
        </p:sp>
        <p:sp>
          <p:nvSpPr>
            <p:cNvPr id="30782" name="Line 125">
              <a:extLst>
                <a:ext uri="{FF2B5EF4-FFF2-40B4-BE49-F238E27FC236}">
                  <a16:creationId xmlns:a16="http://schemas.microsoft.com/office/drawing/2014/main" id="{86CB3975-45B8-4FAD-1056-B11950C8B96E}"/>
                </a:ext>
              </a:extLst>
            </p:cNvPr>
            <p:cNvSpPr>
              <a:spLocks noChangeShapeType="1"/>
            </p:cNvSpPr>
            <p:nvPr/>
          </p:nvSpPr>
          <p:spPr bwMode="auto">
            <a:xfrm>
              <a:off x="6322913" y="5092949"/>
              <a:ext cx="146304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711" name="Oval 126">
              <a:extLst>
                <a:ext uri="{FF2B5EF4-FFF2-40B4-BE49-F238E27FC236}">
                  <a16:creationId xmlns:a16="http://schemas.microsoft.com/office/drawing/2014/main" id="{6F9CABBA-E227-45D1-B003-333844EFCE15}"/>
                </a:ext>
              </a:extLst>
            </p:cNvPr>
            <p:cNvSpPr>
              <a:spLocks noChangeArrowheads="1"/>
            </p:cNvSpPr>
            <p:nvPr/>
          </p:nvSpPr>
          <p:spPr bwMode="auto">
            <a:xfrm>
              <a:off x="6046788" y="5214207"/>
              <a:ext cx="117475" cy="117453"/>
            </a:xfrm>
            <a:prstGeom prst="ellipse">
              <a:avLst/>
            </a:prstGeom>
            <a:solidFill>
              <a:schemeClr val="accent1">
                <a:lumMod val="60000"/>
                <a:lumOff val="40000"/>
              </a:schemeClr>
            </a:solidFill>
            <a:ln w="25400">
              <a:solidFill>
                <a:schemeClr val="tx1"/>
              </a:solidFill>
              <a:round/>
              <a:headEnd/>
              <a:tailEnd/>
            </a:ln>
          </p:spPr>
          <p:txBody>
            <a:bodyPr wrap="none" anchor="ctr"/>
            <a:lstStyle/>
            <a:p>
              <a:pPr eaLnBrk="1" hangingPunct="1">
                <a:defRPr/>
              </a:pPr>
              <a:endParaRPr lang="en-US">
                <a:latin typeface="Arial" charset="0"/>
                <a:cs typeface="Arial" charset="0"/>
              </a:endParaRPr>
            </a:p>
          </p:txBody>
        </p:sp>
        <p:sp>
          <p:nvSpPr>
            <p:cNvPr id="30784" name="Text Box 127">
              <a:extLst>
                <a:ext uri="{FF2B5EF4-FFF2-40B4-BE49-F238E27FC236}">
                  <a16:creationId xmlns:a16="http://schemas.microsoft.com/office/drawing/2014/main" id="{5FD60F2A-3815-2563-C4FC-E60920B03B39}"/>
                </a:ext>
              </a:extLst>
            </p:cNvPr>
            <p:cNvSpPr txBox="1">
              <a:spLocks noChangeArrowheads="1"/>
            </p:cNvSpPr>
            <p:nvPr/>
          </p:nvSpPr>
          <p:spPr bwMode="auto">
            <a:xfrm>
              <a:off x="7696032" y="5073013"/>
              <a:ext cx="591730" cy="36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u="none"/>
                <a:t>IO</a:t>
              </a:r>
              <a:r>
                <a:rPr lang="en-US" altLang="en-US" u="none" baseline="-25000"/>
                <a:t>P</a:t>
              </a:r>
              <a:endParaRPr lang="ru-RU" altLang="en-US" u="none"/>
            </a:p>
          </p:txBody>
        </p:sp>
        <p:sp>
          <p:nvSpPr>
            <p:cNvPr id="30785" name="Line 128">
              <a:extLst>
                <a:ext uri="{FF2B5EF4-FFF2-40B4-BE49-F238E27FC236}">
                  <a16:creationId xmlns:a16="http://schemas.microsoft.com/office/drawing/2014/main" id="{3BE92BA3-E40D-4DBA-C384-D070E2C61CE2}"/>
                </a:ext>
              </a:extLst>
            </p:cNvPr>
            <p:cNvSpPr>
              <a:spLocks noChangeShapeType="1"/>
            </p:cNvSpPr>
            <p:nvPr/>
          </p:nvSpPr>
          <p:spPr bwMode="auto">
            <a:xfrm>
              <a:off x="3605508" y="4973332"/>
              <a:ext cx="2580531"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0786" name="Line 129">
              <a:extLst>
                <a:ext uri="{FF2B5EF4-FFF2-40B4-BE49-F238E27FC236}">
                  <a16:creationId xmlns:a16="http://schemas.microsoft.com/office/drawing/2014/main" id="{E607EDAA-1073-E856-CB06-F8241D0E812E}"/>
                </a:ext>
              </a:extLst>
            </p:cNvPr>
            <p:cNvSpPr>
              <a:spLocks noChangeShapeType="1"/>
            </p:cNvSpPr>
            <p:nvPr/>
          </p:nvSpPr>
          <p:spPr bwMode="auto">
            <a:xfrm>
              <a:off x="3811855" y="5266241"/>
              <a:ext cx="2236460"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0787" name="Line 130">
              <a:extLst>
                <a:ext uri="{FF2B5EF4-FFF2-40B4-BE49-F238E27FC236}">
                  <a16:creationId xmlns:a16="http://schemas.microsoft.com/office/drawing/2014/main" id="{EADA3892-F802-0A9A-E265-00003B4CA48B}"/>
                </a:ext>
              </a:extLst>
            </p:cNvPr>
            <p:cNvSpPr>
              <a:spLocks noChangeShapeType="1"/>
            </p:cNvSpPr>
            <p:nvPr/>
          </p:nvSpPr>
          <p:spPr bwMode="auto">
            <a:xfrm>
              <a:off x="7532843" y="5086677"/>
              <a:ext cx="0" cy="18288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0788" name="Text Box 131">
              <a:extLst>
                <a:ext uri="{FF2B5EF4-FFF2-40B4-BE49-F238E27FC236}">
                  <a16:creationId xmlns:a16="http://schemas.microsoft.com/office/drawing/2014/main" id="{F6673881-4FE0-615D-56AB-3F5B2C479538}"/>
                </a:ext>
              </a:extLst>
            </p:cNvPr>
            <p:cNvSpPr txBox="1">
              <a:spLocks noChangeArrowheads="1"/>
            </p:cNvSpPr>
            <p:nvPr/>
          </p:nvSpPr>
          <p:spPr bwMode="auto">
            <a:xfrm>
              <a:off x="6588435" y="4334703"/>
              <a:ext cx="412694"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400" u="none">
                  <a:sym typeface="Symbol" panose="05050102010706020507" pitchFamily="18" charset="2"/>
                </a:rPr>
                <a:t></a:t>
              </a:r>
              <a:endParaRPr lang="en-US" altLang="en-US" sz="1400" u="none">
                <a:sym typeface="Symbol" panose="05050102010706020507" pitchFamily="18" charset="2"/>
              </a:endParaRPr>
            </a:p>
            <a:p>
              <a:pPr eaLnBrk="1" hangingPunct="1"/>
              <a:r>
                <a:rPr lang="ru-RU" altLang="en-US" sz="1400" u="none">
                  <a:sym typeface="Symbol" panose="05050102010706020507" pitchFamily="18" charset="2"/>
                </a:rPr>
                <a:t></a:t>
              </a:r>
              <a:endParaRPr lang="en-US" altLang="en-US" sz="1400" u="none">
                <a:sym typeface="Symbol" panose="05050102010706020507" pitchFamily="18" charset="2"/>
              </a:endParaRPr>
            </a:p>
            <a:p>
              <a:pPr eaLnBrk="1" hangingPunct="1"/>
              <a:r>
                <a:rPr lang="ru-RU" altLang="en-US" sz="1400" u="none">
                  <a:sym typeface="Symbol" panose="05050102010706020507" pitchFamily="18" charset="2"/>
                </a:rPr>
                <a:t></a:t>
              </a:r>
            </a:p>
            <a:p>
              <a:pPr eaLnBrk="1" hangingPunct="1">
                <a:spcBef>
                  <a:spcPct val="50000"/>
                </a:spcBef>
              </a:pPr>
              <a:endParaRPr lang="ru-RU" altLang="en-US" sz="1400" u="none">
                <a:sym typeface="Symbol" panose="05050102010706020507" pitchFamily="18" charset="2"/>
              </a:endParaRPr>
            </a:p>
          </p:txBody>
        </p:sp>
        <p:sp>
          <p:nvSpPr>
            <p:cNvPr id="69" name="Flowchart: Delay 68">
              <a:extLst>
                <a:ext uri="{FF2B5EF4-FFF2-40B4-BE49-F238E27FC236}">
                  <a16:creationId xmlns:a16="http://schemas.microsoft.com/office/drawing/2014/main" id="{AECDDD24-DEF5-4E58-856E-1F705D4F98D4}"/>
                </a:ext>
              </a:extLst>
            </p:cNvPr>
            <p:cNvSpPr/>
            <p:nvPr/>
          </p:nvSpPr>
          <p:spPr bwMode="auto">
            <a:xfrm>
              <a:off x="5087938" y="2081066"/>
              <a:ext cx="436562" cy="312679"/>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0" name="Flowchart: Delay 69">
              <a:extLst>
                <a:ext uri="{FF2B5EF4-FFF2-40B4-BE49-F238E27FC236}">
                  <a16:creationId xmlns:a16="http://schemas.microsoft.com/office/drawing/2014/main" id="{8C188FC7-4C3D-4EE4-ADFC-BAFDCF2FCDA5}"/>
                </a:ext>
              </a:extLst>
            </p:cNvPr>
            <p:cNvSpPr/>
            <p:nvPr/>
          </p:nvSpPr>
          <p:spPr bwMode="auto">
            <a:xfrm>
              <a:off x="5087938" y="2393745"/>
              <a:ext cx="436562" cy="312680"/>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1" name="Flowchart: Delay 70">
              <a:extLst>
                <a:ext uri="{FF2B5EF4-FFF2-40B4-BE49-F238E27FC236}">
                  <a16:creationId xmlns:a16="http://schemas.microsoft.com/office/drawing/2014/main" id="{85D43F84-F282-40C5-B49F-9C563AD74996}"/>
                </a:ext>
              </a:extLst>
            </p:cNvPr>
            <p:cNvSpPr/>
            <p:nvPr/>
          </p:nvSpPr>
          <p:spPr bwMode="auto">
            <a:xfrm>
              <a:off x="5087938" y="2730232"/>
              <a:ext cx="436562" cy="312680"/>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2" name="Flowchart: Delay 71">
              <a:extLst>
                <a:ext uri="{FF2B5EF4-FFF2-40B4-BE49-F238E27FC236}">
                  <a16:creationId xmlns:a16="http://schemas.microsoft.com/office/drawing/2014/main" id="{02EC2990-F9A7-4F4F-A863-EEC92D24C275}"/>
                </a:ext>
              </a:extLst>
            </p:cNvPr>
            <p:cNvSpPr/>
            <p:nvPr/>
          </p:nvSpPr>
          <p:spPr bwMode="auto">
            <a:xfrm>
              <a:off x="5087938" y="3069894"/>
              <a:ext cx="436562" cy="312680"/>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3" name="Flowchart: Delay 72">
              <a:extLst>
                <a:ext uri="{FF2B5EF4-FFF2-40B4-BE49-F238E27FC236}">
                  <a16:creationId xmlns:a16="http://schemas.microsoft.com/office/drawing/2014/main" id="{504AA4A5-E215-4AD5-B153-4BEC2D5E54D7}"/>
                </a:ext>
              </a:extLst>
            </p:cNvPr>
            <p:cNvSpPr/>
            <p:nvPr/>
          </p:nvSpPr>
          <p:spPr bwMode="auto">
            <a:xfrm>
              <a:off x="5087938" y="3392097"/>
              <a:ext cx="436562" cy="312679"/>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4" name="Flowchart: Delay 73">
              <a:extLst>
                <a:ext uri="{FF2B5EF4-FFF2-40B4-BE49-F238E27FC236}">
                  <a16:creationId xmlns:a16="http://schemas.microsoft.com/office/drawing/2014/main" id="{070C183B-5352-456F-904F-56A80FBA1816}"/>
                </a:ext>
              </a:extLst>
            </p:cNvPr>
            <p:cNvSpPr/>
            <p:nvPr/>
          </p:nvSpPr>
          <p:spPr bwMode="auto">
            <a:xfrm>
              <a:off x="5087938" y="3685729"/>
              <a:ext cx="436562" cy="312680"/>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5" name="Flowchart: Delay 74">
              <a:extLst>
                <a:ext uri="{FF2B5EF4-FFF2-40B4-BE49-F238E27FC236}">
                  <a16:creationId xmlns:a16="http://schemas.microsoft.com/office/drawing/2014/main" id="{206648FD-63CE-4321-AEFA-66F6A85EA2F7}"/>
                </a:ext>
              </a:extLst>
            </p:cNvPr>
            <p:cNvSpPr/>
            <p:nvPr/>
          </p:nvSpPr>
          <p:spPr bwMode="auto">
            <a:xfrm>
              <a:off x="5095875" y="1468406"/>
              <a:ext cx="436563" cy="312679"/>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6" name="Flowchart: Delay 75">
              <a:extLst>
                <a:ext uri="{FF2B5EF4-FFF2-40B4-BE49-F238E27FC236}">
                  <a16:creationId xmlns:a16="http://schemas.microsoft.com/office/drawing/2014/main" id="{BFFF8017-89B5-47A0-941D-8518B750CBDA}"/>
                </a:ext>
              </a:extLst>
            </p:cNvPr>
            <p:cNvSpPr/>
            <p:nvPr/>
          </p:nvSpPr>
          <p:spPr bwMode="auto">
            <a:xfrm>
              <a:off x="5087938" y="1773149"/>
              <a:ext cx="436562" cy="312679"/>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30797" name="Straight Connector 77">
              <a:extLst>
                <a:ext uri="{FF2B5EF4-FFF2-40B4-BE49-F238E27FC236}">
                  <a16:creationId xmlns:a16="http://schemas.microsoft.com/office/drawing/2014/main" id="{8E22C076-BFFF-6095-2C21-8F0975DD9AC9}"/>
                </a:ext>
              </a:extLst>
            </p:cNvPr>
            <p:cNvCxnSpPr>
              <a:cxnSpLocks noChangeShapeType="1"/>
            </p:cNvCxnSpPr>
            <p:nvPr/>
          </p:nvCxnSpPr>
          <p:spPr bwMode="auto">
            <a:xfrm rot="5400000">
              <a:off x="7416800" y="5435600"/>
              <a:ext cx="228600" cy="1588"/>
            </a:xfrm>
            <a:prstGeom prst="line">
              <a:avLst/>
            </a:prstGeom>
            <a:noFill/>
            <a:ln w="28575" algn="ctr">
              <a:solidFill>
                <a:schemeClr val="tx1"/>
              </a:solidFill>
              <a:prstDash val="dash"/>
              <a:round/>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a:extLst>
              <a:ext uri="{FF2B5EF4-FFF2-40B4-BE49-F238E27FC236}">
                <a16:creationId xmlns:a16="http://schemas.microsoft.com/office/drawing/2014/main" id="{DA3F9F9B-CFB7-BC1A-596C-323D448DD970}"/>
              </a:ext>
            </a:extLst>
          </p:cNvPr>
          <p:cNvSpPr>
            <a:spLocks noGrp="1" noChangeArrowheads="1"/>
          </p:cNvSpPr>
          <p:nvPr>
            <p:ph type="title"/>
          </p:nvPr>
        </p:nvSpPr>
        <p:spPr>
          <a:xfrm>
            <a:off x="0" y="183401"/>
            <a:ext cx="11612880" cy="704088"/>
          </a:xfrm>
        </p:spPr>
        <p:txBody>
          <a:bodyPr/>
          <a:lstStyle/>
          <a:p>
            <a:r>
              <a:rPr lang="en-US" altLang="en-US"/>
              <a:t>Registred  PAL16R8</a:t>
            </a:r>
            <a:endParaRPr lang="ru-RU" altLang="en-US"/>
          </a:p>
        </p:txBody>
      </p:sp>
      <p:grpSp>
        <p:nvGrpSpPr>
          <p:cNvPr id="31747" name="Группа 2">
            <a:extLst>
              <a:ext uri="{FF2B5EF4-FFF2-40B4-BE49-F238E27FC236}">
                <a16:creationId xmlns:a16="http://schemas.microsoft.com/office/drawing/2014/main" id="{DA6B7725-08EC-D102-6422-8258B65CCC91}"/>
              </a:ext>
            </a:extLst>
          </p:cNvPr>
          <p:cNvGrpSpPr>
            <a:grpSpLocks/>
          </p:cNvGrpSpPr>
          <p:nvPr/>
        </p:nvGrpSpPr>
        <p:grpSpPr bwMode="auto">
          <a:xfrm>
            <a:off x="2420938" y="1236664"/>
            <a:ext cx="7569200" cy="4224337"/>
            <a:chOff x="306388" y="1050925"/>
            <a:chExt cx="8761412" cy="5027323"/>
          </a:xfrm>
        </p:grpSpPr>
        <p:grpSp>
          <p:nvGrpSpPr>
            <p:cNvPr id="31748" name="Group 111">
              <a:extLst>
                <a:ext uri="{FF2B5EF4-FFF2-40B4-BE49-F238E27FC236}">
                  <a16:creationId xmlns:a16="http://schemas.microsoft.com/office/drawing/2014/main" id="{A8F8D827-0154-C0AB-46F3-5087C25CE3AE}"/>
                </a:ext>
              </a:extLst>
            </p:cNvPr>
            <p:cNvGrpSpPr>
              <a:grpSpLocks/>
            </p:cNvGrpSpPr>
            <p:nvPr/>
          </p:nvGrpSpPr>
          <p:grpSpPr bwMode="auto">
            <a:xfrm>
              <a:off x="306388" y="1050925"/>
              <a:ext cx="8761412" cy="4532313"/>
              <a:chOff x="83" y="1024"/>
              <a:chExt cx="5519" cy="2855"/>
            </a:xfrm>
          </p:grpSpPr>
          <p:sp>
            <p:nvSpPr>
              <p:cNvPr id="31758" name="Text Box 97">
                <a:extLst>
                  <a:ext uri="{FF2B5EF4-FFF2-40B4-BE49-F238E27FC236}">
                    <a16:creationId xmlns:a16="http://schemas.microsoft.com/office/drawing/2014/main" id="{227A6770-DABC-3305-D6F5-850DD033A752}"/>
                  </a:ext>
                </a:extLst>
              </p:cNvPr>
              <p:cNvSpPr txBox="1">
                <a:spLocks noChangeArrowheads="1"/>
              </p:cNvSpPr>
              <p:nvPr/>
            </p:nvSpPr>
            <p:spPr bwMode="auto">
              <a:xfrm>
                <a:off x="4967" y="2205"/>
                <a:ext cx="635"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u="none"/>
                  <a:t>Output</a:t>
                </a:r>
                <a:endParaRPr lang="ru-RU" altLang="en-US" sz="1600" b="0" u="none"/>
              </a:p>
            </p:txBody>
          </p:sp>
          <p:grpSp>
            <p:nvGrpSpPr>
              <p:cNvPr id="31759" name="Group 5">
                <a:extLst>
                  <a:ext uri="{FF2B5EF4-FFF2-40B4-BE49-F238E27FC236}">
                    <a16:creationId xmlns:a16="http://schemas.microsoft.com/office/drawing/2014/main" id="{05E7A603-155F-5A4B-5AC0-14AAB885C7CA}"/>
                  </a:ext>
                </a:extLst>
              </p:cNvPr>
              <p:cNvGrpSpPr>
                <a:grpSpLocks/>
              </p:cNvGrpSpPr>
              <p:nvPr/>
            </p:nvGrpSpPr>
            <p:grpSpPr bwMode="auto">
              <a:xfrm>
                <a:off x="2662" y="1761"/>
                <a:ext cx="0" cy="1220"/>
                <a:chOff x="3294" y="1528"/>
                <a:chExt cx="0" cy="1348"/>
              </a:xfrm>
            </p:grpSpPr>
            <p:sp>
              <p:nvSpPr>
                <p:cNvPr id="31817" name="Line 12">
                  <a:extLst>
                    <a:ext uri="{FF2B5EF4-FFF2-40B4-BE49-F238E27FC236}">
                      <a16:creationId xmlns:a16="http://schemas.microsoft.com/office/drawing/2014/main" id="{4F5125FF-6876-BEA1-AF0A-630F6A1D7383}"/>
                    </a:ext>
                  </a:extLst>
                </p:cNvPr>
                <p:cNvSpPr>
                  <a:spLocks noChangeShapeType="1"/>
                </p:cNvSpPr>
                <p:nvPr/>
              </p:nvSpPr>
              <p:spPr bwMode="auto">
                <a:xfrm>
                  <a:off x="3294" y="1528"/>
                  <a:ext cx="0" cy="2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18" name="Line 17">
                  <a:extLst>
                    <a:ext uri="{FF2B5EF4-FFF2-40B4-BE49-F238E27FC236}">
                      <a16:creationId xmlns:a16="http://schemas.microsoft.com/office/drawing/2014/main" id="{701B04F9-E7C8-1E55-A3FD-92410A7A03AE}"/>
                    </a:ext>
                  </a:extLst>
                </p:cNvPr>
                <p:cNvSpPr>
                  <a:spLocks noChangeShapeType="1"/>
                </p:cNvSpPr>
                <p:nvPr/>
              </p:nvSpPr>
              <p:spPr bwMode="auto">
                <a:xfrm>
                  <a:off x="3294" y="1756"/>
                  <a:ext cx="0" cy="2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19" name="Line 22">
                  <a:extLst>
                    <a:ext uri="{FF2B5EF4-FFF2-40B4-BE49-F238E27FC236}">
                      <a16:creationId xmlns:a16="http://schemas.microsoft.com/office/drawing/2014/main" id="{C1E06271-609C-09DE-BF95-0567FAED699B}"/>
                    </a:ext>
                  </a:extLst>
                </p:cNvPr>
                <p:cNvSpPr>
                  <a:spLocks noChangeShapeType="1"/>
                </p:cNvSpPr>
                <p:nvPr/>
              </p:nvSpPr>
              <p:spPr bwMode="auto">
                <a:xfrm>
                  <a:off x="3294" y="1976"/>
                  <a:ext cx="0" cy="2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20" name="Line 27">
                  <a:extLst>
                    <a:ext uri="{FF2B5EF4-FFF2-40B4-BE49-F238E27FC236}">
                      <a16:creationId xmlns:a16="http://schemas.microsoft.com/office/drawing/2014/main" id="{ADEABC75-A1CA-CF46-B057-D5C21A42B233}"/>
                    </a:ext>
                  </a:extLst>
                </p:cNvPr>
                <p:cNvSpPr>
                  <a:spLocks noChangeShapeType="1"/>
                </p:cNvSpPr>
                <p:nvPr/>
              </p:nvSpPr>
              <p:spPr bwMode="auto">
                <a:xfrm>
                  <a:off x="3294" y="2204"/>
                  <a:ext cx="0" cy="2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21" name="Line 32">
                  <a:extLst>
                    <a:ext uri="{FF2B5EF4-FFF2-40B4-BE49-F238E27FC236}">
                      <a16:creationId xmlns:a16="http://schemas.microsoft.com/office/drawing/2014/main" id="{CBAEE36C-A183-B24D-66B9-6DD75A3B7D12}"/>
                    </a:ext>
                  </a:extLst>
                </p:cNvPr>
                <p:cNvSpPr>
                  <a:spLocks noChangeShapeType="1"/>
                </p:cNvSpPr>
                <p:nvPr/>
              </p:nvSpPr>
              <p:spPr bwMode="auto">
                <a:xfrm>
                  <a:off x="3294" y="2424"/>
                  <a:ext cx="0" cy="2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22" name="Line 37">
                  <a:extLst>
                    <a:ext uri="{FF2B5EF4-FFF2-40B4-BE49-F238E27FC236}">
                      <a16:creationId xmlns:a16="http://schemas.microsoft.com/office/drawing/2014/main" id="{F59EB1B0-AEBD-23F8-589F-FA7D69DC10E6}"/>
                    </a:ext>
                  </a:extLst>
                </p:cNvPr>
                <p:cNvSpPr>
                  <a:spLocks noChangeShapeType="1"/>
                </p:cNvSpPr>
                <p:nvPr/>
              </p:nvSpPr>
              <p:spPr bwMode="auto">
                <a:xfrm>
                  <a:off x="3294" y="2652"/>
                  <a:ext cx="0" cy="2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1760" name="AutoShape 46">
                <a:extLst>
                  <a:ext uri="{FF2B5EF4-FFF2-40B4-BE49-F238E27FC236}">
                    <a16:creationId xmlns:a16="http://schemas.microsoft.com/office/drawing/2014/main" id="{82D5594B-E0F3-5909-62C5-20C5E1117530}"/>
                  </a:ext>
                </a:extLst>
              </p:cNvPr>
              <p:cNvSpPr>
                <a:spLocks noChangeArrowheads="1"/>
              </p:cNvSpPr>
              <p:nvPr/>
            </p:nvSpPr>
            <p:spPr bwMode="auto">
              <a:xfrm flipH="1">
                <a:off x="3382" y="2024"/>
                <a:ext cx="364" cy="707"/>
              </a:xfrm>
              <a:prstGeom prst="moon">
                <a:avLst>
                  <a:gd name="adj" fmla="val 84819"/>
                </a:avLst>
              </a:prstGeom>
              <a:solidFill>
                <a:schemeClr val="accent1"/>
              </a:solidFill>
              <a:ln w="25400">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31761" name="Line 47">
                <a:extLst>
                  <a:ext uri="{FF2B5EF4-FFF2-40B4-BE49-F238E27FC236}">
                    <a16:creationId xmlns:a16="http://schemas.microsoft.com/office/drawing/2014/main" id="{B05CCF8B-461B-BCE0-73B3-468FA5BEBC0C}"/>
                  </a:ext>
                </a:extLst>
              </p:cNvPr>
              <p:cNvSpPr>
                <a:spLocks noChangeShapeType="1"/>
              </p:cNvSpPr>
              <p:nvPr/>
            </p:nvSpPr>
            <p:spPr bwMode="auto">
              <a:xfrm flipV="1">
                <a:off x="3382" y="1608"/>
                <a:ext cx="0" cy="40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2" name="Line 48">
                <a:extLst>
                  <a:ext uri="{FF2B5EF4-FFF2-40B4-BE49-F238E27FC236}">
                    <a16:creationId xmlns:a16="http://schemas.microsoft.com/office/drawing/2014/main" id="{CAE8080A-E34C-2337-29A3-0E535AC6FC43}"/>
                  </a:ext>
                </a:extLst>
              </p:cNvPr>
              <p:cNvSpPr>
                <a:spLocks noChangeShapeType="1"/>
              </p:cNvSpPr>
              <p:nvPr/>
            </p:nvSpPr>
            <p:spPr bwMode="auto">
              <a:xfrm flipV="1">
                <a:off x="3382" y="2736"/>
                <a:ext cx="0" cy="40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3" name="Line 49">
                <a:extLst>
                  <a:ext uri="{FF2B5EF4-FFF2-40B4-BE49-F238E27FC236}">
                    <a16:creationId xmlns:a16="http://schemas.microsoft.com/office/drawing/2014/main" id="{B463F56D-F175-F683-AA48-0AE6C1F85223}"/>
                  </a:ext>
                </a:extLst>
              </p:cNvPr>
              <p:cNvSpPr>
                <a:spLocks noChangeShapeType="1"/>
              </p:cNvSpPr>
              <p:nvPr/>
            </p:nvSpPr>
            <p:spPr bwMode="auto">
              <a:xfrm>
                <a:off x="2928" y="2468"/>
                <a:ext cx="4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4" name="Line 50">
                <a:extLst>
                  <a:ext uri="{FF2B5EF4-FFF2-40B4-BE49-F238E27FC236}">
                    <a16:creationId xmlns:a16="http://schemas.microsoft.com/office/drawing/2014/main" id="{43BC058F-0FDA-7B48-3FF1-A786E872F2CB}"/>
                  </a:ext>
                </a:extLst>
              </p:cNvPr>
              <p:cNvSpPr>
                <a:spLocks noChangeShapeType="1"/>
              </p:cNvSpPr>
              <p:nvPr/>
            </p:nvSpPr>
            <p:spPr bwMode="auto">
              <a:xfrm>
                <a:off x="2928" y="2276"/>
                <a:ext cx="49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5" name="Line 51">
                <a:extLst>
                  <a:ext uri="{FF2B5EF4-FFF2-40B4-BE49-F238E27FC236}">
                    <a16:creationId xmlns:a16="http://schemas.microsoft.com/office/drawing/2014/main" id="{5B1F273E-0209-6A9B-62CD-3903EF7E6CD7}"/>
                  </a:ext>
                </a:extLst>
              </p:cNvPr>
              <p:cNvSpPr>
                <a:spLocks noChangeShapeType="1"/>
              </p:cNvSpPr>
              <p:nvPr/>
            </p:nvSpPr>
            <p:spPr bwMode="auto">
              <a:xfrm>
                <a:off x="2936" y="2083"/>
                <a:ext cx="45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6" name="Line 52">
                <a:extLst>
                  <a:ext uri="{FF2B5EF4-FFF2-40B4-BE49-F238E27FC236}">
                    <a16:creationId xmlns:a16="http://schemas.microsoft.com/office/drawing/2014/main" id="{482CCAB1-CF8F-0CF7-0B59-2CE226AC33C3}"/>
                  </a:ext>
                </a:extLst>
              </p:cNvPr>
              <p:cNvSpPr>
                <a:spLocks noChangeShapeType="1"/>
              </p:cNvSpPr>
              <p:nvPr/>
            </p:nvSpPr>
            <p:spPr bwMode="auto">
              <a:xfrm>
                <a:off x="2926" y="1846"/>
                <a:ext cx="44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7" name="Line 53">
                <a:extLst>
                  <a:ext uri="{FF2B5EF4-FFF2-40B4-BE49-F238E27FC236}">
                    <a16:creationId xmlns:a16="http://schemas.microsoft.com/office/drawing/2014/main" id="{27D6B6B2-2663-F53A-2D9A-78D4B3DCD630}"/>
                  </a:ext>
                </a:extLst>
              </p:cNvPr>
              <p:cNvSpPr>
                <a:spLocks noChangeShapeType="1"/>
              </p:cNvSpPr>
              <p:nvPr/>
            </p:nvSpPr>
            <p:spPr bwMode="auto">
              <a:xfrm>
                <a:off x="2936" y="2652"/>
                <a:ext cx="4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8" name="Line 54">
                <a:extLst>
                  <a:ext uri="{FF2B5EF4-FFF2-40B4-BE49-F238E27FC236}">
                    <a16:creationId xmlns:a16="http://schemas.microsoft.com/office/drawing/2014/main" id="{245F0821-2AB5-454A-21A1-38E9DB2BE651}"/>
                  </a:ext>
                </a:extLst>
              </p:cNvPr>
              <p:cNvSpPr>
                <a:spLocks noChangeShapeType="1"/>
              </p:cNvSpPr>
              <p:nvPr/>
            </p:nvSpPr>
            <p:spPr bwMode="auto">
              <a:xfrm>
                <a:off x="2944" y="2862"/>
                <a:ext cx="44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69" name="Line 55">
                <a:extLst>
                  <a:ext uri="{FF2B5EF4-FFF2-40B4-BE49-F238E27FC236}">
                    <a16:creationId xmlns:a16="http://schemas.microsoft.com/office/drawing/2014/main" id="{925EE40D-5095-B0A4-996D-48711D20A71B}"/>
                  </a:ext>
                </a:extLst>
              </p:cNvPr>
              <p:cNvSpPr>
                <a:spLocks noChangeShapeType="1"/>
              </p:cNvSpPr>
              <p:nvPr/>
            </p:nvSpPr>
            <p:spPr bwMode="auto">
              <a:xfrm>
                <a:off x="2928" y="3076"/>
                <a:ext cx="4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0" name="Line 56">
                <a:extLst>
                  <a:ext uri="{FF2B5EF4-FFF2-40B4-BE49-F238E27FC236}">
                    <a16:creationId xmlns:a16="http://schemas.microsoft.com/office/drawing/2014/main" id="{6CD3D111-B39A-3F0D-526D-61C90C978748}"/>
                  </a:ext>
                </a:extLst>
              </p:cNvPr>
              <p:cNvSpPr>
                <a:spLocks noChangeShapeType="1"/>
              </p:cNvSpPr>
              <p:nvPr/>
            </p:nvSpPr>
            <p:spPr bwMode="auto">
              <a:xfrm>
                <a:off x="4513" y="2441"/>
                <a:ext cx="20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1" name="AutoShape 57">
                <a:extLst>
                  <a:ext uri="{FF2B5EF4-FFF2-40B4-BE49-F238E27FC236}">
                    <a16:creationId xmlns:a16="http://schemas.microsoft.com/office/drawing/2014/main" id="{617D2591-DFB0-9889-6A35-307BE117AC0B}"/>
                  </a:ext>
                </a:extLst>
              </p:cNvPr>
              <p:cNvSpPr>
                <a:spLocks noChangeArrowheads="1"/>
              </p:cNvSpPr>
              <p:nvPr/>
            </p:nvSpPr>
            <p:spPr bwMode="auto">
              <a:xfrm rot="5400000">
                <a:off x="298" y="3292"/>
                <a:ext cx="326" cy="258"/>
              </a:xfrm>
              <a:prstGeom prst="triangle">
                <a:avLst>
                  <a:gd name="adj" fmla="val 50000"/>
                </a:avLst>
              </a:prstGeom>
              <a:solidFill>
                <a:schemeClr val="accent1"/>
              </a:solidFill>
              <a:ln w="2857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31772" name="AutoShape 59">
                <a:extLst>
                  <a:ext uri="{FF2B5EF4-FFF2-40B4-BE49-F238E27FC236}">
                    <a16:creationId xmlns:a16="http://schemas.microsoft.com/office/drawing/2014/main" id="{F697084D-64C1-5F5A-D63B-B24C50317F37}"/>
                  </a:ext>
                </a:extLst>
              </p:cNvPr>
              <p:cNvSpPr>
                <a:spLocks noChangeArrowheads="1"/>
              </p:cNvSpPr>
              <p:nvPr/>
            </p:nvSpPr>
            <p:spPr bwMode="auto">
              <a:xfrm rot="5400000">
                <a:off x="4688" y="2321"/>
                <a:ext cx="326" cy="258"/>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31773" name="Oval 60">
                <a:extLst>
                  <a:ext uri="{FF2B5EF4-FFF2-40B4-BE49-F238E27FC236}">
                    <a16:creationId xmlns:a16="http://schemas.microsoft.com/office/drawing/2014/main" id="{5571A9EE-BD34-FE0B-4B5C-80498150AF91}"/>
                  </a:ext>
                </a:extLst>
              </p:cNvPr>
              <p:cNvSpPr>
                <a:spLocks noChangeArrowheads="1"/>
              </p:cNvSpPr>
              <p:nvPr/>
            </p:nvSpPr>
            <p:spPr bwMode="auto">
              <a:xfrm>
                <a:off x="4973" y="2413"/>
                <a:ext cx="77" cy="77"/>
              </a:xfrm>
              <a:prstGeom prst="ellipse">
                <a:avLst/>
              </a:prstGeom>
              <a:solidFill>
                <a:schemeClr val="accent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31774" name="Line 61">
                <a:extLst>
                  <a:ext uri="{FF2B5EF4-FFF2-40B4-BE49-F238E27FC236}">
                    <a16:creationId xmlns:a16="http://schemas.microsoft.com/office/drawing/2014/main" id="{0454AF7B-7497-79C2-AC3A-A1B7977126A2}"/>
                  </a:ext>
                </a:extLst>
              </p:cNvPr>
              <p:cNvSpPr>
                <a:spLocks noChangeShapeType="1"/>
              </p:cNvSpPr>
              <p:nvPr/>
            </p:nvSpPr>
            <p:spPr bwMode="auto">
              <a:xfrm flipV="1">
                <a:off x="5057" y="2441"/>
                <a:ext cx="2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5" name="Line 63">
                <a:extLst>
                  <a:ext uri="{FF2B5EF4-FFF2-40B4-BE49-F238E27FC236}">
                    <a16:creationId xmlns:a16="http://schemas.microsoft.com/office/drawing/2014/main" id="{38B04892-4BA3-9EBC-6DD5-1F038F2B4AE2}"/>
                  </a:ext>
                </a:extLst>
              </p:cNvPr>
              <p:cNvSpPr>
                <a:spLocks noChangeShapeType="1"/>
              </p:cNvSpPr>
              <p:nvPr/>
            </p:nvSpPr>
            <p:spPr bwMode="auto">
              <a:xfrm>
                <a:off x="4849" y="1466"/>
                <a:ext cx="0" cy="89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6" name="AutoShape 64">
                <a:extLst>
                  <a:ext uri="{FF2B5EF4-FFF2-40B4-BE49-F238E27FC236}">
                    <a16:creationId xmlns:a16="http://schemas.microsoft.com/office/drawing/2014/main" id="{95BEE15A-8171-EE03-CB15-F4E3AB813AC6}"/>
                  </a:ext>
                </a:extLst>
              </p:cNvPr>
              <p:cNvSpPr>
                <a:spLocks noChangeArrowheads="1"/>
              </p:cNvSpPr>
              <p:nvPr/>
            </p:nvSpPr>
            <p:spPr bwMode="auto">
              <a:xfrm rot="-5400000">
                <a:off x="4017" y="3310"/>
                <a:ext cx="326" cy="258"/>
              </a:xfrm>
              <a:prstGeom prst="triangle">
                <a:avLst>
                  <a:gd name="adj" fmla="val 50000"/>
                </a:avLst>
              </a:prstGeom>
              <a:solidFill>
                <a:schemeClr val="accent1"/>
              </a:solidFill>
              <a:ln w="25400">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31777" name="Line 65">
                <a:extLst>
                  <a:ext uri="{FF2B5EF4-FFF2-40B4-BE49-F238E27FC236}">
                    <a16:creationId xmlns:a16="http://schemas.microsoft.com/office/drawing/2014/main" id="{B899206C-F2C1-C6B2-0B23-05C61ECDE9C6}"/>
                  </a:ext>
                </a:extLst>
              </p:cNvPr>
              <p:cNvSpPr>
                <a:spLocks noChangeShapeType="1"/>
              </p:cNvSpPr>
              <p:nvPr/>
            </p:nvSpPr>
            <p:spPr bwMode="auto">
              <a:xfrm flipH="1">
                <a:off x="4748" y="2777"/>
                <a:ext cx="0" cy="6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8" name="Line 66">
                <a:extLst>
                  <a:ext uri="{FF2B5EF4-FFF2-40B4-BE49-F238E27FC236}">
                    <a16:creationId xmlns:a16="http://schemas.microsoft.com/office/drawing/2014/main" id="{4910799D-5524-E4C4-4B70-1391F88E3558}"/>
                  </a:ext>
                </a:extLst>
              </p:cNvPr>
              <p:cNvSpPr>
                <a:spLocks noChangeShapeType="1"/>
              </p:cNvSpPr>
              <p:nvPr/>
            </p:nvSpPr>
            <p:spPr bwMode="auto">
              <a:xfrm>
                <a:off x="4315" y="3421"/>
                <a:ext cx="43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79" name="Oval 67">
                <a:extLst>
                  <a:ext uri="{FF2B5EF4-FFF2-40B4-BE49-F238E27FC236}">
                    <a16:creationId xmlns:a16="http://schemas.microsoft.com/office/drawing/2014/main" id="{51F84098-5B84-C0F0-9623-0A063B7E166C}"/>
                  </a:ext>
                </a:extLst>
              </p:cNvPr>
              <p:cNvSpPr>
                <a:spLocks noChangeArrowheads="1"/>
              </p:cNvSpPr>
              <p:nvPr/>
            </p:nvSpPr>
            <p:spPr bwMode="auto">
              <a:xfrm>
                <a:off x="4115" y="3500"/>
                <a:ext cx="77" cy="77"/>
              </a:xfrm>
              <a:prstGeom prst="ellipse">
                <a:avLst/>
              </a:prstGeom>
              <a:solidFill>
                <a:schemeClr val="accent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31780" name="Line 68">
                <a:extLst>
                  <a:ext uri="{FF2B5EF4-FFF2-40B4-BE49-F238E27FC236}">
                    <a16:creationId xmlns:a16="http://schemas.microsoft.com/office/drawing/2014/main" id="{FFCE5521-E0E1-09C8-0EFC-56757791552D}"/>
                  </a:ext>
                </a:extLst>
              </p:cNvPr>
              <p:cNvSpPr>
                <a:spLocks noChangeShapeType="1"/>
              </p:cNvSpPr>
              <p:nvPr/>
            </p:nvSpPr>
            <p:spPr bwMode="auto">
              <a:xfrm flipV="1">
                <a:off x="831" y="1645"/>
                <a:ext cx="1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1" name="Line 69">
                <a:extLst>
                  <a:ext uri="{FF2B5EF4-FFF2-40B4-BE49-F238E27FC236}">
                    <a16:creationId xmlns:a16="http://schemas.microsoft.com/office/drawing/2014/main" id="{3699BB05-09E5-A883-833D-EA3BCA81300B}"/>
                  </a:ext>
                </a:extLst>
              </p:cNvPr>
              <p:cNvSpPr>
                <a:spLocks noChangeShapeType="1"/>
              </p:cNvSpPr>
              <p:nvPr/>
            </p:nvSpPr>
            <p:spPr bwMode="auto">
              <a:xfrm>
                <a:off x="840" y="1844"/>
                <a:ext cx="1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2" name="Line 70">
                <a:extLst>
                  <a:ext uri="{FF2B5EF4-FFF2-40B4-BE49-F238E27FC236}">
                    <a16:creationId xmlns:a16="http://schemas.microsoft.com/office/drawing/2014/main" id="{0383A47A-1E51-D672-FDD1-6B286C103916}"/>
                  </a:ext>
                </a:extLst>
              </p:cNvPr>
              <p:cNvSpPr>
                <a:spLocks noChangeShapeType="1"/>
              </p:cNvSpPr>
              <p:nvPr/>
            </p:nvSpPr>
            <p:spPr bwMode="auto">
              <a:xfrm>
                <a:off x="849" y="2063"/>
                <a:ext cx="1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3" name="Line 71">
                <a:extLst>
                  <a:ext uri="{FF2B5EF4-FFF2-40B4-BE49-F238E27FC236}">
                    <a16:creationId xmlns:a16="http://schemas.microsoft.com/office/drawing/2014/main" id="{6E313C4C-AC50-FAB0-BBCB-1C0EFB3DBE9B}"/>
                  </a:ext>
                </a:extLst>
              </p:cNvPr>
              <p:cNvSpPr>
                <a:spLocks noChangeShapeType="1"/>
              </p:cNvSpPr>
              <p:nvPr/>
            </p:nvSpPr>
            <p:spPr bwMode="auto">
              <a:xfrm>
                <a:off x="840" y="2255"/>
                <a:ext cx="1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4" name="Line 72">
                <a:extLst>
                  <a:ext uri="{FF2B5EF4-FFF2-40B4-BE49-F238E27FC236}">
                    <a16:creationId xmlns:a16="http://schemas.microsoft.com/office/drawing/2014/main" id="{0D36E00E-B58E-20B6-140D-D1431D95225D}"/>
                  </a:ext>
                </a:extLst>
              </p:cNvPr>
              <p:cNvSpPr>
                <a:spLocks noChangeShapeType="1"/>
              </p:cNvSpPr>
              <p:nvPr/>
            </p:nvSpPr>
            <p:spPr bwMode="auto">
              <a:xfrm>
                <a:off x="849" y="2456"/>
                <a:ext cx="1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5" name="Line 73">
                <a:extLst>
                  <a:ext uri="{FF2B5EF4-FFF2-40B4-BE49-F238E27FC236}">
                    <a16:creationId xmlns:a16="http://schemas.microsoft.com/office/drawing/2014/main" id="{0BE2F210-0DCE-6E44-5C35-39C54F0EFF59}"/>
                  </a:ext>
                </a:extLst>
              </p:cNvPr>
              <p:cNvSpPr>
                <a:spLocks noChangeShapeType="1"/>
              </p:cNvSpPr>
              <p:nvPr/>
            </p:nvSpPr>
            <p:spPr bwMode="auto">
              <a:xfrm>
                <a:off x="849" y="2675"/>
                <a:ext cx="1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6" name="Line 74">
                <a:extLst>
                  <a:ext uri="{FF2B5EF4-FFF2-40B4-BE49-F238E27FC236}">
                    <a16:creationId xmlns:a16="http://schemas.microsoft.com/office/drawing/2014/main" id="{CA38850D-F0B9-934C-58C4-0F866362B2C9}"/>
                  </a:ext>
                </a:extLst>
              </p:cNvPr>
              <p:cNvSpPr>
                <a:spLocks noChangeShapeType="1"/>
              </p:cNvSpPr>
              <p:nvPr/>
            </p:nvSpPr>
            <p:spPr bwMode="auto">
              <a:xfrm>
                <a:off x="858" y="2876"/>
                <a:ext cx="1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7" name="Line 75">
                <a:extLst>
                  <a:ext uri="{FF2B5EF4-FFF2-40B4-BE49-F238E27FC236}">
                    <a16:creationId xmlns:a16="http://schemas.microsoft.com/office/drawing/2014/main" id="{707ED312-F022-0C54-B3EA-374DEEFE2E48}"/>
                  </a:ext>
                </a:extLst>
              </p:cNvPr>
              <p:cNvSpPr>
                <a:spLocks noChangeShapeType="1"/>
              </p:cNvSpPr>
              <p:nvPr/>
            </p:nvSpPr>
            <p:spPr bwMode="auto">
              <a:xfrm>
                <a:off x="858" y="3050"/>
                <a:ext cx="181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88" name="Oval 76">
                <a:extLst>
                  <a:ext uri="{FF2B5EF4-FFF2-40B4-BE49-F238E27FC236}">
                    <a16:creationId xmlns:a16="http://schemas.microsoft.com/office/drawing/2014/main" id="{B3C43B39-F9F6-747B-0FC3-D24409DFD044}"/>
                  </a:ext>
                </a:extLst>
              </p:cNvPr>
              <p:cNvSpPr>
                <a:spLocks noChangeArrowheads="1"/>
              </p:cNvSpPr>
              <p:nvPr/>
            </p:nvSpPr>
            <p:spPr bwMode="auto">
              <a:xfrm>
                <a:off x="446" y="3484"/>
                <a:ext cx="77" cy="77"/>
              </a:xfrm>
              <a:prstGeom prst="ellipse">
                <a:avLst/>
              </a:prstGeom>
              <a:solidFill>
                <a:schemeClr val="accent1"/>
              </a:solidFill>
              <a:ln w="28575">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31789" name="Line 77">
                <a:extLst>
                  <a:ext uri="{FF2B5EF4-FFF2-40B4-BE49-F238E27FC236}">
                    <a16:creationId xmlns:a16="http://schemas.microsoft.com/office/drawing/2014/main" id="{5E1F3FE9-69CF-37D8-8430-D1C9B8A539C8}"/>
                  </a:ext>
                </a:extLst>
              </p:cNvPr>
              <p:cNvSpPr>
                <a:spLocks noChangeShapeType="1"/>
              </p:cNvSpPr>
              <p:nvPr/>
            </p:nvSpPr>
            <p:spPr bwMode="auto">
              <a:xfrm>
                <a:off x="105" y="3412"/>
                <a:ext cx="2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0" name="Text Box 78">
                <a:extLst>
                  <a:ext uri="{FF2B5EF4-FFF2-40B4-BE49-F238E27FC236}">
                    <a16:creationId xmlns:a16="http://schemas.microsoft.com/office/drawing/2014/main" id="{FE6F1660-A9BC-EFD7-FF69-EECCE6701EBE}"/>
                  </a:ext>
                </a:extLst>
              </p:cNvPr>
              <p:cNvSpPr txBox="1">
                <a:spLocks noChangeArrowheads="1"/>
              </p:cNvSpPr>
              <p:nvPr/>
            </p:nvSpPr>
            <p:spPr bwMode="auto">
              <a:xfrm>
                <a:off x="83" y="3076"/>
                <a:ext cx="249"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en-US" sz="1600" b="0" u="none"/>
              </a:p>
            </p:txBody>
          </p:sp>
          <p:sp>
            <p:nvSpPr>
              <p:cNvPr id="31791" name="Line 79">
                <a:extLst>
                  <a:ext uri="{FF2B5EF4-FFF2-40B4-BE49-F238E27FC236}">
                    <a16:creationId xmlns:a16="http://schemas.microsoft.com/office/drawing/2014/main" id="{94785A9A-FD25-DBCF-0AEE-50F6C4468058}"/>
                  </a:ext>
                </a:extLst>
              </p:cNvPr>
              <p:cNvSpPr>
                <a:spLocks noChangeShapeType="1"/>
              </p:cNvSpPr>
              <p:nvPr/>
            </p:nvSpPr>
            <p:spPr bwMode="auto">
              <a:xfrm flipV="1">
                <a:off x="413" y="3318"/>
                <a:ext cx="529"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1792" name="Line 80">
                <a:extLst>
                  <a:ext uri="{FF2B5EF4-FFF2-40B4-BE49-F238E27FC236}">
                    <a16:creationId xmlns:a16="http://schemas.microsoft.com/office/drawing/2014/main" id="{8F5BF537-05FE-F21D-E691-D9C9304B0B74}"/>
                  </a:ext>
                </a:extLst>
              </p:cNvPr>
              <p:cNvSpPr>
                <a:spLocks noChangeShapeType="1"/>
              </p:cNvSpPr>
              <p:nvPr/>
            </p:nvSpPr>
            <p:spPr bwMode="auto">
              <a:xfrm flipV="1">
                <a:off x="532" y="3519"/>
                <a:ext cx="529"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1793" name="Line 81">
                <a:extLst>
                  <a:ext uri="{FF2B5EF4-FFF2-40B4-BE49-F238E27FC236}">
                    <a16:creationId xmlns:a16="http://schemas.microsoft.com/office/drawing/2014/main" id="{06AD6882-AEE6-0A2B-30F3-20DB3FF3E99A}"/>
                  </a:ext>
                </a:extLst>
              </p:cNvPr>
              <p:cNvSpPr>
                <a:spLocks noChangeShapeType="1"/>
              </p:cNvSpPr>
              <p:nvPr/>
            </p:nvSpPr>
            <p:spPr bwMode="auto">
              <a:xfrm flipH="1" flipV="1">
                <a:off x="933" y="1417"/>
                <a:ext cx="7" cy="24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4" name="Line 82">
                <a:extLst>
                  <a:ext uri="{FF2B5EF4-FFF2-40B4-BE49-F238E27FC236}">
                    <a16:creationId xmlns:a16="http://schemas.microsoft.com/office/drawing/2014/main" id="{64B88F70-B477-8833-49D9-37395EE98AC1}"/>
                  </a:ext>
                </a:extLst>
              </p:cNvPr>
              <p:cNvSpPr>
                <a:spLocks noChangeShapeType="1"/>
              </p:cNvSpPr>
              <p:nvPr/>
            </p:nvSpPr>
            <p:spPr bwMode="auto">
              <a:xfrm flipH="1" flipV="1">
                <a:off x="1052" y="1426"/>
                <a:ext cx="7" cy="24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5" name="Line 83">
                <a:extLst>
                  <a:ext uri="{FF2B5EF4-FFF2-40B4-BE49-F238E27FC236}">
                    <a16:creationId xmlns:a16="http://schemas.microsoft.com/office/drawing/2014/main" id="{8B1BF866-6D26-3C76-F6C6-C93409F69F51}"/>
                  </a:ext>
                </a:extLst>
              </p:cNvPr>
              <p:cNvSpPr>
                <a:spLocks noChangeShapeType="1"/>
              </p:cNvSpPr>
              <p:nvPr/>
            </p:nvSpPr>
            <p:spPr bwMode="auto">
              <a:xfrm flipH="1">
                <a:off x="1239" y="3539"/>
                <a:ext cx="2881"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1796" name="Line 84">
                <a:extLst>
                  <a:ext uri="{FF2B5EF4-FFF2-40B4-BE49-F238E27FC236}">
                    <a16:creationId xmlns:a16="http://schemas.microsoft.com/office/drawing/2014/main" id="{F75CEFE6-4F9E-6DCE-F0A6-99C5F0279573}"/>
                  </a:ext>
                </a:extLst>
              </p:cNvPr>
              <p:cNvSpPr>
                <a:spLocks noChangeShapeType="1"/>
              </p:cNvSpPr>
              <p:nvPr/>
            </p:nvSpPr>
            <p:spPr bwMode="auto">
              <a:xfrm flipH="1">
                <a:off x="1366" y="3338"/>
                <a:ext cx="2836"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1797" name="Line 85">
                <a:extLst>
                  <a:ext uri="{FF2B5EF4-FFF2-40B4-BE49-F238E27FC236}">
                    <a16:creationId xmlns:a16="http://schemas.microsoft.com/office/drawing/2014/main" id="{C48C4F1F-DCAE-3AFB-3696-45E189C19611}"/>
                  </a:ext>
                </a:extLst>
              </p:cNvPr>
              <p:cNvSpPr>
                <a:spLocks noChangeShapeType="1"/>
              </p:cNvSpPr>
              <p:nvPr/>
            </p:nvSpPr>
            <p:spPr bwMode="auto">
              <a:xfrm flipH="1" flipV="1">
                <a:off x="1216" y="1436"/>
                <a:ext cx="7" cy="24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8" name="Line 86">
                <a:extLst>
                  <a:ext uri="{FF2B5EF4-FFF2-40B4-BE49-F238E27FC236}">
                    <a16:creationId xmlns:a16="http://schemas.microsoft.com/office/drawing/2014/main" id="{9E758748-0D1A-E11C-2B0A-7A373EBB8FDD}"/>
                  </a:ext>
                </a:extLst>
              </p:cNvPr>
              <p:cNvSpPr>
                <a:spLocks noChangeShapeType="1"/>
              </p:cNvSpPr>
              <p:nvPr/>
            </p:nvSpPr>
            <p:spPr bwMode="auto">
              <a:xfrm flipH="1" flipV="1">
                <a:off x="1353" y="1445"/>
                <a:ext cx="7" cy="24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99" name="Line 87">
                <a:extLst>
                  <a:ext uri="{FF2B5EF4-FFF2-40B4-BE49-F238E27FC236}">
                    <a16:creationId xmlns:a16="http://schemas.microsoft.com/office/drawing/2014/main" id="{DA8F01A3-3C6B-F4D9-DC79-1F720709A505}"/>
                  </a:ext>
                </a:extLst>
              </p:cNvPr>
              <p:cNvSpPr>
                <a:spLocks noChangeShapeType="1"/>
              </p:cNvSpPr>
              <p:nvPr/>
            </p:nvSpPr>
            <p:spPr bwMode="auto">
              <a:xfrm flipH="1" flipV="1">
                <a:off x="2007" y="1417"/>
                <a:ext cx="7" cy="24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0" name="Line 88">
                <a:extLst>
                  <a:ext uri="{FF2B5EF4-FFF2-40B4-BE49-F238E27FC236}">
                    <a16:creationId xmlns:a16="http://schemas.microsoft.com/office/drawing/2014/main" id="{D5B848BD-23C8-66A7-C13D-AEDBC31AAE05}"/>
                  </a:ext>
                </a:extLst>
              </p:cNvPr>
              <p:cNvSpPr>
                <a:spLocks noChangeShapeType="1"/>
              </p:cNvSpPr>
              <p:nvPr/>
            </p:nvSpPr>
            <p:spPr bwMode="auto">
              <a:xfrm flipH="1" flipV="1">
                <a:off x="2126" y="1417"/>
                <a:ext cx="7" cy="24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1" name="Line 89">
                <a:extLst>
                  <a:ext uri="{FF2B5EF4-FFF2-40B4-BE49-F238E27FC236}">
                    <a16:creationId xmlns:a16="http://schemas.microsoft.com/office/drawing/2014/main" id="{3559F0D3-DFAB-F5F1-FF9C-35504662C7C5}"/>
                  </a:ext>
                </a:extLst>
              </p:cNvPr>
              <p:cNvSpPr>
                <a:spLocks noChangeShapeType="1"/>
              </p:cNvSpPr>
              <p:nvPr/>
            </p:nvSpPr>
            <p:spPr bwMode="auto">
              <a:xfrm flipH="1" flipV="1">
                <a:off x="2290" y="1427"/>
                <a:ext cx="7" cy="24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2" name="Line 90">
                <a:extLst>
                  <a:ext uri="{FF2B5EF4-FFF2-40B4-BE49-F238E27FC236}">
                    <a16:creationId xmlns:a16="http://schemas.microsoft.com/office/drawing/2014/main" id="{11580676-0269-623C-E3AF-6B0A88A41835}"/>
                  </a:ext>
                </a:extLst>
              </p:cNvPr>
              <p:cNvSpPr>
                <a:spLocks noChangeShapeType="1"/>
              </p:cNvSpPr>
              <p:nvPr/>
            </p:nvSpPr>
            <p:spPr bwMode="auto">
              <a:xfrm flipH="1" flipV="1">
                <a:off x="2427" y="1427"/>
                <a:ext cx="7" cy="24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3" name="Text Box 95">
                <a:extLst>
                  <a:ext uri="{FF2B5EF4-FFF2-40B4-BE49-F238E27FC236}">
                    <a16:creationId xmlns:a16="http://schemas.microsoft.com/office/drawing/2014/main" id="{36ED9FC3-8546-1280-69A2-E05A21910459}"/>
                  </a:ext>
                </a:extLst>
              </p:cNvPr>
              <p:cNvSpPr txBox="1">
                <a:spLocks noChangeArrowheads="1"/>
              </p:cNvSpPr>
              <p:nvPr/>
            </p:nvSpPr>
            <p:spPr bwMode="auto">
              <a:xfrm>
                <a:off x="1466" y="3648"/>
                <a:ext cx="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400" b="0" u="none">
                    <a:sym typeface="Symbol" panose="05050102010706020507" pitchFamily="18" charset="2"/>
                  </a:rPr>
                  <a:t></a:t>
                </a:r>
                <a:r>
                  <a:rPr lang="en-US" altLang="en-US" sz="1400" b="0" u="none">
                    <a:sym typeface="Symbol" panose="05050102010706020507" pitchFamily="18" charset="2"/>
                  </a:rPr>
                  <a:t>  </a:t>
                </a:r>
                <a:r>
                  <a:rPr lang="ru-RU" altLang="en-US" sz="1400" b="0" u="none">
                    <a:sym typeface="Symbol" panose="05050102010706020507" pitchFamily="18" charset="2"/>
                  </a:rPr>
                  <a:t></a:t>
                </a:r>
                <a:r>
                  <a:rPr lang="en-US" altLang="en-US" sz="1400" b="0" u="none">
                    <a:sym typeface="Symbol" panose="05050102010706020507" pitchFamily="18" charset="2"/>
                  </a:rPr>
                  <a:t>  </a:t>
                </a:r>
                <a:r>
                  <a:rPr lang="ru-RU" altLang="en-US" sz="1400" b="0" u="none">
                    <a:sym typeface="Symbol" panose="05050102010706020507" pitchFamily="18" charset="2"/>
                  </a:rPr>
                  <a:t></a:t>
                </a:r>
              </a:p>
            </p:txBody>
          </p:sp>
          <p:sp>
            <p:nvSpPr>
              <p:cNvPr id="31804" name="Text Box 96">
                <a:extLst>
                  <a:ext uri="{FF2B5EF4-FFF2-40B4-BE49-F238E27FC236}">
                    <a16:creationId xmlns:a16="http://schemas.microsoft.com/office/drawing/2014/main" id="{957D4AE7-2AE4-1146-BCBB-ED4A8799087B}"/>
                  </a:ext>
                </a:extLst>
              </p:cNvPr>
              <p:cNvSpPr txBox="1">
                <a:spLocks noChangeArrowheads="1"/>
              </p:cNvSpPr>
              <p:nvPr/>
            </p:nvSpPr>
            <p:spPr bwMode="auto">
              <a:xfrm>
                <a:off x="1502" y="1380"/>
                <a:ext cx="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400" b="0" u="none">
                    <a:sym typeface="Symbol" panose="05050102010706020507" pitchFamily="18" charset="2"/>
                  </a:rPr>
                  <a:t></a:t>
                </a:r>
                <a:r>
                  <a:rPr lang="en-US" altLang="en-US" sz="1400" b="0" u="none">
                    <a:sym typeface="Symbol" panose="05050102010706020507" pitchFamily="18" charset="2"/>
                  </a:rPr>
                  <a:t>  </a:t>
                </a:r>
                <a:r>
                  <a:rPr lang="ru-RU" altLang="en-US" sz="1400" b="0" u="none">
                    <a:sym typeface="Symbol" panose="05050102010706020507" pitchFamily="18" charset="2"/>
                  </a:rPr>
                  <a:t></a:t>
                </a:r>
                <a:r>
                  <a:rPr lang="en-US" altLang="en-US" sz="1400" b="0" u="none">
                    <a:sym typeface="Symbol" panose="05050102010706020507" pitchFamily="18" charset="2"/>
                  </a:rPr>
                  <a:t>  </a:t>
                </a:r>
                <a:r>
                  <a:rPr lang="ru-RU" altLang="en-US" sz="1400" b="0" u="none">
                    <a:sym typeface="Symbol" panose="05050102010706020507" pitchFamily="18" charset="2"/>
                  </a:rPr>
                  <a:t></a:t>
                </a:r>
              </a:p>
            </p:txBody>
          </p:sp>
          <p:sp>
            <p:nvSpPr>
              <p:cNvPr id="31805" name="Line 98">
                <a:extLst>
                  <a:ext uri="{FF2B5EF4-FFF2-40B4-BE49-F238E27FC236}">
                    <a16:creationId xmlns:a16="http://schemas.microsoft.com/office/drawing/2014/main" id="{BD528EB9-9477-CCA8-265A-4554E920B02B}"/>
                  </a:ext>
                </a:extLst>
              </p:cNvPr>
              <p:cNvSpPr>
                <a:spLocks noChangeShapeType="1"/>
              </p:cNvSpPr>
              <p:nvPr/>
            </p:nvSpPr>
            <p:spPr bwMode="auto">
              <a:xfrm>
                <a:off x="2925" y="1661"/>
                <a:ext cx="4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6" name="Rectangle 99">
                <a:extLst>
                  <a:ext uri="{FF2B5EF4-FFF2-40B4-BE49-F238E27FC236}">
                    <a16:creationId xmlns:a16="http://schemas.microsoft.com/office/drawing/2014/main" id="{306A1CF9-083D-1558-2206-23950D467320}"/>
                  </a:ext>
                </a:extLst>
              </p:cNvPr>
              <p:cNvSpPr>
                <a:spLocks noChangeArrowheads="1"/>
              </p:cNvSpPr>
              <p:nvPr/>
            </p:nvSpPr>
            <p:spPr bwMode="auto">
              <a:xfrm>
                <a:off x="4013" y="2212"/>
                <a:ext cx="499" cy="748"/>
              </a:xfrm>
              <a:prstGeom prst="rect">
                <a:avLst/>
              </a:prstGeom>
              <a:solidFill>
                <a:schemeClr val="accent1"/>
              </a:solidFill>
              <a:ln w="95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solidFill>
                    <a:schemeClr val="bg1"/>
                  </a:solidFill>
                </a:endParaRPr>
              </a:p>
            </p:txBody>
          </p:sp>
          <p:sp>
            <p:nvSpPr>
              <p:cNvPr id="31807" name="Oval 100">
                <a:extLst>
                  <a:ext uri="{FF2B5EF4-FFF2-40B4-BE49-F238E27FC236}">
                    <a16:creationId xmlns:a16="http://schemas.microsoft.com/office/drawing/2014/main" id="{7FF0699F-1BFB-9BF1-0B05-0EB1068AD9E2}"/>
                  </a:ext>
                </a:extLst>
              </p:cNvPr>
              <p:cNvSpPr>
                <a:spLocks noChangeArrowheads="1"/>
              </p:cNvSpPr>
              <p:nvPr/>
            </p:nvSpPr>
            <p:spPr bwMode="auto">
              <a:xfrm>
                <a:off x="4505" y="2751"/>
                <a:ext cx="77" cy="77"/>
              </a:xfrm>
              <a:prstGeom prst="ellipse">
                <a:avLst/>
              </a:prstGeom>
              <a:solidFill>
                <a:schemeClr val="accent1"/>
              </a:solidFill>
              <a:ln w="25400">
                <a:solidFill>
                  <a:schemeClr val="tx1"/>
                </a:solidFill>
                <a:round/>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600" b="0" u="none"/>
              </a:p>
            </p:txBody>
          </p:sp>
          <p:sp>
            <p:nvSpPr>
              <p:cNvPr id="31808" name="Line 101">
                <a:extLst>
                  <a:ext uri="{FF2B5EF4-FFF2-40B4-BE49-F238E27FC236}">
                    <a16:creationId xmlns:a16="http://schemas.microsoft.com/office/drawing/2014/main" id="{B32806CF-846A-20A8-EB3F-08762BC1DD25}"/>
                  </a:ext>
                </a:extLst>
              </p:cNvPr>
              <p:cNvSpPr>
                <a:spLocks noChangeShapeType="1"/>
              </p:cNvSpPr>
              <p:nvPr/>
            </p:nvSpPr>
            <p:spPr bwMode="auto">
              <a:xfrm>
                <a:off x="4576" y="2786"/>
                <a:ext cx="15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09" name="Line 102">
                <a:extLst>
                  <a:ext uri="{FF2B5EF4-FFF2-40B4-BE49-F238E27FC236}">
                    <a16:creationId xmlns:a16="http://schemas.microsoft.com/office/drawing/2014/main" id="{5F2F1F3A-C073-DC99-549C-12F8DAD9990D}"/>
                  </a:ext>
                </a:extLst>
              </p:cNvPr>
              <p:cNvSpPr>
                <a:spLocks noChangeShapeType="1"/>
              </p:cNvSpPr>
              <p:nvPr/>
            </p:nvSpPr>
            <p:spPr bwMode="auto">
              <a:xfrm>
                <a:off x="3760" y="2404"/>
                <a:ext cx="2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10" name="Text Box 103">
                <a:extLst>
                  <a:ext uri="{FF2B5EF4-FFF2-40B4-BE49-F238E27FC236}">
                    <a16:creationId xmlns:a16="http://schemas.microsoft.com/office/drawing/2014/main" id="{405261C2-D401-61C3-458B-AF6E7324A2A6}"/>
                  </a:ext>
                </a:extLst>
              </p:cNvPr>
              <p:cNvSpPr txBox="1">
                <a:spLocks noChangeArrowheads="1"/>
              </p:cNvSpPr>
              <p:nvPr/>
            </p:nvSpPr>
            <p:spPr bwMode="auto">
              <a:xfrm>
                <a:off x="4068" y="2305"/>
                <a:ext cx="181"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u="none" dirty="0">
                    <a:solidFill>
                      <a:schemeClr val="bg1"/>
                    </a:solidFill>
                  </a:rPr>
                  <a:t>D</a:t>
                </a:r>
                <a:endParaRPr lang="ru-RU" altLang="en-US" sz="1600" b="0" u="none" dirty="0">
                  <a:solidFill>
                    <a:schemeClr val="bg1"/>
                  </a:solidFill>
                </a:endParaRPr>
              </a:p>
            </p:txBody>
          </p:sp>
          <p:sp>
            <p:nvSpPr>
              <p:cNvPr id="31811" name="Line 104">
                <a:extLst>
                  <a:ext uri="{FF2B5EF4-FFF2-40B4-BE49-F238E27FC236}">
                    <a16:creationId xmlns:a16="http://schemas.microsoft.com/office/drawing/2014/main" id="{2E510FD6-4AA5-C7F8-EBA0-38FD4D05A4F0}"/>
                  </a:ext>
                </a:extLst>
              </p:cNvPr>
              <p:cNvSpPr>
                <a:spLocks noChangeShapeType="1"/>
              </p:cNvSpPr>
              <p:nvPr/>
            </p:nvSpPr>
            <p:spPr bwMode="auto">
              <a:xfrm>
                <a:off x="3869" y="2750"/>
                <a:ext cx="13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12" name="Line 105">
                <a:extLst>
                  <a:ext uri="{FF2B5EF4-FFF2-40B4-BE49-F238E27FC236}">
                    <a16:creationId xmlns:a16="http://schemas.microsoft.com/office/drawing/2014/main" id="{B5C1D6A6-DE50-BC05-4766-148DAF939D0A}"/>
                  </a:ext>
                </a:extLst>
              </p:cNvPr>
              <p:cNvSpPr>
                <a:spLocks noChangeShapeType="1"/>
              </p:cNvSpPr>
              <p:nvPr/>
            </p:nvSpPr>
            <p:spPr bwMode="auto">
              <a:xfrm flipV="1">
                <a:off x="3869" y="1525"/>
                <a:ext cx="0" cy="12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813" name="Freeform 106">
                <a:extLst>
                  <a:ext uri="{FF2B5EF4-FFF2-40B4-BE49-F238E27FC236}">
                    <a16:creationId xmlns:a16="http://schemas.microsoft.com/office/drawing/2014/main" id="{836575CF-ED77-F040-09AC-1F7ED7ACADB1}"/>
                  </a:ext>
                </a:extLst>
              </p:cNvPr>
              <p:cNvSpPr>
                <a:spLocks/>
              </p:cNvSpPr>
              <p:nvPr/>
            </p:nvSpPr>
            <p:spPr bwMode="auto">
              <a:xfrm>
                <a:off x="4005" y="2695"/>
                <a:ext cx="107" cy="111"/>
              </a:xfrm>
              <a:custGeom>
                <a:avLst/>
                <a:gdLst>
                  <a:gd name="T0" fmla="*/ 0 w 129"/>
                  <a:gd name="T1" fmla="*/ 7 h 133"/>
                  <a:gd name="T2" fmla="*/ 6 w 129"/>
                  <a:gd name="T3" fmla="*/ 3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814" name="Text Box 108">
                <a:extLst>
                  <a:ext uri="{FF2B5EF4-FFF2-40B4-BE49-F238E27FC236}">
                    <a16:creationId xmlns:a16="http://schemas.microsoft.com/office/drawing/2014/main" id="{2E128458-C1ED-B907-75A4-9ACA17D89B6C}"/>
                  </a:ext>
                </a:extLst>
              </p:cNvPr>
              <p:cNvSpPr txBox="1">
                <a:spLocks noChangeArrowheads="1"/>
              </p:cNvSpPr>
              <p:nvPr/>
            </p:nvSpPr>
            <p:spPr bwMode="auto">
              <a:xfrm>
                <a:off x="4513" y="1024"/>
                <a:ext cx="907"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Tri-state control</a:t>
                </a:r>
                <a:endParaRPr lang="ru-RU" altLang="en-US" b="0" u="none"/>
              </a:p>
            </p:txBody>
          </p:sp>
          <p:sp>
            <p:nvSpPr>
              <p:cNvPr id="31815" name="Text Box 109">
                <a:extLst>
                  <a:ext uri="{FF2B5EF4-FFF2-40B4-BE49-F238E27FC236}">
                    <a16:creationId xmlns:a16="http://schemas.microsoft.com/office/drawing/2014/main" id="{B7B63F8C-07C2-2153-18AC-49A95E97D1ED}"/>
                  </a:ext>
                </a:extLst>
              </p:cNvPr>
              <p:cNvSpPr txBox="1">
                <a:spLocks noChangeArrowheads="1"/>
              </p:cNvSpPr>
              <p:nvPr/>
            </p:nvSpPr>
            <p:spPr bwMode="auto">
              <a:xfrm>
                <a:off x="3470" y="1024"/>
                <a:ext cx="907"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Clock</a:t>
                </a:r>
                <a:endParaRPr lang="ru-RU" altLang="en-US" b="0" u="none"/>
              </a:p>
            </p:txBody>
          </p:sp>
          <p:sp>
            <p:nvSpPr>
              <p:cNvPr id="31816" name="Text Box 110">
                <a:extLst>
                  <a:ext uri="{FF2B5EF4-FFF2-40B4-BE49-F238E27FC236}">
                    <a16:creationId xmlns:a16="http://schemas.microsoft.com/office/drawing/2014/main" id="{A5660FD1-8F75-5CBA-767C-B759392A9DE5}"/>
                  </a:ext>
                </a:extLst>
              </p:cNvPr>
              <p:cNvSpPr txBox="1">
                <a:spLocks noChangeArrowheads="1"/>
              </p:cNvSpPr>
              <p:nvPr/>
            </p:nvSpPr>
            <p:spPr bwMode="auto">
              <a:xfrm>
                <a:off x="99" y="2867"/>
                <a:ext cx="612"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Input</a:t>
                </a:r>
                <a:endParaRPr lang="ru-RU" altLang="en-US" b="0" u="none"/>
              </a:p>
            </p:txBody>
          </p:sp>
        </p:grpSp>
        <p:sp>
          <p:nvSpPr>
            <p:cNvPr id="31749" name="Text Box 112">
              <a:extLst>
                <a:ext uri="{FF2B5EF4-FFF2-40B4-BE49-F238E27FC236}">
                  <a16:creationId xmlns:a16="http://schemas.microsoft.com/office/drawing/2014/main" id="{EE143560-A6FA-4194-9129-4B627075A1F3}"/>
                </a:ext>
              </a:extLst>
            </p:cNvPr>
            <p:cNvSpPr txBox="1">
              <a:spLocks noChangeArrowheads="1"/>
            </p:cNvSpPr>
            <p:nvPr/>
          </p:nvSpPr>
          <p:spPr bwMode="auto">
            <a:xfrm>
              <a:off x="609600" y="5638800"/>
              <a:ext cx="4608514" cy="43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Use for sequential logic design</a:t>
              </a:r>
              <a:endParaRPr lang="ru-RU" altLang="en-US" b="0" u="none"/>
            </a:p>
          </p:txBody>
        </p:sp>
        <p:sp>
          <p:nvSpPr>
            <p:cNvPr id="104" name="Flowchart: Delay 103">
              <a:extLst>
                <a:ext uri="{FF2B5EF4-FFF2-40B4-BE49-F238E27FC236}">
                  <a16:creationId xmlns:a16="http://schemas.microsoft.com/office/drawing/2014/main" id="{DE291EC9-29FD-41AC-9148-947FA8F5C04B}"/>
                </a:ext>
              </a:extLst>
            </p:cNvPr>
            <p:cNvSpPr/>
            <p:nvPr/>
          </p:nvSpPr>
          <p:spPr>
            <a:xfrm>
              <a:off x="4389412" y="1919985"/>
              <a:ext cx="453873" cy="304170"/>
            </a:xfrm>
            <a:prstGeom prst="flowChartDelay">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a:p>
          </p:txBody>
        </p:sp>
        <p:sp>
          <p:nvSpPr>
            <p:cNvPr id="106" name="Flowchart: Delay 105">
              <a:extLst>
                <a:ext uri="{FF2B5EF4-FFF2-40B4-BE49-F238E27FC236}">
                  <a16:creationId xmlns:a16="http://schemas.microsoft.com/office/drawing/2014/main" id="{0E6473D3-5D41-4BA0-A7F5-8AB08658907D}"/>
                </a:ext>
              </a:extLst>
            </p:cNvPr>
            <p:cNvSpPr/>
            <p:nvPr/>
          </p:nvSpPr>
          <p:spPr>
            <a:xfrm>
              <a:off x="4389412" y="2224156"/>
              <a:ext cx="453873" cy="304172"/>
            </a:xfrm>
            <a:prstGeom prst="flowChartDelay">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a:p>
          </p:txBody>
        </p:sp>
        <p:sp>
          <p:nvSpPr>
            <p:cNvPr id="107" name="Flowchart: Delay 106">
              <a:extLst>
                <a:ext uri="{FF2B5EF4-FFF2-40B4-BE49-F238E27FC236}">
                  <a16:creationId xmlns:a16="http://schemas.microsoft.com/office/drawing/2014/main" id="{AFF267CC-0831-4950-BCAD-14081974FFD4}"/>
                </a:ext>
              </a:extLst>
            </p:cNvPr>
            <p:cNvSpPr/>
            <p:nvPr/>
          </p:nvSpPr>
          <p:spPr>
            <a:xfrm>
              <a:off x="4389412" y="2528327"/>
              <a:ext cx="453873" cy="306060"/>
            </a:xfrm>
            <a:prstGeom prst="flowChartDelay">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a:p>
          </p:txBody>
        </p:sp>
        <p:sp>
          <p:nvSpPr>
            <p:cNvPr id="108" name="Flowchart: Delay 107">
              <a:extLst>
                <a:ext uri="{FF2B5EF4-FFF2-40B4-BE49-F238E27FC236}">
                  <a16:creationId xmlns:a16="http://schemas.microsoft.com/office/drawing/2014/main" id="{15CB930C-28DE-4EC9-AF5C-8E1F3AC51E5C}"/>
                </a:ext>
              </a:extLst>
            </p:cNvPr>
            <p:cNvSpPr/>
            <p:nvPr/>
          </p:nvSpPr>
          <p:spPr>
            <a:xfrm>
              <a:off x="4389412" y="2857059"/>
              <a:ext cx="453873" cy="306060"/>
            </a:xfrm>
            <a:prstGeom prst="flowChartDelay">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a:p>
          </p:txBody>
        </p:sp>
        <p:sp>
          <p:nvSpPr>
            <p:cNvPr id="109" name="Flowchart: Delay 108">
              <a:extLst>
                <a:ext uri="{FF2B5EF4-FFF2-40B4-BE49-F238E27FC236}">
                  <a16:creationId xmlns:a16="http://schemas.microsoft.com/office/drawing/2014/main" id="{BAA69B43-6A80-4C6D-BD4C-3D434C2BFFAF}"/>
                </a:ext>
              </a:extLst>
            </p:cNvPr>
            <p:cNvSpPr/>
            <p:nvPr/>
          </p:nvSpPr>
          <p:spPr>
            <a:xfrm>
              <a:off x="4389412" y="3172565"/>
              <a:ext cx="453873" cy="306060"/>
            </a:xfrm>
            <a:prstGeom prst="flowChartDelay">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a:p>
          </p:txBody>
        </p:sp>
        <p:sp>
          <p:nvSpPr>
            <p:cNvPr id="110" name="Flowchart: Delay 109">
              <a:extLst>
                <a:ext uri="{FF2B5EF4-FFF2-40B4-BE49-F238E27FC236}">
                  <a16:creationId xmlns:a16="http://schemas.microsoft.com/office/drawing/2014/main" id="{0D0A57FF-8E67-42AE-AE6B-FC16F6AAC455}"/>
                </a:ext>
              </a:extLst>
            </p:cNvPr>
            <p:cNvSpPr/>
            <p:nvPr/>
          </p:nvSpPr>
          <p:spPr>
            <a:xfrm>
              <a:off x="4389412" y="3495629"/>
              <a:ext cx="453873" cy="304170"/>
            </a:xfrm>
            <a:prstGeom prst="flowChartDelay">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a:p>
          </p:txBody>
        </p:sp>
        <p:sp>
          <p:nvSpPr>
            <p:cNvPr id="111" name="Flowchart: Delay 110">
              <a:extLst>
                <a:ext uri="{FF2B5EF4-FFF2-40B4-BE49-F238E27FC236}">
                  <a16:creationId xmlns:a16="http://schemas.microsoft.com/office/drawing/2014/main" id="{AACA1634-6AE8-42E7-AA29-D3A6281B5BFE}"/>
                </a:ext>
              </a:extLst>
            </p:cNvPr>
            <p:cNvSpPr/>
            <p:nvPr/>
          </p:nvSpPr>
          <p:spPr>
            <a:xfrm>
              <a:off x="4389412" y="3814913"/>
              <a:ext cx="453873" cy="304172"/>
            </a:xfrm>
            <a:prstGeom prst="flowChartDelay">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a:p>
          </p:txBody>
        </p:sp>
        <p:sp>
          <p:nvSpPr>
            <p:cNvPr id="112" name="Flowchart: Delay 111">
              <a:extLst>
                <a:ext uri="{FF2B5EF4-FFF2-40B4-BE49-F238E27FC236}">
                  <a16:creationId xmlns:a16="http://schemas.microsoft.com/office/drawing/2014/main" id="{3F330BB5-9687-4342-A4BC-327487722AED}"/>
                </a:ext>
              </a:extLst>
            </p:cNvPr>
            <p:cNvSpPr/>
            <p:nvPr/>
          </p:nvSpPr>
          <p:spPr>
            <a:xfrm>
              <a:off x="4389412" y="4130420"/>
              <a:ext cx="453873" cy="304170"/>
            </a:xfrm>
            <a:prstGeom prst="flowChartDelay">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600"/>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a:extLst>
              <a:ext uri="{FF2B5EF4-FFF2-40B4-BE49-F238E27FC236}">
                <a16:creationId xmlns:a16="http://schemas.microsoft.com/office/drawing/2014/main" id="{58054B1A-75FD-C0E5-591F-7CDCD410137B}"/>
              </a:ext>
            </a:extLst>
          </p:cNvPr>
          <p:cNvSpPr>
            <a:spLocks noGrp="1" noChangeArrowheads="1"/>
          </p:cNvSpPr>
          <p:nvPr>
            <p:ph type="title"/>
          </p:nvPr>
        </p:nvSpPr>
        <p:spPr>
          <a:xfrm>
            <a:off x="0" y="183401"/>
            <a:ext cx="11612880" cy="704088"/>
          </a:xfrm>
        </p:spPr>
        <p:txBody>
          <a:bodyPr/>
          <a:lstStyle/>
          <a:p>
            <a:r>
              <a:rPr lang="en-US" altLang="en-US"/>
              <a:t>V</a:t>
            </a:r>
            <a:r>
              <a:rPr lang="ru-RU" altLang="en-US"/>
              <a:t>ersatile </a:t>
            </a:r>
            <a:r>
              <a:rPr lang="fr-FR" altLang="en-US"/>
              <a:t>PAL </a:t>
            </a:r>
            <a:r>
              <a:rPr lang="ru-RU" altLang="en-US"/>
              <a:t>– </a:t>
            </a:r>
            <a:r>
              <a:rPr lang="fr-FR" altLang="en-US"/>
              <a:t>PAL</a:t>
            </a:r>
            <a:r>
              <a:rPr lang="ru-RU" altLang="en-US"/>
              <a:t>16</a:t>
            </a:r>
            <a:r>
              <a:rPr lang="fr-FR" altLang="en-US"/>
              <a:t>V</a:t>
            </a:r>
            <a:r>
              <a:rPr lang="ru-RU" altLang="en-US"/>
              <a:t>8</a:t>
            </a:r>
            <a:r>
              <a:rPr lang="en-US" altLang="en-US"/>
              <a:t>. Macrocell Structure</a:t>
            </a:r>
            <a:endParaRPr lang="ru-RU" altLang="en-US"/>
          </a:p>
        </p:txBody>
      </p:sp>
      <p:grpSp>
        <p:nvGrpSpPr>
          <p:cNvPr id="32771" name="Группа 2">
            <a:extLst>
              <a:ext uri="{FF2B5EF4-FFF2-40B4-BE49-F238E27FC236}">
                <a16:creationId xmlns:a16="http://schemas.microsoft.com/office/drawing/2014/main" id="{57EE38D8-B44A-BC36-CBC6-40250489664F}"/>
              </a:ext>
            </a:extLst>
          </p:cNvPr>
          <p:cNvGrpSpPr>
            <a:grpSpLocks/>
          </p:cNvGrpSpPr>
          <p:nvPr/>
        </p:nvGrpSpPr>
        <p:grpSpPr bwMode="auto">
          <a:xfrm>
            <a:off x="1947864" y="1589089"/>
            <a:ext cx="5824537" cy="3963581"/>
            <a:chOff x="390855" y="935038"/>
            <a:chExt cx="7941933" cy="5784309"/>
          </a:xfrm>
        </p:grpSpPr>
        <p:grpSp>
          <p:nvGrpSpPr>
            <p:cNvPr id="32793" name="Group 204">
              <a:extLst>
                <a:ext uri="{FF2B5EF4-FFF2-40B4-BE49-F238E27FC236}">
                  <a16:creationId xmlns:a16="http://schemas.microsoft.com/office/drawing/2014/main" id="{5AB77D4D-5960-2FE7-1483-34D54AA71830}"/>
                </a:ext>
              </a:extLst>
            </p:cNvPr>
            <p:cNvGrpSpPr>
              <a:grpSpLocks/>
            </p:cNvGrpSpPr>
            <p:nvPr/>
          </p:nvGrpSpPr>
          <p:grpSpPr bwMode="auto">
            <a:xfrm>
              <a:off x="685800" y="935038"/>
              <a:ext cx="7646988" cy="5389563"/>
              <a:chOff x="432" y="589"/>
              <a:chExt cx="4817" cy="3395"/>
            </a:xfrm>
          </p:grpSpPr>
          <p:sp>
            <p:nvSpPr>
              <p:cNvPr id="32795" name="Text Box 7">
                <a:extLst>
                  <a:ext uri="{FF2B5EF4-FFF2-40B4-BE49-F238E27FC236}">
                    <a16:creationId xmlns:a16="http://schemas.microsoft.com/office/drawing/2014/main" id="{239A5E77-5E33-963C-74C1-4E9EB5B16FE0}"/>
                  </a:ext>
                </a:extLst>
              </p:cNvPr>
              <p:cNvSpPr txBox="1">
                <a:spLocks noChangeArrowheads="1"/>
              </p:cNvSpPr>
              <p:nvPr/>
            </p:nvSpPr>
            <p:spPr bwMode="auto">
              <a:xfrm>
                <a:off x="4356" y="1790"/>
                <a:ext cx="893"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a:t>Input/Output</a:t>
                </a:r>
                <a:endParaRPr lang="ru-RU" altLang="en-US" sz="1100" b="0" u="none"/>
              </a:p>
            </p:txBody>
          </p:sp>
          <p:grpSp>
            <p:nvGrpSpPr>
              <p:cNvPr id="32796" name="Group 8">
                <a:extLst>
                  <a:ext uri="{FF2B5EF4-FFF2-40B4-BE49-F238E27FC236}">
                    <a16:creationId xmlns:a16="http://schemas.microsoft.com/office/drawing/2014/main" id="{FEF5B048-3E0F-1829-C1E6-18A04477DA7C}"/>
                  </a:ext>
                </a:extLst>
              </p:cNvPr>
              <p:cNvGrpSpPr>
                <a:grpSpLocks/>
              </p:cNvGrpSpPr>
              <p:nvPr/>
            </p:nvGrpSpPr>
            <p:grpSpPr bwMode="auto">
              <a:xfrm>
                <a:off x="623" y="1155"/>
                <a:ext cx="170" cy="135"/>
                <a:chOff x="3615" y="11343"/>
                <a:chExt cx="419" cy="525"/>
              </a:xfrm>
            </p:grpSpPr>
            <p:sp>
              <p:nvSpPr>
                <p:cNvPr id="32988" name="Arc 9">
                  <a:extLst>
                    <a:ext uri="{FF2B5EF4-FFF2-40B4-BE49-F238E27FC236}">
                      <a16:creationId xmlns:a16="http://schemas.microsoft.com/office/drawing/2014/main" id="{1510CCFB-0946-0329-D337-76868FD5BE41}"/>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89" name="Line 10">
                  <a:extLst>
                    <a:ext uri="{FF2B5EF4-FFF2-40B4-BE49-F238E27FC236}">
                      <a16:creationId xmlns:a16="http://schemas.microsoft.com/office/drawing/2014/main" id="{29D0620C-A5E2-CECA-1E86-3C667500254F}"/>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90" name="Line 11">
                  <a:extLst>
                    <a:ext uri="{FF2B5EF4-FFF2-40B4-BE49-F238E27FC236}">
                      <a16:creationId xmlns:a16="http://schemas.microsoft.com/office/drawing/2014/main" id="{BAF610DB-BB84-59E5-CCB6-EFF8E0680696}"/>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91" name="Line 12">
                  <a:extLst>
                    <a:ext uri="{FF2B5EF4-FFF2-40B4-BE49-F238E27FC236}">
                      <a16:creationId xmlns:a16="http://schemas.microsoft.com/office/drawing/2014/main" id="{7BD5E1AB-AE18-BDA6-9054-11104971B258}"/>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797" name="Group 13">
                <a:extLst>
                  <a:ext uri="{FF2B5EF4-FFF2-40B4-BE49-F238E27FC236}">
                    <a16:creationId xmlns:a16="http://schemas.microsoft.com/office/drawing/2014/main" id="{3C6D684A-E110-0313-3BB6-6C0E3776EEFA}"/>
                  </a:ext>
                </a:extLst>
              </p:cNvPr>
              <p:cNvGrpSpPr>
                <a:grpSpLocks/>
              </p:cNvGrpSpPr>
              <p:nvPr/>
            </p:nvGrpSpPr>
            <p:grpSpPr bwMode="auto">
              <a:xfrm>
                <a:off x="626" y="1299"/>
                <a:ext cx="170" cy="135"/>
                <a:chOff x="3615" y="11343"/>
                <a:chExt cx="419" cy="525"/>
              </a:xfrm>
            </p:grpSpPr>
            <p:sp>
              <p:nvSpPr>
                <p:cNvPr id="32984" name="Arc 14">
                  <a:extLst>
                    <a:ext uri="{FF2B5EF4-FFF2-40B4-BE49-F238E27FC236}">
                      <a16:creationId xmlns:a16="http://schemas.microsoft.com/office/drawing/2014/main" id="{D497C32C-AC1B-CBFB-B276-51499E6172F4}"/>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85" name="Line 15">
                  <a:extLst>
                    <a:ext uri="{FF2B5EF4-FFF2-40B4-BE49-F238E27FC236}">
                      <a16:creationId xmlns:a16="http://schemas.microsoft.com/office/drawing/2014/main" id="{9744BF3B-EB15-C23C-8416-0BBBE8CDB16E}"/>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86" name="Line 16">
                  <a:extLst>
                    <a:ext uri="{FF2B5EF4-FFF2-40B4-BE49-F238E27FC236}">
                      <a16:creationId xmlns:a16="http://schemas.microsoft.com/office/drawing/2014/main" id="{8E6FEFD8-959E-AC0A-C12F-B026DA29DBDB}"/>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87" name="Line 17">
                  <a:extLst>
                    <a:ext uri="{FF2B5EF4-FFF2-40B4-BE49-F238E27FC236}">
                      <a16:creationId xmlns:a16="http://schemas.microsoft.com/office/drawing/2014/main" id="{D8B0036F-B0FF-8958-AFA2-D9FC0EE31332}"/>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798" name="Group 18">
                <a:extLst>
                  <a:ext uri="{FF2B5EF4-FFF2-40B4-BE49-F238E27FC236}">
                    <a16:creationId xmlns:a16="http://schemas.microsoft.com/office/drawing/2014/main" id="{50A04647-1ED5-B84D-DF6E-92780B792D29}"/>
                  </a:ext>
                </a:extLst>
              </p:cNvPr>
              <p:cNvGrpSpPr>
                <a:grpSpLocks/>
              </p:cNvGrpSpPr>
              <p:nvPr/>
            </p:nvGrpSpPr>
            <p:grpSpPr bwMode="auto">
              <a:xfrm>
                <a:off x="623" y="1432"/>
                <a:ext cx="170" cy="134"/>
                <a:chOff x="3615" y="11343"/>
                <a:chExt cx="419" cy="525"/>
              </a:xfrm>
            </p:grpSpPr>
            <p:sp>
              <p:nvSpPr>
                <p:cNvPr id="32980" name="Arc 19">
                  <a:extLst>
                    <a:ext uri="{FF2B5EF4-FFF2-40B4-BE49-F238E27FC236}">
                      <a16:creationId xmlns:a16="http://schemas.microsoft.com/office/drawing/2014/main" id="{7D0B59A1-D8AB-AEDD-1F3C-E0B5CAAFE944}"/>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81" name="Line 20">
                  <a:extLst>
                    <a:ext uri="{FF2B5EF4-FFF2-40B4-BE49-F238E27FC236}">
                      <a16:creationId xmlns:a16="http://schemas.microsoft.com/office/drawing/2014/main" id="{9EFD6323-ED01-83D5-3E53-C5831668DD02}"/>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82" name="Line 21">
                  <a:extLst>
                    <a:ext uri="{FF2B5EF4-FFF2-40B4-BE49-F238E27FC236}">
                      <a16:creationId xmlns:a16="http://schemas.microsoft.com/office/drawing/2014/main" id="{868089C6-FDA2-481F-171B-7FF9B5B28EE9}"/>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83" name="Line 22">
                  <a:extLst>
                    <a:ext uri="{FF2B5EF4-FFF2-40B4-BE49-F238E27FC236}">
                      <a16:creationId xmlns:a16="http://schemas.microsoft.com/office/drawing/2014/main" id="{22FA3372-E797-EE67-4465-F861C32A58B6}"/>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799" name="Group 23">
                <a:extLst>
                  <a:ext uri="{FF2B5EF4-FFF2-40B4-BE49-F238E27FC236}">
                    <a16:creationId xmlns:a16="http://schemas.microsoft.com/office/drawing/2014/main" id="{D1599077-1296-23CD-0F1F-0DB559ED5708}"/>
                  </a:ext>
                </a:extLst>
              </p:cNvPr>
              <p:cNvGrpSpPr>
                <a:grpSpLocks/>
              </p:cNvGrpSpPr>
              <p:nvPr/>
            </p:nvGrpSpPr>
            <p:grpSpPr bwMode="auto">
              <a:xfrm>
                <a:off x="626" y="1576"/>
                <a:ext cx="170" cy="135"/>
                <a:chOff x="3615" y="11343"/>
                <a:chExt cx="419" cy="525"/>
              </a:xfrm>
            </p:grpSpPr>
            <p:sp>
              <p:nvSpPr>
                <p:cNvPr id="32976" name="Arc 24">
                  <a:extLst>
                    <a:ext uri="{FF2B5EF4-FFF2-40B4-BE49-F238E27FC236}">
                      <a16:creationId xmlns:a16="http://schemas.microsoft.com/office/drawing/2014/main" id="{9DEE2643-7015-49DB-17DE-6843A148812E}"/>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77" name="Line 25">
                  <a:extLst>
                    <a:ext uri="{FF2B5EF4-FFF2-40B4-BE49-F238E27FC236}">
                      <a16:creationId xmlns:a16="http://schemas.microsoft.com/office/drawing/2014/main" id="{D7282DA3-F96F-25D2-69B0-B97E5F1DCB20}"/>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78" name="Line 26">
                  <a:extLst>
                    <a:ext uri="{FF2B5EF4-FFF2-40B4-BE49-F238E27FC236}">
                      <a16:creationId xmlns:a16="http://schemas.microsoft.com/office/drawing/2014/main" id="{084FFA86-810C-FDB2-CE86-F48BB6D774D9}"/>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79" name="Line 27">
                  <a:extLst>
                    <a:ext uri="{FF2B5EF4-FFF2-40B4-BE49-F238E27FC236}">
                      <a16:creationId xmlns:a16="http://schemas.microsoft.com/office/drawing/2014/main" id="{97A461EC-2F2F-5A78-30FF-2C1A5559D80C}"/>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800" name="Group 28">
                <a:extLst>
                  <a:ext uri="{FF2B5EF4-FFF2-40B4-BE49-F238E27FC236}">
                    <a16:creationId xmlns:a16="http://schemas.microsoft.com/office/drawing/2014/main" id="{26AB8A02-F3BD-4A48-74C6-B1F0A6A63C41}"/>
                  </a:ext>
                </a:extLst>
              </p:cNvPr>
              <p:cNvGrpSpPr>
                <a:grpSpLocks/>
              </p:cNvGrpSpPr>
              <p:nvPr/>
            </p:nvGrpSpPr>
            <p:grpSpPr bwMode="auto">
              <a:xfrm>
                <a:off x="623" y="1708"/>
                <a:ext cx="170" cy="135"/>
                <a:chOff x="3615" y="11343"/>
                <a:chExt cx="419" cy="525"/>
              </a:xfrm>
            </p:grpSpPr>
            <p:sp>
              <p:nvSpPr>
                <p:cNvPr id="32972" name="Arc 29">
                  <a:extLst>
                    <a:ext uri="{FF2B5EF4-FFF2-40B4-BE49-F238E27FC236}">
                      <a16:creationId xmlns:a16="http://schemas.microsoft.com/office/drawing/2014/main" id="{4999C92C-9026-B9AC-A2BB-0D73C6D4F6BE}"/>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73" name="Line 30">
                  <a:extLst>
                    <a:ext uri="{FF2B5EF4-FFF2-40B4-BE49-F238E27FC236}">
                      <a16:creationId xmlns:a16="http://schemas.microsoft.com/office/drawing/2014/main" id="{F4047641-F912-505F-D35A-AD5D998AFDF7}"/>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74" name="Line 31">
                  <a:extLst>
                    <a:ext uri="{FF2B5EF4-FFF2-40B4-BE49-F238E27FC236}">
                      <a16:creationId xmlns:a16="http://schemas.microsoft.com/office/drawing/2014/main" id="{14A27786-10AB-7FB2-8C86-B9C915206657}"/>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75" name="Line 32">
                  <a:extLst>
                    <a:ext uri="{FF2B5EF4-FFF2-40B4-BE49-F238E27FC236}">
                      <a16:creationId xmlns:a16="http://schemas.microsoft.com/office/drawing/2014/main" id="{FFFA8611-CED5-0DDB-8BA9-80773D4A9813}"/>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801" name="Group 33">
                <a:extLst>
                  <a:ext uri="{FF2B5EF4-FFF2-40B4-BE49-F238E27FC236}">
                    <a16:creationId xmlns:a16="http://schemas.microsoft.com/office/drawing/2014/main" id="{6A1737BD-0BB5-EBF2-5DB2-06E9206AF35A}"/>
                  </a:ext>
                </a:extLst>
              </p:cNvPr>
              <p:cNvGrpSpPr>
                <a:grpSpLocks/>
              </p:cNvGrpSpPr>
              <p:nvPr/>
            </p:nvGrpSpPr>
            <p:grpSpPr bwMode="auto">
              <a:xfrm>
                <a:off x="626" y="1852"/>
                <a:ext cx="170" cy="135"/>
                <a:chOff x="3615" y="11343"/>
                <a:chExt cx="419" cy="525"/>
              </a:xfrm>
            </p:grpSpPr>
            <p:sp>
              <p:nvSpPr>
                <p:cNvPr id="32968" name="Arc 34">
                  <a:extLst>
                    <a:ext uri="{FF2B5EF4-FFF2-40B4-BE49-F238E27FC236}">
                      <a16:creationId xmlns:a16="http://schemas.microsoft.com/office/drawing/2014/main" id="{15AF22D4-4575-3E7D-F2AC-D0A3631AFE73}"/>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69" name="Line 35">
                  <a:extLst>
                    <a:ext uri="{FF2B5EF4-FFF2-40B4-BE49-F238E27FC236}">
                      <a16:creationId xmlns:a16="http://schemas.microsoft.com/office/drawing/2014/main" id="{4CC31F14-059A-D6F7-9C46-0848504BDAED}"/>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70" name="Line 36">
                  <a:extLst>
                    <a:ext uri="{FF2B5EF4-FFF2-40B4-BE49-F238E27FC236}">
                      <a16:creationId xmlns:a16="http://schemas.microsoft.com/office/drawing/2014/main" id="{E5F86320-DC83-7014-B817-E43D886A9986}"/>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71" name="Line 37">
                  <a:extLst>
                    <a:ext uri="{FF2B5EF4-FFF2-40B4-BE49-F238E27FC236}">
                      <a16:creationId xmlns:a16="http://schemas.microsoft.com/office/drawing/2014/main" id="{FDCEFF6D-62F0-FF8A-C325-18EFB4490BCC}"/>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802" name="Group 38">
                <a:extLst>
                  <a:ext uri="{FF2B5EF4-FFF2-40B4-BE49-F238E27FC236}">
                    <a16:creationId xmlns:a16="http://schemas.microsoft.com/office/drawing/2014/main" id="{77192925-6D24-F399-5D34-FDC30A90345B}"/>
                  </a:ext>
                </a:extLst>
              </p:cNvPr>
              <p:cNvGrpSpPr>
                <a:grpSpLocks/>
              </p:cNvGrpSpPr>
              <p:nvPr/>
            </p:nvGrpSpPr>
            <p:grpSpPr bwMode="auto">
              <a:xfrm>
                <a:off x="623" y="1984"/>
                <a:ext cx="170" cy="135"/>
                <a:chOff x="3615" y="11343"/>
                <a:chExt cx="419" cy="525"/>
              </a:xfrm>
            </p:grpSpPr>
            <p:sp>
              <p:nvSpPr>
                <p:cNvPr id="32964" name="Arc 39">
                  <a:extLst>
                    <a:ext uri="{FF2B5EF4-FFF2-40B4-BE49-F238E27FC236}">
                      <a16:creationId xmlns:a16="http://schemas.microsoft.com/office/drawing/2014/main" id="{369268BE-C6D1-0DE8-FDFC-5D7DF5E5B8AE}"/>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65" name="Line 40">
                  <a:extLst>
                    <a:ext uri="{FF2B5EF4-FFF2-40B4-BE49-F238E27FC236}">
                      <a16:creationId xmlns:a16="http://schemas.microsoft.com/office/drawing/2014/main" id="{0556B1CF-C154-324E-BBA5-74E957F6923C}"/>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66" name="Line 41">
                  <a:extLst>
                    <a:ext uri="{FF2B5EF4-FFF2-40B4-BE49-F238E27FC236}">
                      <a16:creationId xmlns:a16="http://schemas.microsoft.com/office/drawing/2014/main" id="{98BF2186-AC00-B784-D380-612C9373A220}"/>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67" name="Line 42">
                  <a:extLst>
                    <a:ext uri="{FF2B5EF4-FFF2-40B4-BE49-F238E27FC236}">
                      <a16:creationId xmlns:a16="http://schemas.microsoft.com/office/drawing/2014/main" id="{50C60F19-D1C2-E42F-263C-7AB8CF71C0C6}"/>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803" name="Group 43">
                <a:extLst>
                  <a:ext uri="{FF2B5EF4-FFF2-40B4-BE49-F238E27FC236}">
                    <a16:creationId xmlns:a16="http://schemas.microsoft.com/office/drawing/2014/main" id="{AB490B80-03CF-ADBB-364D-F7B6B2D308A7}"/>
                  </a:ext>
                </a:extLst>
              </p:cNvPr>
              <p:cNvGrpSpPr>
                <a:grpSpLocks/>
              </p:cNvGrpSpPr>
              <p:nvPr/>
            </p:nvGrpSpPr>
            <p:grpSpPr bwMode="auto">
              <a:xfrm>
                <a:off x="626" y="2128"/>
                <a:ext cx="170" cy="135"/>
                <a:chOff x="3615" y="11343"/>
                <a:chExt cx="419" cy="525"/>
              </a:xfrm>
            </p:grpSpPr>
            <p:sp>
              <p:nvSpPr>
                <p:cNvPr id="32960" name="Arc 44">
                  <a:extLst>
                    <a:ext uri="{FF2B5EF4-FFF2-40B4-BE49-F238E27FC236}">
                      <a16:creationId xmlns:a16="http://schemas.microsoft.com/office/drawing/2014/main" id="{FB8E2C30-609D-6F43-AA72-869FF7E88686}"/>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61" name="Line 45">
                  <a:extLst>
                    <a:ext uri="{FF2B5EF4-FFF2-40B4-BE49-F238E27FC236}">
                      <a16:creationId xmlns:a16="http://schemas.microsoft.com/office/drawing/2014/main" id="{14E533B4-0C88-94DF-3A6C-DC4C81C864DB}"/>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62" name="Line 46">
                  <a:extLst>
                    <a:ext uri="{FF2B5EF4-FFF2-40B4-BE49-F238E27FC236}">
                      <a16:creationId xmlns:a16="http://schemas.microsoft.com/office/drawing/2014/main" id="{A140AA7F-C802-7677-2771-7F5A389C5FA2}"/>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63" name="Line 47">
                  <a:extLst>
                    <a:ext uri="{FF2B5EF4-FFF2-40B4-BE49-F238E27FC236}">
                      <a16:creationId xmlns:a16="http://schemas.microsoft.com/office/drawing/2014/main" id="{2B3EF54F-41DC-0E5E-299E-CA0772216759}"/>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2804" name="AutoShape 48">
                <a:extLst>
                  <a:ext uri="{FF2B5EF4-FFF2-40B4-BE49-F238E27FC236}">
                    <a16:creationId xmlns:a16="http://schemas.microsoft.com/office/drawing/2014/main" id="{72CE3DF7-B367-B110-8EAA-EDF27CB461FE}"/>
                  </a:ext>
                </a:extLst>
              </p:cNvPr>
              <p:cNvSpPr>
                <a:spLocks noChangeArrowheads="1"/>
              </p:cNvSpPr>
              <p:nvPr/>
            </p:nvSpPr>
            <p:spPr bwMode="auto">
              <a:xfrm flipH="1">
                <a:off x="913" y="1615"/>
                <a:ext cx="333" cy="351"/>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2805" name="Arc 49">
                <a:extLst>
                  <a:ext uri="{FF2B5EF4-FFF2-40B4-BE49-F238E27FC236}">
                    <a16:creationId xmlns:a16="http://schemas.microsoft.com/office/drawing/2014/main" id="{810C080D-3C60-CD58-2643-ADF4F415D78E}"/>
                  </a:ext>
                </a:extLst>
              </p:cNvPr>
              <p:cNvSpPr>
                <a:spLocks/>
              </p:cNvSpPr>
              <p:nvPr/>
            </p:nvSpPr>
            <p:spPr bwMode="auto">
              <a:xfrm rot="2524206">
                <a:off x="784" y="1243"/>
                <a:ext cx="281" cy="3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806" name="Arc 50">
                <a:extLst>
                  <a:ext uri="{FF2B5EF4-FFF2-40B4-BE49-F238E27FC236}">
                    <a16:creationId xmlns:a16="http://schemas.microsoft.com/office/drawing/2014/main" id="{DEAAA815-7C11-24E0-99C4-5009DEA8066E}"/>
                  </a:ext>
                </a:extLst>
              </p:cNvPr>
              <p:cNvSpPr>
                <a:spLocks/>
              </p:cNvSpPr>
              <p:nvPr/>
            </p:nvSpPr>
            <p:spPr bwMode="auto">
              <a:xfrm rot="2524206">
                <a:off x="842" y="1997"/>
                <a:ext cx="133" cy="20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807" name="Line 51">
                <a:extLst>
                  <a:ext uri="{FF2B5EF4-FFF2-40B4-BE49-F238E27FC236}">
                    <a16:creationId xmlns:a16="http://schemas.microsoft.com/office/drawing/2014/main" id="{A2E050A2-512F-F4F3-9789-C2431A870E35}"/>
                  </a:ext>
                </a:extLst>
              </p:cNvPr>
              <p:cNvSpPr>
                <a:spLocks noChangeShapeType="1"/>
              </p:cNvSpPr>
              <p:nvPr/>
            </p:nvSpPr>
            <p:spPr bwMode="auto">
              <a:xfrm>
                <a:off x="784" y="2040"/>
                <a:ext cx="15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8" name="Line 52">
                <a:extLst>
                  <a:ext uri="{FF2B5EF4-FFF2-40B4-BE49-F238E27FC236}">
                    <a16:creationId xmlns:a16="http://schemas.microsoft.com/office/drawing/2014/main" id="{41BCCFE2-68E0-1247-3261-C7DA5BC26B18}"/>
                  </a:ext>
                </a:extLst>
              </p:cNvPr>
              <p:cNvSpPr>
                <a:spLocks noChangeShapeType="1"/>
              </p:cNvSpPr>
              <p:nvPr/>
            </p:nvSpPr>
            <p:spPr bwMode="auto">
              <a:xfrm>
                <a:off x="793" y="1487"/>
                <a:ext cx="15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09" name="Line 53">
                <a:extLst>
                  <a:ext uri="{FF2B5EF4-FFF2-40B4-BE49-F238E27FC236}">
                    <a16:creationId xmlns:a16="http://schemas.microsoft.com/office/drawing/2014/main" id="{0F42D971-94A7-80C6-18BA-2ABC439BD6AC}"/>
                  </a:ext>
                </a:extLst>
              </p:cNvPr>
              <p:cNvSpPr>
                <a:spLocks noChangeShapeType="1"/>
              </p:cNvSpPr>
              <p:nvPr/>
            </p:nvSpPr>
            <p:spPr bwMode="auto">
              <a:xfrm>
                <a:off x="793" y="1921"/>
                <a:ext cx="14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0" name="Line 54">
                <a:extLst>
                  <a:ext uri="{FF2B5EF4-FFF2-40B4-BE49-F238E27FC236}">
                    <a16:creationId xmlns:a16="http://schemas.microsoft.com/office/drawing/2014/main" id="{03208E50-5566-72A3-5D99-CA54ABD4CA68}"/>
                  </a:ext>
                </a:extLst>
              </p:cNvPr>
              <p:cNvSpPr>
                <a:spLocks noChangeShapeType="1"/>
              </p:cNvSpPr>
              <p:nvPr/>
            </p:nvSpPr>
            <p:spPr bwMode="auto">
              <a:xfrm>
                <a:off x="793" y="1643"/>
                <a:ext cx="14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1" name="Line 55">
                <a:extLst>
                  <a:ext uri="{FF2B5EF4-FFF2-40B4-BE49-F238E27FC236}">
                    <a16:creationId xmlns:a16="http://schemas.microsoft.com/office/drawing/2014/main" id="{81E06038-2B55-0011-0D9F-FF2E0EA28B47}"/>
                  </a:ext>
                </a:extLst>
              </p:cNvPr>
              <p:cNvSpPr>
                <a:spLocks noChangeShapeType="1"/>
              </p:cNvSpPr>
              <p:nvPr/>
            </p:nvSpPr>
            <p:spPr bwMode="auto">
              <a:xfrm>
                <a:off x="793" y="1763"/>
                <a:ext cx="15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2" name="Line 56">
                <a:extLst>
                  <a:ext uri="{FF2B5EF4-FFF2-40B4-BE49-F238E27FC236}">
                    <a16:creationId xmlns:a16="http://schemas.microsoft.com/office/drawing/2014/main" id="{14A29221-4C36-E0F5-7693-16C37556A861}"/>
                  </a:ext>
                </a:extLst>
              </p:cNvPr>
              <p:cNvSpPr>
                <a:spLocks noChangeShapeType="1"/>
              </p:cNvSpPr>
              <p:nvPr/>
            </p:nvSpPr>
            <p:spPr bwMode="auto">
              <a:xfrm>
                <a:off x="802" y="2188"/>
                <a:ext cx="10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13" name="Line 57">
                <a:extLst>
                  <a:ext uri="{FF2B5EF4-FFF2-40B4-BE49-F238E27FC236}">
                    <a16:creationId xmlns:a16="http://schemas.microsoft.com/office/drawing/2014/main" id="{7236F103-2691-CE26-B886-DA6473240CFE}"/>
                  </a:ext>
                </a:extLst>
              </p:cNvPr>
              <p:cNvSpPr>
                <a:spLocks noChangeShapeType="1"/>
              </p:cNvSpPr>
              <p:nvPr/>
            </p:nvSpPr>
            <p:spPr bwMode="auto">
              <a:xfrm>
                <a:off x="1255" y="1793"/>
                <a:ext cx="99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814" name="Group 58">
                <a:extLst>
                  <a:ext uri="{FF2B5EF4-FFF2-40B4-BE49-F238E27FC236}">
                    <a16:creationId xmlns:a16="http://schemas.microsoft.com/office/drawing/2014/main" id="{37EF54F5-E1F1-3CDD-8AD3-BFDF0F733D05}"/>
                  </a:ext>
                </a:extLst>
              </p:cNvPr>
              <p:cNvGrpSpPr>
                <a:grpSpLocks/>
              </p:cNvGrpSpPr>
              <p:nvPr/>
            </p:nvGrpSpPr>
            <p:grpSpPr bwMode="auto">
              <a:xfrm>
                <a:off x="623" y="1155"/>
                <a:ext cx="170" cy="135"/>
                <a:chOff x="3615" y="11343"/>
                <a:chExt cx="419" cy="525"/>
              </a:xfrm>
            </p:grpSpPr>
            <p:sp>
              <p:nvSpPr>
                <p:cNvPr id="32956" name="Arc 59">
                  <a:extLst>
                    <a:ext uri="{FF2B5EF4-FFF2-40B4-BE49-F238E27FC236}">
                      <a16:creationId xmlns:a16="http://schemas.microsoft.com/office/drawing/2014/main" id="{68414065-F2A1-45FE-9273-AD3C76FD1C93}"/>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57" name="Line 60">
                  <a:extLst>
                    <a:ext uri="{FF2B5EF4-FFF2-40B4-BE49-F238E27FC236}">
                      <a16:creationId xmlns:a16="http://schemas.microsoft.com/office/drawing/2014/main" id="{7ABB4AE0-B6C5-2763-8C98-A9FFC1C03AE8}"/>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58" name="Line 61">
                  <a:extLst>
                    <a:ext uri="{FF2B5EF4-FFF2-40B4-BE49-F238E27FC236}">
                      <a16:creationId xmlns:a16="http://schemas.microsoft.com/office/drawing/2014/main" id="{B76AB1D6-346E-81EF-4AC2-AC0477CBCAFE}"/>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59" name="Line 62">
                  <a:extLst>
                    <a:ext uri="{FF2B5EF4-FFF2-40B4-BE49-F238E27FC236}">
                      <a16:creationId xmlns:a16="http://schemas.microsoft.com/office/drawing/2014/main" id="{670773A9-3305-F4E5-85F7-D110B06EE90D}"/>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815" name="Group 63">
                <a:extLst>
                  <a:ext uri="{FF2B5EF4-FFF2-40B4-BE49-F238E27FC236}">
                    <a16:creationId xmlns:a16="http://schemas.microsoft.com/office/drawing/2014/main" id="{76084A59-AAD3-3CA4-E35A-FC93E789187D}"/>
                  </a:ext>
                </a:extLst>
              </p:cNvPr>
              <p:cNvGrpSpPr>
                <a:grpSpLocks/>
              </p:cNvGrpSpPr>
              <p:nvPr/>
            </p:nvGrpSpPr>
            <p:grpSpPr bwMode="auto">
              <a:xfrm>
                <a:off x="626" y="1299"/>
                <a:ext cx="170" cy="135"/>
                <a:chOff x="3615" y="11343"/>
                <a:chExt cx="419" cy="525"/>
              </a:xfrm>
            </p:grpSpPr>
            <p:sp>
              <p:nvSpPr>
                <p:cNvPr id="32952" name="Arc 64">
                  <a:extLst>
                    <a:ext uri="{FF2B5EF4-FFF2-40B4-BE49-F238E27FC236}">
                      <a16:creationId xmlns:a16="http://schemas.microsoft.com/office/drawing/2014/main" id="{235931F9-CAD0-8CC2-8EF5-0EB578093E27}"/>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53" name="Line 65">
                  <a:extLst>
                    <a:ext uri="{FF2B5EF4-FFF2-40B4-BE49-F238E27FC236}">
                      <a16:creationId xmlns:a16="http://schemas.microsoft.com/office/drawing/2014/main" id="{3191A7F6-25BD-D61A-8F0C-749E9ADBA9B6}"/>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54" name="Line 66">
                  <a:extLst>
                    <a:ext uri="{FF2B5EF4-FFF2-40B4-BE49-F238E27FC236}">
                      <a16:creationId xmlns:a16="http://schemas.microsoft.com/office/drawing/2014/main" id="{D2BA30D2-978B-D0A7-F5BE-895474D68EEB}"/>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55" name="Line 67">
                  <a:extLst>
                    <a:ext uri="{FF2B5EF4-FFF2-40B4-BE49-F238E27FC236}">
                      <a16:creationId xmlns:a16="http://schemas.microsoft.com/office/drawing/2014/main" id="{F59BA396-C905-22BA-BB16-37D9DFF71A64}"/>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816" name="Group 68">
                <a:extLst>
                  <a:ext uri="{FF2B5EF4-FFF2-40B4-BE49-F238E27FC236}">
                    <a16:creationId xmlns:a16="http://schemas.microsoft.com/office/drawing/2014/main" id="{503058CF-0C84-D3D0-1EDC-E784F6F5B742}"/>
                  </a:ext>
                </a:extLst>
              </p:cNvPr>
              <p:cNvGrpSpPr>
                <a:grpSpLocks/>
              </p:cNvGrpSpPr>
              <p:nvPr/>
            </p:nvGrpSpPr>
            <p:grpSpPr bwMode="auto">
              <a:xfrm>
                <a:off x="623" y="1432"/>
                <a:ext cx="170" cy="134"/>
                <a:chOff x="3615" y="11343"/>
                <a:chExt cx="419" cy="525"/>
              </a:xfrm>
            </p:grpSpPr>
            <p:sp>
              <p:nvSpPr>
                <p:cNvPr id="32948" name="Arc 69">
                  <a:extLst>
                    <a:ext uri="{FF2B5EF4-FFF2-40B4-BE49-F238E27FC236}">
                      <a16:creationId xmlns:a16="http://schemas.microsoft.com/office/drawing/2014/main" id="{9F625562-E1F1-2348-F0B2-CE8061BACA62}"/>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49" name="Line 70">
                  <a:extLst>
                    <a:ext uri="{FF2B5EF4-FFF2-40B4-BE49-F238E27FC236}">
                      <a16:creationId xmlns:a16="http://schemas.microsoft.com/office/drawing/2014/main" id="{66473B5A-8E23-8684-82C0-EE9DC3ACBA1F}"/>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50" name="Line 71">
                  <a:extLst>
                    <a:ext uri="{FF2B5EF4-FFF2-40B4-BE49-F238E27FC236}">
                      <a16:creationId xmlns:a16="http://schemas.microsoft.com/office/drawing/2014/main" id="{BB23DFA9-6AC4-8E07-C468-F20ABB26BD35}"/>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51" name="Line 72">
                  <a:extLst>
                    <a:ext uri="{FF2B5EF4-FFF2-40B4-BE49-F238E27FC236}">
                      <a16:creationId xmlns:a16="http://schemas.microsoft.com/office/drawing/2014/main" id="{E53B9257-5582-33AF-4882-31F23E66B8D4}"/>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817" name="Group 73">
                <a:extLst>
                  <a:ext uri="{FF2B5EF4-FFF2-40B4-BE49-F238E27FC236}">
                    <a16:creationId xmlns:a16="http://schemas.microsoft.com/office/drawing/2014/main" id="{B3DC6CE1-0FDF-5036-4BDC-6C6A1CB439BE}"/>
                  </a:ext>
                </a:extLst>
              </p:cNvPr>
              <p:cNvGrpSpPr>
                <a:grpSpLocks/>
              </p:cNvGrpSpPr>
              <p:nvPr/>
            </p:nvGrpSpPr>
            <p:grpSpPr bwMode="auto">
              <a:xfrm>
                <a:off x="626" y="1576"/>
                <a:ext cx="170" cy="135"/>
                <a:chOff x="3615" y="11343"/>
                <a:chExt cx="419" cy="525"/>
              </a:xfrm>
            </p:grpSpPr>
            <p:sp>
              <p:nvSpPr>
                <p:cNvPr id="32944" name="Arc 74">
                  <a:extLst>
                    <a:ext uri="{FF2B5EF4-FFF2-40B4-BE49-F238E27FC236}">
                      <a16:creationId xmlns:a16="http://schemas.microsoft.com/office/drawing/2014/main" id="{CF933AC9-C28D-DFB7-C442-62DDA52DA219}"/>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45" name="Line 75">
                  <a:extLst>
                    <a:ext uri="{FF2B5EF4-FFF2-40B4-BE49-F238E27FC236}">
                      <a16:creationId xmlns:a16="http://schemas.microsoft.com/office/drawing/2014/main" id="{6C591B28-B1DF-1301-D3DE-9CCE3BD168F5}"/>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46" name="Line 76">
                  <a:extLst>
                    <a:ext uri="{FF2B5EF4-FFF2-40B4-BE49-F238E27FC236}">
                      <a16:creationId xmlns:a16="http://schemas.microsoft.com/office/drawing/2014/main" id="{E2F40EAA-4230-5609-6406-5193D8508710}"/>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47" name="Line 77">
                  <a:extLst>
                    <a:ext uri="{FF2B5EF4-FFF2-40B4-BE49-F238E27FC236}">
                      <a16:creationId xmlns:a16="http://schemas.microsoft.com/office/drawing/2014/main" id="{BC5E8E5C-6AC8-3F1C-BFF3-4A45284B4A17}"/>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818" name="Group 78">
                <a:extLst>
                  <a:ext uri="{FF2B5EF4-FFF2-40B4-BE49-F238E27FC236}">
                    <a16:creationId xmlns:a16="http://schemas.microsoft.com/office/drawing/2014/main" id="{3E4F7AD1-E55E-928C-86FB-3CF28DC53407}"/>
                  </a:ext>
                </a:extLst>
              </p:cNvPr>
              <p:cNvGrpSpPr>
                <a:grpSpLocks/>
              </p:cNvGrpSpPr>
              <p:nvPr/>
            </p:nvGrpSpPr>
            <p:grpSpPr bwMode="auto">
              <a:xfrm>
                <a:off x="623" y="1708"/>
                <a:ext cx="170" cy="135"/>
                <a:chOff x="3615" y="11343"/>
                <a:chExt cx="419" cy="525"/>
              </a:xfrm>
            </p:grpSpPr>
            <p:sp>
              <p:nvSpPr>
                <p:cNvPr id="32940" name="Arc 79">
                  <a:extLst>
                    <a:ext uri="{FF2B5EF4-FFF2-40B4-BE49-F238E27FC236}">
                      <a16:creationId xmlns:a16="http://schemas.microsoft.com/office/drawing/2014/main" id="{798DA882-1D28-BC7A-77BD-C3B598B0A69D}"/>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41" name="Line 80">
                  <a:extLst>
                    <a:ext uri="{FF2B5EF4-FFF2-40B4-BE49-F238E27FC236}">
                      <a16:creationId xmlns:a16="http://schemas.microsoft.com/office/drawing/2014/main" id="{D9B49B81-1526-8036-DE06-3DFFE56D4AE8}"/>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42" name="Line 81">
                  <a:extLst>
                    <a:ext uri="{FF2B5EF4-FFF2-40B4-BE49-F238E27FC236}">
                      <a16:creationId xmlns:a16="http://schemas.microsoft.com/office/drawing/2014/main" id="{5BE82198-12C2-816E-67FD-7ACBCADB44C5}"/>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43" name="Line 82">
                  <a:extLst>
                    <a:ext uri="{FF2B5EF4-FFF2-40B4-BE49-F238E27FC236}">
                      <a16:creationId xmlns:a16="http://schemas.microsoft.com/office/drawing/2014/main" id="{9BBFBABC-3D71-C9A5-51F7-9802BD26E643}"/>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819" name="Group 83">
                <a:extLst>
                  <a:ext uri="{FF2B5EF4-FFF2-40B4-BE49-F238E27FC236}">
                    <a16:creationId xmlns:a16="http://schemas.microsoft.com/office/drawing/2014/main" id="{8D694C5B-B893-F147-32A0-8DC1819FB05B}"/>
                  </a:ext>
                </a:extLst>
              </p:cNvPr>
              <p:cNvGrpSpPr>
                <a:grpSpLocks/>
              </p:cNvGrpSpPr>
              <p:nvPr/>
            </p:nvGrpSpPr>
            <p:grpSpPr bwMode="auto">
              <a:xfrm>
                <a:off x="626" y="1852"/>
                <a:ext cx="170" cy="135"/>
                <a:chOff x="3615" y="11343"/>
                <a:chExt cx="419" cy="525"/>
              </a:xfrm>
            </p:grpSpPr>
            <p:sp>
              <p:nvSpPr>
                <p:cNvPr id="32936" name="Arc 84">
                  <a:extLst>
                    <a:ext uri="{FF2B5EF4-FFF2-40B4-BE49-F238E27FC236}">
                      <a16:creationId xmlns:a16="http://schemas.microsoft.com/office/drawing/2014/main" id="{4E81D4A8-F4D4-E6DC-4460-2B03178FA3F8}"/>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37" name="Line 85">
                  <a:extLst>
                    <a:ext uri="{FF2B5EF4-FFF2-40B4-BE49-F238E27FC236}">
                      <a16:creationId xmlns:a16="http://schemas.microsoft.com/office/drawing/2014/main" id="{62B57871-3ACB-0682-134F-A41A492B65AF}"/>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38" name="Line 86">
                  <a:extLst>
                    <a:ext uri="{FF2B5EF4-FFF2-40B4-BE49-F238E27FC236}">
                      <a16:creationId xmlns:a16="http://schemas.microsoft.com/office/drawing/2014/main" id="{321F605F-7841-E194-E26A-CFC2673ACF2C}"/>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39" name="Line 87">
                  <a:extLst>
                    <a:ext uri="{FF2B5EF4-FFF2-40B4-BE49-F238E27FC236}">
                      <a16:creationId xmlns:a16="http://schemas.microsoft.com/office/drawing/2014/main" id="{D57F1683-40AB-CFA2-3576-C2B6450230A4}"/>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820" name="Group 88">
                <a:extLst>
                  <a:ext uri="{FF2B5EF4-FFF2-40B4-BE49-F238E27FC236}">
                    <a16:creationId xmlns:a16="http://schemas.microsoft.com/office/drawing/2014/main" id="{078BD288-2BF0-1F9E-444B-E31924C729D0}"/>
                  </a:ext>
                </a:extLst>
              </p:cNvPr>
              <p:cNvGrpSpPr>
                <a:grpSpLocks/>
              </p:cNvGrpSpPr>
              <p:nvPr/>
            </p:nvGrpSpPr>
            <p:grpSpPr bwMode="auto">
              <a:xfrm>
                <a:off x="623" y="1984"/>
                <a:ext cx="170" cy="135"/>
                <a:chOff x="3615" y="11343"/>
                <a:chExt cx="419" cy="525"/>
              </a:xfrm>
            </p:grpSpPr>
            <p:sp>
              <p:nvSpPr>
                <p:cNvPr id="32932" name="Arc 89">
                  <a:extLst>
                    <a:ext uri="{FF2B5EF4-FFF2-40B4-BE49-F238E27FC236}">
                      <a16:creationId xmlns:a16="http://schemas.microsoft.com/office/drawing/2014/main" id="{A516FE4C-15E8-C4E3-43BF-C5D29D8187BA}"/>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33" name="Line 90">
                  <a:extLst>
                    <a:ext uri="{FF2B5EF4-FFF2-40B4-BE49-F238E27FC236}">
                      <a16:creationId xmlns:a16="http://schemas.microsoft.com/office/drawing/2014/main" id="{F0305BDD-F3CA-6570-8C1A-FF323F70F5D7}"/>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34" name="Line 91">
                  <a:extLst>
                    <a:ext uri="{FF2B5EF4-FFF2-40B4-BE49-F238E27FC236}">
                      <a16:creationId xmlns:a16="http://schemas.microsoft.com/office/drawing/2014/main" id="{8946EC92-5BDC-92D6-B8E1-43BDC1FF39BA}"/>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35" name="Line 92">
                  <a:extLst>
                    <a:ext uri="{FF2B5EF4-FFF2-40B4-BE49-F238E27FC236}">
                      <a16:creationId xmlns:a16="http://schemas.microsoft.com/office/drawing/2014/main" id="{D8A23A78-E328-95FD-ABC1-CC004E3B9C02}"/>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821" name="Group 93">
                <a:extLst>
                  <a:ext uri="{FF2B5EF4-FFF2-40B4-BE49-F238E27FC236}">
                    <a16:creationId xmlns:a16="http://schemas.microsoft.com/office/drawing/2014/main" id="{E314CADB-E663-B5CB-3215-B4CE83DAC617}"/>
                  </a:ext>
                </a:extLst>
              </p:cNvPr>
              <p:cNvGrpSpPr>
                <a:grpSpLocks/>
              </p:cNvGrpSpPr>
              <p:nvPr/>
            </p:nvGrpSpPr>
            <p:grpSpPr bwMode="auto">
              <a:xfrm>
                <a:off x="626" y="2128"/>
                <a:ext cx="170" cy="135"/>
                <a:chOff x="3615" y="11343"/>
                <a:chExt cx="419" cy="525"/>
              </a:xfrm>
            </p:grpSpPr>
            <p:sp>
              <p:nvSpPr>
                <p:cNvPr id="32928" name="Arc 94">
                  <a:extLst>
                    <a:ext uri="{FF2B5EF4-FFF2-40B4-BE49-F238E27FC236}">
                      <a16:creationId xmlns:a16="http://schemas.microsoft.com/office/drawing/2014/main" id="{E2A58262-D4C8-9FC3-DE29-7D027436A1E4}"/>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29" name="Line 95">
                  <a:extLst>
                    <a:ext uri="{FF2B5EF4-FFF2-40B4-BE49-F238E27FC236}">
                      <a16:creationId xmlns:a16="http://schemas.microsoft.com/office/drawing/2014/main" id="{65FC4F84-1CBC-0562-ADCC-7025305F76CB}"/>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30" name="Line 96">
                  <a:extLst>
                    <a:ext uri="{FF2B5EF4-FFF2-40B4-BE49-F238E27FC236}">
                      <a16:creationId xmlns:a16="http://schemas.microsoft.com/office/drawing/2014/main" id="{6D3ECA82-2F4B-EA50-1F03-55BD7BFB25BC}"/>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31" name="Line 97">
                  <a:extLst>
                    <a:ext uri="{FF2B5EF4-FFF2-40B4-BE49-F238E27FC236}">
                      <a16:creationId xmlns:a16="http://schemas.microsoft.com/office/drawing/2014/main" id="{B89D0BE5-F940-7594-D7E5-B375AD91D050}"/>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2822" name="AutoShape 98">
                <a:extLst>
                  <a:ext uri="{FF2B5EF4-FFF2-40B4-BE49-F238E27FC236}">
                    <a16:creationId xmlns:a16="http://schemas.microsoft.com/office/drawing/2014/main" id="{0904BCF2-119B-2849-CD2E-D57DCA9E7119}"/>
                  </a:ext>
                </a:extLst>
              </p:cNvPr>
              <p:cNvSpPr>
                <a:spLocks noChangeArrowheads="1"/>
              </p:cNvSpPr>
              <p:nvPr/>
            </p:nvSpPr>
            <p:spPr bwMode="auto">
              <a:xfrm flipH="1">
                <a:off x="913" y="1615"/>
                <a:ext cx="333" cy="351"/>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2823" name="Line 99">
                <a:extLst>
                  <a:ext uri="{FF2B5EF4-FFF2-40B4-BE49-F238E27FC236}">
                    <a16:creationId xmlns:a16="http://schemas.microsoft.com/office/drawing/2014/main" id="{9923F472-79F0-BD36-B8EB-7E220890B794}"/>
                  </a:ext>
                </a:extLst>
              </p:cNvPr>
              <p:cNvSpPr>
                <a:spLocks noChangeShapeType="1"/>
              </p:cNvSpPr>
              <p:nvPr/>
            </p:nvSpPr>
            <p:spPr bwMode="auto">
              <a:xfrm>
                <a:off x="793" y="1356"/>
                <a:ext cx="22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4" name="Line 100">
                <a:extLst>
                  <a:ext uri="{FF2B5EF4-FFF2-40B4-BE49-F238E27FC236}">
                    <a16:creationId xmlns:a16="http://schemas.microsoft.com/office/drawing/2014/main" id="{8F629392-207E-8B35-98D9-E29AD601B674}"/>
                  </a:ext>
                </a:extLst>
              </p:cNvPr>
              <p:cNvSpPr>
                <a:spLocks noChangeShapeType="1"/>
              </p:cNvSpPr>
              <p:nvPr/>
            </p:nvSpPr>
            <p:spPr bwMode="auto">
              <a:xfrm>
                <a:off x="784" y="2040"/>
                <a:ext cx="15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5" name="Line 101">
                <a:extLst>
                  <a:ext uri="{FF2B5EF4-FFF2-40B4-BE49-F238E27FC236}">
                    <a16:creationId xmlns:a16="http://schemas.microsoft.com/office/drawing/2014/main" id="{2D8A0E7B-69AC-2632-C8FC-EA5D2FC3D57D}"/>
                  </a:ext>
                </a:extLst>
              </p:cNvPr>
              <p:cNvSpPr>
                <a:spLocks noChangeShapeType="1"/>
              </p:cNvSpPr>
              <p:nvPr/>
            </p:nvSpPr>
            <p:spPr bwMode="auto">
              <a:xfrm>
                <a:off x="793" y="1487"/>
                <a:ext cx="20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6" name="Line 102">
                <a:extLst>
                  <a:ext uri="{FF2B5EF4-FFF2-40B4-BE49-F238E27FC236}">
                    <a16:creationId xmlns:a16="http://schemas.microsoft.com/office/drawing/2014/main" id="{4F142408-F011-A460-F34D-1F2249E93493}"/>
                  </a:ext>
                </a:extLst>
              </p:cNvPr>
              <p:cNvSpPr>
                <a:spLocks noChangeShapeType="1"/>
              </p:cNvSpPr>
              <p:nvPr/>
            </p:nvSpPr>
            <p:spPr bwMode="auto">
              <a:xfrm>
                <a:off x="793" y="1921"/>
                <a:ext cx="14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7" name="Line 103">
                <a:extLst>
                  <a:ext uri="{FF2B5EF4-FFF2-40B4-BE49-F238E27FC236}">
                    <a16:creationId xmlns:a16="http://schemas.microsoft.com/office/drawing/2014/main" id="{BF01F088-CFB7-5BE7-4DDA-96FE4E521A19}"/>
                  </a:ext>
                </a:extLst>
              </p:cNvPr>
              <p:cNvSpPr>
                <a:spLocks noChangeShapeType="1"/>
              </p:cNvSpPr>
              <p:nvPr/>
            </p:nvSpPr>
            <p:spPr bwMode="auto">
              <a:xfrm>
                <a:off x="793" y="1643"/>
                <a:ext cx="14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8" name="Line 104">
                <a:extLst>
                  <a:ext uri="{FF2B5EF4-FFF2-40B4-BE49-F238E27FC236}">
                    <a16:creationId xmlns:a16="http://schemas.microsoft.com/office/drawing/2014/main" id="{CBF7D817-312B-665E-9CA3-C110F08C9EDE}"/>
                  </a:ext>
                </a:extLst>
              </p:cNvPr>
              <p:cNvSpPr>
                <a:spLocks noChangeShapeType="1"/>
              </p:cNvSpPr>
              <p:nvPr/>
            </p:nvSpPr>
            <p:spPr bwMode="auto">
              <a:xfrm>
                <a:off x="793" y="1763"/>
                <a:ext cx="15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29" name="Line 105">
                <a:extLst>
                  <a:ext uri="{FF2B5EF4-FFF2-40B4-BE49-F238E27FC236}">
                    <a16:creationId xmlns:a16="http://schemas.microsoft.com/office/drawing/2014/main" id="{DAABDF61-BBA0-ADBC-B09B-659C124BE864}"/>
                  </a:ext>
                </a:extLst>
              </p:cNvPr>
              <p:cNvSpPr>
                <a:spLocks noChangeShapeType="1"/>
              </p:cNvSpPr>
              <p:nvPr/>
            </p:nvSpPr>
            <p:spPr bwMode="auto">
              <a:xfrm>
                <a:off x="802" y="2188"/>
                <a:ext cx="10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30" name="Line 106">
                <a:extLst>
                  <a:ext uri="{FF2B5EF4-FFF2-40B4-BE49-F238E27FC236}">
                    <a16:creationId xmlns:a16="http://schemas.microsoft.com/office/drawing/2014/main" id="{26698D78-A70B-C779-77E7-63E257B6A9F4}"/>
                  </a:ext>
                </a:extLst>
              </p:cNvPr>
              <p:cNvSpPr>
                <a:spLocks noChangeShapeType="1"/>
              </p:cNvSpPr>
              <p:nvPr/>
            </p:nvSpPr>
            <p:spPr bwMode="auto">
              <a:xfrm>
                <a:off x="2060" y="1791"/>
                <a:ext cx="0" cy="1086"/>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2831" name="Line 107">
                <a:extLst>
                  <a:ext uri="{FF2B5EF4-FFF2-40B4-BE49-F238E27FC236}">
                    <a16:creationId xmlns:a16="http://schemas.microsoft.com/office/drawing/2014/main" id="{2DAB31CA-AEAE-B219-921D-08A082F46A5C}"/>
                  </a:ext>
                </a:extLst>
              </p:cNvPr>
              <p:cNvSpPr>
                <a:spLocks noChangeShapeType="1"/>
              </p:cNvSpPr>
              <p:nvPr/>
            </p:nvSpPr>
            <p:spPr bwMode="auto">
              <a:xfrm flipV="1">
                <a:off x="1209" y="3500"/>
                <a:ext cx="112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32" name="Line 108">
                <a:extLst>
                  <a:ext uri="{FF2B5EF4-FFF2-40B4-BE49-F238E27FC236}">
                    <a16:creationId xmlns:a16="http://schemas.microsoft.com/office/drawing/2014/main" id="{DB65604A-AC8F-FD06-CCC4-C8F8E3C9A481}"/>
                  </a:ext>
                </a:extLst>
              </p:cNvPr>
              <p:cNvSpPr>
                <a:spLocks noChangeShapeType="1"/>
              </p:cNvSpPr>
              <p:nvPr/>
            </p:nvSpPr>
            <p:spPr bwMode="auto">
              <a:xfrm>
                <a:off x="793" y="1220"/>
                <a:ext cx="15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33" name="Rectangle 109">
                <a:extLst>
                  <a:ext uri="{FF2B5EF4-FFF2-40B4-BE49-F238E27FC236}">
                    <a16:creationId xmlns:a16="http://schemas.microsoft.com/office/drawing/2014/main" id="{34628A3F-8FF2-1E1F-891E-ED040D0164B2}"/>
                  </a:ext>
                </a:extLst>
              </p:cNvPr>
              <p:cNvSpPr>
                <a:spLocks noChangeArrowheads="1"/>
              </p:cNvSpPr>
              <p:nvPr/>
            </p:nvSpPr>
            <p:spPr bwMode="auto">
              <a:xfrm>
                <a:off x="2254" y="1589"/>
                <a:ext cx="528" cy="796"/>
              </a:xfrm>
              <a:prstGeom prst="rect">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grpSp>
            <p:nvGrpSpPr>
              <p:cNvPr id="32834" name="Group 110">
                <a:extLst>
                  <a:ext uri="{FF2B5EF4-FFF2-40B4-BE49-F238E27FC236}">
                    <a16:creationId xmlns:a16="http://schemas.microsoft.com/office/drawing/2014/main" id="{8CB2A988-C1E2-1F80-12F7-9C1596C0A426}"/>
                  </a:ext>
                </a:extLst>
              </p:cNvPr>
              <p:cNvGrpSpPr>
                <a:grpSpLocks/>
              </p:cNvGrpSpPr>
              <p:nvPr/>
            </p:nvGrpSpPr>
            <p:grpSpPr bwMode="auto">
              <a:xfrm>
                <a:off x="2254" y="2099"/>
                <a:ext cx="111" cy="118"/>
                <a:chOff x="6801" y="12039"/>
                <a:chExt cx="194" cy="215"/>
              </a:xfrm>
            </p:grpSpPr>
            <p:sp>
              <p:nvSpPr>
                <p:cNvPr id="32923" name="Line 111">
                  <a:extLst>
                    <a:ext uri="{FF2B5EF4-FFF2-40B4-BE49-F238E27FC236}">
                      <a16:creationId xmlns:a16="http://schemas.microsoft.com/office/drawing/2014/main" id="{A82595EB-00D9-0E8C-AB04-C6F0A34C2BB5}"/>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24" name="Line 112">
                  <a:extLst>
                    <a:ext uri="{FF2B5EF4-FFF2-40B4-BE49-F238E27FC236}">
                      <a16:creationId xmlns:a16="http://schemas.microsoft.com/office/drawing/2014/main" id="{1DF16E22-3772-CCB1-2F3E-55E40A4DBFCD}"/>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25" name="Line 113">
                  <a:extLst>
                    <a:ext uri="{FF2B5EF4-FFF2-40B4-BE49-F238E27FC236}">
                      <a16:creationId xmlns:a16="http://schemas.microsoft.com/office/drawing/2014/main" id="{9A20E845-AD0F-96D5-BEBA-6AE86DFC5F55}"/>
                    </a:ext>
                  </a:extLst>
                </p:cNvPr>
                <p:cNvSpPr>
                  <a:spLocks noChangeShapeType="1"/>
                </p:cNvSpPr>
                <p:nvPr/>
              </p:nvSpPr>
              <p:spPr bwMode="auto">
                <a:xfrm>
                  <a:off x="6921" y="12114"/>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26" name="Line 114">
                  <a:extLst>
                    <a:ext uri="{FF2B5EF4-FFF2-40B4-BE49-F238E27FC236}">
                      <a16:creationId xmlns:a16="http://schemas.microsoft.com/office/drawing/2014/main" id="{4297F0DB-FB27-D360-8EDF-10EC8544E88E}"/>
                    </a:ext>
                  </a:extLst>
                </p:cNvPr>
                <p:cNvSpPr>
                  <a:spLocks noChangeShapeType="1"/>
                </p:cNvSpPr>
                <p:nvPr/>
              </p:nvSpPr>
              <p:spPr bwMode="auto">
                <a:xfrm>
                  <a:off x="6831" y="12039"/>
                  <a:ext cx="164" cy="11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27" name="Line 115">
                  <a:extLst>
                    <a:ext uri="{FF2B5EF4-FFF2-40B4-BE49-F238E27FC236}">
                      <a16:creationId xmlns:a16="http://schemas.microsoft.com/office/drawing/2014/main" id="{62AA7161-EA73-0771-0825-51A85A8259B6}"/>
                    </a:ext>
                  </a:extLst>
                </p:cNvPr>
                <p:cNvSpPr>
                  <a:spLocks noChangeShapeType="1"/>
                </p:cNvSpPr>
                <p:nvPr/>
              </p:nvSpPr>
              <p:spPr bwMode="auto">
                <a:xfrm flipV="1">
                  <a:off x="6801" y="12156"/>
                  <a:ext cx="183" cy="9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2835" name="Text Box 116">
                <a:extLst>
                  <a:ext uri="{FF2B5EF4-FFF2-40B4-BE49-F238E27FC236}">
                    <a16:creationId xmlns:a16="http://schemas.microsoft.com/office/drawing/2014/main" id="{6F0EA1F3-E46E-85FF-C147-9DB29E2168F5}"/>
                  </a:ext>
                </a:extLst>
              </p:cNvPr>
              <p:cNvSpPr txBox="1">
                <a:spLocks noChangeArrowheads="1"/>
              </p:cNvSpPr>
              <p:nvPr/>
            </p:nvSpPr>
            <p:spPr bwMode="auto">
              <a:xfrm>
                <a:off x="2208" y="1674"/>
                <a:ext cx="444"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dirty="0">
                    <a:solidFill>
                      <a:schemeClr val="bg1"/>
                    </a:solidFill>
                  </a:rPr>
                  <a:t>D</a:t>
                </a:r>
                <a:endParaRPr lang="ru-RU" altLang="en-US" sz="1100" b="0" u="none" dirty="0">
                  <a:solidFill>
                    <a:schemeClr val="bg1"/>
                  </a:solidFill>
                </a:endParaRPr>
              </a:p>
            </p:txBody>
          </p:sp>
          <p:sp>
            <p:nvSpPr>
              <p:cNvPr id="32836" name="Text Box 117">
                <a:extLst>
                  <a:ext uri="{FF2B5EF4-FFF2-40B4-BE49-F238E27FC236}">
                    <a16:creationId xmlns:a16="http://schemas.microsoft.com/office/drawing/2014/main" id="{71B0953B-EFF3-6597-E07C-8CC3A5F4BFBA}"/>
                  </a:ext>
                </a:extLst>
              </p:cNvPr>
              <p:cNvSpPr txBox="1">
                <a:spLocks noChangeArrowheads="1"/>
              </p:cNvSpPr>
              <p:nvPr/>
            </p:nvSpPr>
            <p:spPr bwMode="auto">
              <a:xfrm>
                <a:off x="2338" y="2030"/>
                <a:ext cx="44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dirty="0">
                    <a:solidFill>
                      <a:schemeClr val="bg1"/>
                    </a:solidFill>
                  </a:rPr>
                  <a:t>CLK</a:t>
                </a:r>
                <a:endParaRPr lang="ru-RU" altLang="en-US" sz="1100" b="0" u="none" dirty="0">
                  <a:solidFill>
                    <a:schemeClr val="bg1"/>
                  </a:solidFill>
                </a:endParaRPr>
              </a:p>
            </p:txBody>
          </p:sp>
          <p:sp>
            <p:nvSpPr>
              <p:cNvPr id="32837" name="Line 118">
                <a:extLst>
                  <a:ext uri="{FF2B5EF4-FFF2-40B4-BE49-F238E27FC236}">
                    <a16:creationId xmlns:a16="http://schemas.microsoft.com/office/drawing/2014/main" id="{4CA606E4-D91D-3E44-2D89-18CDFCC76502}"/>
                  </a:ext>
                </a:extLst>
              </p:cNvPr>
              <p:cNvSpPr>
                <a:spLocks noChangeShapeType="1"/>
              </p:cNvSpPr>
              <p:nvPr/>
            </p:nvSpPr>
            <p:spPr bwMode="auto">
              <a:xfrm>
                <a:off x="2783" y="1813"/>
                <a:ext cx="60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38" name="Oval 119">
                <a:extLst>
                  <a:ext uri="{FF2B5EF4-FFF2-40B4-BE49-F238E27FC236}">
                    <a16:creationId xmlns:a16="http://schemas.microsoft.com/office/drawing/2014/main" id="{609E426F-21E2-113E-5E26-5A2CF696A983}"/>
                  </a:ext>
                </a:extLst>
              </p:cNvPr>
              <p:cNvSpPr>
                <a:spLocks noChangeArrowheads="1"/>
              </p:cNvSpPr>
              <p:nvPr/>
            </p:nvSpPr>
            <p:spPr bwMode="auto">
              <a:xfrm>
                <a:off x="2782" y="2126"/>
                <a:ext cx="77" cy="83"/>
              </a:xfrm>
              <a:prstGeom prst="ellipse">
                <a:avLst/>
              </a:prstGeom>
              <a:solidFill>
                <a:srgbClr val="FFFFFF"/>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2839" name="Line 120">
                <a:extLst>
                  <a:ext uri="{FF2B5EF4-FFF2-40B4-BE49-F238E27FC236}">
                    <a16:creationId xmlns:a16="http://schemas.microsoft.com/office/drawing/2014/main" id="{22160E6B-1C91-020E-7336-ADBF93F062E6}"/>
                  </a:ext>
                </a:extLst>
              </p:cNvPr>
              <p:cNvSpPr>
                <a:spLocks noChangeShapeType="1"/>
              </p:cNvSpPr>
              <p:nvPr/>
            </p:nvSpPr>
            <p:spPr bwMode="auto">
              <a:xfrm>
                <a:off x="2863" y="2168"/>
                <a:ext cx="157"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32840" name="AutoShape 121">
                <a:extLst>
                  <a:ext uri="{FF2B5EF4-FFF2-40B4-BE49-F238E27FC236}">
                    <a16:creationId xmlns:a16="http://schemas.microsoft.com/office/drawing/2014/main" id="{9BD32313-0F26-4F87-3841-1424AC0B5141}"/>
                  </a:ext>
                </a:extLst>
              </p:cNvPr>
              <p:cNvSpPr>
                <a:spLocks noChangeArrowheads="1"/>
              </p:cNvSpPr>
              <p:nvPr/>
            </p:nvSpPr>
            <p:spPr bwMode="auto">
              <a:xfrm rot="5400000">
                <a:off x="2116" y="3337"/>
                <a:ext cx="764" cy="34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95 w 21600"/>
                  <a:gd name="T13" fmla="*/ 4511 h 21600"/>
                  <a:gd name="T14" fmla="*/ 17105 w 21600"/>
                  <a:gd name="T15" fmla="*/ 1708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32841" name="Text Box 122">
                <a:extLst>
                  <a:ext uri="{FF2B5EF4-FFF2-40B4-BE49-F238E27FC236}">
                    <a16:creationId xmlns:a16="http://schemas.microsoft.com/office/drawing/2014/main" id="{C13847FD-4A27-2842-F67E-1FC39966E50C}"/>
                  </a:ext>
                </a:extLst>
              </p:cNvPr>
              <p:cNvSpPr txBox="1">
                <a:spLocks noChangeArrowheads="1"/>
              </p:cNvSpPr>
              <p:nvPr/>
            </p:nvSpPr>
            <p:spPr bwMode="auto">
              <a:xfrm>
                <a:off x="2467" y="3224"/>
                <a:ext cx="333"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dirty="0">
                    <a:solidFill>
                      <a:schemeClr val="bg1"/>
                    </a:solidFill>
                  </a:rPr>
                  <a:t>0</a:t>
                </a:r>
                <a:endParaRPr lang="ru-RU" altLang="en-US" sz="1100" b="0" u="none" dirty="0">
                  <a:solidFill>
                    <a:schemeClr val="bg1"/>
                  </a:solidFill>
                </a:endParaRPr>
              </a:p>
            </p:txBody>
          </p:sp>
          <p:sp>
            <p:nvSpPr>
              <p:cNvPr id="32842" name="Text Box 123">
                <a:extLst>
                  <a:ext uri="{FF2B5EF4-FFF2-40B4-BE49-F238E27FC236}">
                    <a16:creationId xmlns:a16="http://schemas.microsoft.com/office/drawing/2014/main" id="{187AD19B-3CB2-D952-0798-D992124AD4CB}"/>
                  </a:ext>
                </a:extLst>
              </p:cNvPr>
              <p:cNvSpPr txBox="1">
                <a:spLocks noChangeArrowheads="1"/>
              </p:cNvSpPr>
              <p:nvPr/>
            </p:nvSpPr>
            <p:spPr bwMode="auto">
              <a:xfrm>
                <a:off x="2440" y="3568"/>
                <a:ext cx="333"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dirty="0">
                    <a:solidFill>
                      <a:schemeClr val="bg1"/>
                    </a:solidFill>
                  </a:rPr>
                  <a:t>1</a:t>
                </a:r>
                <a:endParaRPr lang="ru-RU" altLang="en-US" sz="1100" b="0" u="none" dirty="0">
                  <a:solidFill>
                    <a:schemeClr val="bg1"/>
                  </a:solidFill>
                </a:endParaRPr>
              </a:p>
            </p:txBody>
          </p:sp>
          <p:grpSp>
            <p:nvGrpSpPr>
              <p:cNvPr id="32843" name="Group 124">
                <a:extLst>
                  <a:ext uri="{FF2B5EF4-FFF2-40B4-BE49-F238E27FC236}">
                    <a16:creationId xmlns:a16="http://schemas.microsoft.com/office/drawing/2014/main" id="{3C011AD9-1C01-8ABA-3F30-1E8CA89322BE}"/>
                  </a:ext>
                </a:extLst>
              </p:cNvPr>
              <p:cNvGrpSpPr>
                <a:grpSpLocks/>
              </p:cNvGrpSpPr>
              <p:nvPr/>
            </p:nvGrpSpPr>
            <p:grpSpPr bwMode="auto">
              <a:xfrm>
                <a:off x="3355" y="1605"/>
                <a:ext cx="481" cy="1066"/>
                <a:chOff x="6711" y="3654"/>
                <a:chExt cx="780" cy="1620"/>
              </a:xfrm>
            </p:grpSpPr>
            <p:sp>
              <p:nvSpPr>
                <p:cNvPr id="32918" name="AutoShape 125">
                  <a:extLst>
                    <a:ext uri="{FF2B5EF4-FFF2-40B4-BE49-F238E27FC236}">
                      <a16:creationId xmlns:a16="http://schemas.microsoft.com/office/drawing/2014/main" id="{AFF597A2-8B3E-213A-16C5-B2EFA29EB093}"/>
                    </a:ext>
                  </a:extLst>
                </p:cNvPr>
                <p:cNvSpPr>
                  <a:spLocks noChangeArrowheads="1"/>
                </p:cNvSpPr>
                <p:nvPr/>
              </p:nvSpPr>
              <p:spPr bwMode="auto">
                <a:xfrm rot="-5400000">
                  <a:off x="6321" y="4104"/>
                  <a:ext cx="1620" cy="7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7 w 21600"/>
                    <a:gd name="T13" fmla="*/ 4500 h 21600"/>
                    <a:gd name="T14" fmla="*/ 17107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32919" name="Text Box 126">
                  <a:extLst>
                    <a:ext uri="{FF2B5EF4-FFF2-40B4-BE49-F238E27FC236}">
                      <a16:creationId xmlns:a16="http://schemas.microsoft.com/office/drawing/2014/main" id="{796B16E2-1D29-29D6-32DA-F768E95AE31A}"/>
                    </a:ext>
                  </a:extLst>
                </p:cNvPr>
                <p:cNvSpPr txBox="1">
                  <a:spLocks noChangeArrowheads="1"/>
                </p:cNvSpPr>
                <p:nvPr/>
              </p:nvSpPr>
              <p:spPr bwMode="auto">
                <a:xfrm>
                  <a:off x="6726" y="3834"/>
                  <a:ext cx="5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dirty="0">
                      <a:solidFill>
                        <a:schemeClr val="bg1"/>
                      </a:solidFill>
                    </a:rPr>
                    <a:t>00</a:t>
                  </a:r>
                  <a:endParaRPr lang="ru-RU" altLang="en-US" sz="1100" b="0" u="none" dirty="0">
                    <a:solidFill>
                      <a:schemeClr val="bg1"/>
                    </a:solidFill>
                  </a:endParaRPr>
                </a:p>
              </p:txBody>
            </p:sp>
            <p:sp>
              <p:nvSpPr>
                <p:cNvPr id="32920" name="Text Box 127">
                  <a:extLst>
                    <a:ext uri="{FF2B5EF4-FFF2-40B4-BE49-F238E27FC236}">
                      <a16:creationId xmlns:a16="http://schemas.microsoft.com/office/drawing/2014/main" id="{1A94E288-5AD9-0C56-28DA-D5BF45286611}"/>
                    </a:ext>
                  </a:extLst>
                </p:cNvPr>
                <p:cNvSpPr txBox="1">
                  <a:spLocks noChangeArrowheads="1"/>
                </p:cNvSpPr>
                <p:nvPr/>
              </p:nvSpPr>
              <p:spPr bwMode="auto">
                <a:xfrm>
                  <a:off x="6726" y="4089"/>
                  <a:ext cx="5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a:solidFill>
                        <a:schemeClr val="bg1"/>
                      </a:solidFill>
                    </a:rPr>
                    <a:t>01</a:t>
                  </a:r>
                  <a:endParaRPr lang="ru-RU" altLang="en-US" sz="1100" b="0" u="none">
                    <a:solidFill>
                      <a:schemeClr val="bg1"/>
                    </a:solidFill>
                  </a:endParaRPr>
                </a:p>
              </p:txBody>
            </p:sp>
            <p:sp>
              <p:nvSpPr>
                <p:cNvPr id="32921" name="Text Box 128">
                  <a:extLst>
                    <a:ext uri="{FF2B5EF4-FFF2-40B4-BE49-F238E27FC236}">
                      <a16:creationId xmlns:a16="http://schemas.microsoft.com/office/drawing/2014/main" id="{6D769ED4-2D8D-2D1A-3499-B2BB479174C0}"/>
                    </a:ext>
                  </a:extLst>
                </p:cNvPr>
                <p:cNvSpPr txBox="1">
                  <a:spLocks noChangeArrowheads="1"/>
                </p:cNvSpPr>
                <p:nvPr/>
              </p:nvSpPr>
              <p:spPr bwMode="auto">
                <a:xfrm>
                  <a:off x="6711" y="4389"/>
                  <a:ext cx="5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a:solidFill>
                        <a:schemeClr val="bg1"/>
                      </a:solidFill>
                    </a:rPr>
                    <a:t>10</a:t>
                  </a:r>
                  <a:endParaRPr lang="ru-RU" altLang="en-US" sz="1100" b="0" u="none">
                    <a:solidFill>
                      <a:schemeClr val="bg1"/>
                    </a:solidFill>
                  </a:endParaRPr>
                </a:p>
              </p:txBody>
            </p:sp>
            <p:sp>
              <p:nvSpPr>
                <p:cNvPr id="32922" name="Text Box 129">
                  <a:extLst>
                    <a:ext uri="{FF2B5EF4-FFF2-40B4-BE49-F238E27FC236}">
                      <a16:creationId xmlns:a16="http://schemas.microsoft.com/office/drawing/2014/main" id="{D6F8A97B-C70F-3B75-DD60-054B894BA141}"/>
                    </a:ext>
                  </a:extLst>
                </p:cNvPr>
                <p:cNvSpPr txBox="1">
                  <a:spLocks noChangeArrowheads="1"/>
                </p:cNvSpPr>
                <p:nvPr/>
              </p:nvSpPr>
              <p:spPr bwMode="auto">
                <a:xfrm>
                  <a:off x="6726" y="4734"/>
                  <a:ext cx="5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a:solidFill>
                        <a:schemeClr val="bg1"/>
                      </a:solidFill>
                    </a:rPr>
                    <a:t>11</a:t>
                  </a:r>
                  <a:endParaRPr lang="ru-RU" altLang="en-US" sz="1100" b="0" u="none">
                    <a:solidFill>
                      <a:schemeClr val="bg1"/>
                    </a:solidFill>
                  </a:endParaRPr>
                </a:p>
              </p:txBody>
            </p:sp>
          </p:grpSp>
          <p:grpSp>
            <p:nvGrpSpPr>
              <p:cNvPr id="32844" name="Group 130">
                <a:extLst>
                  <a:ext uri="{FF2B5EF4-FFF2-40B4-BE49-F238E27FC236}">
                    <a16:creationId xmlns:a16="http://schemas.microsoft.com/office/drawing/2014/main" id="{2115513E-8391-0554-6E09-5838D5FD4190}"/>
                  </a:ext>
                </a:extLst>
              </p:cNvPr>
              <p:cNvGrpSpPr>
                <a:grpSpLocks/>
              </p:cNvGrpSpPr>
              <p:nvPr/>
            </p:nvGrpSpPr>
            <p:grpSpPr bwMode="auto">
              <a:xfrm>
                <a:off x="1052" y="3372"/>
                <a:ext cx="163" cy="266"/>
                <a:chOff x="9291" y="3837"/>
                <a:chExt cx="264" cy="404"/>
              </a:xfrm>
            </p:grpSpPr>
            <p:sp>
              <p:nvSpPr>
                <p:cNvPr id="32916" name="AutoShape 131">
                  <a:extLst>
                    <a:ext uri="{FF2B5EF4-FFF2-40B4-BE49-F238E27FC236}">
                      <a16:creationId xmlns:a16="http://schemas.microsoft.com/office/drawing/2014/main" id="{CF760C2B-3489-7F7A-E98F-875FECC2F753}"/>
                    </a:ext>
                  </a:extLst>
                </p:cNvPr>
                <p:cNvSpPr>
                  <a:spLocks noChangeArrowheads="1"/>
                </p:cNvSpPr>
                <p:nvPr/>
              </p:nvSpPr>
              <p:spPr bwMode="auto">
                <a:xfrm rot="-5400000">
                  <a:off x="9221" y="3907"/>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2917" name="Oval 132">
                  <a:extLst>
                    <a:ext uri="{FF2B5EF4-FFF2-40B4-BE49-F238E27FC236}">
                      <a16:creationId xmlns:a16="http://schemas.microsoft.com/office/drawing/2014/main" id="{02F225BA-F025-C5BC-02E4-F533D3C730B1}"/>
                    </a:ext>
                  </a:extLst>
                </p:cNvPr>
                <p:cNvSpPr>
                  <a:spLocks noChangeArrowheads="1"/>
                </p:cNvSpPr>
                <p:nvPr/>
              </p:nvSpPr>
              <p:spPr bwMode="auto">
                <a:xfrm>
                  <a:off x="9321" y="4089"/>
                  <a:ext cx="113" cy="113"/>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grpSp>
          <p:sp>
            <p:nvSpPr>
              <p:cNvPr id="32845" name="Line 133">
                <a:extLst>
                  <a:ext uri="{FF2B5EF4-FFF2-40B4-BE49-F238E27FC236}">
                    <a16:creationId xmlns:a16="http://schemas.microsoft.com/office/drawing/2014/main" id="{4DFD7D23-CB49-ABD8-4150-EEF55FE21831}"/>
                  </a:ext>
                </a:extLst>
              </p:cNvPr>
              <p:cNvSpPr>
                <a:spLocks noChangeShapeType="1"/>
              </p:cNvSpPr>
              <p:nvPr/>
            </p:nvSpPr>
            <p:spPr bwMode="auto">
              <a:xfrm>
                <a:off x="1468" y="826"/>
                <a:ext cx="0" cy="217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46" name="Line 134">
                <a:extLst>
                  <a:ext uri="{FF2B5EF4-FFF2-40B4-BE49-F238E27FC236}">
                    <a16:creationId xmlns:a16="http://schemas.microsoft.com/office/drawing/2014/main" id="{84DD7B65-1AF1-A6FE-A320-979DDAA6107F}"/>
                  </a:ext>
                </a:extLst>
              </p:cNvPr>
              <p:cNvSpPr>
                <a:spLocks noChangeShapeType="1"/>
              </p:cNvSpPr>
              <p:nvPr/>
            </p:nvSpPr>
            <p:spPr bwMode="auto">
              <a:xfrm>
                <a:off x="1644" y="836"/>
                <a:ext cx="0" cy="217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47" name="Line 135">
                <a:extLst>
                  <a:ext uri="{FF2B5EF4-FFF2-40B4-BE49-F238E27FC236}">
                    <a16:creationId xmlns:a16="http://schemas.microsoft.com/office/drawing/2014/main" id="{FB0C49DA-7A9A-E673-81D1-2AE6119B3381}"/>
                  </a:ext>
                </a:extLst>
              </p:cNvPr>
              <p:cNvSpPr>
                <a:spLocks noChangeShapeType="1"/>
              </p:cNvSpPr>
              <p:nvPr/>
            </p:nvSpPr>
            <p:spPr bwMode="auto">
              <a:xfrm>
                <a:off x="1834" y="820"/>
                <a:ext cx="0" cy="217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48" name="Line 136">
                <a:extLst>
                  <a:ext uri="{FF2B5EF4-FFF2-40B4-BE49-F238E27FC236}">
                    <a16:creationId xmlns:a16="http://schemas.microsoft.com/office/drawing/2014/main" id="{7C8A43B7-A5E5-F199-C1CB-D1F79E152EF5}"/>
                  </a:ext>
                </a:extLst>
              </p:cNvPr>
              <p:cNvSpPr>
                <a:spLocks noChangeShapeType="1"/>
              </p:cNvSpPr>
              <p:nvPr/>
            </p:nvSpPr>
            <p:spPr bwMode="auto">
              <a:xfrm>
                <a:off x="3022" y="2010"/>
                <a:ext cx="36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49" name="Line 137">
                <a:extLst>
                  <a:ext uri="{FF2B5EF4-FFF2-40B4-BE49-F238E27FC236}">
                    <a16:creationId xmlns:a16="http://schemas.microsoft.com/office/drawing/2014/main" id="{D71ECC07-7352-D3DD-7491-7CE5BA2BE18C}"/>
                  </a:ext>
                </a:extLst>
              </p:cNvPr>
              <p:cNvSpPr>
                <a:spLocks noChangeShapeType="1"/>
              </p:cNvSpPr>
              <p:nvPr/>
            </p:nvSpPr>
            <p:spPr bwMode="auto">
              <a:xfrm flipV="1">
                <a:off x="3020" y="2014"/>
                <a:ext cx="0" cy="130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50" name="Line 138">
                <a:extLst>
                  <a:ext uri="{FF2B5EF4-FFF2-40B4-BE49-F238E27FC236}">
                    <a16:creationId xmlns:a16="http://schemas.microsoft.com/office/drawing/2014/main" id="{0C088BA3-30CD-EFC1-BF2B-E343E75FF29E}"/>
                  </a:ext>
                </a:extLst>
              </p:cNvPr>
              <p:cNvSpPr>
                <a:spLocks noChangeShapeType="1"/>
              </p:cNvSpPr>
              <p:nvPr/>
            </p:nvSpPr>
            <p:spPr bwMode="auto">
              <a:xfrm>
                <a:off x="1838" y="2150"/>
                <a:ext cx="409"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2851" name="Line 139">
                <a:extLst>
                  <a:ext uri="{FF2B5EF4-FFF2-40B4-BE49-F238E27FC236}">
                    <a16:creationId xmlns:a16="http://schemas.microsoft.com/office/drawing/2014/main" id="{AF079C6B-BA25-9D2D-4B7E-7912BD50A665}"/>
                  </a:ext>
                </a:extLst>
              </p:cNvPr>
              <p:cNvSpPr>
                <a:spLocks noChangeShapeType="1"/>
              </p:cNvSpPr>
              <p:nvPr/>
            </p:nvSpPr>
            <p:spPr bwMode="auto">
              <a:xfrm>
                <a:off x="1635" y="2553"/>
                <a:ext cx="852" cy="0"/>
              </a:xfrm>
              <a:prstGeom prst="line">
                <a:avLst/>
              </a:prstGeom>
              <a:noFill/>
              <a:ln w="222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2852" name="Line 140">
                <a:extLst>
                  <a:ext uri="{FF2B5EF4-FFF2-40B4-BE49-F238E27FC236}">
                    <a16:creationId xmlns:a16="http://schemas.microsoft.com/office/drawing/2014/main" id="{0A332834-A10C-7CF7-3EC1-B83B87A869FF}"/>
                  </a:ext>
                </a:extLst>
              </p:cNvPr>
              <p:cNvSpPr>
                <a:spLocks noChangeShapeType="1"/>
              </p:cNvSpPr>
              <p:nvPr/>
            </p:nvSpPr>
            <p:spPr bwMode="auto">
              <a:xfrm flipV="1">
                <a:off x="2495" y="2387"/>
                <a:ext cx="0" cy="16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53" name="Line 141">
                <a:extLst>
                  <a:ext uri="{FF2B5EF4-FFF2-40B4-BE49-F238E27FC236}">
                    <a16:creationId xmlns:a16="http://schemas.microsoft.com/office/drawing/2014/main" id="{8F144E80-405C-0592-EFDB-A826E74A3C3E}"/>
                  </a:ext>
                </a:extLst>
              </p:cNvPr>
              <p:cNvSpPr>
                <a:spLocks noChangeShapeType="1"/>
              </p:cNvSpPr>
              <p:nvPr/>
            </p:nvSpPr>
            <p:spPr bwMode="auto">
              <a:xfrm>
                <a:off x="1468" y="1408"/>
                <a:ext cx="1042" cy="0"/>
              </a:xfrm>
              <a:prstGeom prst="line">
                <a:avLst/>
              </a:prstGeom>
              <a:noFill/>
              <a:ln w="222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2854" name="Line 142">
                <a:extLst>
                  <a:ext uri="{FF2B5EF4-FFF2-40B4-BE49-F238E27FC236}">
                    <a16:creationId xmlns:a16="http://schemas.microsoft.com/office/drawing/2014/main" id="{FB4455BC-7C40-25CD-DB5B-0805977CB078}"/>
                  </a:ext>
                </a:extLst>
              </p:cNvPr>
              <p:cNvSpPr>
                <a:spLocks noChangeShapeType="1"/>
              </p:cNvSpPr>
              <p:nvPr/>
            </p:nvSpPr>
            <p:spPr bwMode="auto">
              <a:xfrm flipV="1">
                <a:off x="2523" y="1408"/>
                <a:ext cx="0" cy="1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55" name="Line 143">
                <a:extLst>
                  <a:ext uri="{FF2B5EF4-FFF2-40B4-BE49-F238E27FC236}">
                    <a16:creationId xmlns:a16="http://schemas.microsoft.com/office/drawing/2014/main" id="{B1F43F43-A39D-8FDA-28B4-D2A7027E548D}"/>
                  </a:ext>
                </a:extLst>
              </p:cNvPr>
              <p:cNvSpPr>
                <a:spLocks noChangeShapeType="1"/>
              </p:cNvSpPr>
              <p:nvPr/>
            </p:nvSpPr>
            <p:spPr bwMode="auto">
              <a:xfrm>
                <a:off x="2671" y="3313"/>
                <a:ext cx="34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856" name="Group 144">
                <a:extLst>
                  <a:ext uri="{FF2B5EF4-FFF2-40B4-BE49-F238E27FC236}">
                    <a16:creationId xmlns:a16="http://schemas.microsoft.com/office/drawing/2014/main" id="{B74B3ECD-A4C7-904A-DD86-07A1E6963990}"/>
                  </a:ext>
                </a:extLst>
              </p:cNvPr>
              <p:cNvGrpSpPr>
                <a:grpSpLocks/>
              </p:cNvGrpSpPr>
              <p:nvPr/>
            </p:nvGrpSpPr>
            <p:grpSpPr bwMode="auto">
              <a:xfrm>
                <a:off x="2671" y="2770"/>
                <a:ext cx="246" cy="230"/>
                <a:chOff x="3082" y="7704"/>
                <a:chExt cx="399" cy="404"/>
              </a:xfrm>
            </p:grpSpPr>
            <p:sp>
              <p:nvSpPr>
                <p:cNvPr id="32914" name="AutoShape 145">
                  <a:extLst>
                    <a:ext uri="{FF2B5EF4-FFF2-40B4-BE49-F238E27FC236}">
                      <a16:creationId xmlns:a16="http://schemas.microsoft.com/office/drawing/2014/main" id="{20305081-A08D-8176-BE5A-44EF1EA6A100}"/>
                    </a:ext>
                  </a:extLst>
                </p:cNvPr>
                <p:cNvSpPr>
                  <a:spLocks noChangeArrowheads="1"/>
                </p:cNvSpPr>
                <p:nvPr/>
              </p:nvSpPr>
              <p:spPr bwMode="auto">
                <a:xfrm rot="5435204">
                  <a:off x="3012" y="777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2915" name="Oval 146">
                  <a:extLst>
                    <a:ext uri="{FF2B5EF4-FFF2-40B4-BE49-F238E27FC236}">
                      <a16:creationId xmlns:a16="http://schemas.microsoft.com/office/drawing/2014/main" id="{5B4E1A0F-BF3F-1339-9E9E-2BEBCC4BE43F}"/>
                    </a:ext>
                  </a:extLst>
                </p:cNvPr>
                <p:cNvSpPr>
                  <a:spLocks noChangeArrowheads="1"/>
                </p:cNvSpPr>
                <p:nvPr/>
              </p:nvSpPr>
              <p:spPr bwMode="auto">
                <a:xfrm>
                  <a:off x="3345" y="7828"/>
                  <a:ext cx="136" cy="136"/>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grpSp>
          <p:sp>
            <p:nvSpPr>
              <p:cNvPr id="32857" name="Line 147">
                <a:extLst>
                  <a:ext uri="{FF2B5EF4-FFF2-40B4-BE49-F238E27FC236}">
                    <a16:creationId xmlns:a16="http://schemas.microsoft.com/office/drawing/2014/main" id="{B5CDE133-05AC-96FD-B4BE-60D47F521105}"/>
                  </a:ext>
                </a:extLst>
              </p:cNvPr>
              <p:cNvSpPr>
                <a:spLocks noChangeShapeType="1"/>
              </p:cNvSpPr>
              <p:nvPr/>
            </p:nvSpPr>
            <p:spPr bwMode="auto">
              <a:xfrm>
                <a:off x="2060" y="2879"/>
                <a:ext cx="59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58" name="Line 148">
                <a:extLst>
                  <a:ext uri="{FF2B5EF4-FFF2-40B4-BE49-F238E27FC236}">
                    <a16:creationId xmlns:a16="http://schemas.microsoft.com/office/drawing/2014/main" id="{1745556B-8B03-26B7-7EC6-5FF16C37BAC6}"/>
                  </a:ext>
                </a:extLst>
              </p:cNvPr>
              <p:cNvSpPr>
                <a:spLocks noChangeShapeType="1"/>
              </p:cNvSpPr>
              <p:nvPr/>
            </p:nvSpPr>
            <p:spPr bwMode="auto">
              <a:xfrm>
                <a:off x="2920" y="2879"/>
                <a:ext cx="29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59" name="Line 149">
                <a:extLst>
                  <a:ext uri="{FF2B5EF4-FFF2-40B4-BE49-F238E27FC236}">
                    <a16:creationId xmlns:a16="http://schemas.microsoft.com/office/drawing/2014/main" id="{169C37FE-D691-88D2-510E-437BC81BBF1F}"/>
                  </a:ext>
                </a:extLst>
              </p:cNvPr>
              <p:cNvSpPr>
                <a:spLocks noChangeShapeType="1"/>
              </p:cNvSpPr>
              <p:nvPr/>
            </p:nvSpPr>
            <p:spPr bwMode="auto">
              <a:xfrm>
                <a:off x="3235" y="2434"/>
                <a:ext cx="15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60" name="Line 150">
                <a:extLst>
                  <a:ext uri="{FF2B5EF4-FFF2-40B4-BE49-F238E27FC236}">
                    <a16:creationId xmlns:a16="http://schemas.microsoft.com/office/drawing/2014/main" id="{95E6CCF1-DBA6-14DB-0B5F-E8A1FE182851}"/>
                  </a:ext>
                </a:extLst>
              </p:cNvPr>
              <p:cNvSpPr>
                <a:spLocks noChangeShapeType="1"/>
              </p:cNvSpPr>
              <p:nvPr/>
            </p:nvSpPr>
            <p:spPr bwMode="auto">
              <a:xfrm flipV="1">
                <a:off x="3226" y="2434"/>
                <a:ext cx="0" cy="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61" name="Line 151">
                <a:extLst>
                  <a:ext uri="{FF2B5EF4-FFF2-40B4-BE49-F238E27FC236}">
                    <a16:creationId xmlns:a16="http://schemas.microsoft.com/office/drawing/2014/main" id="{7D3E8BE0-ABA4-D1B6-82E2-D9E160EFFE6A}"/>
                  </a:ext>
                </a:extLst>
              </p:cNvPr>
              <p:cNvSpPr>
                <a:spLocks noChangeShapeType="1"/>
              </p:cNvSpPr>
              <p:nvPr/>
            </p:nvSpPr>
            <p:spPr bwMode="auto">
              <a:xfrm flipV="1">
                <a:off x="2060" y="1260"/>
                <a:ext cx="0" cy="51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62" name="Line 152">
                <a:extLst>
                  <a:ext uri="{FF2B5EF4-FFF2-40B4-BE49-F238E27FC236}">
                    <a16:creationId xmlns:a16="http://schemas.microsoft.com/office/drawing/2014/main" id="{BE7E5A60-E02F-E581-3734-2CD1166BBAE5}"/>
                  </a:ext>
                </a:extLst>
              </p:cNvPr>
              <p:cNvSpPr>
                <a:spLocks noChangeShapeType="1"/>
              </p:cNvSpPr>
              <p:nvPr/>
            </p:nvSpPr>
            <p:spPr bwMode="auto">
              <a:xfrm>
                <a:off x="2060" y="1260"/>
                <a:ext cx="114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63" name="Line 153">
                <a:extLst>
                  <a:ext uri="{FF2B5EF4-FFF2-40B4-BE49-F238E27FC236}">
                    <a16:creationId xmlns:a16="http://schemas.microsoft.com/office/drawing/2014/main" id="{DE8F05E3-3224-8096-5472-52B0C90D1324}"/>
                  </a:ext>
                </a:extLst>
              </p:cNvPr>
              <p:cNvSpPr>
                <a:spLocks noChangeShapeType="1"/>
              </p:cNvSpPr>
              <p:nvPr/>
            </p:nvSpPr>
            <p:spPr bwMode="auto">
              <a:xfrm>
                <a:off x="3207" y="1250"/>
                <a:ext cx="0" cy="98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64" name="Line 154">
                <a:extLst>
                  <a:ext uri="{FF2B5EF4-FFF2-40B4-BE49-F238E27FC236}">
                    <a16:creationId xmlns:a16="http://schemas.microsoft.com/office/drawing/2014/main" id="{023AA3E8-D836-ED57-DC1D-C58DA24CBBC7}"/>
                  </a:ext>
                </a:extLst>
              </p:cNvPr>
              <p:cNvSpPr>
                <a:spLocks noChangeShapeType="1"/>
              </p:cNvSpPr>
              <p:nvPr/>
            </p:nvSpPr>
            <p:spPr bwMode="auto">
              <a:xfrm>
                <a:off x="3207" y="2237"/>
                <a:ext cx="18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65" name="Line 155">
                <a:extLst>
                  <a:ext uri="{FF2B5EF4-FFF2-40B4-BE49-F238E27FC236}">
                    <a16:creationId xmlns:a16="http://schemas.microsoft.com/office/drawing/2014/main" id="{12CFC08A-1C12-B0BC-A061-CC12BCB3D58F}"/>
                  </a:ext>
                </a:extLst>
              </p:cNvPr>
              <p:cNvSpPr>
                <a:spLocks noChangeShapeType="1"/>
              </p:cNvSpPr>
              <p:nvPr/>
            </p:nvSpPr>
            <p:spPr bwMode="auto">
              <a:xfrm>
                <a:off x="3845" y="2089"/>
                <a:ext cx="33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866" name="Group 156">
                <a:extLst>
                  <a:ext uri="{FF2B5EF4-FFF2-40B4-BE49-F238E27FC236}">
                    <a16:creationId xmlns:a16="http://schemas.microsoft.com/office/drawing/2014/main" id="{7DA8FF5F-805A-7524-9ECB-754CFB96A3C4}"/>
                  </a:ext>
                </a:extLst>
              </p:cNvPr>
              <p:cNvGrpSpPr>
                <a:grpSpLocks/>
              </p:cNvGrpSpPr>
              <p:nvPr/>
            </p:nvGrpSpPr>
            <p:grpSpPr bwMode="auto">
              <a:xfrm>
                <a:off x="4188" y="1970"/>
                <a:ext cx="246" cy="231"/>
                <a:chOff x="3082" y="7704"/>
                <a:chExt cx="399" cy="404"/>
              </a:xfrm>
            </p:grpSpPr>
            <p:sp>
              <p:nvSpPr>
                <p:cNvPr id="32912" name="AutoShape 157">
                  <a:extLst>
                    <a:ext uri="{FF2B5EF4-FFF2-40B4-BE49-F238E27FC236}">
                      <a16:creationId xmlns:a16="http://schemas.microsoft.com/office/drawing/2014/main" id="{F623C6FA-E1AB-4090-C8DF-0D4175776C20}"/>
                    </a:ext>
                  </a:extLst>
                </p:cNvPr>
                <p:cNvSpPr>
                  <a:spLocks noChangeArrowheads="1"/>
                </p:cNvSpPr>
                <p:nvPr/>
              </p:nvSpPr>
              <p:spPr bwMode="auto">
                <a:xfrm rot="5435204">
                  <a:off x="3012" y="777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2913" name="Oval 158">
                  <a:extLst>
                    <a:ext uri="{FF2B5EF4-FFF2-40B4-BE49-F238E27FC236}">
                      <a16:creationId xmlns:a16="http://schemas.microsoft.com/office/drawing/2014/main" id="{053FFF04-0E8E-BF82-EB87-317DCF7CE832}"/>
                    </a:ext>
                  </a:extLst>
                </p:cNvPr>
                <p:cNvSpPr>
                  <a:spLocks noChangeArrowheads="1"/>
                </p:cNvSpPr>
                <p:nvPr/>
              </p:nvSpPr>
              <p:spPr bwMode="auto">
                <a:xfrm>
                  <a:off x="3345" y="7828"/>
                  <a:ext cx="136" cy="136"/>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grpSp>
          <p:sp>
            <p:nvSpPr>
              <p:cNvPr id="32867" name="Line 159">
                <a:extLst>
                  <a:ext uri="{FF2B5EF4-FFF2-40B4-BE49-F238E27FC236}">
                    <a16:creationId xmlns:a16="http://schemas.microsoft.com/office/drawing/2014/main" id="{5EB1723B-601A-0A97-F8C2-7470D4EB52FE}"/>
                  </a:ext>
                </a:extLst>
              </p:cNvPr>
              <p:cNvSpPr>
                <a:spLocks noChangeShapeType="1"/>
              </p:cNvSpPr>
              <p:nvPr/>
            </p:nvSpPr>
            <p:spPr bwMode="auto">
              <a:xfrm>
                <a:off x="471" y="1220"/>
                <a:ext cx="14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68" name="Line 160">
                <a:extLst>
                  <a:ext uri="{FF2B5EF4-FFF2-40B4-BE49-F238E27FC236}">
                    <a16:creationId xmlns:a16="http://schemas.microsoft.com/office/drawing/2014/main" id="{14C475A7-79E1-0375-837E-E7FE54EE6F61}"/>
                  </a:ext>
                </a:extLst>
              </p:cNvPr>
              <p:cNvSpPr>
                <a:spLocks noChangeShapeType="1"/>
              </p:cNvSpPr>
              <p:nvPr/>
            </p:nvSpPr>
            <p:spPr bwMode="auto">
              <a:xfrm>
                <a:off x="469" y="3431"/>
                <a:ext cx="66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69" name="Line 161">
                <a:extLst>
                  <a:ext uri="{FF2B5EF4-FFF2-40B4-BE49-F238E27FC236}">
                    <a16:creationId xmlns:a16="http://schemas.microsoft.com/office/drawing/2014/main" id="{5CF123CF-4A1B-0523-1BB9-A25B0044DD55}"/>
                  </a:ext>
                </a:extLst>
              </p:cNvPr>
              <p:cNvSpPr>
                <a:spLocks noChangeShapeType="1"/>
              </p:cNvSpPr>
              <p:nvPr/>
            </p:nvSpPr>
            <p:spPr bwMode="auto">
              <a:xfrm>
                <a:off x="432" y="3569"/>
                <a:ext cx="66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70" name="Line 162">
                <a:extLst>
                  <a:ext uri="{FF2B5EF4-FFF2-40B4-BE49-F238E27FC236}">
                    <a16:creationId xmlns:a16="http://schemas.microsoft.com/office/drawing/2014/main" id="{207F77B5-8C31-8DB2-C860-15F92FC8B191}"/>
                  </a:ext>
                </a:extLst>
              </p:cNvPr>
              <p:cNvSpPr>
                <a:spLocks noChangeShapeType="1"/>
              </p:cNvSpPr>
              <p:nvPr/>
            </p:nvSpPr>
            <p:spPr bwMode="auto">
              <a:xfrm>
                <a:off x="469" y="1358"/>
                <a:ext cx="14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71" name="Line 163">
                <a:extLst>
                  <a:ext uri="{FF2B5EF4-FFF2-40B4-BE49-F238E27FC236}">
                    <a16:creationId xmlns:a16="http://schemas.microsoft.com/office/drawing/2014/main" id="{14A175AE-39E2-6872-4524-82C1F5402D23}"/>
                  </a:ext>
                </a:extLst>
              </p:cNvPr>
              <p:cNvSpPr>
                <a:spLocks noChangeShapeType="1"/>
              </p:cNvSpPr>
              <p:nvPr/>
            </p:nvSpPr>
            <p:spPr bwMode="auto">
              <a:xfrm>
                <a:off x="471" y="1497"/>
                <a:ext cx="14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72" name="Line 164">
                <a:extLst>
                  <a:ext uri="{FF2B5EF4-FFF2-40B4-BE49-F238E27FC236}">
                    <a16:creationId xmlns:a16="http://schemas.microsoft.com/office/drawing/2014/main" id="{72CC077B-6C67-125C-0CE8-85B1260EA858}"/>
                  </a:ext>
                </a:extLst>
              </p:cNvPr>
              <p:cNvSpPr>
                <a:spLocks noChangeShapeType="1"/>
              </p:cNvSpPr>
              <p:nvPr/>
            </p:nvSpPr>
            <p:spPr bwMode="auto">
              <a:xfrm>
                <a:off x="469" y="1635"/>
                <a:ext cx="14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73" name="Line 165">
                <a:extLst>
                  <a:ext uri="{FF2B5EF4-FFF2-40B4-BE49-F238E27FC236}">
                    <a16:creationId xmlns:a16="http://schemas.microsoft.com/office/drawing/2014/main" id="{6CD881B3-4401-9989-0B1B-96718C8069D3}"/>
                  </a:ext>
                </a:extLst>
              </p:cNvPr>
              <p:cNvSpPr>
                <a:spLocks noChangeShapeType="1"/>
              </p:cNvSpPr>
              <p:nvPr/>
            </p:nvSpPr>
            <p:spPr bwMode="auto">
              <a:xfrm>
                <a:off x="480" y="1773"/>
                <a:ext cx="14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74" name="Line 166">
                <a:extLst>
                  <a:ext uri="{FF2B5EF4-FFF2-40B4-BE49-F238E27FC236}">
                    <a16:creationId xmlns:a16="http://schemas.microsoft.com/office/drawing/2014/main" id="{AC3BBC10-9C58-F1AB-F4D6-8174D68096F2}"/>
                  </a:ext>
                </a:extLst>
              </p:cNvPr>
              <p:cNvSpPr>
                <a:spLocks noChangeShapeType="1"/>
              </p:cNvSpPr>
              <p:nvPr/>
            </p:nvSpPr>
            <p:spPr bwMode="auto">
              <a:xfrm>
                <a:off x="478" y="1911"/>
                <a:ext cx="14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75" name="Line 167">
                <a:extLst>
                  <a:ext uri="{FF2B5EF4-FFF2-40B4-BE49-F238E27FC236}">
                    <a16:creationId xmlns:a16="http://schemas.microsoft.com/office/drawing/2014/main" id="{83BD9762-3E7C-FA98-F9F0-7DB9F5357CC3}"/>
                  </a:ext>
                </a:extLst>
              </p:cNvPr>
              <p:cNvSpPr>
                <a:spLocks noChangeShapeType="1"/>
              </p:cNvSpPr>
              <p:nvPr/>
            </p:nvSpPr>
            <p:spPr bwMode="auto">
              <a:xfrm>
                <a:off x="480" y="2059"/>
                <a:ext cx="14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76" name="Line 168">
                <a:extLst>
                  <a:ext uri="{FF2B5EF4-FFF2-40B4-BE49-F238E27FC236}">
                    <a16:creationId xmlns:a16="http://schemas.microsoft.com/office/drawing/2014/main" id="{9A73423B-D121-DEB8-56B5-F3B0C1C578A0}"/>
                  </a:ext>
                </a:extLst>
              </p:cNvPr>
              <p:cNvSpPr>
                <a:spLocks noChangeShapeType="1"/>
              </p:cNvSpPr>
              <p:nvPr/>
            </p:nvSpPr>
            <p:spPr bwMode="auto">
              <a:xfrm>
                <a:off x="478" y="2197"/>
                <a:ext cx="14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877" name="Group 169">
                <a:extLst>
                  <a:ext uri="{FF2B5EF4-FFF2-40B4-BE49-F238E27FC236}">
                    <a16:creationId xmlns:a16="http://schemas.microsoft.com/office/drawing/2014/main" id="{F0A267AD-5879-E0AC-662B-8CE881523545}"/>
                  </a:ext>
                </a:extLst>
              </p:cNvPr>
              <p:cNvGrpSpPr>
                <a:grpSpLocks/>
              </p:cNvGrpSpPr>
              <p:nvPr/>
            </p:nvGrpSpPr>
            <p:grpSpPr bwMode="auto">
              <a:xfrm>
                <a:off x="626" y="855"/>
                <a:ext cx="170" cy="135"/>
                <a:chOff x="3615" y="11343"/>
                <a:chExt cx="419" cy="525"/>
              </a:xfrm>
            </p:grpSpPr>
            <p:sp>
              <p:nvSpPr>
                <p:cNvPr id="32908" name="Arc 170">
                  <a:extLst>
                    <a:ext uri="{FF2B5EF4-FFF2-40B4-BE49-F238E27FC236}">
                      <a16:creationId xmlns:a16="http://schemas.microsoft.com/office/drawing/2014/main" id="{EA783E19-9451-9190-3C1D-C8947AB17304}"/>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909" name="Line 171">
                  <a:extLst>
                    <a:ext uri="{FF2B5EF4-FFF2-40B4-BE49-F238E27FC236}">
                      <a16:creationId xmlns:a16="http://schemas.microsoft.com/office/drawing/2014/main" id="{38A7E2E2-0D2E-DA83-35DA-08A4F0CB396E}"/>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10" name="Line 172">
                  <a:extLst>
                    <a:ext uri="{FF2B5EF4-FFF2-40B4-BE49-F238E27FC236}">
                      <a16:creationId xmlns:a16="http://schemas.microsoft.com/office/drawing/2014/main" id="{4F59B401-E5D7-F960-039D-BEF110425E86}"/>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11" name="Line 173">
                  <a:extLst>
                    <a:ext uri="{FF2B5EF4-FFF2-40B4-BE49-F238E27FC236}">
                      <a16:creationId xmlns:a16="http://schemas.microsoft.com/office/drawing/2014/main" id="{7C61D790-1C47-68B8-38D4-207AE631C0D2}"/>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2878" name="Line 174">
                <a:extLst>
                  <a:ext uri="{FF2B5EF4-FFF2-40B4-BE49-F238E27FC236}">
                    <a16:creationId xmlns:a16="http://schemas.microsoft.com/office/drawing/2014/main" id="{E646BE7D-2AC8-81BB-6017-0F3439A31F68}"/>
                  </a:ext>
                </a:extLst>
              </p:cNvPr>
              <p:cNvSpPr>
                <a:spLocks noChangeShapeType="1"/>
              </p:cNvSpPr>
              <p:nvPr/>
            </p:nvSpPr>
            <p:spPr bwMode="auto">
              <a:xfrm>
                <a:off x="478" y="914"/>
                <a:ext cx="14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79" name="Line 175">
                <a:extLst>
                  <a:ext uri="{FF2B5EF4-FFF2-40B4-BE49-F238E27FC236}">
                    <a16:creationId xmlns:a16="http://schemas.microsoft.com/office/drawing/2014/main" id="{9C2DAFFC-45D3-0843-DABE-D0B072EFC9CF}"/>
                  </a:ext>
                </a:extLst>
              </p:cNvPr>
              <p:cNvSpPr>
                <a:spLocks noChangeShapeType="1"/>
              </p:cNvSpPr>
              <p:nvPr/>
            </p:nvSpPr>
            <p:spPr bwMode="auto">
              <a:xfrm>
                <a:off x="793" y="914"/>
                <a:ext cx="34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80" name="Line 176">
                <a:extLst>
                  <a:ext uri="{FF2B5EF4-FFF2-40B4-BE49-F238E27FC236}">
                    <a16:creationId xmlns:a16="http://schemas.microsoft.com/office/drawing/2014/main" id="{78D13B8E-0C98-3B6C-CFB8-A988925C46C3}"/>
                  </a:ext>
                </a:extLst>
              </p:cNvPr>
              <p:cNvSpPr>
                <a:spLocks noChangeShapeType="1"/>
              </p:cNvSpPr>
              <p:nvPr/>
            </p:nvSpPr>
            <p:spPr bwMode="auto">
              <a:xfrm flipV="1">
                <a:off x="4280" y="914"/>
                <a:ext cx="0" cy="112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81" name="Line 177">
                <a:extLst>
                  <a:ext uri="{FF2B5EF4-FFF2-40B4-BE49-F238E27FC236}">
                    <a16:creationId xmlns:a16="http://schemas.microsoft.com/office/drawing/2014/main" id="{87C052DB-F5C6-D404-9AFD-0504381AC1C2}"/>
                  </a:ext>
                </a:extLst>
              </p:cNvPr>
              <p:cNvSpPr>
                <a:spLocks noChangeShapeType="1"/>
              </p:cNvSpPr>
              <p:nvPr/>
            </p:nvSpPr>
            <p:spPr bwMode="auto">
              <a:xfrm>
                <a:off x="4437" y="2079"/>
                <a:ext cx="33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82" name="Line 178">
                <a:extLst>
                  <a:ext uri="{FF2B5EF4-FFF2-40B4-BE49-F238E27FC236}">
                    <a16:creationId xmlns:a16="http://schemas.microsoft.com/office/drawing/2014/main" id="{9651830D-D88E-9A9C-EEB6-3DF3854700F0}"/>
                  </a:ext>
                </a:extLst>
              </p:cNvPr>
              <p:cNvSpPr>
                <a:spLocks noChangeShapeType="1"/>
              </p:cNvSpPr>
              <p:nvPr/>
            </p:nvSpPr>
            <p:spPr bwMode="auto">
              <a:xfrm>
                <a:off x="2671" y="3698"/>
                <a:ext cx="18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83" name="Line 179">
                <a:extLst>
                  <a:ext uri="{FF2B5EF4-FFF2-40B4-BE49-F238E27FC236}">
                    <a16:creationId xmlns:a16="http://schemas.microsoft.com/office/drawing/2014/main" id="{A202EB67-D626-12EC-FC29-B6E1B6FFED6D}"/>
                  </a:ext>
                </a:extLst>
              </p:cNvPr>
              <p:cNvSpPr>
                <a:spLocks noChangeShapeType="1"/>
              </p:cNvSpPr>
              <p:nvPr/>
            </p:nvSpPr>
            <p:spPr bwMode="auto">
              <a:xfrm flipV="1">
                <a:off x="4558" y="2079"/>
                <a:ext cx="0" cy="1619"/>
              </a:xfrm>
              <a:prstGeom prst="line">
                <a:avLst/>
              </a:prstGeom>
              <a:noFill/>
              <a:ln w="22225">
                <a:solidFill>
                  <a:srgbClr val="000000"/>
                </a:solidFill>
                <a:round/>
                <a:headEnd type="none" w="sm" len="med"/>
                <a:tailEnd type="oval" w="sm" len="sm"/>
              </a:ln>
              <a:extLst>
                <a:ext uri="{909E8E84-426E-40DD-AFC4-6F175D3DCCD1}">
                  <a14:hiddenFill xmlns:a14="http://schemas.microsoft.com/office/drawing/2010/main">
                    <a:noFill/>
                  </a14:hiddenFill>
                </a:ext>
              </a:extLst>
            </p:spPr>
            <p:txBody>
              <a:bodyPr/>
              <a:lstStyle/>
              <a:p>
                <a:endParaRPr lang="en-US"/>
              </a:p>
            </p:txBody>
          </p:sp>
          <p:sp>
            <p:nvSpPr>
              <p:cNvPr id="32884" name="Line 180">
                <a:extLst>
                  <a:ext uri="{FF2B5EF4-FFF2-40B4-BE49-F238E27FC236}">
                    <a16:creationId xmlns:a16="http://schemas.microsoft.com/office/drawing/2014/main" id="{682DEA3E-FD94-3F01-0C32-EA6CCEF761B9}"/>
                  </a:ext>
                </a:extLst>
              </p:cNvPr>
              <p:cNvSpPr>
                <a:spLocks noChangeShapeType="1"/>
              </p:cNvSpPr>
              <p:nvPr/>
            </p:nvSpPr>
            <p:spPr bwMode="auto">
              <a:xfrm>
                <a:off x="3540" y="2582"/>
                <a:ext cx="0" cy="140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85" name="Line 181">
                <a:extLst>
                  <a:ext uri="{FF2B5EF4-FFF2-40B4-BE49-F238E27FC236}">
                    <a16:creationId xmlns:a16="http://schemas.microsoft.com/office/drawing/2014/main" id="{ECE9E587-0105-E819-B886-DB254F0A1399}"/>
                  </a:ext>
                </a:extLst>
              </p:cNvPr>
              <p:cNvSpPr>
                <a:spLocks noChangeShapeType="1"/>
              </p:cNvSpPr>
              <p:nvPr/>
            </p:nvSpPr>
            <p:spPr bwMode="auto">
              <a:xfrm>
                <a:off x="3716" y="2474"/>
                <a:ext cx="0" cy="58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86" name="Line 182">
                <a:extLst>
                  <a:ext uri="{FF2B5EF4-FFF2-40B4-BE49-F238E27FC236}">
                    <a16:creationId xmlns:a16="http://schemas.microsoft.com/office/drawing/2014/main" id="{09A06F85-A133-A04C-BA9F-821F1AD0789C}"/>
                  </a:ext>
                </a:extLst>
              </p:cNvPr>
              <p:cNvSpPr>
                <a:spLocks noChangeShapeType="1"/>
              </p:cNvSpPr>
              <p:nvPr/>
            </p:nvSpPr>
            <p:spPr bwMode="auto">
              <a:xfrm>
                <a:off x="3429" y="2800"/>
                <a:ext cx="44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87" name="Line 183">
                <a:extLst>
                  <a:ext uri="{FF2B5EF4-FFF2-40B4-BE49-F238E27FC236}">
                    <a16:creationId xmlns:a16="http://schemas.microsoft.com/office/drawing/2014/main" id="{B2A747EA-3267-7DF7-D9F6-B550BE2A7796}"/>
                  </a:ext>
                </a:extLst>
              </p:cNvPr>
              <p:cNvSpPr>
                <a:spLocks noChangeShapeType="1"/>
              </p:cNvSpPr>
              <p:nvPr/>
            </p:nvSpPr>
            <p:spPr bwMode="auto">
              <a:xfrm>
                <a:off x="3429" y="2977"/>
                <a:ext cx="444"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32888" name="Line 184">
                <a:extLst>
                  <a:ext uri="{FF2B5EF4-FFF2-40B4-BE49-F238E27FC236}">
                    <a16:creationId xmlns:a16="http://schemas.microsoft.com/office/drawing/2014/main" id="{33E8BBB9-F1FD-0656-8C61-C8CD0D66FB6D}"/>
                  </a:ext>
                </a:extLst>
              </p:cNvPr>
              <p:cNvSpPr>
                <a:spLocks noChangeShapeType="1"/>
              </p:cNvSpPr>
              <p:nvPr/>
            </p:nvSpPr>
            <p:spPr bwMode="auto">
              <a:xfrm>
                <a:off x="3873" y="2800"/>
                <a:ext cx="0" cy="3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89" name="AutoShape 185">
                <a:extLst>
                  <a:ext uri="{FF2B5EF4-FFF2-40B4-BE49-F238E27FC236}">
                    <a16:creationId xmlns:a16="http://schemas.microsoft.com/office/drawing/2014/main" id="{5FD30F40-19FD-DCFF-DCCF-FCDF43D75FCE}"/>
                  </a:ext>
                </a:extLst>
              </p:cNvPr>
              <p:cNvSpPr>
                <a:spLocks noChangeArrowheads="1"/>
              </p:cNvSpPr>
              <p:nvPr/>
            </p:nvSpPr>
            <p:spPr bwMode="auto">
              <a:xfrm rot="10800000">
                <a:off x="3818" y="3125"/>
                <a:ext cx="111" cy="63"/>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2890" name="Line 186">
                <a:extLst>
                  <a:ext uri="{FF2B5EF4-FFF2-40B4-BE49-F238E27FC236}">
                    <a16:creationId xmlns:a16="http://schemas.microsoft.com/office/drawing/2014/main" id="{5FE4F05A-FDB0-2C05-A72D-92428B35FCFC}"/>
                  </a:ext>
                </a:extLst>
              </p:cNvPr>
              <p:cNvSpPr>
                <a:spLocks noChangeShapeType="1"/>
              </p:cNvSpPr>
              <p:nvPr/>
            </p:nvSpPr>
            <p:spPr bwMode="auto">
              <a:xfrm flipH="1">
                <a:off x="3679" y="2750"/>
                <a:ext cx="77" cy="8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891" name="Line 187">
                <a:extLst>
                  <a:ext uri="{FF2B5EF4-FFF2-40B4-BE49-F238E27FC236}">
                    <a16:creationId xmlns:a16="http://schemas.microsoft.com/office/drawing/2014/main" id="{2D329440-EDA2-3B98-EC87-61978653E59D}"/>
                  </a:ext>
                </a:extLst>
              </p:cNvPr>
              <p:cNvSpPr>
                <a:spLocks noChangeShapeType="1"/>
              </p:cNvSpPr>
              <p:nvPr/>
            </p:nvSpPr>
            <p:spPr bwMode="auto">
              <a:xfrm>
                <a:off x="3679" y="2750"/>
                <a:ext cx="77" cy="8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2892" name="Group 188">
                <a:extLst>
                  <a:ext uri="{FF2B5EF4-FFF2-40B4-BE49-F238E27FC236}">
                    <a16:creationId xmlns:a16="http://schemas.microsoft.com/office/drawing/2014/main" id="{7FE6CAA2-53DB-CCAB-D0EE-CC4C89227906}"/>
                  </a:ext>
                </a:extLst>
              </p:cNvPr>
              <p:cNvGrpSpPr>
                <a:grpSpLocks/>
              </p:cNvGrpSpPr>
              <p:nvPr/>
            </p:nvGrpSpPr>
            <p:grpSpPr bwMode="auto">
              <a:xfrm>
                <a:off x="3503" y="2928"/>
                <a:ext cx="77" cy="82"/>
                <a:chOff x="7056" y="5919"/>
                <a:chExt cx="125" cy="125"/>
              </a:xfrm>
            </p:grpSpPr>
            <p:sp>
              <p:nvSpPr>
                <p:cNvPr id="32906" name="Line 189">
                  <a:extLst>
                    <a:ext uri="{FF2B5EF4-FFF2-40B4-BE49-F238E27FC236}">
                      <a16:creationId xmlns:a16="http://schemas.microsoft.com/office/drawing/2014/main" id="{2F6A8AA5-3F22-4B25-6EB5-31C646B71269}"/>
                    </a:ext>
                  </a:extLst>
                </p:cNvPr>
                <p:cNvSpPr>
                  <a:spLocks noChangeShapeType="1"/>
                </p:cNvSpPr>
                <p:nvPr/>
              </p:nvSpPr>
              <p:spPr bwMode="auto">
                <a:xfrm flipH="1">
                  <a:off x="7056" y="5919"/>
                  <a:ext cx="125" cy="1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07" name="Line 190">
                  <a:extLst>
                    <a:ext uri="{FF2B5EF4-FFF2-40B4-BE49-F238E27FC236}">
                      <a16:creationId xmlns:a16="http://schemas.microsoft.com/office/drawing/2014/main" id="{0D7BADD4-65B5-FBFB-9AB8-1DD382352AAB}"/>
                    </a:ext>
                  </a:extLst>
                </p:cNvPr>
                <p:cNvSpPr>
                  <a:spLocks noChangeShapeType="1"/>
                </p:cNvSpPr>
                <p:nvPr/>
              </p:nvSpPr>
              <p:spPr bwMode="auto">
                <a:xfrm>
                  <a:off x="7056" y="5919"/>
                  <a:ext cx="125" cy="1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2893" name="Line 191">
                <a:extLst>
                  <a:ext uri="{FF2B5EF4-FFF2-40B4-BE49-F238E27FC236}">
                    <a16:creationId xmlns:a16="http://schemas.microsoft.com/office/drawing/2014/main" id="{39A8C75F-9C83-0A03-D5CB-709EC9591D97}"/>
                  </a:ext>
                </a:extLst>
              </p:cNvPr>
              <p:cNvSpPr>
                <a:spLocks noChangeShapeType="1"/>
              </p:cNvSpPr>
              <p:nvPr/>
            </p:nvSpPr>
            <p:spPr bwMode="auto">
              <a:xfrm>
                <a:off x="1468" y="3047"/>
                <a:ext cx="0" cy="237"/>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2894" name="Line 192">
                <a:extLst>
                  <a:ext uri="{FF2B5EF4-FFF2-40B4-BE49-F238E27FC236}">
                    <a16:creationId xmlns:a16="http://schemas.microsoft.com/office/drawing/2014/main" id="{C37605AA-54F3-7415-261F-949251AEEA21}"/>
                  </a:ext>
                </a:extLst>
              </p:cNvPr>
              <p:cNvSpPr>
                <a:spLocks noChangeShapeType="1"/>
              </p:cNvSpPr>
              <p:nvPr/>
            </p:nvSpPr>
            <p:spPr bwMode="auto">
              <a:xfrm>
                <a:off x="1644" y="3047"/>
                <a:ext cx="0" cy="237"/>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2895" name="Line 193">
                <a:extLst>
                  <a:ext uri="{FF2B5EF4-FFF2-40B4-BE49-F238E27FC236}">
                    <a16:creationId xmlns:a16="http://schemas.microsoft.com/office/drawing/2014/main" id="{726358F1-AB40-1F5E-1592-7519AE2A9D68}"/>
                  </a:ext>
                </a:extLst>
              </p:cNvPr>
              <p:cNvSpPr>
                <a:spLocks noChangeShapeType="1"/>
              </p:cNvSpPr>
              <p:nvPr/>
            </p:nvSpPr>
            <p:spPr bwMode="auto">
              <a:xfrm>
                <a:off x="1838" y="3037"/>
                <a:ext cx="0" cy="237"/>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2896" name="Line 194">
                <a:extLst>
                  <a:ext uri="{FF2B5EF4-FFF2-40B4-BE49-F238E27FC236}">
                    <a16:creationId xmlns:a16="http://schemas.microsoft.com/office/drawing/2014/main" id="{B65BBEF7-7FE9-BF00-3AE0-6F262EDA41DF}"/>
                  </a:ext>
                </a:extLst>
              </p:cNvPr>
              <p:cNvSpPr>
                <a:spLocks noChangeShapeType="1"/>
              </p:cNvSpPr>
              <p:nvPr/>
            </p:nvSpPr>
            <p:spPr bwMode="auto">
              <a:xfrm>
                <a:off x="1847" y="589"/>
                <a:ext cx="0" cy="164"/>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2897" name="Line 195">
                <a:extLst>
                  <a:ext uri="{FF2B5EF4-FFF2-40B4-BE49-F238E27FC236}">
                    <a16:creationId xmlns:a16="http://schemas.microsoft.com/office/drawing/2014/main" id="{5D18073A-886B-56F7-BE4B-DE64583E7D8A}"/>
                  </a:ext>
                </a:extLst>
              </p:cNvPr>
              <p:cNvSpPr>
                <a:spLocks noChangeShapeType="1"/>
              </p:cNvSpPr>
              <p:nvPr/>
            </p:nvSpPr>
            <p:spPr bwMode="auto">
              <a:xfrm>
                <a:off x="1653" y="599"/>
                <a:ext cx="0" cy="164"/>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2898" name="Line 196">
                <a:extLst>
                  <a:ext uri="{FF2B5EF4-FFF2-40B4-BE49-F238E27FC236}">
                    <a16:creationId xmlns:a16="http://schemas.microsoft.com/office/drawing/2014/main" id="{3A12A5D5-0BF7-0274-6C42-4A7BBBCAAFCF}"/>
                  </a:ext>
                </a:extLst>
              </p:cNvPr>
              <p:cNvSpPr>
                <a:spLocks noChangeShapeType="1"/>
              </p:cNvSpPr>
              <p:nvPr/>
            </p:nvSpPr>
            <p:spPr bwMode="auto">
              <a:xfrm>
                <a:off x="1468" y="599"/>
                <a:ext cx="0" cy="164"/>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2899" name="Text Box 197">
                <a:extLst>
                  <a:ext uri="{FF2B5EF4-FFF2-40B4-BE49-F238E27FC236}">
                    <a16:creationId xmlns:a16="http://schemas.microsoft.com/office/drawing/2014/main" id="{35A1D848-9BCE-3D69-5152-5743FA27ECC6}"/>
                  </a:ext>
                </a:extLst>
              </p:cNvPr>
              <p:cNvSpPr txBox="1">
                <a:spLocks noChangeArrowheads="1"/>
              </p:cNvSpPr>
              <p:nvPr/>
            </p:nvSpPr>
            <p:spPr bwMode="auto">
              <a:xfrm>
                <a:off x="2375" y="1640"/>
                <a:ext cx="44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dirty="0">
                    <a:solidFill>
                      <a:schemeClr val="bg1"/>
                    </a:solidFill>
                  </a:rPr>
                  <a:t>AR</a:t>
                </a:r>
                <a:endParaRPr lang="ru-RU" altLang="en-US" sz="1100" b="0" u="none" dirty="0">
                  <a:solidFill>
                    <a:schemeClr val="bg1"/>
                  </a:solidFill>
                </a:endParaRPr>
              </a:p>
            </p:txBody>
          </p:sp>
          <p:sp>
            <p:nvSpPr>
              <p:cNvPr id="32900" name="Text Box 198">
                <a:extLst>
                  <a:ext uri="{FF2B5EF4-FFF2-40B4-BE49-F238E27FC236}">
                    <a16:creationId xmlns:a16="http://schemas.microsoft.com/office/drawing/2014/main" id="{E1F2FF09-FA24-09B0-4DE4-76CFDC471D9A}"/>
                  </a:ext>
                </a:extLst>
              </p:cNvPr>
              <p:cNvSpPr txBox="1">
                <a:spLocks noChangeArrowheads="1"/>
              </p:cNvSpPr>
              <p:nvPr/>
            </p:nvSpPr>
            <p:spPr bwMode="auto">
              <a:xfrm>
                <a:off x="2338" y="2178"/>
                <a:ext cx="444"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dirty="0">
                    <a:solidFill>
                      <a:schemeClr val="bg1"/>
                    </a:solidFill>
                  </a:rPr>
                  <a:t>SP</a:t>
                </a:r>
                <a:endParaRPr lang="ru-RU" altLang="en-US" sz="1100" b="0" u="none" dirty="0">
                  <a:solidFill>
                    <a:schemeClr val="bg1"/>
                  </a:solidFill>
                </a:endParaRPr>
              </a:p>
            </p:txBody>
          </p:sp>
          <p:sp>
            <p:nvSpPr>
              <p:cNvPr id="32901" name="Text Box 199">
                <a:extLst>
                  <a:ext uri="{FF2B5EF4-FFF2-40B4-BE49-F238E27FC236}">
                    <a16:creationId xmlns:a16="http://schemas.microsoft.com/office/drawing/2014/main" id="{C633DBD4-C1B4-B185-82CE-54639E957B7C}"/>
                  </a:ext>
                </a:extLst>
              </p:cNvPr>
              <p:cNvSpPr txBox="1">
                <a:spLocks noChangeArrowheads="1"/>
              </p:cNvSpPr>
              <p:nvPr/>
            </p:nvSpPr>
            <p:spPr bwMode="auto">
              <a:xfrm rot="16200000">
                <a:off x="3474" y="1880"/>
                <a:ext cx="59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dirty="0">
                    <a:solidFill>
                      <a:schemeClr val="bg1"/>
                    </a:solidFill>
                  </a:rPr>
                  <a:t>MUX</a:t>
                </a:r>
                <a:endParaRPr lang="ru-RU" altLang="en-US" sz="1100" b="0" u="none" dirty="0">
                  <a:solidFill>
                    <a:schemeClr val="bg1"/>
                  </a:solidFill>
                </a:endParaRPr>
              </a:p>
            </p:txBody>
          </p:sp>
          <p:sp>
            <p:nvSpPr>
              <p:cNvPr id="32902" name="Text Box 200">
                <a:extLst>
                  <a:ext uri="{FF2B5EF4-FFF2-40B4-BE49-F238E27FC236}">
                    <a16:creationId xmlns:a16="http://schemas.microsoft.com/office/drawing/2014/main" id="{B0A0B5B4-B37A-8C4B-800B-9657F4E4BD88}"/>
                  </a:ext>
                </a:extLst>
              </p:cNvPr>
              <p:cNvSpPr txBox="1">
                <a:spLocks noChangeArrowheads="1"/>
              </p:cNvSpPr>
              <p:nvPr/>
            </p:nvSpPr>
            <p:spPr bwMode="auto">
              <a:xfrm>
                <a:off x="2273" y="3392"/>
                <a:ext cx="55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a:solidFill>
                      <a:schemeClr val="bg1"/>
                    </a:solidFill>
                  </a:rPr>
                  <a:t>MUX</a:t>
                </a:r>
                <a:endParaRPr lang="ru-RU" altLang="en-US" sz="1100" b="0" u="none">
                  <a:solidFill>
                    <a:schemeClr val="bg1"/>
                  </a:solidFill>
                </a:endParaRPr>
              </a:p>
            </p:txBody>
          </p:sp>
          <p:sp>
            <p:nvSpPr>
              <p:cNvPr id="32903" name="Text Box 201">
                <a:extLst>
                  <a:ext uri="{FF2B5EF4-FFF2-40B4-BE49-F238E27FC236}">
                    <a16:creationId xmlns:a16="http://schemas.microsoft.com/office/drawing/2014/main" id="{094659DD-9427-983B-E7D0-02713624B5B9}"/>
                  </a:ext>
                </a:extLst>
              </p:cNvPr>
              <p:cNvSpPr txBox="1">
                <a:spLocks noChangeArrowheads="1"/>
              </p:cNvSpPr>
              <p:nvPr/>
            </p:nvSpPr>
            <p:spPr bwMode="auto">
              <a:xfrm>
                <a:off x="3329" y="3036"/>
                <a:ext cx="55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a:t>S1  S0</a:t>
                </a:r>
                <a:endParaRPr lang="ru-RU" altLang="en-US" sz="1100" b="0" u="none"/>
              </a:p>
            </p:txBody>
          </p:sp>
          <p:sp>
            <p:nvSpPr>
              <p:cNvPr id="32904" name="Line 202">
                <a:extLst>
                  <a:ext uri="{FF2B5EF4-FFF2-40B4-BE49-F238E27FC236}">
                    <a16:creationId xmlns:a16="http://schemas.microsoft.com/office/drawing/2014/main" id="{3C568A31-98FA-E8AE-3D94-4C390E5271EF}"/>
                  </a:ext>
                </a:extLst>
              </p:cNvPr>
              <p:cNvSpPr>
                <a:spLocks noChangeShapeType="1"/>
              </p:cNvSpPr>
              <p:nvPr/>
            </p:nvSpPr>
            <p:spPr bwMode="auto">
              <a:xfrm>
                <a:off x="2467" y="3984"/>
                <a:ext cx="10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905" name="Line 203">
                <a:extLst>
                  <a:ext uri="{FF2B5EF4-FFF2-40B4-BE49-F238E27FC236}">
                    <a16:creationId xmlns:a16="http://schemas.microsoft.com/office/drawing/2014/main" id="{B03B7982-A112-42C7-C60B-4599FE97FA6C}"/>
                  </a:ext>
                </a:extLst>
              </p:cNvPr>
              <p:cNvSpPr>
                <a:spLocks noChangeShapeType="1"/>
              </p:cNvSpPr>
              <p:nvPr/>
            </p:nvSpPr>
            <p:spPr bwMode="auto">
              <a:xfrm flipV="1">
                <a:off x="2458" y="3777"/>
                <a:ext cx="0" cy="20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2794" name="Text Box 205">
              <a:extLst>
                <a:ext uri="{FF2B5EF4-FFF2-40B4-BE49-F238E27FC236}">
                  <a16:creationId xmlns:a16="http://schemas.microsoft.com/office/drawing/2014/main" id="{D3F4224D-1101-BD0A-0FA8-AFE4D3471AA2}"/>
                </a:ext>
              </a:extLst>
            </p:cNvPr>
            <p:cNvSpPr txBox="1">
              <a:spLocks noChangeArrowheads="1"/>
            </p:cNvSpPr>
            <p:nvPr/>
          </p:nvSpPr>
          <p:spPr bwMode="auto">
            <a:xfrm>
              <a:off x="390855" y="5955778"/>
              <a:ext cx="7010399" cy="763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D</a:t>
              </a:r>
              <a:r>
                <a:rPr lang="ru-RU" altLang="en-US" sz="1400" b="0" u="none"/>
                <a:t>-триггер</a:t>
              </a:r>
              <a:r>
                <a:rPr lang="en-US" altLang="en-US" sz="1400" b="0" u="none"/>
                <a:t>:</a:t>
              </a:r>
              <a:r>
                <a:rPr lang="ru-RU" altLang="en-US" sz="1400" b="0" u="none"/>
                <a:t> </a:t>
              </a:r>
              <a:endParaRPr lang="en-US" altLang="en-US" sz="1400" b="0" u="none"/>
            </a:p>
            <a:p>
              <a:pPr eaLnBrk="1" hangingPunct="1"/>
              <a:r>
                <a:rPr lang="en-US" altLang="en-US" sz="1400" b="0" u="none"/>
                <a:t>AR</a:t>
              </a:r>
              <a:r>
                <a:rPr lang="ru-RU" altLang="en-US" sz="1400" b="0" u="none"/>
                <a:t> – </a:t>
              </a:r>
              <a:r>
                <a:rPr lang="en-US" altLang="en-US" sz="1400" b="0" u="none"/>
                <a:t>Asynchronous Reset</a:t>
              </a:r>
              <a:r>
                <a:rPr lang="ru-RU" altLang="en-US" sz="1400" b="0" u="none"/>
                <a:t>  и </a:t>
              </a:r>
              <a:r>
                <a:rPr lang="en-US" altLang="en-US" sz="1400" b="0" u="none"/>
                <a:t> SP</a:t>
              </a:r>
              <a:r>
                <a:rPr lang="ru-RU" altLang="en-US" sz="1400" b="0" u="none"/>
                <a:t> – </a:t>
              </a:r>
              <a:r>
                <a:rPr lang="en-US" altLang="en-US" sz="1400" b="0" u="none"/>
                <a:t>Synchronous Preset</a:t>
              </a:r>
              <a:endParaRPr lang="ru-RU" altLang="en-US" sz="1400" b="0" u="none"/>
            </a:p>
          </p:txBody>
        </p:sp>
      </p:grpSp>
      <p:graphicFrame>
        <p:nvGraphicFramePr>
          <p:cNvPr id="205" name="Group 26">
            <a:extLst>
              <a:ext uri="{FF2B5EF4-FFF2-40B4-BE49-F238E27FC236}">
                <a16:creationId xmlns:a16="http://schemas.microsoft.com/office/drawing/2014/main" id="{7C1BF0DD-E6D3-4433-9CFA-91C49093C7BE}"/>
              </a:ext>
            </a:extLst>
          </p:cNvPr>
          <p:cNvGraphicFramePr>
            <a:graphicFrameLocks noGrp="1"/>
          </p:cNvGraphicFramePr>
          <p:nvPr>
            <p:extLst>
              <p:ext uri="{D42A27DB-BD31-4B8C-83A1-F6EECF244321}">
                <p14:modId xmlns:p14="http://schemas.microsoft.com/office/powerpoint/2010/main" val="993811591"/>
              </p:ext>
            </p:extLst>
          </p:nvPr>
        </p:nvGraphicFramePr>
        <p:xfrm>
          <a:off x="7848600" y="2087564"/>
          <a:ext cx="2514600" cy="2941637"/>
        </p:xfrm>
        <a:graphic>
          <a:graphicData uri="http://schemas.openxmlformats.org/drawingml/2006/table">
            <a:tbl>
              <a:tblPr/>
              <a:tblGrid>
                <a:gridCol w="8382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tblGrid>
              <a:tr h="381041">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dirty="0">
                          <a:ln>
                            <a:noFill/>
                          </a:ln>
                          <a:solidFill>
                            <a:schemeClr val="bg2"/>
                          </a:solidFill>
                          <a:effectLst/>
                          <a:latin typeface="Arial" pitchFamily="34" charset="0"/>
                          <a:cs typeface="Arial" pitchFamily="34" charset="0"/>
                        </a:rPr>
                        <a:t>S1 S0</a:t>
                      </a: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dirty="0">
                          <a:ln>
                            <a:noFill/>
                          </a:ln>
                          <a:solidFill>
                            <a:schemeClr val="bg2"/>
                          </a:solidFill>
                          <a:effectLst/>
                          <a:latin typeface="Arial" pitchFamily="34" charset="0"/>
                          <a:cs typeface="Arial" pitchFamily="34" charset="0"/>
                        </a:rPr>
                        <a:t>Output</a:t>
                      </a: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40149">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a:ln>
                            <a:noFill/>
                          </a:ln>
                          <a:solidFill>
                            <a:schemeClr val="tx1"/>
                          </a:solidFill>
                          <a:effectLst/>
                          <a:latin typeface="Arial" pitchFamily="34" charset="0"/>
                          <a:cs typeface="Arial" pitchFamily="34" charset="0"/>
                        </a:rPr>
                        <a:t>0   0 </a:t>
                      </a: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dirty="0">
                          <a:ln>
                            <a:noFill/>
                          </a:ln>
                          <a:solidFill>
                            <a:schemeClr val="tx1"/>
                          </a:solidFill>
                          <a:effectLst/>
                          <a:latin typeface="Arial" pitchFamily="34" charset="0"/>
                          <a:cs typeface="Arial" pitchFamily="34" charset="0"/>
                        </a:rPr>
                        <a:t>Registered,</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a:ln>
                            <a:noFill/>
                          </a:ln>
                          <a:solidFill>
                            <a:schemeClr val="tx1"/>
                          </a:solidFill>
                          <a:effectLst/>
                          <a:latin typeface="Arial" pitchFamily="34" charset="0"/>
                          <a:cs typeface="Arial" pitchFamily="34" charset="0"/>
                        </a:rPr>
                        <a:t> active low</a:t>
                      </a: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640149">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a:ln>
                            <a:noFill/>
                          </a:ln>
                          <a:solidFill>
                            <a:schemeClr val="tx1"/>
                          </a:solidFill>
                          <a:effectLst/>
                          <a:latin typeface="Arial" pitchFamily="34" charset="0"/>
                          <a:cs typeface="Arial" pitchFamily="34" charset="0"/>
                        </a:rPr>
                        <a:t>0   1</a:t>
                      </a: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dirty="0">
                          <a:ln>
                            <a:noFill/>
                          </a:ln>
                          <a:solidFill>
                            <a:schemeClr val="tx1"/>
                          </a:solidFill>
                          <a:effectLst/>
                          <a:latin typeface="Arial" pitchFamily="34" charset="0"/>
                          <a:cs typeface="Arial" pitchFamily="34" charset="0"/>
                        </a:rPr>
                        <a:t>Registered,</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a:ln>
                            <a:noFill/>
                          </a:ln>
                          <a:solidFill>
                            <a:schemeClr val="tx1"/>
                          </a:solidFill>
                          <a:effectLst/>
                          <a:latin typeface="Arial" pitchFamily="34" charset="0"/>
                          <a:cs typeface="Arial" pitchFamily="34" charset="0"/>
                        </a:rPr>
                        <a:t> active high</a:t>
                      </a: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640149">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a:ln>
                            <a:noFill/>
                          </a:ln>
                          <a:solidFill>
                            <a:schemeClr val="tx1"/>
                          </a:solidFill>
                          <a:effectLst/>
                          <a:latin typeface="Arial" pitchFamily="34" charset="0"/>
                          <a:cs typeface="Arial" pitchFamily="34" charset="0"/>
                        </a:rPr>
                        <a:t>1   0</a:t>
                      </a: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dirty="0">
                          <a:ln>
                            <a:noFill/>
                          </a:ln>
                          <a:solidFill>
                            <a:schemeClr val="tx1"/>
                          </a:solidFill>
                          <a:effectLst/>
                          <a:latin typeface="Arial" pitchFamily="34" charset="0"/>
                          <a:cs typeface="Arial" pitchFamily="34" charset="0"/>
                        </a:rPr>
                        <a:t>Combinational</a:t>
                      </a:r>
                      <a:br>
                        <a:rPr kumimoji="0" lang="en-US" sz="1800" b="0" i="0" u="none" strike="noStrike" cap="none" normalizeH="0" baseline="0" dirty="0">
                          <a:ln>
                            <a:noFill/>
                          </a:ln>
                          <a:solidFill>
                            <a:schemeClr val="tx1"/>
                          </a:solidFill>
                          <a:effectLst/>
                          <a:latin typeface="Arial" pitchFamily="34" charset="0"/>
                          <a:cs typeface="Arial" pitchFamily="34" charset="0"/>
                        </a:rPr>
                      </a:br>
                      <a:r>
                        <a:rPr kumimoji="0" lang="en-US" sz="1800" b="0" i="0" u="none" strike="noStrike" cap="none" normalizeH="0" baseline="0" dirty="0">
                          <a:ln>
                            <a:noFill/>
                          </a:ln>
                          <a:solidFill>
                            <a:schemeClr val="tx1"/>
                          </a:solidFill>
                          <a:effectLst/>
                          <a:latin typeface="Arial" pitchFamily="34" charset="0"/>
                          <a:cs typeface="Arial" pitchFamily="34" charset="0"/>
                        </a:rPr>
                        <a:t>active low</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640149">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a:ln>
                            <a:noFill/>
                          </a:ln>
                          <a:solidFill>
                            <a:schemeClr val="tx1"/>
                          </a:solidFill>
                          <a:effectLst/>
                          <a:latin typeface="Arial" pitchFamily="34" charset="0"/>
                          <a:cs typeface="Arial" pitchFamily="34" charset="0"/>
                        </a:rPr>
                        <a:t>1   1</a:t>
                      </a: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dirty="0">
                          <a:ln>
                            <a:noFill/>
                          </a:ln>
                          <a:solidFill>
                            <a:schemeClr val="tx1"/>
                          </a:solidFill>
                          <a:effectLst/>
                          <a:latin typeface="Arial" pitchFamily="34" charset="0"/>
                          <a:cs typeface="Arial" pitchFamily="34" charset="0"/>
                        </a:rPr>
                        <a:t>Combinational active high</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T="45725" marB="457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
        <p:nvSpPr>
          <p:cNvPr id="32792" name="Rectangle 8">
            <a:extLst>
              <a:ext uri="{FF2B5EF4-FFF2-40B4-BE49-F238E27FC236}">
                <a16:creationId xmlns:a16="http://schemas.microsoft.com/office/drawing/2014/main" id="{BD7DEF67-1A78-A9CD-82A4-7684135BD455}"/>
              </a:ext>
            </a:extLst>
          </p:cNvPr>
          <p:cNvSpPr>
            <a:spLocks noChangeArrowheads="1"/>
          </p:cNvSpPr>
          <p:nvPr/>
        </p:nvSpPr>
        <p:spPr bwMode="auto">
          <a:xfrm>
            <a:off x="7620000" y="1676400"/>
            <a:ext cx="289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42900">
              <a:tabLst>
                <a:tab pos="342900" algn="l"/>
              </a:tabLst>
              <a:defRPr b="1" u="sng">
                <a:solidFill>
                  <a:schemeClr val="tx1"/>
                </a:solidFill>
                <a:latin typeface="Arial" panose="020B0604020202020204" pitchFamily="34" charset="0"/>
                <a:cs typeface="Arial" panose="020B0604020202020204" pitchFamily="34" charset="0"/>
              </a:defRPr>
            </a:lvl1pPr>
            <a:lvl2pPr marL="742950" indent="-285750">
              <a:tabLst>
                <a:tab pos="342900" algn="l"/>
              </a:tabLst>
              <a:defRPr b="1" u="sng">
                <a:solidFill>
                  <a:schemeClr val="tx1"/>
                </a:solidFill>
                <a:latin typeface="Arial" panose="020B0604020202020204" pitchFamily="34" charset="0"/>
                <a:cs typeface="Arial" panose="020B0604020202020204" pitchFamily="34" charset="0"/>
              </a:defRPr>
            </a:lvl2pPr>
            <a:lvl3pPr marL="1143000" indent="-228600">
              <a:tabLst>
                <a:tab pos="342900" algn="l"/>
              </a:tabLst>
              <a:defRPr b="1" u="sng">
                <a:solidFill>
                  <a:schemeClr val="tx1"/>
                </a:solidFill>
                <a:latin typeface="Arial" panose="020B0604020202020204" pitchFamily="34" charset="0"/>
                <a:cs typeface="Arial" panose="020B0604020202020204" pitchFamily="34" charset="0"/>
              </a:defRPr>
            </a:lvl3pPr>
            <a:lvl4pPr marL="1600200" indent="-228600">
              <a:tabLst>
                <a:tab pos="342900" algn="l"/>
              </a:tabLst>
              <a:defRPr b="1" u="sng">
                <a:solidFill>
                  <a:schemeClr val="tx1"/>
                </a:solidFill>
                <a:latin typeface="Arial" panose="020B0604020202020204" pitchFamily="34" charset="0"/>
                <a:cs typeface="Arial" panose="020B0604020202020204" pitchFamily="34" charset="0"/>
              </a:defRPr>
            </a:lvl4pPr>
            <a:lvl5pPr marL="2057400" indent="-228600">
              <a:tabLst>
                <a:tab pos="342900" algn="l"/>
              </a:tabLst>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342900" algn="l"/>
              </a:tabLs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342900" algn="l"/>
              </a:tabLs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342900" algn="l"/>
              </a:tabLs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342900" algn="l"/>
              </a:tabLst>
              <a:defRPr b="1" u="sng">
                <a:solidFill>
                  <a:schemeClr val="tx1"/>
                </a:solidFill>
                <a:latin typeface="Arial" panose="020B0604020202020204" pitchFamily="34" charset="0"/>
                <a:cs typeface="Arial" panose="020B0604020202020204" pitchFamily="34" charset="0"/>
              </a:defRPr>
            </a:lvl9pPr>
          </a:lstStyle>
          <a:p>
            <a:pPr algn="ctr" eaLnBrk="1" hangingPunct="1"/>
            <a:r>
              <a:rPr lang="ru-RU" altLang="en-US" sz="2000" b="0" u="none"/>
              <a:t>Outpu</a:t>
            </a:r>
            <a:r>
              <a:rPr lang="en-US" altLang="en-US" sz="2000" b="0" u="none"/>
              <a:t>t </a:t>
            </a:r>
            <a:r>
              <a:rPr lang="ru-RU" altLang="en-US" sz="2000" b="0" u="none"/>
              <a:t>options</a:t>
            </a:r>
            <a:r>
              <a:rPr lang="ru-RU" altLang="en-US" sz="2000" b="0"/>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Заголовок 1">
            <a:extLst>
              <a:ext uri="{FF2B5EF4-FFF2-40B4-BE49-F238E27FC236}">
                <a16:creationId xmlns:a16="http://schemas.microsoft.com/office/drawing/2014/main" id="{872E65D1-BE78-9931-B022-C48472362B39}"/>
              </a:ext>
            </a:extLst>
          </p:cNvPr>
          <p:cNvSpPr>
            <a:spLocks noGrp="1" noChangeArrowheads="1"/>
          </p:cNvSpPr>
          <p:nvPr>
            <p:ph type="title"/>
          </p:nvPr>
        </p:nvSpPr>
        <p:spPr/>
        <p:txBody>
          <a:bodyPr/>
          <a:lstStyle/>
          <a:p>
            <a:r>
              <a:rPr lang="en-US" altLang="en-US"/>
              <a:t>Generic Array Logic (GAL Device)</a:t>
            </a:r>
            <a:endParaRPr lang="ru-RU" altLang="en-US"/>
          </a:p>
        </p:txBody>
      </p:sp>
      <p:sp>
        <p:nvSpPr>
          <p:cNvPr id="33795" name="Объект 2">
            <a:extLst>
              <a:ext uri="{FF2B5EF4-FFF2-40B4-BE49-F238E27FC236}">
                <a16:creationId xmlns:a16="http://schemas.microsoft.com/office/drawing/2014/main" id="{E83482D2-D224-DDE3-E826-D4DC7F116538}"/>
              </a:ext>
            </a:extLst>
          </p:cNvPr>
          <p:cNvSpPr>
            <a:spLocks noGrp="1" noChangeArrowheads="1"/>
          </p:cNvSpPr>
          <p:nvPr>
            <p:ph type="body" sz="quarter" idx="10"/>
          </p:nvPr>
        </p:nvSpPr>
        <p:spPr/>
        <p:txBody>
          <a:bodyPr/>
          <a:lstStyle/>
          <a:p>
            <a:r>
              <a:rPr lang="en-US" altLang="en-US"/>
              <a:t>GAL 16V8 – a single GAL device type</a:t>
            </a:r>
          </a:p>
          <a:p>
            <a:r>
              <a:rPr lang="en-US" altLang="en-US"/>
              <a:t>GALs use floating-gate/electrical erase technology</a:t>
            </a:r>
          </a:p>
          <a:p>
            <a:r>
              <a:rPr lang="en-US" altLang="en-US"/>
              <a:t>Can be configured to emulate of any PAL device structure</a:t>
            </a:r>
          </a:p>
          <a:p>
            <a:r>
              <a:rPr lang="en-US" altLang="en-US"/>
              <a:t>Inputs -10, outputs – 8, product terms -8, feedback – 6.</a:t>
            </a:r>
          </a:p>
          <a:p>
            <a:r>
              <a:rPr lang="en-US" altLang="en-US"/>
              <a:t>Technology: CMOS, re-programmable</a:t>
            </a:r>
          </a:p>
          <a:p>
            <a:r>
              <a:rPr lang="en-US" altLang="en-US"/>
              <a:t>Delay time input-to-output – 3.5 ns.</a:t>
            </a:r>
          </a:p>
          <a:p>
            <a:endParaRPr lang="ru-RU" altLang="en-US"/>
          </a:p>
          <a:p>
            <a:endParaRPr lang="ru-RU"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a:extLst>
              <a:ext uri="{FF2B5EF4-FFF2-40B4-BE49-F238E27FC236}">
                <a16:creationId xmlns:a16="http://schemas.microsoft.com/office/drawing/2014/main" id="{72893FC8-BFE7-E794-B5D5-DB8CCCF3E0D7}"/>
              </a:ext>
            </a:extLst>
          </p:cNvPr>
          <p:cNvSpPr>
            <a:spLocks noGrp="1" noChangeArrowheads="1"/>
          </p:cNvSpPr>
          <p:nvPr>
            <p:ph type="title"/>
          </p:nvPr>
        </p:nvSpPr>
        <p:spPr>
          <a:xfrm>
            <a:off x="0" y="183401"/>
            <a:ext cx="11612880" cy="704088"/>
          </a:xfrm>
        </p:spPr>
        <p:txBody>
          <a:bodyPr/>
          <a:lstStyle/>
          <a:p>
            <a:r>
              <a:rPr lang="en-US" altLang="en-US"/>
              <a:t>PLD</a:t>
            </a:r>
            <a:r>
              <a:rPr lang="ru-RU" altLang="en-US"/>
              <a:t> </a:t>
            </a:r>
            <a:r>
              <a:rPr lang="pt-BR" altLang="en-US"/>
              <a:t>GAL</a:t>
            </a:r>
            <a:r>
              <a:rPr lang="ru-RU" altLang="en-US"/>
              <a:t>16</a:t>
            </a:r>
            <a:r>
              <a:rPr lang="pt-BR" altLang="en-US"/>
              <a:t>V</a:t>
            </a:r>
            <a:r>
              <a:rPr lang="ru-RU" altLang="en-US"/>
              <a:t>8, </a:t>
            </a:r>
            <a:r>
              <a:rPr lang="pt-BR" altLang="en-US"/>
              <a:t>GAL</a:t>
            </a:r>
            <a:r>
              <a:rPr lang="ru-RU" altLang="en-US"/>
              <a:t>22</a:t>
            </a:r>
            <a:r>
              <a:rPr lang="pt-BR" altLang="en-US"/>
              <a:t>V</a:t>
            </a:r>
            <a:r>
              <a:rPr lang="ru-RU" altLang="en-US"/>
              <a:t>10</a:t>
            </a:r>
          </a:p>
        </p:txBody>
      </p:sp>
      <p:grpSp>
        <p:nvGrpSpPr>
          <p:cNvPr id="34819" name="Группа 1">
            <a:extLst>
              <a:ext uri="{FF2B5EF4-FFF2-40B4-BE49-F238E27FC236}">
                <a16:creationId xmlns:a16="http://schemas.microsoft.com/office/drawing/2014/main" id="{0EA32FA4-E7AD-8F96-F4B1-4AB9066E3D1A}"/>
              </a:ext>
            </a:extLst>
          </p:cNvPr>
          <p:cNvGrpSpPr>
            <a:grpSpLocks/>
          </p:cNvGrpSpPr>
          <p:nvPr/>
        </p:nvGrpSpPr>
        <p:grpSpPr bwMode="auto">
          <a:xfrm>
            <a:off x="2876550" y="1154114"/>
            <a:ext cx="6757988" cy="4568825"/>
            <a:chOff x="249218" y="484188"/>
            <a:chExt cx="8239985" cy="6381750"/>
          </a:xfrm>
        </p:grpSpPr>
        <p:sp>
          <p:nvSpPr>
            <p:cNvPr id="34820" name="Text Box 7">
              <a:extLst>
                <a:ext uri="{FF2B5EF4-FFF2-40B4-BE49-F238E27FC236}">
                  <a16:creationId xmlns:a16="http://schemas.microsoft.com/office/drawing/2014/main" id="{14FAC133-6D27-B6BC-6E57-126D7CA4F3B7}"/>
                </a:ext>
              </a:extLst>
            </p:cNvPr>
            <p:cNvSpPr txBox="1">
              <a:spLocks noChangeArrowheads="1"/>
            </p:cNvSpPr>
            <p:nvPr/>
          </p:nvSpPr>
          <p:spPr bwMode="auto">
            <a:xfrm>
              <a:off x="288514" y="2070303"/>
              <a:ext cx="42386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latin typeface="Times New Roman" panose="02020603050405020304" pitchFamily="18" charset="0"/>
                </a:rPr>
                <a:t>I2</a:t>
              </a:r>
              <a:endParaRPr lang="ru-RU" altLang="en-US" sz="1400" b="0" u="none"/>
            </a:p>
          </p:txBody>
        </p:sp>
        <p:sp>
          <p:nvSpPr>
            <p:cNvPr id="34821" name="Text Box 8">
              <a:extLst>
                <a:ext uri="{FF2B5EF4-FFF2-40B4-BE49-F238E27FC236}">
                  <a16:creationId xmlns:a16="http://schemas.microsoft.com/office/drawing/2014/main" id="{AE616150-84E0-9982-6FE8-9EC9C1E0AB4F}"/>
                </a:ext>
              </a:extLst>
            </p:cNvPr>
            <p:cNvSpPr txBox="1">
              <a:spLocks noChangeArrowheads="1"/>
            </p:cNvSpPr>
            <p:nvPr/>
          </p:nvSpPr>
          <p:spPr bwMode="auto">
            <a:xfrm>
              <a:off x="264701" y="3754918"/>
              <a:ext cx="4254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latin typeface="Times New Roman" panose="02020603050405020304" pitchFamily="18" charset="0"/>
                </a:rPr>
                <a:t>I3</a:t>
              </a:r>
              <a:endParaRPr lang="ru-RU" altLang="en-US" sz="1400" b="0" u="none"/>
            </a:p>
          </p:txBody>
        </p:sp>
        <p:sp>
          <p:nvSpPr>
            <p:cNvPr id="34822" name="Text Box 9">
              <a:extLst>
                <a:ext uri="{FF2B5EF4-FFF2-40B4-BE49-F238E27FC236}">
                  <a16:creationId xmlns:a16="http://schemas.microsoft.com/office/drawing/2014/main" id="{1793A848-2ED0-C2DF-9F02-99943C4407E2}"/>
                </a:ext>
              </a:extLst>
            </p:cNvPr>
            <p:cNvSpPr txBox="1">
              <a:spLocks noChangeArrowheads="1"/>
            </p:cNvSpPr>
            <p:nvPr/>
          </p:nvSpPr>
          <p:spPr bwMode="auto">
            <a:xfrm>
              <a:off x="249218" y="6284359"/>
              <a:ext cx="4254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latin typeface="Times New Roman" panose="02020603050405020304" pitchFamily="18" charset="0"/>
                </a:rPr>
                <a:t>I9</a:t>
              </a:r>
              <a:endParaRPr lang="ru-RU" altLang="en-US" sz="1400" b="0" u="none"/>
            </a:p>
          </p:txBody>
        </p:sp>
        <p:sp>
          <p:nvSpPr>
            <p:cNvPr id="34823" name="AutoShape 10">
              <a:extLst>
                <a:ext uri="{FF2B5EF4-FFF2-40B4-BE49-F238E27FC236}">
                  <a16:creationId xmlns:a16="http://schemas.microsoft.com/office/drawing/2014/main" id="{9F6885B7-BF0F-3E99-286F-8B1489DB479D}"/>
                </a:ext>
              </a:extLst>
            </p:cNvPr>
            <p:cNvSpPr>
              <a:spLocks noChangeArrowheads="1"/>
            </p:cNvSpPr>
            <p:nvPr/>
          </p:nvSpPr>
          <p:spPr bwMode="auto">
            <a:xfrm rot="5435204">
              <a:off x="805656" y="578645"/>
              <a:ext cx="257175" cy="207962"/>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4824" name="Line 11">
              <a:extLst>
                <a:ext uri="{FF2B5EF4-FFF2-40B4-BE49-F238E27FC236}">
                  <a16:creationId xmlns:a16="http://schemas.microsoft.com/office/drawing/2014/main" id="{2507E2EA-1548-6100-1C76-91E0182ECA82}"/>
                </a:ext>
              </a:extLst>
            </p:cNvPr>
            <p:cNvSpPr>
              <a:spLocks noChangeShapeType="1"/>
            </p:cNvSpPr>
            <p:nvPr/>
          </p:nvSpPr>
          <p:spPr bwMode="auto">
            <a:xfrm>
              <a:off x="1223963" y="1054100"/>
              <a:ext cx="41640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5" name="Line 12">
              <a:extLst>
                <a:ext uri="{FF2B5EF4-FFF2-40B4-BE49-F238E27FC236}">
                  <a16:creationId xmlns:a16="http://schemas.microsoft.com/office/drawing/2014/main" id="{754D2DFD-0F0E-26C8-6B57-D0B1D617B746}"/>
                </a:ext>
              </a:extLst>
            </p:cNvPr>
            <p:cNvSpPr>
              <a:spLocks noChangeShapeType="1"/>
            </p:cNvSpPr>
            <p:nvPr/>
          </p:nvSpPr>
          <p:spPr bwMode="auto">
            <a:xfrm>
              <a:off x="1223963" y="1196975"/>
              <a:ext cx="41640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6" name="Line 13">
              <a:extLst>
                <a:ext uri="{FF2B5EF4-FFF2-40B4-BE49-F238E27FC236}">
                  <a16:creationId xmlns:a16="http://schemas.microsoft.com/office/drawing/2014/main" id="{799BB97E-A9BB-A98D-042F-93A6EC4C9442}"/>
                </a:ext>
              </a:extLst>
            </p:cNvPr>
            <p:cNvSpPr>
              <a:spLocks noChangeShapeType="1"/>
            </p:cNvSpPr>
            <p:nvPr/>
          </p:nvSpPr>
          <p:spPr bwMode="auto">
            <a:xfrm>
              <a:off x="4906963" y="982663"/>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7" name="Line 14">
              <a:extLst>
                <a:ext uri="{FF2B5EF4-FFF2-40B4-BE49-F238E27FC236}">
                  <a16:creationId xmlns:a16="http://schemas.microsoft.com/office/drawing/2014/main" id="{8A02D41D-1F24-3548-82A6-DD4022F4226D}"/>
                </a:ext>
              </a:extLst>
            </p:cNvPr>
            <p:cNvSpPr>
              <a:spLocks noChangeShapeType="1"/>
            </p:cNvSpPr>
            <p:nvPr/>
          </p:nvSpPr>
          <p:spPr bwMode="auto">
            <a:xfrm>
              <a:off x="5013325" y="982663"/>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8" name="Line 15">
              <a:extLst>
                <a:ext uri="{FF2B5EF4-FFF2-40B4-BE49-F238E27FC236}">
                  <a16:creationId xmlns:a16="http://schemas.microsoft.com/office/drawing/2014/main" id="{77C821D8-6214-91D8-7B4E-439D00E27246}"/>
                </a:ext>
              </a:extLst>
            </p:cNvPr>
            <p:cNvSpPr>
              <a:spLocks noChangeShapeType="1"/>
            </p:cNvSpPr>
            <p:nvPr/>
          </p:nvSpPr>
          <p:spPr bwMode="auto">
            <a:xfrm>
              <a:off x="5118100" y="973138"/>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9" name="Line 16">
              <a:extLst>
                <a:ext uri="{FF2B5EF4-FFF2-40B4-BE49-F238E27FC236}">
                  <a16:creationId xmlns:a16="http://schemas.microsoft.com/office/drawing/2014/main" id="{33643588-A01D-E49F-46A6-F904EAC32F5C}"/>
                </a:ext>
              </a:extLst>
            </p:cNvPr>
            <p:cNvSpPr>
              <a:spLocks noChangeShapeType="1"/>
            </p:cNvSpPr>
            <p:nvPr/>
          </p:nvSpPr>
          <p:spPr bwMode="auto">
            <a:xfrm>
              <a:off x="5224463" y="982663"/>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830" name="Group 17">
              <a:extLst>
                <a:ext uri="{FF2B5EF4-FFF2-40B4-BE49-F238E27FC236}">
                  <a16:creationId xmlns:a16="http://schemas.microsoft.com/office/drawing/2014/main" id="{4D9B9607-7E0F-D510-47A7-BC8F4FBB28F4}"/>
                </a:ext>
              </a:extLst>
            </p:cNvPr>
            <p:cNvGrpSpPr>
              <a:grpSpLocks/>
            </p:cNvGrpSpPr>
            <p:nvPr/>
          </p:nvGrpSpPr>
          <p:grpSpPr bwMode="auto">
            <a:xfrm>
              <a:off x="5395913" y="992188"/>
              <a:ext cx="217487" cy="130175"/>
              <a:chOff x="3615" y="11343"/>
              <a:chExt cx="419" cy="525"/>
            </a:xfrm>
          </p:grpSpPr>
          <p:sp>
            <p:nvSpPr>
              <p:cNvPr id="35190" name="Arc 18">
                <a:extLst>
                  <a:ext uri="{FF2B5EF4-FFF2-40B4-BE49-F238E27FC236}">
                    <a16:creationId xmlns:a16="http://schemas.microsoft.com/office/drawing/2014/main" id="{7D7DDB8C-267A-2C57-8A96-7EFFCD2DC8FA}"/>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91" name="Line 19">
                <a:extLst>
                  <a:ext uri="{FF2B5EF4-FFF2-40B4-BE49-F238E27FC236}">
                    <a16:creationId xmlns:a16="http://schemas.microsoft.com/office/drawing/2014/main" id="{9A66BACE-7970-1F75-5C03-58692ED2A2B1}"/>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92" name="Line 20">
                <a:extLst>
                  <a:ext uri="{FF2B5EF4-FFF2-40B4-BE49-F238E27FC236}">
                    <a16:creationId xmlns:a16="http://schemas.microsoft.com/office/drawing/2014/main" id="{290D9E0F-E188-0524-CECF-E99CFD8A6C3F}"/>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93" name="Line 21">
                <a:extLst>
                  <a:ext uri="{FF2B5EF4-FFF2-40B4-BE49-F238E27FC236}">
                    <a16:creationId xmlns:a16="http://schemas.microsoft.com/office/drawing/2014/main" id="{641CF82C-3458-8AA8-A91E-0376613AA2D9}"/>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4831" name="Group 22">
              <a:extLst>
                <a:ext uri="{FF2B5EF4-FFF2-40B4-BE49-F238E27FC236}">
                  <a16:creationId xmlns:a16="http://schemas.microsoft.com/office/drawing/2014/main" id="{6C23BC2B-F958-2D4F-75BC-182FE9B10154}"/>
                </a:ext>
              </a:extLst>
            </p:cNvPr>
            <p:cNvGrpSpPr>
              <a:grpSpLocks/>
            </p:cNvGrpSpPr>
            <p:nvPr/>
          </p:nvGrpSpPr>
          <p:grpSpPr bwMode="auto">
            <a:xfrm>
              <a:off x="5400675" y="1130300"/>
              <a:ext cx="217488" cy="130175"/>
              <a:chOff x="3615" y="11343"/>
              <a:chExt cx="419" cy="525"/>
            </a:xfrm>
          </p:grpSpPr>
          <p:sp>
            <p:nvSpPr>
              <p:cNvPr id="35186" name="Arc 23">
                <a:extLst>
                  <a:ext uri="{FF2B5EF4-FFF2-40B4-BE49-F238E27FC236}">
                    <a16:creationId xmlns:a16="http://schemas.microsoft.com/office/drawing/2014/main" id="{1442152C-C8D0-5629-EDAC-54A1EACF0006}"/>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87" name="Line 24">
                <a:extLst>
                  <a:ext uri="{FF2B5EF4-FFF2-40B4-BE49-F238E27FC236}">
                    <a16:creationId xmlns:a16="http://schemas.microsoft.com/office/drawing/2014/main" id="{DB33ECB8-1042-9AD5-6D94-D2BC00D68FFB}"/>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88" name="Line 25">
                <a:extLst>
                  <a:ext uri="{FF2B5EF4-FFF2-40B4-BE49-F238E27FC236}">
                    <a16:creationId xmlns:a16="http://schemas.microsoft.com/office/drawing/2014/main" id="{0471232C-67D7-1DAB-4DF8-6B756416A2BC}"/>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89" name="Line 26">
                <a:extLst>
                  <a:ext uri="{FF2B5EF4-FFF2-40B4-BE49-F238E27FC236}">
                    <a16:creationId xmlns:a16="http://schemas.microsoft.com/office/drawing/2014/main" id="{DA755E0F-4866-08D8-3EF9-C6BA57D9C086}"/>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32" name="Line 27">
              <a:extLst>
                <a:ext uri="{FF2B5EF4-FFF2-40B4-BE49-F238E27FC236}">
                  <a16:creationId xmlns:a16="http://schemas.microsoft.com/office/drawing/2014/main" id="{1AB62353-7E6B-FC5E-C7E3-430295811481}"/>
                </a:ext>
              </a:extLst>
            </p:cNvPr>
            <p:cNvSpPr>
              <a:spLocks noChangeShapeType="1"/>
            </p:cNvSpPr>
            <p:nvPr/>
          </p:nvSpPr>
          <p:spPr bwMode="auto">
            <a:xfrm>
              <a:off x="1223963" y="1320800"/>
              <a:ext cx="41640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3" name="Line 28">
              <a:extLst>
                <a:ext uri="{FF2B5EF4-FFF2-40B4-BE49-F238E27FC236}">
                  <a16:creationId xmlns:a16="http://schemas.microsoft.com/office/drawing/2014/main" id="{A54F5BC4-8A27-B941-3367-32F5BFE4D894}"/>
                </a:ext>
              </a:extLst>
            </p:cNvPr>
            <p:cNvSpPr>
              <a:spLocks noChangeShapeType="1"/>
            </p:cNvSpPr>
            <p:nvPr/>
          </p:nvSpPr>
          <p:spPr bwMode="auto">
            <a:xfrm>
              <a:off x="1223963" y="1463675"/>
              <a:ext cx="41640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834" name="Group 29">
              <a:extLst>
                <a:ext uri="{FF2B5EF4-FFF2-40B4-BE49-F238E27FC236}">
                  <a16:creationId xmlns:a16="http://schemas.microsoft.com/office/drawing/2014/main" id="{2FA773E4-39BA-9E7E-2780-3BB1E5791933}"/>
                </a:ext>
              </a:extLst>
            </p:cNvPr>
            <p:cNvGrpSpPr>
              <a:grpSpLocks/>
            </p:cNvGrpSpPr>
            <p:nvPr/>
          </p:nvGrpSpPr>
          <p:grpSpPr bwMode="auto">
            <a:xfrm>
              <a:off x="5395913" y="1258888"/>
              <a:ext cx="217487" cy="128587"/>
              <a:chOff x="3615" y="11343"/>
              <a:chExt cx="419" cy="525"/>
            </a:xfrm>
          </p:grpSpPr>
          <p:sp>
            <p:nvSpPr>
              <p:cNvPr id="35182" name="Arc 30">
                <a:extLst>
                  <a:ext uri="{FF2B5EF4-FFF2-40B4-BE49-F238E27FC236}">
                    <a16:creationId xmlns:a16="http://schemas.microsoft.com/office/drawing/2014/main" id="{5467E40B-0955-6642-662C-893B8FDF4B90}"/>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83" name="Line 31">
                <a:extLst>
                  <a:ext uri="{FF2B5EF4-FFF2-40B4-BE49-F238E27FC236}">
                    <a16:creationId xmlns:a16="http://schemas.microsoft.com/office/drawing/2014/main" id="{9B97F49C-FF21-DC31-8E79-B8121CA53BFC}"/>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84" name="Line 32">
                <a:extLst>
                  <a:ext uri="{FF2B5EF4-FFF2-40B4-BE49-F238E27FC236}">
                    <a16:creationId xmlns:a16="http://schemas.microsoft.com/office/drawing/2014/main" id="{563FA4D8-46E5-4F9E-C3CF-278EB89D90E2}"/>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85" name="Line 33">
                <a:extLst>
                  <a:ext uri="{FF2B5EF4-FFF2-40B4-BE49-F238E27FC236}">
                    <a16:creationId xmlns:a16="http://schemas.microsoft.com/office/drawing/2014/main" id="{A63B4246-A93B-AAF9-8762-6ADA62A0AB16}"/>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4835" name="Group 34">
              <a:extLst>
                <a:ext uri="{FF2B5EF4-FFF2-40B4-BE49-F238E27FC236}">
                  <a16:creationId xmlns:a16="http://schemas.microsoft.com/office/drawing/2014/main" id="{2EE436BF-6F4F-F0F3-3424-24F92E61FDD2}"/>
                </a:ext>
              </a:extLst>
            </p:cNvPr>
            <p:cNvGrpSpPr>
              <a:grpSpLocks/>
            </p:cNvGrpSpPr>
            <p:nvPr/>
          </p:nvGrpSpPr>
          <p:grpSpPr bwMode="auto">
            <a:xfrm>
              <a:off x="5400675" y="1397000"/>
              <a:ext cx="217488" cy="130175"/>
              <a:chOff x="3615" y="11343"/>
              <a:chExt cx="419" cy="525"/>
            </a:xfrm>
          </p:grpSpPr>
          <p:sp>
            <p:nvSpPr>
              <p:cNvPr id="35178" name="Arc 35">
                <a:extLst>
                  <a:ext uri="{FF2B5EF4-FFF2-40B4-BE49-F238E27FC236}">
                    <a16:creationId xmlns:a16="http://schemas.microsoft.com/office/drawing/2014/main" id="{5F1CA5E5-0845-A28C-11AC-9C19AA32E358}"/>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79" name="Line 36">
                <a:extLst>
                  <a:ext uri="{FF2B5EF4-FFF2-40B4-BE49-F238E27FC236}">
                    <a16:creationId xmlns:a16="http://schemas.microsoft.com/office/drawing/2014/main" id="{73A939F0-A5C6-9C93-6F95-471F6A67F9F4}"/>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80" name="Line 37">
                <a:extLst>
                  <a:ext uri="{FF2B5EF4-FFF2-40B4-BE49-F238E27FC236}">
                    <a16:creationId xmlns:a16="http://schemas.microsoft.com/office/drawing/2014/main" id="{E3E010A4-6835-BDA8-7047-C75DBBF541BB}"/>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81" name="Line 38">
                <a:extLst>
                  <a:ext uri="{FF2B5EF4-FFF2-40B4-BE49-F238E27FC236}">
                    <a16:creationId xmlns:a16="http://schemas.microsoft.com/office/drawing/2014/main" id="{4B216E75-9515-ADDE-177E-92DF4E999150}"/>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36" name="Line 39">
              <a:extLst>
                <a:ext uri="{FF2B5EF4-FFF2-40B4-BE49-F238E27FC236}">
                  <a16:creationId xmlns:a16="http://schemas.microsoft.com/office/drawing/2014/main" id="{068C550E-A639-FC7A-C261-52420856DB65}"/>
                </a:ext>
              </a:extLst>
            </p:cNvPr>
            <p:cNvSpPr>
              <a:spLocks noChangeShapeType="1"/>
            </p:cNvSpPr>
            <p:nvPr/>
          </p:nvSpPr>
          <p:spPr bwMode="auto">
            <a:xfrm>
              <a:off x="1223963" y="1587500"/>
              <a:ext cx="41640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7" name="Line 40">
              <a:extLst>
                <a:ext uri="{FF2B5EF4-FFF2-40B4-BE49-F238E27FC236}">
                  <a16:creationId xmlns:a16="http://schemas.microsoft.com/office/drawing/2014/main" id="{CEC132C6-4071-679E-728A-74E82E94A839}"/>
                </a:ext>
              </a:extLst>
            </p:cNvPr>
            <p:cNvSpPr>
              <a:spLocks noChangeShapeType="1"/>
            </p:cNvSpPr>
            <p:nvPr/>
          </p:nvSpPr>
          <p:spPr bwMode="auto">
            <a:xfrm>
              <a:off x="1223963" y="1730375"/>
              <a:ext cx="41640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838" name="Group 41">
              <a:extLst>
                <a:ext uri="{FF2B5EF4-FFF2-40B4-BE49-F238E27FC236}">
                  <a16:creationId xmlns:a16="http://schemas.microsoft.com/office/drawing/2014/main" id="{340766DC-8B69-FCB3-D7F6-10BFB71C2CF9}"/>
                </a:ext>
              </a:extLst>
            </p:cNvPr>
            <p:cNvGrpSpPr>
              <a:grpSpLocks/>
            </p:cNvGrpSpPr>
            <p:nvPr/>
          </p:nvGrpSpPr>
          <p:grpSpPr bwMode="auto">
            <a:xfrm>
              <a:off x="5395913" y="1524000"/>
              <a:ext cx="217487" cy="130175"/>
              <a:chOff x="3615" y="11343"/>
              <a:chExt cx="419" cy="525"/>
            </a:xfrm>
          </p:grpSpPr>
          <p:sp>
            <p:nvSpPr>
              <p:cNvPr id="35174" name="Arc 42">
                <a:extLst>
                  <a:ext uri="{FF2B5EF4-FFF2-40B4-BE49-F238E27FC236}">
                    <a16:creationId xmlns:a16="http://schemas.microsoft.com/office/drawing/2014/main" id="{1FE876DF-D361-9CB7-A544-A54FFB0E3DE2}"/>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75" name="Line 43">
                <a:extLst>
                  <a:ext uri="{FF2B5EF4-FFF2-40B4-BE49-F238E27FC236}">
                    <a16:creationId xmlns:a16="http://schemas.microsoft.com/office/drawing/2014/main" id="{F1444A7F-9C01-0636-BBFB-8ECFC04BB4D8}"/>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76" name="Line 44">
                <a:extLst>
                  <a:ext uri="{FF2B5EF4-FFF2-40B4-BE49-F238E27FC236}">
                    <a16:creationId xmlns:a16="http://schemas.microsoft.com/office/drawing/2014/main" id="{609B399E-3102-4AF0-6738-81BDE49E9131}"/>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77" name="Line 45">
                <a:extLst>
                  <a:ext uri="{FF2B5EF4-FFF2-40B4-BE49-F238E27FC236}">
                    <a16:creationId xmlns:a16="http://schemas.microsoft.com/office/drawing/2014/main" id="{5E7D89FB-1E6B-D334-D3AB-557A6FF4206D}"/>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4839" name="Group 46">
              <a:extLst>
                <a:ext uri="{FF2B5EF4-FFF2-40B4-BE49-F238E27FC236}">
                  <a16:creationId xmlns:a16="http://schemas.microsoft.com/office/drawing/2014/main" id="{DEC9D8B0-06C3-D78E-A467-5229E3AD6132}"/>
                </a:ext>
              </a:extLst>
            </p:cNvPr>
            <p:cNvGrpSpPr>
              <a:grpSpLocks/>
            </p:cNvGrpSpPr>
            <p:nvPr/>
          </p:nvGrpSpPr>
          <p:grpSpPr bwMode="auto">
            <a:xfrm>
              <a:off x="5400675" y="1663700"/>
              <a:ext cx="217488" cy="130175"/>
              <a:chOff x="3615" y="11343"/>
              <a:chExt cx="419" cy="525"/>
            </a:xfrm>
          </p:grpSpPr>
          <p:sp>
            <p:nvSpPr>
              <p:cNvPr id="35170" name="Arc 47">
                <a:extLst>
                  <a:ext uri="{FF2B5EF4-FFF2-40B4-BE49-F238E27FC236}">
                    <a16:creationId xmlns:a16="http://schemas.microsoft.com/office/drawing/2014/main" id="{49D4F57D-0F69-3007-67EA-E9AD340D2177}"/>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71" name="Line 48">
                <a:extLst>
                  <a:ext uri="{FF2B5EF4-FFF2-40B4-BE49-F238E27FC236}">
                    <a16:creationId xmlns:a16="http://schemas.microsoft.com/office/drawing/2014/main" id="{13D287A9-DB7D-6CFF-5745-3FC4B3E638F6}"/>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72" name="Line 49">
                <a:extLst>
                  <a:ext uri="{FF2B5EF4-FFF2-40B4-BE49-F238E27FC236}">
                    <a16:creationId xmlns:a16="http://schemas.microsoft.com/office/drawing/2014/main" id="{58B22B2C-6543-471B-24DA-E309C713CBE2}"/>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73" name="Line 50">
                <a:extLst>
                  <a:ext uri="{FF2B5EF4-FFF2-40B4-BE49-F238E27FC236}">
                    <a16:creationId xmlns:a16="http://schemas.microsoft.com/office/drawing/2014/main" id="{F3A1A197-D206-2C07-00BC-793C01FE321B}"/>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40" name="Line 51">
              <a:extLst>
                <a:ext uri="{FF2B5EF4-FFF2-40B4-BE49-F238E27FC236}">
                  <a16:creationId xmlns:a16="http://schemas.microsoft.com/office/drawing/2014/main" id="{5216B237-0FD7-667F-1ED7-7F7697FE9D44}"/>
                </a:ext>
              </a:extLst>
            </p:cNvPr>
            <p:cNvSpPr>
              <a:spLocks noChangeShapeType="1"/>
            </p:cNvSpPr>
            <p:nvPr/>
          </p:nvSpPr>
          <p:spPr bwMode="auto">
            <a:xfrm>
              <a:off x="1223963" y="1854200"/>
              <a:ext cx="41640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1" name="Line 52">
              <a:extLst>
                <a:ext uri="{FF2B5EF4-FFF2-40B4-BE49-F238E27FC236}">
                  <a16:creationId xmlns:a16="http://schemas.microsoft.com/office/drawing/2014/main" id="{8818C4D7-59C3-316D-17BD-25369E8DF409}"/>
                </a:ext>
              </a:extLst>
            </p:cNvPr>
            <p:cNvSpPr>
              <a:spLocks noChangeShapeType="1"/>
            </p:cNvSpPr>
            <p:nvPr/>
          </p:nvSpPr>
          <p:spPr bwMode="auto">
            <a:xfrm>
              <a:off x="1223963" y="1997075"/>
              <a:ext cx="41640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842" name="Group 53">
              <a:extLst>
                <a:ext uri="{FF2B5EF4-FFF2-40B4-BE49-F238E27FC236}">
                  <a16:creationId xmlns:a16="http://schemas.microsoft.com/office/drawing/2014/main" id="{C68618B0-A08B-B8DD-C8FD-B26F586C165D}"/>
                </a:ext>
              </a:extLst>
            </p:cNvPr>
            <p:cNvGrpSpPr>
              <a:grpSpLocks/>
            </p:cNvGrpSpPr>
            <p:nvPr/>
          </p:nvGrpSpPr>
          <p:grpSpPr bwMode="auto">
            <a:xfrm>
              <a:off x="5395913" y="1790700"/>
              <a:ext cx="217487" cy="130175"/>
              <a:chOff x="3615" y="11343"/>
              <a:chExt cx="419" cy="525"/>
            </a:xfrm>
          </p:grpSpPr>
          <p:sp>
            <p:nvSpPr>
              <p:cNvPr id="35166" name="Arc 54">
                <a:extLst>
                  <a:ext uri="{FF2B5EF4-FFF2-40B4-BE49-F238E27FC236}">
                    <a16:creationId xmlns:a16="http://schemas.microsoft.com/office/drawing/2014/main" id="{1263F5FC-2E18-CF4D-13FE-2B694805E935}"/>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67" name="Line 55">
                <a:extLst>
                  <a:ext uri="{FF2B5EF4-FFF2-40B4-BE49-F238E27FC236}">
                    <a16:creationId xmlns:a16="http://schemas.microsoft.com/office/drawing/2014/main" id="{069D8F3D-307F-C6CC-8949-4918AA7E549A}"/>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68" name="Line 56">
                <a:extLst>
                  <a:ext uri="{FF2B5EF4-FFF2-40B4-BE49-F238E27FC236}">
                    <a16:creationId xmlns:a16="http://schemas.microsoft.com/office/drawing/2014/main" id="{19163CB5-0EAE-8471-ED3E-4D0A078C8C2D}"/>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69" name="Line 57">
                <a:extLst>
                  <a:ext uri="{FF2B5EF4-FFF2-40B4-BE49-F238E27FC236}">
                    <a16:creationId xmlns:a16="http://schemas.microsoft.com/office/drawing/2014/main" id="{D9845510-2F50-8B2B-6B7C-EE4D425F50B3}"/>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4843" name="Group 58">
              <a:extLst>
                <a:ext uri="{FF2B5EF4-FFF2-40B4-BE49-F238E27FC236}">
                  <a16:creationId xmlns:a16="http://schemas.microsoft.com/office/drawing/2014/main" id="{93EF3456-17CB-20DB-D57B-AC0ED6450FD8}"/>
                </a:ext>
              </a:extLst>
            </p:cNvPr>
            <p:cNvGrpSpPr>
              <a:grpSpLocks/>
            </p:cNvGrpSpPr>
            <p:nvPr/>
          </p:nvGrpSpPr>
          <p:grpSpPr bwMode="auto">
            <a:xfrm>
              <a:off x="5400675" y="1930400"/>
              <a:ext cx="217488" cy="130175"/>
              <a:chOff x="3615" y="11343"/>
              <a:chExt cx="419" cy="525"/>
            </a:xfrm>
          </p:grpSpPr>
          <p:sp>
            <p:nvSpPr>
              <p:cNvPr id="35162" name="Arc 59">
                <a:extLst>
                  <a:ext uri="{FF2B5EF4-FFF2-40B4-BE49-F238E27FC236}">
                    <a16:creationId xmlns:a16="http://schemas.microsoft.com/office/drawing/2014/main" id="{7228CE17-9AB0-BD9E-EAD0-C895F7DB8569}"/>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63" name="Line 60">
                <a:extLst>
                  <a:ext uri="{FF2B5EF4-FFF2-40B4-BE49-F238E27FC236}">
                    <a16:creationId xmlns:a16="http://schemas.microsoft.com/office/drawing/2014/main" id="{0229F3A9-A57A-5867-5909-38B8D0862CE0}"/>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64" name="Line 61">
                <a:extLst>
                  <a:ext uri="{FF2B5EF4-FFF2-40B4-BE49-F238E27FC236}">
                    <a16:creationId xmlns:a16="http://schemas.microsoft.com/office/drawing/2014/main" id="{4775AB27-A867-A54D-C726-4D975E6438A9}"/>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65" name="Line 62">
                <a:extLst>
                  <a:ext uri="{FF2B5EF4-FFF2-40B4-BE49-F238E27FC236}">
                    <a16:creationId xmlns:a16="http://schemas.microsoft.com/office/drawing/2014/main" id="{45DB3718-B9E4-D02D-9A08-47C36CEC156F}"/>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44" name="AutoShape 63">
              <a:extLst>
                <a:ext uri="{FF2B5EF4-FFF2-40B4-BE49-F238E27FC236}">
                  <a16:creationId xmlns:a16="http://schemas.microsoft.com/office/drawing/2014/main" id="{737C3DDD-03AD-4707-C0F7-CADACEE003DB}"/>
                </a:ext>
              </a:extLst>
            </p:cNvPr>
            <p:cNvSpPr>
              <a:spLocks noChangeArrowheads="1"/>
            </p:cNvSpPr>
            <p:nvPr/>
          </p:nvSpPr>
          <p:spPr bwMode="auto">
            <a:xfrm rot="5435204">
              <a:off x="878681" y="2193132"/>
              <a:ext cx="257175" cy="207962"/>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4845" name="Line 64">
              <a:extLst>
                <a:ext uri="{FF2B5EF4-FFF2-40B4-BE49-F238E27FC236}">
                  <a16:creationId xmlns:a16="http://schemas.microsoft.com/office/drawing/2014/main" id="{2D120D89-DE9C-09A6-02C3-C5E17DD7B88E}"/>
                </a:ext>
              </a:extLst>
            </p:cNvPr>
            <p:cNvSpPr>
              <a:spLocks noChangeShapeType="1"/>
            </p:cNvSpPr>
            <p:nvPr/>
          </p:nvSpPr>
          <p:spPr bwMode="auto">
            <a:xfrm>
              <a:off x="4400550" y="987425"/>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6" name="Line 65">
              <a:extLst>
                <a:ext uri="{FF2B5EF4-FFF2-40B4-BE49-F238E27FC236}">
                  <a16:creationId xmlns:a16="http://schemas.microsoft.com/office/drawing/2014/main" id="{7F8CADEC-1E0C-EC30-CCBA-CDCC1C9A9223}"/>
                </a:ext>
              </a:extLst>
            </p:cNvPr>
            <p:cNvSpPr>
              <a:spLocks noChangeShapeType="1"/>
            </p:cNvSpPr>
            <p:nvPr/>
          </p:nvSpPr>
          <p:spPr bwMode="auto">
            <a:xfrm>
              <a:off x="4505325" y="987425"/>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7" name="Line 66">
              <a:extLst>
                <a:ext uri="{FF2B5EF4-FFF2-40B4-BE49-F238E27FC236}">
                  <a16:creationId xmlns:a16="http://schemas.microsoft.com/office/drawing/2014/main" id="{A6C33D2F-5049-665E-AFAA-407C31DBF540}"/>
                </a:ext>
              </a:extLst>
            </p:cNvPr>
            <p:cNvSpPr>
              <a:spLocks noChangeShapeType="1"/>
            </p:cNvSpPr>
            <p:nvPr/>
          </p:nvSpPr>
          <p:spPr bwMode="auto">
            <a:xfrm>
              <a:off x="4611688" y="977900"/>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8" name="Line 67">
              <a:extLst>
                <a:ext uri="{FF2B5EF4-FFF2-40B4-BE49-F238E27FC236}">
                  <a16:creationId xmlns:a16="http://schemas.microsoft.com/office/drawing/2014/main" id="{AFF09E8A-4E5D-79AE-016B-28F078E5437C}"/>
                </a:ext>
              </a:extLst>
            </p:cNvPr>
            <p:cNvSpPr>
              <a:spLocks noChangeShapeType="1"/>
            </p:cNvSpPr>
            <p:nvPr/>
          </p:nvSpPr>
          <p:spPr bwMode="auto">
            <a:xfrm>
              <a:off x="4718050" y="987425"/>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9" name="Line 68">
              <a:extLst>
                <a:ext uri="{FF2B5EF4-FFF2-40B4-BE49-F238E27FC236}">
                  <a16:creationId xmlns:a16="http://schemas.microsoft.com/office/drawing/2014/main" id="{D50CB173-1E54-001B-CF62-D43A67571EB7}"/>
                </a:ext>
              </a:extLst>
            </p:cNvPr>
            <p:cNvSpPr>
              <a:spLocks noChangeShapeType="1"/>
            </p:cNvSpPr>
            <p:nvPr/>
          </p:nvSpPr>
          <p:spPr bwMode="auto">
            <a:xfrm>
              <a:off x="3905250" y="987425"/>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0" name="Line 69">
              <a:extLst>
                <a:ext uri="{FF2B5EF4-FFF2-40B4-BE49-F238E27FC236}">
                  <a16:creationId xmlns:a16="http://schemas.microsoft.com/office/drawing/2014/main" id="{C033ED76-3730-EE10-4446-9625BBE51296}"/>
                </a:ext>
              </a:extLst>
            </p:cNvPr>
            <p:cNvSpPr>
              <a:spLocks noChangeShapeType="1"/>
            </p:cNvSpPr>
            <p:nvPr/>
          </p:nvSpPr>
          <p:spPr bwMode="auto">
            <a:xfrm>
              <a:off x="4011613" y="987425"/>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1" name="Line 70">
              <a:extLst>
                <a:ext uri="{FF2B5EF4-FFF2-40B4-BE49-F238E27FC236}">
                  <a16:creationId xmlns:a16="http://schemas.microsoft.com/office/drawing/2014/main" id="{B72B9CE0-087A-49E9-3910-DB22CDAC797E}"/>
                </a:ext>
              </a:extLst>
            </p:cNvPr>
            <p:cNvSpPr>
              <a:spLocks noChangeShapeType="1"/>
            </p:cNvSpPr>
            <p:nvPr/>
          </p:nvSpPr>
          <p:spPr bwMode="auto">
            <a:xfrm>
              <a:off x="4116388" y="977900"/>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2" name="Line 71">
              <a:extLst>
                <a:ext uri="{FF2B5EF4-FFF2-40B4-BE49-F238E27FC236}">
                  <a16:creationId xmlns:a16="http://schemas.microsoft.com/office/drawing/2014/main" id="{F4661144-2C61-0FD7-B993-CD966629ADB2}"/>
                </a:ext>
              </a:extLst>
            </p:cNvPr>
            <p:cNvSpPr>
              <a:spLocks noChangeShapeType="1"/>
            </p:cNvSpPr>
            <p:nvPr/>
          </p:nvSpPr>
          <p:spPr bwMode="auto">
            <a:xfrm>
              <a:off x="4222750" y="987425"/>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3" name="Line 72">
              <a:extLst>
                <a:ext uri="{FF2B5EF4-FFF2-40B4-BE49-F238E27FC236}">
                  <a16:creationId xmlns:a16="http://schemas.microsoft.com/office/drawing/2014/main" id="{2DD1ABD5-47A0-4F1B-EE2F-E438F223CB01}"/>
                </a:ext>
              </a:extLst>
            </p:cNvPr>
            <p:cNvSpPr>
              <a:spLocks noChangeShapeType="1"/>
            </p:cNvSpPr>
            <p:nvPr/>
          </p:nvSpPr>
          <p:spPr bwMode="auto">
            <a:xfrm>
              <a:off x="3398838" y="992188"/>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4" name="Line 73">
              <a:extLst>
                <a:ext uri="{FF2B5EF4-FFF2-40B4-BE49-F238E27FC236}">
                  <a16:creationId xmlns:a16="http://schemas.microsoft.com/office/drawing/2014/main" id="{5DD52FAE-38AB-204B-B74E-FC5B7B6F998F}"/>
                </a:ext>
              </a:extLst>
            </p:cNvPr>
            <p:cNvSpPr>
              <a:spLocks noChangeShapeType="1"/>
            </p:cNvSpPr>
            <p:nvPr/>
          </p:nvSpPr>
          <p:spPr bwMode="auto">
            <a:xfrm>
              <a:off x="3505200" y="992188"/>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5" name="Line 74">
              <a:extLst>
                <a:ext uri="{FF2B5EF4-FFF2-40B4-BE49-F238E27FC236}">
                  <a16:creationId xmlns:a16="http://schemas.microsoft.com/office/drawing/2014/main" id="{186E1B11-8CDC-D898-35C6-9EC141FC6FC0}"/>
                </a:ext>
              </a:extLst>
            </p:cNvPr>
            <p:cNvSpPr>
              <a:spLocks noChangeShapeType="1"/>
            </p:cNvSpPr>
            <p:nvPr/>
          </p:nvSpPr>
          <p:spPr bwMode="auto">
            <a:xfrm>
              <a:off x="3609975" y="982663"/>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6" name="Line 75">
              <a:extLst>
                <a:ext uri="{FF2B5EF4-FFF2-40B4-BE49-F238E27FC236}">
                  <a16:creationId xmlns:a16="http://schemas.microsoft.com/office/drawing/2014/main" id="{E3201E44-D47D-DBB7-33D5-7ECE67C58A23}"/>
                </a:ext>
              </a:extLst>
            </p:cNvPr>
            <p:cNvSpPr>
              <a:spLocks noChangeShapeType="1"/>
            </p:cNvSpPr>
            <p:nvPr/>
          </p:nvSpPr>
          <p:spPr bwMode="auto">
            <a:xfrm>
              <a:off x="3716338" y="992188"/>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7" name="Line 76">
              <a:extLst>
                <a:ext uri="{FF2B5EF4-FFF2-40B4-BE49-F238E27FC236}">
                  <a16:creationId xmlns:a16="http://schemas.microsoft.com/office/drawing/2014/main" id="{EC0D1CE3-7024-B35B-ED8B-1959F1730C6A}"/>
                </a:ext>
              </a:extLst>
            </p:cNvPr>
            <p:cNvSpPr>
              <a:spLocks noChangeShapeType="1"/>
            </p:cNvSpPr>
            <p:nvPr/>
          </p:nvSpPr>
          <p:spPr bwMode="auto">
            <a:xfrm>
              <a:off x="2903538" y="977900"/>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8" name="Line 77">
              <a:extLst>
                <a:ext uri="{FF2B5EF4-FFF2-40B4-BE49-F238E27FC236}">
                  <a16:creationId xmlns:a16="http://schemas.microsoft.com/office/drawing/2014/main" id="{0EAFE2FF-92EC-7B27-01D5-775B9E111ACE}"/>
                </a:ext>
              </a:extLst>
            </p:cNvPr>
            <p:cNvSpPr>
              <a:spLocks noChangeShapeType="1"/>
            </p:cNvSpPr>
            <p:nvPr/>
          </p:nvSpPr>
          <p:spPr bwMode="auto">
            <a:xfrm>
              <a:off x="3009900" y="977900"/>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9" name="Line 78">
              <a:extLst>
                <a:ext uri="{FF2B5EF4-FFF2-40B4-BE49-F238E27FC236}">
                  <a16:creationId xmlns:a16="http://schemas.microsoft.com/office/drawing/2014/main" id="{A48DE680-1265-6BB3-7703-38BF110C7B6C}"/>
                </a:ext>
              </a:extLst>
            </p:cNvPr>
            <p:cNvSpPr>
              <a:spLocks noChangeShapeType="1"/>
            </p:cNvSpPr>
            <p:nvPr/>
          </p:nvSpPr>
          <p:spPr bwMode="auto">
            <a:xfrm>
              <a:off x="3116263" y="968375"/>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0" name="Line 79">
              <a:extLst>
                <a:ext uri="{FF2B5EF4-FFF2-40B4-BE49-F238E27FC236}">
                  <a16:creationId xmlns:a16="http://schemas.microsoft.com/office/drawing/2014/main" id="{8E662087-6702-709F-16E8-D053092405A6}"/>
                </a:ext>
              </a:extLst>
            </p:cNvPr>
            <p:cNvSpPr>
              <a:spLocks noChangeShapeType="1"/>
            </p:cNvSpPr>
            <p:nvPr/>
          </p:nvSpPr>
          <p:spPr bwMode="auto">
            <a:xfrm>
              <a:off x="3221038" y="977900"/>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1" name="Line 80">
              <a:extLst>
                <a:ext uri="{FF2B5EF4-FFF2-40B4-BE49-F238E27FC236}">
                  <a16:creationId xmlns:a16="http://schemas.microsoft.com/office/drawing/2014/main" id="{5EC5B61B-79E5-FC8E-A0B3-3898343526E2}"/>
                </a:ext>
              </a:extLst>
            </p:cNvPr>
            <p:cNvSpPr>
              <a:spLocks noChangeShapeType="1"/>
            </p:cNvSpPr>
            <p:nvPr/>
          </p:nvSpPr>
          <p:spPr bwMode="auto">
            <a:xfrm>
              <a:off x="2397125" y="982663"/>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2" name="Line 81">
              <a:extLst>
                <a:ext uri="{FF2B5EF4-FFF2-40B4-BE49-F238E27FC236}">
                  <a16:creationId xmlns:a16="http://schemas.microsoft.com/office/drawing/2014/main" id="{4011FF2F-2ED6-34B7-6473-1CAB1E73B994}"/>
                </a:ext>
              </a:extLst>
            </p:cNvPr>
            <p:cNvSpPr>
              <a:spLocks noChangeShapeType="1"/>
            </p:cNvSpPr>
            <p:nvPr/>
          </p:nvSpPr>
          <p:spPr bwMode="auto">
            <a:xfrm>
              <a:off x="2503488" y="982663"/>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3" name="Line 82">
              <a:extLst>
                <a:ext uri="{FF2B5EF4-FFF2-40B4-BE49-F238E27FC236}">
                  <a16:creationId xmlns:a16="http://schemas.microsoft.com/office/drawing/2014/main" id="{F4E6D78C-34BD-3240-2C0C-B64FAFB891FD}"/>
                </a:ext>
              </a:extLst>
            </p:cNvPr>
            <p:cNvSpPr>
              <a:spLocks noChangeShapeType="1"/>
            </p:cNvSpPr>
            <p:nvPr/>
          </p:nvSpPr>
          <p:spPr bwMode="auto">
            <a:xfrm>
              <a:off x="2609850" y="973138"/>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4" name="Line 83">
              <a:extLst>
                <a:ext uri="{FF2B5EF4-FFF2-40B4-BE49-F238E27FC236}">
                  <a16:creationId xmlns:a16="http://schemas.microsoft.com/office/drawing/2014/main" id="{F36D0FB5-5CDF-8339-8A01-8817ECBC8B37}"/>
                </a:ext>
              </a:extLst>
            </p:cNvPr>
            <p:cNvSpPr>
              <a:spLocks noChangeShapeType="1"/>
            </p:cNvSpPr>
            <p:nvPr/>
          </p:nvSpPr>
          <p:spPr bwMode="auto">
            <a:xfrm>
              <a:off x="2714625" y="982663"/>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5" name="Line 84">
              <a:extLst>
                <a:ext uri="{FF2B5EF4-FFF2-40B4-BE49-F238E27FC236}">
                  <a16:creationId xmlns:a16="http://schemas.microsoft.com/office/drawing/2014/main" id="{6C83A099-F7AE-411E-70DE-41E6B2BB5798}"/>
                </a:ext>
              </a:extLst>
            </p:cNvPr>
            <p:cNvSpPr>
              <a:spLocks noChangeShapeType="1"/>
            </p:cNvSpPr>
            <p:nvPr/>
          </p:nvSpPr>
          <p:spPr bwMode="auto">
            <a:xfrm>
              <a:off x="1901825" y="982663"/>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6" name="Line 85">
              <a:extLst>
                <a:ext uri="{FF2B5EF4-FFF2-40B4-BE49-F238E27FC236}">
                  <a16:creationId xmlns:a16="http://schemas.microsoft.com/office/drawing/2014/main" id="{79840E22-C55B-FAE9-1F8F-C784697C60A2}"/>
                </a:ext>
              </a:extLst>
            </p:cNvPr>
            <p:cNvSpPr>
              <a:spLocks noChangeShapeType="1"/>
            </p:cNvSpPr>
            <p:nvPr/>
          </p:nvSpPr>
          <p:spPr bwMode="auto">
            <a:xfrm>
              <a:off x="2008188" y="982663"/>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7" name="Line 86">
              <a:extLst>
                <a:ext uri="{FF2B5EF4-FFF2-40B4-BE49-F238E27FC236}">
                  <a16:creationId xmlns:a16="http://schemas.microsoft.com/office/drawing/2014/main" id="{297CFBF2-2493-7027-BEA3-0A1110AE930D}"/>
                </a:ext>
              </a:extLst>
            </p:cNvPr>
            <p:cNvSpPr>
              <a:spLocks noChangeShapeType="1"/>
            </p:cNvSpPr>
            <p:nvPr/>
          </p:nvSpPr>
          <p:spPr bwMode="auto">
            <a:xfrm>
              <a:off x="2114550" y="973138"/>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8" name="Line 87">
              <a:extLst>
                <a:ext uri="{FF2B5EF4-FFF2-40B4-BE49-F238E27FC236}">
                  <a16:creationId xmlns:a16="http://schemas.microsoft.com/office/drawing/2014/main" id="{7F79BB27-68B9-2951-8AC3-927B010C25AD}"/>
                </a:ext>
              </a:extLst>
            </p:cNvPr>
            <p:cNvSpPr>
              <a:spLocks noChangeShapeType="1"/>
            </p:cNvSpPr>
            <p:nvPr/>
          </p:nvSpPr>
          <p:spPr bwMode="auto">
            <a:xfrm>
              <a:off x="2220913" y="982663"/>
              <a:ext cx="0" cy="31892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9" name="Line 88">
              <a:extLst>
                <a:ext uri="{FF2B5EF4-FFF2-40B4-BE49-F238E27FC236}">
                  <a16:creationId xmlns:a16="http://schemas.microsoft.com/office/drawing/2014/main" id="{551C1F35-553E-BC39-C08B-A807AB2C6A7B}"/>
                </a:ext>
              </a:extLst>
            </p:cNvPr>
            <p:cNvSpPr>
              <a:spLocks noChangeShapeType="1"/>
            </p:cNvSpPr>
            <p:nvPr/>
          </p:nvSpPr>
          <p:spPr bwMode="auto">
            <a:xfrm>
              <a:off x="1395413" y="987425"/>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0" name="Line 89">
              <a:extLst>
                <a:ext uri="{FF2B5EF4-FFF2-40B4-BE49-F238E27FC236}">
                  <a16:creationId xmlns:a16="http://schemas.microsoft.com/office/drawing/2014/main" id="{5C5EAE0A-68EA-2956-8C54-8D4DF98EE0B5}"/>
                </a:ext>
              </a:extLst>
            </p:cNvPr>
            <p:cNvSpPr>
              <a:spLocks noChangeShapeType="1"/>
            </p:cNvSpPr>
            <p:nvPr/>
          </p:nvSpPr>
          <p:spPr bwMode="auto">
            <a:xfrm>
              <a:off x="1501775" y="987425"/>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1" name="Line 90">
              <a:extLst>
                <a:ext uri="{FF2B5EF4-FFF2-40B4-BE49-F238E27FC236}">
                  <a16:creationId xmlns:a16="http://schemas.microsoft.com/office/drawing/2014/main" id="{E1428511-8E7F-6070-03CA-7987D865EFBF}"/>
                </a:ext>
              </a:extLst>
            </p:cNvPr>
            <p:cNvSpPr>
              <a:spLocks noChangeShapeType="1"/>
            </p:cNvSpPr>
            <p:nvPr/>
          </p:nvSpPr>
          <p:spPr bwMode="auto">
            <a:xfrm>
              <a:off x="1608138" y="977900"/>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2" name="Line 91">
              <a:extLst>
                <a:ext uri="{FF2B5EF4-FFF2-40B4-BE49-F238E27FC236}">
                  <a16:creationId xmlns:a16="http://schemas.microsoft.com/office/drawing/2014/main" id="{C9833555-5CE7-B516-F12B-706421CB591A}"/>
                </a:ext>
              </a:extLst>
            </p:cNvPr>
            <p:cNvSpPr>
              <a:spLocks noChangeShapeType="1"/>
            </p:cNvSpPr>
            <p:nvPr/>
          </p:nvSpPr>
          <p:spPr bwMode="auto">
            <a:xfrm>
              <a:off x="1714500" y="987425"/>
              <a:ext cx="0" cy="3189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3" name="Line 92">
              <a:extLst>
                <a:ext uri="{FF2B5EF4-FFF2-40B4-BE49-F238E27FC236}">
                  <a16:creationId xmlns:a16="http://schemas.microsoft.com/office/drawing/2014/main" id="{8EF36613-A49B-6CA5-3987-95FEE912C924}"/>
                </a:ext>
              </a:extLst>
            </p:cNvPr>
            <p:cNvSpPr>
              <a:spLocks noChangeShapeType="1"/>
            </p:cNvSpPr>
            <p:nvPr/>
          </p:nvSpPr>
          <p:spPr bwMode="auto">
            <a:xfrm flipH="1">
              <a:off x="1016000" y="2235200"/>
              <a:ext cx="379413" cy="0"/>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874" name="Oval 93">
              <a:extLst>
                <a:ext uri="{FF2B5EF4-FFF2-40B4-BE49-F238E27FC236}">
                  <a16:creationId xmlns:a16="http://schemas.microsoft.com/office/drawing/2014/main" id="{31D81BE6-9BEF-533B-B18D-D9B9E0A88ADD}"/>
                </a:ext>
              </a:extLst>
            </p:cNvPr>
            <p:cNvSpPr>
              <a:spLocks noChangeArrowheads="1"/>
            </p:cNvSpPr>
            <p:nvPr/>
          </p:nvSpPr>
          <p:spPr bwMode="auto">
            <a:xfrm>
              <a:off x="995363" y="2330450"/>
              <a:ext cx="88900" cy="71438"/>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4875" name="Line 94">
              <a:extLst>
                <a:ext uri="{FF2B5EF4-FFF2-40B4-BE49-F238E27FC236}">
                  <a16:creationId xmlns:a16="http://schemas.microsoft.com/office/drawing/2014/main" id="{D2423307-DD0A-B75C-A0A4-3517ED0FC641}"/>
                </a:ext>
              </a:extLst>
            </p:cNvPr>
            <p:cNvSpPr>
              <a:spLocks noChangeShapeType="1"/>
            </p:cNvSpPr>
            <p:nvPr/>
          </p:nvSpPr>
          <p:spPr bwMode="auto">
            <a:xfrm>
              <a:off x="1077913" y="2368550"/>
              <a:ext cx="423862"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34876" name="Line 95">
              <a:extLst>
                <a:ext uri="{FF2B5EF4-FFF2-40B4-BE49-F238E27FC236}">
                  <a16:creationId xmlns:a16="http://schemas.microsoft.com/office/drawing/2014/main" id="{6C468686-ABAF-EBE7-D07A-29514C7B9717}"/>
                </a:ext>
              </a:extLst>
            </p:cNvPr>
            <p:cNvSpPr>
              <a:spLocks noChangeShapeType="1"/>
            </p:cNvSpPr>
            <p:nvPr/>
          </p:nvSpPr>
          <p:spPr bwMode="auto">
            <a:xfrm>
              <a:off x="617538" y="2292350"/>
              <a:ext cx="2825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7" name="Line 96">
              <a:extLst>
                <a:ext uri="{FF2B5EF4-FFF2-40B4-BE49-F238E27FC236}">
                  <a16:creationId xmlns:a16="http://schemas.microsoft.com/office/drawing/2014/main" id="{668A5C3F-512D-BB60-A8B0-F38137852B61}"/>
                </a:ext>
              </a:extLst>
            </p:cNvPr>
            <p:cNvSpPr>
              <a:spLocks noChangeShapeType="1"/>
            </p:cNvSpPr>
            <p:nvPr/>
          </p:nvSpPr>
          <p:spPr bwMode="auto">
            <a:xfrm>
              <a:off x="1225550" y="2727325"/>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78" name="Line 97">
              <a:extLst>
                <a:ext uri="{FF2B5EF4-FFF2-40B4-BE49-F238E27FC236}">
                  <a16:creationId xmlns:a16="http://schemas.microsoft.com/office/drawing/2014/main" id="{C7100EEB-BBA4-4146-1FE8-8F450A3B70A9}"/>
                </a:ext>
              </a:extLst>
            </p:cNvPr>
            <p:cNvSpPr>
              <a:spLocks noChangeShapeType="1"/>
            </p:cNvSpPr>
            <p:nvPr/>
          </p:nvSpPr>
          <p:spPr bwMode="auto">
            <a:xfrm>
              <a:off x="1225550" y="2870200"/>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879" name="Group 98">
              <a:extLst>
                <a:ext uri="{FF2B5EF4-FFF2-40B4-BE49-F238E27FC236}">
                  <a16:creationId xmlns:a16="http://schemas.microsoft.com/office/drawing/2014/main" id="{4E718799-5EEE-67C8-E6A4-04857CE555B0}"/>
                </a:ext>
              </a:extLst>
            </p:cNvPr>
            <p:cNvGrpSpPr>
              <a:grpSpLocks/>
            </p:cNvGrpSpPr>
            <p:nvPr/>
          </p:nvGrpSpPr>
          <p:grpSpPr bwMode="auto">
            <a:xfrm>
              <a:off x="5399088" y="2663825"/>
              <a:ext cx="215900" cy="130175"/>
              <a:chOff x="3615" y="11343"/>
              <a:chExt cx="419" cy="525"/>
            </a:xfrm>
          </p:grpSpPr>
          <p:sp>
            <p:nvSpPr>
              <p:cNvPr id="35158" name="Arc 99">
                <a:extLst>
                  <a:ext uri="{FF2B5EF4-FFF2-40B4-BE49-F238E27FC236}">
                    <a16:creationId xmlns:a16="http://schemas.microsoft.com/office/drawing/2014/main" id="{0B327965-9A79-689B-EBD6-37A6E35A2D9D}"/>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59" name="Line 100">
                <a:extLst>
                  <a:ext uri="{FF2B5EF4-FFF2-40B4-BE49-F238E27FC236}">
                    <a16:creationId xmlns:a16="http://schemas.microsoft.com/office/drawing/2014/main" id="{229FCEAA-0568-3787-47BE-0FDBAE0F15F4}"/>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60" name="Line 101">
                <a:extLst>
                  <a:ext uri="{FF2B5EF4-FFF2-40B4-BE49-F238E27FC236}">
                    <a16:creationId xmlns:a16="http://schemas.microsoft.com/office/drawing/2014/main" id="{A597B3FA-9946-2E72-5B33-3AB5FE4DF093}"/>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61" name="Line 102">
                <a:extLst>
                  <a:ext uri="{FF2B5EF4-FFF2-40B4-BE49-F238E27FC236}">
                    <a16:creationId xmlns:a16="http://schemas.microsoft.com/office/drawing/2014/main" id="{06A0F1AC-0E3E-3CF0-DE0A-589C15A838B2}"/>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4880" name="Group 103">
              <a:extLst>
                <a:ext uri="{FF2B5EF4-FFF2-40B4-BE49-F238E27FC236}">
                  <a16:creationId xmlns:a16="http://schemas.microsoft.com/office/drawing/2014/main" id="{E0ADF755-D9AF-1EB2-9F7F-3D7BF591097E}"/>
                </a:ext>
              </a:extLst>
            </p:cNvPr>
            <p:cNvGrpSpPr>
              <a:grpSpLocks/>
            </p:cNvGrpSpPr>
            <p:nvPr/>
          </p:nvGrpSpPr>
          <p:grpSpPr bwMode="auto">
            <a:xfrm>
              <a:off x="5403850" y="2803525"/>
              <a:ext cx="215900" cy="128588"/>
              <a:chOff x="3615" y="11343"/>
              <a:chExt cx="419" cy="525"/>
            </a:xfrm>
          </p:grpSpPr>
          <p:sp>
            <p:nvSpPr>
              <p:cNvPr id="35154" name="Arc 104">
                <a:extLst>
                  <a:ext uri="{FF2B5EF4-FFF2-40B4-BE49-F238E27FC236}">
                    <a16:creationId xmlns:a16="http://schemas.microsoft.com/office/drawing/2014/main" id="{17BE7F70-C263-33B8-9BBB-5F63266B269B}"/>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55" name="Line 105">
                <a:extLst>
                  <a:ext uri="{FF2B5EF4-FFF2-40B4-BE49-F238E27FC236}">
                    <a16:creationId xmlns:a16="http://schemas.microsoft.com/office/drawing/2014/main" id="{0270D3E9-CB83-3C46-8B4C-23E1B68DD52F}"/>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56" name="Line 106">
                <a:extLst>
                  <a:ext uri="{FF2B5EF4-FFF2-40B4-BE49-F238E27FC236}">
                    <a16:creationId xmlns:a16="http://schemas.microsoft.com/office/drawing/2014/main" id="{134F0BB5-816D-105A-8325-CF253E0FFDB3}"/>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57" name="Line 107">
                <a:extLst>
                  <a:ext uri="{FF2B5EF4-FFF2-40B4-BE49-F238E27FC236}">
                    <a16:creationId xmlns:a16="http://schemas.microsoft.com/office/drawing/2014/main" id="{C01FC47F-DB3E-AB9F-B7BC-F7393906D239}"/>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81" name="Line 108">
              <a:extLst>
                <a:ext uri="{FF2B5EF4-FFF2-40B4-BE49-F238E27FC236}">
                  <a16:creationId xmlns:a16="http://schemas.microsoft.com/office/drawing/2014/main" id="{62DEE516-89F8-154F-14FB-1EF9A7F6AEB9}"/>
                </a:ext>
              </a:extLst>
            </p:cNvPr>
            <p:cNvSpPr>
              <a:spLocks noChangeShapeType="1"/>
            </p:cNvSpPr>
            <p:nvPr/>
          </p:nvSpPr>
          <p:spPr bwMode="auto">
            <a:xfrm>
              <a:off x="1225550" y="2992438"/>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2" name="Line 109">
              <a:extLst>
                <a:ext uri="{FF2B5EF4-FFF2-40B4-BE49-F238E27FC236}">
                  <a16:creationId xmlns:a16="http://schemas.microsoft.com/office/drawing/2014/main" id="{1DE43A4B-D1F7-FA35-5CA0-C04B0EC5E6CC}"/>
                </a:ext>
              </a:extLst>
            </p:cNvPr>
            <p:cNvSpPr>
              <a:spLocks noChangeShapeType="1"/>
            </p:cNvSpPr>
            <p:nvPr/>
          </p:nvSpPr>
          <p:spPr bwMode="auto">
            <a:xfrm>
              <a:off x="1225550" y="3135313"/>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883" name="Group 110">
              <a:extLst>
                <a:ext uri="{FF2B5EF4-FFF2-40B4-BE49-F238E27FC236}">
                  <a16:creationId xmlns:a16="http://schemas.microsoft.com/office/drawing/2014/main" id="{91115D57-48C8-8DC9-C7D1-1E3DA022D587}"/>
                </a:ext>
              </a:extLst>
            </p:cNvPr>
            <p:cNvGrpSpPr>
              <a:grpSpLocks/>
            </p:cNvGrpSpPr>
            <p:nvPr/>
          </p:nvGrpSpPr>
          <p:grpSpPr bwMode="auto">
            <a:xfrm>
              <a:off x="5399088" y="2930525"/>
              <a:ext cx="215900" cy="130175"/>
              <a:chOff x="3615" y="11343"/>
              <a:chExt cx="419" cy="525"/>
            </a:xfrm>
          </p:grpSpPr>
          <p:sp>
            <p:nvSpPr>
              <p:cNvPr id="35150" name="Arc 111">
                <a:extLst>
                  <a:ext uri="{FF2B5EF4-FFF2-40B4-BE49-F238E27FC236}">
                    <a16:creationId xmlns:a16="http://schemas.microsoft.com/office/drawing/2014/main" id="{AC00A622-A108-D795-BD69-C2145E951DDF}"/>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51" name="Line 112">
                <a:extLst>
                  <a:ext uri="{FF2B5EF4-FFF2-40B4-BE49-F238E27FC236}">
                    <a16:creationId xmlns:a16="http://schemas.microsoft.com/office/drawing/2014/main" id="{30E325C6-D0A9-A79C-F582-3545BE554E4A}"/>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52" name="Line 113">
                <a:extLst>
                  <a:ext uri="{FF2B5EF4-FFF2-40B4-BE49-F238E27FC236}">
                    <a16:creationId xmlns:a16="http://schemas.microsoft.com/office/drawing/2014/main" id="{001CF5B0-2E26-43E9-11E2-AD227AEBBE37}"/>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53" name="Line 114">
                <a:extLst>
                  <a:ext uri="{FF2B5EF4-FFF2-40B4-BE49-F238E27FC236}">
                    <a16:creationId xmlns:a16="http://schemas.microsoft.com/office/drawing/2014/main" id="{EE81FEC0-74E6-7A9D-1EBE-85696D3C6E71}"/>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4884" name="Group 115">
              <a:extLst>
                <a:ext uri="{FF2B5EF4-FFF2-40B4-BE49-F238E27FC236}">
                  <a16:creationId xmlns:a16="http://schemas.microsoft.com/office/drawing/2014/main" id="{9AE23ECE-62A0-AFDD-91E1-7C2DB1EE61D7}"/>
                </a:ext>
              </a:extLst>
            </p:cNvPr>
            <p:cNvGrpSpPr>
              <a:grpSpLocks/>
            </p:cNvGrpSpPr>
            <p:nvPr/>
          </p:nvGrpSpPr>
          <p:grpSpPr bwMode="auto">
            <a:xfrm>
              <a:off x="5403850" y="3068638"/>
              <a:ext cx="215900" cy="130175"/>
              <a:chOff x="3615" y="11343"/>
              <a:chExt cx="419" cy="525"/>
            </a:xfrm>
          </p:grpSpPr>
          <p:sp>
            <p:nvSpPr>
              <p:cNvPr id="35146" name="Arc 116">
                <a:extLst>
                  <a:ext uri="{FF2B5EF4-FFF2-40B4-BE49-F238E27FC236}">
                    <a16:creationId xmlns:a16="http://schemas.microsoft.com/office/drawing/2014/main" id="{176BCEAC-FD9C-1053-25E8-547ADB8390A9}"/>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47" name="Line 117">
                <a:extLst>
                  <a:ext uri="{FF2B5EF4-FFF2-40B4-BE49-F238E27FC236}">
                    <a16:creationId xmlns:a16="http://schemas.microsoft.com/office/drawing/2014/main" id="{D31776B4-069E-C282-05C3-D2D3605325CC}"/>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48" name="Line 118">
                <a:extLst>
                  <a:ext uri="{FF2B5EF4-FFF2-40B4-BE49-F238E27FC236}">
                    <a16:creationId xmlns:a16="http://schemas.microsoft.com/office/drawing/2014/main" id="{D14D8821-BF0D-7E30-B381-AC5EC3984C67}"/>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49" name="Line 119">
                <a:extLst>
                  <a:ext uri="{FF2B5EF4-FFF2-40B4-BE49-F238E27FC236}">
                    <a16:creationId xmlns:a16="http://schemas.microsoft.com/office/drawing/2014/main" id="{99ED6325-F925-CABB-54FD-E0F5CD2F0A56}"/>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85" name="Line 120">
              <a:extLst>
                <a:ext uri="{FF2B5EF4-FFF2-40B4-BE49-F238E27FC236}">
                  <a16:creationId xmlns:a16="http://schemas.microsoft.com/office/drawing/2014/main" id="{260DF3BF-4466-694D-7A16-612B180A7865}"/>
                </a:ext>
              </a:extLst>
            </p:cNvPr>
            <p:cNvSpPr>
              <a:spLocks noChangeShapeType="1"/>
            </p:cNvSpPr>
            <p:nvPr/>
          </p:nvSpPr>
          <p:spPr bwMode="auto">
            <a:xfrm>
              <a:off x="1225550" y="3259138"/>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86" name="Line 121">
              <a:extLst>
                <a:ext uri="{FF2B5EF4-FFF2-40B4-BE49-F238E27FC236}">
                  <a16:creationId xmlns:a16="http://schemas.microsoft.com/office/drawing/2014/main" id="{05CCD962-1BC9-EC65-6A29-428D1BAA83B0}"/>
                </a:ext>
              </a:extLst>
            </p:cNvPr>
            <p:cNvSpPr>
              <a:spLocks noChangeShapeType="1"/>
            </p:cNvSpPr>
            <p:nvPr/>
          </p:nvSpPr>
          <p:spPr bwMode="auto">
            <a:xfrm>
              <a:off x="1225550" y="3402013"/>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887" name="Group 122">
              <a:extLst>
                <a:ext uri="{FF2B5EF4-FFF2-40B4-BE49-F238E27FC236}">
                  <a16:creationId xmlns:a16="http://schemas.microsoft.com/office/drawing/2014/main" id="{8A66A538-B064-16E8-000C-2DCCB3AA7B0E}"/>
                </a:ext>
              </a:extLst>
            </p:cNvPr>
            <p:cNvGrpSpPr>
              <a:grpSpLocks/>
            </p:cNvGrpSpPr>
            <p:nvPr/>
          </p:nvGrpSpPr>
          <p:grpSpPr bwMode="auto">
            <a:xfrm>
              <a:off x="5399088" y="3197225"/>
              <a:ext cx="215900" cy="130175"/>
              <a:chOff x="3615" y="11343"/>
              <a:chExt cx="419" cy="525"/>
            </a:xfrm>
          </p:grpSpPr>
          <p:sp>
            <p:nvSpPr>
              <p:cNvPr id="35142" name="Arc 123">
                <a:extLst>
                  <a:ext uri="{FF2B5EF4-FFF2-40B4-BE49-F238E27FC236}">
                    <a16:creationId xmlns:a16="http://schemas.microsoft.com/office/drawing/2014/main" id="{84232812-C019-D8BF-1C3C-41DACD47436D}"/>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43" name="Line 124">
                <a:extLst>
                  <a:ext uri="{FF2B5EF4-FFF2-40B4-BE49-F238E27FC236}">
                    <a16:creationId xmlns:a16="http://schemas.microsoft.com/office/drawing/2014/main" id="{2E374D5A-D8E5-D160-BF92-42960C749B14}"/>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44" name="Line 125">
                <a:extLst>
                  <a:ext uri="{FF2B5EF4-FFF2-40B4-BE49-F238E27FC236}">
                    <a16:creationId xmlns:a16="http://schemas.microsoft.com/office/drawing/2014/main" id="{D1FA9094-5B89-0C5B-291E-19E8CA331105}"/>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45" name="Line 126">
                <a:extLst>
                  <a:ext uri="{FF2B5EF4-FFF2-40B4-BE49-F238E27FC236}">
                    <a16:creationId xmlns:a16="http://schemas.microsoft.com/office/drawing/2014/main" id="{42460618-D80A-A43D-8F2A-7FA5FA3E596E}"/>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4888" name="Group 127">
              <a:extLst>
                <a:ext uri="{FF2B5EF4-FFF2-40B4-BE49-F238E27FC236}">
                  <a16:creationId xmlns:a16="http://schemas.microsoft.com/office/drawing/2014/main" id="{EC8CB3E6-6D1B-A7D8-D1BA-15145EC22153}"/>
                </a:ext>
              </a:extLst>
            </p:cNvPr>
            <p:cNvGrpSpPr>
              <a:grpSpLocks/>
            </p:cNvGrpSpPr>
            <p:nvPr/>
          </p:nvGrpSpPr>
          <p:grpSpPr bwMode="auto">
            <a:xfrm>
              <a:off x="5403850" y="3335338"/>
              <a:ext cx="215900" cy="130175"/>
              <a:chOff x="3615" y="11343"/>
              <a:chExt cx="419" cy="525"/>
            </a:xfrm>
          </p:grpSpPr>
          <p:sp>
            <p:nvSpPr>
              <p:cNvPr id="35138" name="Arc 128">
                <a:extLst>
                  <a:ext uri="{FF2B5EF4-FFF2-40B4-BE49-F238E27FC236}">
                    <a16:creationId xmlns:a16="http://schemas.microsoft.com/office/drawing/2014/main" id="{B2A6E425-6A06-11B5-E069-F986F7A4E8EB}"/>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39" name="Line 129">
                <a:extLst>
                  <a:ext uri="{FF2B5EF4-FFF2-40B4-BE49-F238E27FC236}">
                    <a16:creationId xmlns:a16="http://schemas.microsoft.com/office/drawing/2014/main" id="{7F4D7731-17BA-AF11-28B7-915061522346}"/>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40" name="Line 130">
                <a:extLst>
                  <a:ext uri="{FF2B5EF4-FFF2-40B4-BE49-F238E27FC236}">
                    <a16:creationId xmlns:a16="http://schemas.microsoft.com/office/drawing/2014/main" id="{A252B61D-DE51-5BE5-4603-3368E9A0C919}"/>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41" name="Line 131">
                <a:extLst>
                  <a:ext uri="{FF2B5EF4-FFF2-40B4-BE49-F238E27FC236}">
                    <a16:creationId xmlns:a16="http://schemas.microsoft.com/office/drawing/2014/main" id="{6D0F72C6-638D-16A3-33E9-6416E5504DEB}"/>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89" name="Line 132">
              <a:extLst>
                <a:ext uri="{FF2B5EF4-FFF2-40B4-BE49-F238E27FC236}">
                  <a16:creationId xmlns:a16="http://schemas.microsoft.com/office/drawing/2014/main" id="{D24A9F49-6606-488C-32F2-07BC656E4DAE}"/>
                </a:ext>
              </a:extLst>
            </p:cNvPr>
            <p:cNvSpPr>
              <a:spLocks noChangeShapeType="1"/>
            </p:cNvSpPr>
            <p:nvPr/>
          </p:nvSpPr>
          <p:spPr bwMode="auto">
            <a:xfrm>
              <a:off x="1225550" y="3525838"/>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0" name="Line 133">
              <a:extLst>
                <a:ext uri="{FF2B5EF4-FFF2-40B4-BE49-F238E27FC236}">
                  <a16:creationId xmlns:a16="http://schemas.microsoft.com/office/drawing/2014/main" id="{C7D2A910-8F0D-EF57-7AC4-73C6F347C4E4}"/>
                </a:ext>
              </a:extLst>
            </p:cNvPr>
            <p:cNvSpPr>
              <a:spLocks noChangeShapeType="1"/>
            </p:cNvSpPr>
            <p:nvPr/>
          </p:nvSpPr>
          <p:spPr bwMode="auto">
            <a:xfrm>
              <a:off x="1225550" y="3668713"/>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891" name="Group 134">
              <a:extLst>
                <a:ext uri="{FF2B5EF4-FFF2-40B4-BE49-F238E27FC236}">
                  <a16:creationId xmlns:a16="http://schemas.microsoft.com/office/drawing/2014/main" id="{D38685E4-C11E-CC3D-EF81-D6D58DED79D8}"/>
                </a:ext>
              </a:extLst>
            </p:cNvPr>
            <p:cNvGrpSpPr>
              <a:grpSpLocks/>
            </p:cNvGrpSpPr>
            <p:nvPr/>
          </p:nvGrpSpPr>
          <p:grpSpPr bwMode="auto">
            <a:xfrm>
              <a:off x="5399088" y="3463925"/>
              <a:ext cx="215900" cy="130175"/>
              <a:chOff x="3615" y="11343"/>
              <a:chExt cx="419" cy="525"/>
            </a:xfrm>
          </p:grpSpPr>
          <p:sp>
            <p:nvSpPr>
              <p:cNvPr id="35134" name="Arc 135">
                <a:extLst>
                  <a:ext uri="{FF2B5EF4-FFF2-40B4-BE49-F238E27FC236}">
                    <a16:creationId xmlns:a16="http://schemas.microsoft.com/office/drawing/2014/main" id="{B7B94C02-DB0A-F529-3A09-D8FBBCD7E7FB}"/>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35" name="Line 136">
                <a:extLst>
                  <a:ext uri="{FF2B5EF4-FFF2-40B4-BE49-F238E27FC236}">
                    <a16:creationId xmlns:a16="http://schemas.microsoft.com/office/drawing/2014/main" id="{686DA96C-CD4E-728D-E111-F0FB5CA0A4A0}"/>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36" name="Line 137">
                <a:extLst>
                  <a:ext uri="{FF2B5EF4-FFF2-40B4-BE49-F238E27FC236}">
                    <a16:creationId xmlns:a16="http://schemas.microsoft.com/office/drawing/2014/main" id="{21D4613F-E634-723E-1383-DA4692B874CC}"/>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37" name="Line 138">
                <a:extLst>
                  <a:ext uri="{FF2B5EF4-FFF2-40B4-BE49-F238E27FC236}">
                    <a16:creationId xmlns:a16="http://schemas.microsoft.com/office/drawing/2014/main" id="{6C8222A7-275A-118F-26E8-82AB68FFD014}"/>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4892" name="Group 139">
              <a:extLst>
                <a:ext uri="{FF2B5EF4-FFF2-40B4-BE49-F238E27FC236}">
                  <a16:creationId xmlns:a16="http://schemas.microsoft.com/office/drawing/2014/main" id="{55D715EE-B20E-C385-805A-38E645A1AC0D}"/>
                </a:ext>
              </a:extLst>
            </p:cNvPr>
            <p:cNvGrpSpPr>
              <a:grpSpLocks/>
            </p:cNvGrpSpPr>
            <p:nvPr/>
          </p:nvGrpSpPr>
          <p:grpSpPr bwMode="auto">
            <a:xfrm>
              <a:off x="5403850" y="3602038"/>
              <a:ext cx="215900" cy="130175"/>
              <a:chOff x="3615" y="11343"/>
              <a:chExt cx="419" cy="525"/>
            </a:xfrm>
          </p:grpSpPr>
          <p:sp>
            <p:nvSpPr>
              <p:cNvPr id="35130" name="Arc 140">
                <a:extLst>
                  <a:ext uri="{FF2B5EF4-FFF2-40B4-BE49-F238E27FC236}">
                    <a16:creationId xmlns:a16="http://schemas.microsoft.com/office/drawing/2014/main" id="{36FC0470-8EDD-1BDF-8AD5-761CC06340B2}"/>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31" name="Line 141">
                <a:extLst>
                  <a:ext uri="{FF2B5EF4-FFF2-40B4-BE49-F238E27FC236}">
                    <a16:creationId xmlns:a16="http://schemas.microsoft.com/office/drawing/2014/main" id="{E781F857-5346-7CE9-088F-A4E4204644E6}"/>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32" name="Line 142">
                <a:extLst>
                  <a:ext uri="{FF2B5EF4-FFF2-40B4-BE49-F238E27FC236}">
                    <a16:creationId xmlns:a16="http://schemas.microsoft.com/office/drawing/2014/main" id="{439EE0F8-9713-5B11-2885-59772A7B9C47}"/>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33" name="Line 143">
                <a:extLst>
                  <a:ext uri="{FF2B5EF4-FFF2-40B4-BE49-F238E27FC236}">
                    <a16:creationId xmlns:a16="http://schemas.microsoft.com/office/drawing/2014/main" id="{8407894C-024A-3559-E78D-1415955E5810}"/>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93" name="AutoShape 144">
              <a:extLst>
                <a:ext uri="{FF2B5EF4-FFF2-40B4-BE49-F238E27FC236}">
                  <a16:creationId xmlns:a16="http://schemas.microsoft.com/office/drawing/2014/main" id="{9AF3F3A5-DBF6-C9F5-EA40-57538305FD90}"/>
                </a:ext>
              </a:extLst>
            </p:cNvPr>
            <p:cNvSpPr>
              <a:spLocks noChangeArrowheads="1"/>
            </p:cNvSpPr>
            <p:nvPr/>
          </p:nvSpPr>
          <p:spPr bwMode="auto">
            <a:xfrm rot="5435204">
              <a:off x="878681" y="3864770"/>
              <a:ext cx="257175" cy="207962"/>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4894" name="Line 145">
              <a:extLst>
                <a:ext uri="{FF2B5EF4-FFF2-40B4-BE49-F238E27FC236}">
                  <a16:creationId xmlns:a16="http://schemas.microsoft.com/office/drawing/2014/main" id="{C91C8098-DB9C-6BE0-F1C5-B9FEECE8BEB1}"/>
                </a:ext>
              </a:extLst>
            </p:cNvPr>
            <p:cNvSpPr>
              <a:spLocks noChangeShapeType="1"/>
            </p:cNvSpPr>
            <p:nvPr/>
          </p:nvSpPr>
          <p:spPr bwMode="auto">
            <a:xfrm flipH="1">
              <a:off x="1016000" y="3906838"/>
              <a:ext cx="885825" cy="0"/>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895" name="Oval 146">
              <a:extLst>
                <a:ext uri="{FF2B5EF4-FFF2-40B4-BE49-F238E27FC236}">
                  <a16:creationId xmlns:a16="http://schemas.microsoft.com/office/drawing/2014/main" id="{D0ED5C20-7705-42B9-6395-794DF2C81B57}"/>
                </a:ext>
              </a:extLst>
            </p:cNvPr>
            <p:cNvSpPr>
              <a:spLocks noChangeArrowheads="1"/>
            </p:cNvSpPr>
            <p:nvPr/>
          </p:nvSpPr>
          <p:spPr bwMode="auto">
            <a:xfrm>
              <a:off x="996950" y="4002088"/>
              <a:ext cx="88900" cy="73025"/>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4896" name="Line 147">
              <a:extLst>
                <a:ext uri="{FF2B5EF4-FFF2-40B4-BE49-F238E27FC236}">
                  <a16:creationId xmlns:a16="http://schemas.microsoft.com/office/drawing/2014/main" id="{14257F25-4539-C2FF-5AB6-EF1A12095B54}"/>
                </a:ext>
              </a:extLst>
            </p:cNvPr>
            <p:cNvSpPr>
              <a:spLocks noChangeShapeType="1"/>
            </p:cNvSpPr>
            <p:nvPr/>
          </p:nvSpPr>
          <p:spPr bwMode="auto">
            <a:xfrm>
              <a:off x="1079500" y="4038600"/>
              <a:ext cx="912813"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34897" name="Line 148">
              <a:extLst>
                <a:ext uri="{FF2B5EF4-FFF2-40B4-BE49-F238E27FC236}">
                  <a16:creationId xmlns:a16="http://schemas.microsoft.com/office/drawing/2014/main" id="{A9F74C54-4778-D716-E277-CFE70F782516}"/>
                </a:ext>
              </a:extLst>
            </p:cNvPr>
            <p:cNvSpPr>
              <a:spLocks noChangeShapeType="1"/>
            </p:cNvSpPr>
            <p:nvPr/>
          </p:nvSpPr>
          <p:spPr bwMode="auto">
            <a:xfrm>
              <a:off x="620713" y="3963988"/>
              <a:ext cx="2825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98" name="Line 149">
              <a:extLst>
                <a:ext uri="{FF2B5EF4-FFF2-40B4-BE49-F238E27FC236}">
                  <a16:creationId xmlns:a16="http://schemas.microsoft.com/office/drawing/2014/main" id="{ADBEB16F-3E79-0798-7CEE-7FE9D9ED07E8}"/>
                </a:ext>
              </a:extLst>
            </p:cNvPr>
            <p:cNvSpPr>
              <a:spLocks noChangeShapeType="1"/>
            </p:cNvSpPr>
            <p:nvPr/>
          </p:nvSpPr>
          <p:spPr bwMode="auto">
            <a:xfrm>
              <a:off x="1384300" y="4264025"/>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899" name="Line 150">
              <a:extLst>
                <a:ext uri="{FF2B5EF4-FFF2-40B4-BE49-F238E27FC236}">
                  <a16:creationId xmlns:a16="http://schemas.microsoft.com/office/drawing/2014/main" id="{674343EA-A7AB-BB29-70C9-F07B8E21483D}"/>
                </a:ext>
              </a:extLst>
            </p:cNvPr>
            <p:cNvSpPr>
              <a:spLocks noChangeShapeType="1"/>
            </p:cNvSpPr>
            <p:nvPr/>
          </p:nvSpPr>
          <p:spPr bwMode="auto">
            <a:xfrm>
              <a:off x="1485900" y="4267200"/>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00" name="Line 151">
              <a:extLst>
                <a:ext uri="{FF2B5EF4-FFF2-40B4-BE49-F238E27FC236}">
                  <a16:creationId xmlns:a16="http://schemas.microsoft.com/office/drawing/2014/main" id="{5D8240BC-6751-D57C-3E9E-58565AEABA75}"/>
                </a:ext>
              </a:extLst>
            </p:cNvPr>
            <p:cNvSpPr>
              <a:spLocks noChangeShapeType="1"/>
            </p:cNvSpPr>
            <p:nvPr/>
          </p:nvSpPr>
          <p:spPr bwMode="auto">
            <a:xfrm>
              <a:off x="1585913" y="4271963"/>
              <a:ext cx="0" cy="7985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01" name="Line 152">
              <a:extLst>
                <a:ext uri="{FF2B5EF4-FFF2-40B4-BE49-F238E27FC236}">
                  <a16:creationId xmlns:a16="http://schemas.microsoft.com/office/drawing/2014/main" id="{016FB568-2184-2D33-469E-E0CF7BBBE242}"/>
                </a:ext>
              </a:extLst>
            </p:cNvPr>
            <p:cNvSpPr>
              <a:spLocks noChangeShapeType="1"/>
            </p:cNvSpPr>
            <p:nvPr/>
          </p:nvSpPr>
          <p:spPr bwMode="auto">
            <a:xfrm>
              <a:off x="1687513" y="4265613"/>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02" name="Line 153">
              <a:extLst>
                <a:ext uri="{FF2B5EF4-FFF2-40B4-BE49-F238E27FC236}">
                  <a16:creationId xmlns:a16="http://schemas.microsoft.com/office/drawing/2014/main" id="{BF7D983C-7550-C926-3B21-A632D18F2C5D}"/>
                </a:ext>
              </a:extLst>
            </p:cNvPr>
            <p:cNvSpPr>
              <a:spLocks noChangeShapeType="1"/>
            </p:cNvSpPr>
            <p:nvPr/>
          </p:nvSpPr>
          <p:spPr bwMode="auto">
            <a:xfrm>
              <a:off x="1897063" y="4257675"/>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03" name="Line 154">
              <a:extLst>
                <a:ext uri="{FF2B5EF4-FFF2-40B4-BE49-F238E27FC236}">
                  <a16:creationId xmlns:a16="http://schemas.microsoft.com/office/drawing/2014/main" id="{83B0036F-FCB9-16EB-C87D-4AFD7E69ACAC}"/>
                </a:ext>
              </a:extLst>
            </p:cNvPr>
            <p:cNvSpPr>
              <a:spLocks noChangeShapeType="1"/>
            </p:cNvSpPr>
            <p:nvPr/>
          </p:nvSpPr>
          <p:spPr bwMode="auto">
            <a:xfrm>
              <a:off x="1998663" y="4262438"/>
              <a:ext cx="0" cy="7985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04" name="Line 155">
              <a:extLst>
                <a:ext uri="{FF2B5EF4-FFF2-40B4-BE49-F238E27FC236}">
                  <a16:creationId xmlns:a16="http://schemas.microsoft.com/office/drawing/2014/main" id="{77B8ADEA-A2E7-71C1-C3E7-124EFB46169E}"/>
                </a:ext>
              </a:extLst>
            </p:cNvPr>
            <p:cNvSpPr>
              <a:spLocks noChangeShapeType="1"/>
            </p:cNvSpPr>
            <p:nvPr/>
          </p:nvSpPr>
          <p:spPr bwMode="auto">
            <a:xfrm>
              <a:off x="2100263" y="4265613"/>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05" name="Line 156">
              <a:extLst>
                <a:ext uri="{FF2B5EF4-FFF2-40B4-BE49-F238E27FC236}">
                  <a16:creationId xmlns:a16="http://schemas.microsoft.com/office/drawing/2014/main" id="{FE99A6A3-871C-5037-03F9-99EE73FCC8AC}"/>
                </a:ext>
              </a:extLst>
            </p:cNvPr>
            <p:cNvSpPr>
              <a:spLocks noChangeShapeType="1"/>
            </p:cNvSpPr>
            <p:nvPr/>
          </p:nvSpPr>
          <p:spPr bwMode="auto">
            <a:xfrm>
              <a:off x="2201863" y="4259263"/>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06" name="Line 157">
              <a:extLst>
                <a:ext uri="{FF2B5EF4-FFF2-40B4-BE49-F238E27FC236}">
                  <a16:creationId xmlns:a16="http://schemas.microsoft.com/office/drawing/2014/main" id="{22B7B806-A875-742C-6277-96F320245A54}"/>
                </a:ext>
              </a:extLst>
            </p:cNvPr>
            <p:cNvSpPr>
              <a:spLocks noChangeShapeType="1"/>
            </p:cNvSpPr>
            <p:nvPr/>
          </p:nvSpPr>
          <p:spPr bwMode="auto">
            <a:xfrm>
              <a:off x="2392363" y="4267200"/>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07" name="Line 158">
              <a:extLst>
                <a:ext uri="{FF2B5EF4-FFF2-40B4-BE49-F238E27FC236}">
                  <a16:creationId xmlns:a16="http://schemas.microsoft.com/office/drawing/2014/main" id="{5E7DBDEE-1E2D-51CC-E89D-E0420313210F}"/>
                </a:ext>
              </a:extLst>
            </p:cNvPr>
            <p:cNvSpPr>
              <a:spLocks noChangeShapeType="1"/>
            </p:cNvSpPr>
            <p:nvPr/>
          </p:nvSpPr>
          <p:spPr bwMode="auto">
            <a:xfrm>
              <a:off x="2493963" y="4271963"/>
              <a:ext cx="0" cy="7985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08" name="Line 159">
              <a:extLst>
                <a:ext uri="{FF2B5EF4-FFF2-40B4-BE49-F238E27FC236}">
                  <a16:creationId xmlns:a16="http://schemas.microsoft.com/office/drawing/2014/main" id="{5FEA7198-4D0F-B8C8-C41F-7701B1335B0F}"/>
                </a:ext>
              </a:extLst>
            </p:cNvPr>
            <p:cNvSpPr>
              <a:spLocks noChangeShapeType="1"/>
            </p:cNvSpPr>
            <p:nvPr/>
          </p:nvSpPr>
          <p:spPr bwMode="auto">
            <a:xfrm>
              <a:off x="2595563" y="4275138"/>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09" name="Line 160">
              <a:extLst>
                <a:ext uri="{FF2B5EF4-FFF2-40B4-BE49-F238E27FC236}">
                  <a16:creationId xmlns:a16="http://schemas.microsoft.com/office/drawing/2014/main" id="{566234E3-38E0-6951-4603-CCC7D835B8CA}"/>
                </a:ext>
              </a:extLst>
            </p:cNvPr>
            <p:cNvSpPr>
              <a:spLocks noChangeShapeType="1"/>
            </p:cNvSpPr>
            <p:nvPr/>
          </p:nvSpPr>
          <p:spPr bwMode="auto">
            <a:xfrm>
              <a:off x="2695575" y="4268788"/>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10" name="Line 161">
              <a:extLst>
                <a:ext uri="{FF2B5EF4-FFF2-40B4-BE49-F238E27FC236}">
                  <a16:creationId xmlns:a16="http://schemas.microsoft.com/office/drawing/2014/main" id="{B5AF6852-5A58-D860-5844-176A8CA66922}"/>
                </a:ext>
              </a:extLst>
            </p:cNvPr>
            <p:cNvSpPr>
              <a:spLocks noChangeShapeType="1"/>
            </p:cNvSpPr>
            <p:nvPr/>
          </p:nvSpPr>
          <p:spPr bwMode="auto">
            <a:xfrm>
              <a:off x="2906713" y="4262438"/>
              <a:ext cx="0" cy="7985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11" name="Line 162">
              <a:extLst>
                <a:ext uri="{FF2B5EF4-FFF2-40B4-BE49-F238E27FC236}">
                  <a16:creationId xmlns:a16="http://schemas.microsoft.com/office/drawing/2014/main" id="{8646863E-6FF3-ABB0-B31E-9FC52D383796}"/>
                </a:ext>
              </a:extLst>
            </p:cNvPr>
            <p:cNvSpPr>
              <a:spLocks noChangeShapeType="1"/>
            </p:cNvSpPr>
            <p:nvPr/>
          </p:nvSpPr>
          <p:spPr bwMode="auto">
            <a:xfrm>
              <a:off x="3006725" y="4265613"/>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12" name="Line 163">
              <a:extLst>
                <a:ext uri="{FF2B5EF4-FFF2-40B4-BE49-F238E27FC236}">
                  <a16:creationId xmlns:a16="http://schemas.microsoft.com/office/drawing/2014/main" id="{6F781579-6697-BC6E-5018-72C5172A681C}"/>
                </a:ext>
              </a:extLst>
            </p:cNvPr>
            <p:cNvSpPr>
              <a:spLocks noChangeShapeType="1"/>
            </p:cNvSpPr>
            <p:nvPr/>
          </p:nvSpPr>
          <p:spPr bwMode="auto">
            <a:xfrm>
              <a:off x="3108325" y="4268788"/>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13" name="Line 164">
              <a:extLst>
                <a:ext uri="{FF2B5EF4-FFF2-40B4-BE49-F238E27FC236}">
                  <a16:creationId xmlns:a16="http://schemas.microsoft.com/office/drawing/2014/main" id="{6588D6ED-4D4F-7872-2F18-8CFD7ED85A56}"/>
                </a:ext>
              </a:extLst>
            </p:cNvPr>
            <p:cNvSpPr>
              <a:spLocks noChangeShapeType="1"/>
            </p:cNvSpPr>
            <p:nvPr/>
          </p:nvSpPr>
          <p:spPr bwMode="auto">
            <a:xfrm>
              <a:off x="3209925" y="4264025"/>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14" name="Line 165">
              <a:extLst>
                <a:ext uri="{FF2B5EF4-FFF2-40B4-BE49-F238E27FC236}">
                  <a16:creationId xmlns:a16="http://schemas.microsoft.com/office/drawing/2014/main" id="{B397D907-06D9-C9B4-FF06-E9185B2F43F5}"/>
                </a:ext>
              </a:extLst>
            </p:cNvPr>
            <p:cNvSpPr>
              <a:spLocks noChangeShapeType="1"/>
            </p:cNvSpPr>
            <p:nvPr/>
          </p:nvSpPr>
          <p:spPr bwMode="auto">
            <a:xfrm>
              <a:off x="3405188" y="4257675"/>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15" name="Line 166">
              <a:extLst>
                <a:ext uri="{FF2B5EF4-FFF2-40B4-BE49-F238E27FC236}">
                  <a16:creationId xmlns:a16="http://schemas.microsoft.com/office/drawing/2014/main" id="{AA278CC3-4453-3D73-3994-C8DEA2BC8C5F}"/>
                </a:ext>
              </a:extLst>
            </p:cNvPr>
            <p:cNvSpPr>
              <a:spLocks noChangeShapeType="1"/>
            </p:cNvSpPr>
            <p:nvPr/>
          </p:nvSpPr>
          <p:spPr bwMode="auto">
            <a:xfrm>
              <a:off x="3506788" y="4262438"/>
              <a:ext cx="0" cy="7985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16" name="Line 167">
              <a:extLst>
                <a:ext uri="{FF2B5EF4-FFF2-40B4-BE49-F238E27FC236}">
                  <a16:creationId xmlns:a16="http://schemas.microsoft.com/office/drawing/2014/main" id="{42C4E8EA-CFBD-3BAC-BB26-7F083B589A4C}"/>
                </a:ext>
              </a:extLst>
            </p:cNvPr>
            <p:cNvSpPr>
              <a:spLocks noChangeShapeType="1"/>
            </p:cNvSpPr>
            <p:nvPr/>
          </p:nvSpPr>
          <p:spPr bwMode="auto">
            <a:xfrm>
              <a:off x="3608388" y="4265613"/>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17" name="Line 168">
              <a:extLst>
                <a:ext uri="{FF2B5EF4-FFF2-40B4-BE49-F238E27FC236}">
                  <a16:creationId xmlns:a16="http://schemas.microsoft.com/office/drawing/2014/main" id="{7FACFBA8-E087-9DDF-B76B-88FE6DAD5F49}"/>
                </a:ext>
              </a:extLst>
            </p:cNvPr>
            <p:cNvSpPr>
              <a:spLocks noChangeShapeType="1"/>
            </p:cNvSpPr>
            <p:nvPr/>
          </p:nvSpPr>
          <p:spPr bwMode="auto">
            <a:xfrm>
              <a:off x="3709988" y="4259263"/>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18" name="Line 169">
              <a:extLst>
                <a:ext uri="{FF2B5EF4-FFF2-40B4-BE49-F238E27FC236}">
                  <a16:creationId xmlns:a16="http://schemas.microsoft.com/office/drawing/2014/main" id="{58314FCF-6002-0B23-770F-8DE527936EFA}"/>
                </a:ext>
              </a:extLst>
            </p:cNvPr>
            <p:cNvSpPr>
              <a:spLocks noChangeShapeType="1"/>
            </p:cNvSpPr>
            <p:nvPr/>
          </p:nvSpPr>
          <p:spPr bwMode="auto">
            <a:xfrm>
              <a:off x="3919538" y="4252913"/>
              <a:ext cx="0" cy="7985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19" name="Line 170">
              <a:extLst>
                <a:ext uri="{FF2B5EF4-FFF2-40B4-BE49-F238E27FC236}">
                  <a16:creationId xmlns:a16="http://schemas.microsoft.com/office/drawing/2014/main" id="{D84C7C25-D998-A7F1-7C29-9F97840A0A27}"/>
                </a:ext>
              </a:extLst>
            </p:cNvPr>
            <p:cNvSpPr>
              <a:spLocks noChangeShapeType="1"/>
            </p:cNvSpPr>
            <p:nvPr/>
          </p:nvSpPr>
          <p:spPr bwMode="auto">
            <a:xfrm>
              <a:off x="4021138" y="4256088"/>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20" name="Line 171">
              <a:extLst>
                <a:ext uri="{FF2B5EF4-FFF2-40B4-BE49-F238E27FC236}">
                  <a16:creationId xmlns:a16="http://schemas.microsoft.com/office/drawing/2014/main" id="{FE2CA46E-E51D-393A-5C33-ABF0C2C62964}"/>
                </a:ext>
              </a:extLst>
            </p:cNvPr>
            <p:cNvSpPr>
              <a:spLocks noChangeShapeType="1"/>
            </p:cNvSpPr>
            <p:nvPr/>
          </p:nvSpPr>
          <p:spPr bwMode="auto">
            <a:xfrm>
              <a:off x="4121150" y="4259263"/>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21" name="Line 172">
              <a:extLst>
                <a:ext uri="{FF2B5EF4-FFF2-40B4-BE49-F238E27FC236}">
                  <a16:creationId xmlns:a16="http://schemas.microsoft.com/office/drawing/2014/main" id="{F83A90BC-521C-1CE7-6705-B26A866224A2}"/>
                </a:ext>
              </a:extLst>
            </p:cNvPr>
            <p:cNvSpPr>
              <a:spLocks noChangeShapeType="1"/>
            </p:cNvSpPr>
            <p:nvPr/>
          </p:nvSpPr>
          <p:spPr bwMode="auto">
            <a:xfrm>
              <a:off x="4222750" y="4254500"/>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22" name="Line 173">
              <a:extLst>
                <a:ext uri="{FF2B5EF4-FFF2-40B4-BE49-F238E27FC236}">
                  <a16:creationId xmlns:a16="http://schemas.microsoft.com/office/drawing/2014/main" id="{531AF850-E9C0-B274-43EB-8D6D689F30A3}"/>
                </a:ext>
              </a:extLst>
            </p:cNvPr>
            <p:cNvSpPr>
              <a:spLocks noChangeShapeType="1"/>
            </p:cNvSpPr>
            <p:nvPr/>
          </p:nvSpPr>
          <p:spPr bwMode="auto">
            <a:xfrm>
              <a:off x="4414838" y="4262438"/>
              <a:ext cx="0" cy="7985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23" name="Line 174">
              <a:extLst>
                <a:ext uri="{FF2B5EF4-FFF2-40B4-BE49-F238E27FC236}">
                  <a16:creationId xmlns:a16="http://schemas.microsoft.com/office/drawing/2014/main" id="{C0E13A5B-CF79-90B8-B775-C114566D6B21}"/>
                </a:ext>
              </a:extLst>
            </p:cNvPr>
            <p:cNvSpPr>
              <a:spLocks noChangeShapeType="1"/>
            </p:cNvSpPr>
            <p:nvPr/>
          </p:nvSpPr>
          <p:spPr bwMode="auto">
            <a:xfrm>
              <a:off x="4514850" y="4265613"/>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24" name="Line 175">
              <a:extLst>
                <a:ext uri="{FF2B5EF4-FFF2-40B4-BE49-F238E27FC236}">
                  <a16:creationId xmlns:a16="http://schemas.microsoft.com/office/drawing/2014/main" id="{AC3E256F-BDA7-C6A0-E241-7D26E5002333}"/>
                </a:ext>
              </a:extLst>
            </p:cNvPr>
            <p:cNvSpPr>
              <a:spLocks noChangeShapeType="1"/>
            </p:cNvSpPr>
            <p:nvPr/>
          </p:nvSpPr>
          <p:spPr bwMode="auto">
            <a:xfrm>
              <a:off x="4616450" y="4268788"/>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25" name="Line 176">
              <a:extLst>
                <a:ext uri="{FF2B5EF4-FFF2-40B4-BE49-F238E27FC236}">
                  <a16:creationId xmlns:a16="http://schemas.microsoft.com/office/drawing/2014/main" id="{F9FC01E6-3300-8267-F506-1133F98E9566}"/>
                </a:ext>
              </a:extLst>
            </p:cNvPr>
            <p:cNvSpPr>
              <a:spLocks noChangeShapeType="1"/>
            </p:cNvSpPr>
            <p:nvPr/>
          </p:nvSpPr>
          <p:spPr bwMode="auto">
            <a:xfrm>
              <a:off x="4718050" y="4264025"/>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26" name="Line 177">
              <a:extLst>
                <a:ext uri="{FF2B5EF4-FFF2-40B4-BE49-F238E27FC236}">
                  <a16:creationId xmlns:a16="http://schemas.microsoft.com/office/drawing/2014/main" id="{56B15597-60D2-CCFA-D573-2E51B3C05D0A}"/>
                </a:ext>
              </a:extLst>
            </p:cNvPr>
            <p:cNvSpPr>
              <a:spLocks noChangeShapeType="1"/>
            </p:cNvSpPr>
            <p:nvPr/>
          </p:nvSpPr>
          <p:spPr bwMode="auto">
            <a:xfrm>
              <a:off x="4927600" y="4256088"/>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27" name="Line 178">
              <a:extLst>
                <a:ext uri="{FF2B5EF4-FFF2-40B4-BE49-F238E27FC236}">
                  <a16:creationId xmlns:a16="http://schemas.microsoft.com/office/drawing/2014/main" id="{0F652420-4CCE-7423-1D54-DD931FB5859F}"/>
                </a:ext>
              </a:extLst>
            </p:cNvPr>
            <p:cNvSpPr>
              <a:spLocks noChangeShapeType="1"/>
            </p:cNvSpPr>
            <p:nvPr/>
          </p:nvSpPr>
          <p:spPr bwMode="auto">
            <a:xfrm>
              <a:off x="5029200" y="4259263"/>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28" name="Line 179">
              <a:extLst>
                <a:ext uri="{FF2B5EF4-FFF2-40B4-BE49-F238E27FC236}">
                  <a16:creationId xmlns:a16="http://schemas.microsoft.com/office/drawing/2014/main" id="{FFFDA6E9-00CF-133E-0A2B-00AF3E357425}"/>
                </a:ext>
              </a:extLst>
            </p:cNvPr>
            <p:cNvSpPr>
              <a:spLocks noChangeShapeType="1"/>
            </p:cNvSpPr>
            <p:nvPr/>
          </p:nvSpPr>
          <p:spPr bwMode="auto">
            <a:xfrm>
              <a:off x="5130800" y="4264025"/>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29" name="Line 180">
              <a:extLst>
                <a:ext uri="{FF2B5EF4-FFF2-40B4-BE49-F238E27FC236}">
                  <a16:creationId xmlns:a16="http://schemas.microsoft.com/office/drawing/2014/main" id="{1A451F14-8975-9323-B6BF-E1C8FD3F0C78}"/>
                </a:ext>
              </a:extLst>
            </p:cNvPr>
            <p:cNvSpPr>
              <a:spLocks noChangeShapeType="1"/>
            </p:cNvSpPr>
            <p:nvPr/>
          </p:nvSpPr>
          <p:spPr bwMode="auto">
            <a:xfrm>
              <a:off x="5232400" y="4257675"/>
              <a:ext cx="0" cy="800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930" name="Line 181">
              <a:extLst>
                <a:ext uri="{FF2B5EF4-FFF2-40B4-BE49-F238E27FC236}">
                  <a16:creationId xmlns:a16="http://schemas.microsoft.com/office/drawing/2014/main" id="{693B2319-4A52-8BED-FD6F-A4AB54462E33}"/>
                </a:ext>
              </a:extLst>
            </p:cNvPr>
            <p:cNvSpPr>
              <a:spLocks noChangeShapeType="1"/>
            </p:cNvSpPr>
            <p:nvPr/>
          </p:nvSpPr>
          <p:spPr bwMode="auto">
            <a:xfrm>
              <a:off x="1209675" y="5226050"/>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31" name="Line 182">
              <a:extLst>
                <a:ext uri="{FF2B5EF4-FFF2-40B4-BE49-F238E27FC236}">
                  <a16:creationId xmlns:a16="http://schemas.microsoft.com/office/drawing/2014/main" id="{5E2E90E4-D7A3-9E99-1336-F6569D30F76B}"/>
                </a:ext>
              </a:extLst>
            </p:cNvPr>
            <p:cNvSpPr>
              <a:spLocks noChangeShapeType="1"/>
            </p:cNvSpPr>
            <p:nvPr/>
          </p:nvSpPr>
          <p:spPr bwMode="auto">
            <a:xfrm>
              <a:off x="1209675" y="5368925"/>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32" name="Line 183">
              <a:extLst>
                <a:ext uri="{FF2B5EF4-FFF2-40B4-BE49-F238E27FC236}">
                  <a16:creationId xmlns:a16="http://schemas.microsoft.com/office/drawing/2014/main" id="{C50265B6-F6CE-7597-94DD-142A998A8DD0}"/>
                </a:ext>
              </a:extLst>
            </p:cNvPr>
            <p:cNvSpPr>
              <a:spLocks noChangeShapeType="1"/>
            </p:cNvSpPr>
            <p:nvPr/>
          </p:nvSpPr>
          <p:spPr bwMode="auto">
            <a:xfrm>
              <a:off x="1209675" y="5492750"/>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33" name="Line 184">
              <a:extLst>
                <a:ext uri="{FF2B5EF4-FFF2-40B4-BE49-F238E27FC236}">
                  <a16:creationId xmlns:a16="http://schemas.microsoft.com/office/drawing/2014/main" id="{788877C0-746D-7059-54CF-F9078B8AB8CE}"/>
                </a:ext>
              </a:extLst>
            </p:cNvPr>
            <p:cNvSpPr>
              <a:spLocks noChangeShapeType="1"/>
            </p:cNvSpPr>
            <p:nvPr/>
          </p:nvSpPr>
          <p:spPr bwMode="auto">
            <a:xfrm>
              <a:off x="1209675" y="5635625"/>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34" name="Line 185">
              <a:extLst>
                <a:ext uri="{FF2B5EF4-FFF2-40B4-BE49-F238E27FC236}">
                  <a16:creationId xmlns:a16="http://schemas.microsoft.com/office/drawing/2014/main" id="{E6EACFCF-4961-9209-2E37-F5BC373A3CD3}"/>
                </a:ext>
              </a:extLst>
            </p:cNvPr>
            <p:cNvSpPr>
              <a:spLocks noChangeShapeType="1"/>
            </p:cNvSpPr>
            <p:nvPr/>
          </p:nvSpPr>
          <p:spPr bwMode="auto">
            <a:xfrm>
              <a:off x="1209675" y="5759450"/>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35" name="Line 186">
              <a:extLst>
                <a:ext uri="{FF2B5EF4-FFF2-40B4-BE49-F238E27FC236}">
                  <a16:creationId xmlns:a16="http://schemas.microsoft.com/office/drawing/2014/main" id="{523E0570-D7FB-CE86-4F49-1B04DBE01742}"/>
                </a:ext>
              </a:extLst>
            </p:cNvPr>
            <p:cNvSpPr>
              <a:spLocks noChangeShapeType="1"/>
            </p:cNvSpPr>
            <p:nvPr/>
          </p:nvSpPr>
          <p:spPr bwMode="auto">
            <a:xfrm>
              <a:off x="1209675" y="5902325"/>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36" name="Line 187">
              <a:extLst>
                <a:ext uri="{FF2B5EF4-FFF2-40B4-BE49-F238E27FC236}">
                  <a16:creationId xmlns:a16="http://schemas.microsoft.com/office/drawing/2014/main" id="{71F6CDBD-A614-2822-E652-B72FFB6758F5}"/>
                </a:ext>
              </a:extLst>
            </p:cNvPr>
            <p:cNvSpPr>
              <a:spLocks noChangeShapeType="1"/>
            </p:cNvSpPr>
            <p:nvPr/>
          </p:nvSpPr>
          <p:spPr bwMode="auto">
            <a:xfrm>
              <a:off x="1209675" y="6026150"/>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37" name="Line 188">
              <a:extLst>
                <a:ext uri="{FF2B5EF4-FFF2-40B4-BE49-F238E27FC236}">
                  <a16:creationId xmlns:a16="http://schemas.microsoft.com/office/drawing/2014/main" id="{BCBE25A5-D2FE-65C0-B5D2-44E8593D97CA}"/>
                </a:ext>
              </a:extLst>
            </p:cNvPr>
            <p:cNvSpPr>
              <a:spLocks noChangeShapeType="1"/>
            </p:cNvSpPr>
            <p:nvPr/>
          </p:nvSpPr>
          <p:spPr bwMode="auto">
            <a:xfrm>
              <a:off x="1209675" y="6167438"/>
              <a:ext cx="416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38" name="AutoShape 189">
              <a:extLst>
                <a:ext uri="{FF2B5EF4-FFF2-40B4-BE49-F238E27FC236}">
                  <a16:creationId xmlns:a16="http://schemas.microsoft.com/office/drawing/2014/main" id="{4F38F011-4642-DB59-A0D1-4AE16D1A4A79}"/>
                </a:ext>
              </a:extLst>
            </p:cNvPr>
            <p:cNvSpPr>
              <a:spLocks noChangeArrowheads="1"/>
            </p:cNvSpPr>
            <p:nvPr/>
          </p:nvSpPr>
          <p:spPr bwMode="auto">
            <a:xfrm rot="5435204">
              <a:off x="862013" y="6383338"/>
              <a:ext cx="257175" cy="206375"/>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4939" name="Line 190">
              <a:extLst>
                <a:ext uri="{FF2B5EF4-FFF2-40B4-BE49-F238E27FC236}">
                  <a16:creationId xmlns:a16="http://schemas.microsoft.com/office/drawing/2014/main" id="{A068AA5D-9234-7B09-1B74-10462BD53B5D}"/>
                </a:ext>
              </a:extLst>
            </p:cNvPr>
            <p:cNvSpPr>
              <a:spLocks noChangeShapeType="1"/>
            </p:cNvSpPr>
            <p:nvPr/>
          </p:nvSpPr>
          <p:spPr bwMode="auto">
            <a:xfrm flipH="1">
              <a:off x="990600" y="6419850"/>
              <a:ext cx="3943350" cy="0"/>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4940" name="Oval 191">
              <a:extLst>
                <a:ext uri="{FF2B5EF4-FFF2-40B4-BE49-F238E27FC236}">
                  <a16:creationId xmlns:a16="http://schemas.microsoft.com/office/drawing/2014/main" id="{300880E2-3172-4955-26B9-90744AFC95AE}"/>
                </a:ext>
              </a:extLst>
            </p:cNvPr>
            <p:cNvSpPr>
              <a:spLocks noChangeArrowheads="1"/>
            </p:cNvSpPr>
            <p:nvPr/>
          </p:nvSpPr>
          <p:spPr bwMode="auto">
            <a:xfrm>
              <a:off x="981075" y="6519863"/>
              <a:ext cx="88900" cy="73025"/>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4941" name="Line 192">
              <a:extLst>
                <a:ext uri="{FF2B5EF4-FFF2-40B4-BE49-F238E27FC236}">
                  <a16:creationId xmlns:a16="http://schemas.microsoft.com/office/drawing/2014/main" id="{7DD3A410-24A9-16F9-B972-B56712B1B5E3}"/>
                </a:ext>
              </a:extLst>
            </p:cNvPr>
            <p:cNvSpPr>
              <a:spLocks noChangeShapeType="1"/>
            </p:cNvSpPr>
            <p:nvPr/>
          </p:nvSpPr>
          <p:spPr bwMode="auto">
            <a:xfrm flipV="1">
              <a:off x="1054100" y="6543675"/>
              <a:ext cx="3967163"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34942" name="Line 193">
              <a:extLst>
                <a:ext uri="{FF2B5EF4-FFF2-40B4-BE49-F238E27FC236}">
                  <a16:creationId xmlns:a16="http://schemas.microsoft.com/office/drawing/2014/main" id="{4A848EA2-EA67-57C5-78C1-4EC2F18BC3B9}"/>
                </a:ext>
              </a:extLst>
            </p:cNvPr>
            <p:cNvSpPr>
              <a:spLocks noChangeShapeType="1"/>
            </p:cNvSpPr>
            <p:nvPr/>
          </p:nvSpPr>
          <p:spPr bwMode="auto">
            <a:xfrm>
              <a:off x="603250" y="6481763"/>
              <a:ext cx="28416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43" name="Line 194">
              <a:extLst>
                <a:ext uri="{FF2B5EF4-FFF2-40B4-BE49-F238E27FC236}">
                  <a16:creationId xmlns:a16="http://schemas.microsoft.com/office/drawing/2014/main" id="{AC0C2938-6EF4-CC2B-B447-FA853F26273F}"/>
                </a:ext>
              </a:extLst>
            </p:cNvPr>
            <p:cNvSpPr>
              <a:spLocks noChangeShapeType="1"/>
            </p:cNvSpPr>
            <p:nvPr/>
          </p:nvSpPr>
          <p:spPr bwMode="auto">
            <a:xfrm>
              <a:off x="1381125" y="5170488"/>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44" name="Line 195">
              <a:extLst>
                <a:ext uri="{FF2B5EF4-FFF2-40B4-BE49-F238E27FC236}">
                  <a16:creationId xmlns:a16="http://schemas.microsoft.com/office/drawing/2014/main" id="{D87EC53A-5788-62DF-57AF-336D384249D0}"/>
                </a:ext>
              </a:extLst>
            </p:cNvPr>
            <p:cNvSpPr>
              <a:spLocks noChangeShapeType="1"/>
            </p:cNvSpPr>
            <p:nvPr/>
          </p:nvSpPr>
          <p:spPr bwMode="auto">
            <a:xfrm>
              <a:off x="1482725" y="5173663"/>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45" name="Line 196">
              <a:extLst>
                <a:ext uri="{FF2B5EF4-FFF2-40B4-BE49-F238E27FC236}">
                  <a16:creationId xmlns:a16="http://schemas.microsoft.com/office/drawing/2014/main" id="{4EE2995C-5968-D049-5DA2-FE9078FBC315}"/>
                </a:ext>
              </a:extLst>
            </p:cNvPr>
            <p:cNvSpPr>
              <a:spLocks noChangeShapeType="1"/>
            </p:cNvSpPr>
            <p:nvPr/>
          </p:nvSpPr>
          <p:spPr bwMode="auto">
            <a:xfrm>
              <a:off x="1584325" y="5178425"/>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46" name="Line 197">
              <a:extLst>
                <a:ext uri="{FF2B5EF4-FFF2-40B4-BE49-F238E27FC236}">
                  <a16:creationId xmlns:a16="http://schemas.microsoft.com/office/drawing/2014/main" id="{79422EDD-91A4-EA42-56C5-B2FDAE4BC603}"/>
                </a:ext>
              </a:extLst>
            </p:cNvPr>
            <p:cNvSpPr>
              <a:spLocks noChangeShapeType="1"/>
            </p:cNvSpPr>
            <p:nvPr/>
          </p:nvSpPr>
          <p:spPr bwMode="auto">
            <a:xfrm>
              <a:off x="1685925" y="5172075"/>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47" name="Line 198">
              <a:extLst>
                <a:ext uri="{FF2B5EF4-FFF2-40B4-BE49-F238E27FC236}">
                  <a16:creationId xmlns:a16="http://schemas.microsoft.com/office/drawing/2014/main" id="{6B2E8609-6621-5CDB-C89A-AC6857C784F1}"/>
                </a:ext>
              </a:extLst>
            </p:cNvPr>
            <p:cNvSpPr>
              <a:spLocks noChangeShapeType="1"/>
            </p:cNvSpPr>
            <p:nvPr/>
          </p:nvSpPr>
          <p:spPr bwMode="auto">
            <a:xfrm>
              <a:off x="1895475" y="5164138"/>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48" name="Line 199">
              <a:extLst>
                <a:ext uri="{FF2B5EF4-FFF2-40B4-BE49-F238E27FC236}">
                  <a16:creationId xmlns:a16="http://schemas.microsoft.com/office/drawing/2014/main" id="{5A27DFE0-D5A7-1FC5-C6CB-87924204D5C0}"/>
                </a:ext>
              </a:extLst>
            </p:cNvPr>
            <p:cNvSpPr>
              <a:spLocks noChangeShapeType="1"/>
            </p:cNvSpPr>
            <p:nvPr/>
          </p:nvSpPr>
          <p:spPr bwMode="auto">
            <a:xfrm>
              <a:off x="1997075" y="5168900"/>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49" name="Line 200">
              <a:extLst>
                <a:ext uri="{FF2B5EF4-FFF2-40B4-BE49-F238E27FC236}">
                  <a16:creationId xmlns:a16="http://schemas.microsoft.com/office/drawing/2014/main" id="{CCF73083-A77D-A176-FB3E-47069014D503}"/>
                </a:ext>
              </a:extLst>
            </p:cNvPr>
            <p:cNvSpPr>
              <a:spLocks noChangeShapeType="1"/>
            </p:cNvSpPr>
            <p:nvPr/>
          </p:nvSpPr>
          <p:spPr bwMode="auto">
            <a:xfrm>
              <a:off x="2097088" y="5172075"/>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50" name="Line 201">
              <a:extLst>
                <a:ext uri="{FF2B5EF4-FFF2-40B4-BE49-F238E27FC236}">
                  <a16:creationId xmlns:a16="http://schemas.microsoft.com/office/drawing/2014/main" id="{5479CA3A-0C32-AFA3-71D6-BF4682D0787B}"/>
                </a:ext>
              </a:extLst>
            </p:cNvPr>
            <p:cNvSpPr>
              <a:spLocks noChangeShapeType="1"/>
            </p:cNvSpPr>
            <p:nvPr/>
          </p:nvSpPr>
          <p:spPr bwMode="auto">
            <a:xfrm>
              <a:off x="2198688" y="5165725"/>
              <a:ext cx="0" cy="14843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51" name="Line 202">
              <a:extLst>
                <a:ext uri="{FF2B5EF4-FFF2-40B4-BE49-F238E27FC236}">
                  <a16:creationId xmlns:a16="http://schemas.microsoft.com/office/drawing/2014/main" id="{1E78759D-84C8-88AA-ABD2-0653F1163CA1}"/>
                </a:ext>
              </a:extLst>
            </p:cNvPr>
            <p:cNvSpPr>
              <a:spLocks noChangeShapeType="1"/>
            </p:cNvSpPr>
            <p:nvPr/>
          </p:nvSpPr>
          <p:spPr bwMode="auto">
            <a:xfrm>
              <a:off x="2390775" y="5173663"/>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52" name="Line 203">
              <a:extLst>
                <a:ext uri="{FF2B5EF4-FFF2-40B4-BE49-F238E27FC236}">
                  <a16:creationId xmlns:a16="http://schemas.microsoft.com/office/drawing/2014/main" id="{25313D22-6FBC-752D-B0BF-DA11370ECD9C}"/>
                </a:ext>
              </a:extLst>
            </p:cNvPr>
            <p:cNvSpPr>
              <a:spLocks noChangeShapeType="1"/>
            </p:cNvSpPr>
            <p:nvPr/>
          </p:nvSpPr>
          <p:spPr bwMode="auto">
            <a:xfrm>
              <a:off x="2490788" y="5178425"/>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53" name="Line 204">
              <a:extLst>
                <a:ext uri="{FF2B5EF4-FFF2-40B4-BE49-F238E27FC236}">
                  <a16:creationId xmlns:a16="http://schemas.microsoft.com/office/drawing/2014/main" id="{D9F576D7-8292-DA99-64E5-C9B49C332DEF}"/>
                </a:ext>
              </a:extLst>
            </p:cNvPr>
            <p:cNvSpPr>
              <a:spLocks noChangeShapeType="1"/>
            </p:cNvSpPr>
            <p:nvPr/>
          </p:nvSpPr>
          <p:spPr bwMode="auto">
            <a:xfrm>
              <a:off x="2592388" y="5181600"/>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54" name="Line 205">
              <a:extLst>
                <a:ext uri="{FF2B5EF4-FFF2-40B4-BE49-F238E27FC236}">
                  <a16:creationId xmlns:a16="http://schemas.microsoft.com/office/drawing/2014/main" id="{7486E1C2-08B5-8806-3213-BC866EA1A4D1}"/>
                </a:ext>
              </a:extLst>
            </p:cNvPr>
            <p:cNvSpPr>
              <a:spLocks noChangeShapeType="1"/>
            </p:cNvSpPr>
            <p:nvPr/>
          </p:nvSpPr>
          <p:spPr bwMode="auto">
            <a:xfrm>
              <a:off x="2693988" y="5175250"/>
              <a:ext cx="0" cy="14843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55" name="Line 206">
              <a:extLst>
                <a:ext uri="{FF2B5EF4-FFF2-40B4-BE49-F238E27FC236}">
                  <a16:creationId xmlns:a16="http://schemas.microsoft.com/office/drawing/2014/main" id="{9DA379A9-E7E2-84DD-BE7B-D2807BF5CE8E}"/>
                </a:ext>
              </a:extLst>
            </p:cNvPr>
            <p:cNvSpPr>
              <a:spLocks noChangeShapeType="1"/>
            </p:cNvSpPr>
            <p:nvPr/>
          </p:nvSpPr>
          <p:spPr bwMode="auto">
            <a:xfrm>
              <a:off x="2903538" y="5168900"/>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56" name="Line 207">
              <a:extLst>
                <a:ext uri="{FF2B5EF4-FFF2-40B4-BE49-F238E27FC236}">
                  <a16:creationId xmlns:a16="http://schemas.microsoft.com/office/drawing/2014/main" id="{8C7B721C-C9DF-5A82-3D46-78CCA18515E4}"/>
                </a:ext>
              </a:extLst>
            </p:cNvPr>
            <p:cNvSpPr>
              <a:spLocks noChangeShapeType="1"/>
            </p:cNvSpPr>
            <p:nvPr/>
          </p:nvSpPr>
          <p:spPr bwMode="auto">
            <a:xfrm>
              <a:off x="3005138" y="5172075"/>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57" name="Line 208">
              <a:extLst>
                <a:ext uri="{FF2B5EF4-FFF2-40B4-BE49-F238E27FC236}">
                  <a16:creationId xmlns:a16="http://schemas.microsoft.com/office/drawing/2014/main" id="{93612925-F8D7-8474-9D0A-AF26931BB753}"/>
                </a:ext>
              </a:extLst>
            </p:cNvPr>
            <p:cNvSpPr>
              <a:spLocks noChangeShapeType="1"/>
            </p:cNvSpPr>
            <p:nvPr/>
          </p:nvSpPr>
          <p:spPr bwMode="auto">
            <a:xfrm>
              <a:off x="3106738" y="5175250"/>
              <a:ext cx="0" cy="14843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58" name="Line 209">
              <a:extLst>
                <a:ext uri="{FF2B5EF4-FFF2-40B4-BE49-F238E27FC236}">
                  <a16:creationId xmlns:a16="http://schemas.microsoft.com/office/drawing/2014/main" id="{67BAC79F-459D-6F3D-1FCF-0E95198F181A}"/>
                </a:ext>
              </a:extLst>
            </p:cNvPr>
            <p:cNvSpPr>
              <a:spLocks noChangeShapeType="1"/>
            </p:cNvSpPr>
            <p:nvPr/>
          </p:nvSpPr>
          <p:spPr bwMode="auto">
            <a:xfrm>
              <a:off x="3208338" y="5170488"/>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59" name="Line 210">
              <a:extLst>
                <a:ext uri="{FF2B5EF4-FFF2-40B4-BE49-F238E27FC236}">
                  <a16:creationId xmlns:a16="http://schemas.microsoft.com/office/drawing/2014/main" id="{73ACCA5B-4191-B094-DE8B-AB26535DB29F}"/>
                </a:ext>
              </a:extLst>
            </p:cNvPr>
            <p:cNvSpPr>
              <a:spLocks noChangeShapeType="1"/>
            </p:cNvSpPr>
            <p:nvPr/>
          </p:nvSpPr>
          <p:spPr bwMode="auto">
            <a:xfrm>
              <a:off x="3403600" y="5164138"/>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60" name="Line 211">
              <a:extLst>
                <a:ext uri="{FF2B5EF4-FFF2-40B4-BE49-F238E27FC236}">
                  <a16:creationId xmlns:a16="http://schemas.microsoft.com/office/drawing/2014/main" id="{00E68607-3FFA-D81D-2FAA-3BEF7725E9EB}"/>
                </a:ext>
              </a:extLst>
            </p:cNvPr>
            <p:cNvSpPr>
              <a:spLocks noChangeShapeType="1"/>
            </p:cNvSpPr>
            <p:nvPr/>
          </p:nvSpPr>
          <p:spPr bwMode="auto">
            <a:xfrm>
              <a:off x="3505200" y="5168900"/>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61" name="Line 212">
              <a:extLst>
                <a:ext uri="{FF2B5EF4-FFF2-40B4-BE49-F238E27FC236}">
                  <a16:creationId xmlns:a16="http://schemas.microsoft.com/office/drawing/2014/main" id="{32B4D915-2A9E-336E-F226-195D40FBF939}"/>
                </a:ext>
              </a:extLst>
            </p:cNvPr>
            <p:cNvSpPr>
              <a:spLocks noChangeShapeType="1"/>
            </p:cNvSpPr>
            <p:nvPr/>
          </p:nvSpPr>
          <p:spPr bwMode="auto">
            <a:xfrm>
              <a:off x="3605213" y="5172075"/>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62" name="Line 213">
              <a:extLst>
                <a:ext uri="{FF2B5EF4-FFF2-40B4-BE49-F238E27FC236}">
                  <a16:creationId xmlns:a16="http://schemas.microsoft.com/office/drawing/2014/main" id="{8899E5FB-E3BC-2DE0-23A0-3827D1107367}"/>
                </a:ext>
              </a:extLst>
            </p:cNvPr>
            <p:cNvSpPr>
              <a:spLocks noChangeShapeType="1"/>
            </p:cNvSpPr>
            <p:nvPr/>
          </p:nvSpPr>
          <p:spPr bwMode="auto">
            <a:xfrm>
              <a:off x="3706813" y="5165725"/>
              <a:ext cx="0" cy="14843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63" name="Line 214">
              <a:extLst>
                <a:ext uri="{FF2B5EF4-FFF2-40B4-BE49-F238E27FC236}">
                  <a16:creationId xmlns:a16="http://schemas.microsoft.com/office/drawing/2014/main" id="{7700A1C0-28C3-B460-8CE5-4DA0EFFA25AD}"/>
                </a:ext>
              </a:extLst>
            </p:cNvPr>
            <p:cNvSpPr>
              <a:spLocks noChangeShapeType="1"/>
            </p:cNvSpPr>
            <p:nvPr/>
          </p:nvSpPr>
          <p:spPr bwMode="auto">
            <a:xfrm>
              <a:off x="3916363" y="5159375"/>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64" name="Line 215">
              <a:extLst>
                <a:ext uri="{FF2B5EF4-FFF2-40B4-BE49-F238E27FC236}">
                  <a16:creationId xmlns:a16="http://schemas.microsoft.com/office/drawing/2014/main" id="{30A5931F-98CD-0D73-7B33-FEEFF1EE05BF}"/>
                </a:ext>
              </a:extLst>
            </p:cNvPr>
            <p:cNvSpPr>
              <a:spLocks noChangeShapeType="1"/>
            </p:cNvSpPr>
            <p:nvPr/>
          </p:nvSpPr>
          <p:spPr bwMode="auto">
            <a:xfrm>
              <a:off x="4017963" y="5162550"/>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65" name="Line 216">
              <a:extLst>
                <a:ext uri="{FF2B5EF4-FFF2-40B4-BE49-F238E27FC236}">
                  <a16:creationId xmlns:a16="http://schemas.microsoft.com/office/drawing/2014/main" id="{3E69E262-5171-6D12-6101-CEC20CAE02AB}"/>
                </a:ext>
              </a:extLst>
            </p:cNvPr>
            <p:cNvSpPr>
              <a:spLocks noChangeShapeType="1"/>
            </p:cNvSpPr>
            <p:nvPr/>
          </p:nvSpPr>
          <p:spPr bwMode="auto">
            <a:xfrm>
              <a:off x="4119563" y="5165725"/>
              <a:ext cx="0" cy="14843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66" name="Line 217">
              <a:extLst>
                <a:ext uri="{FF2B5EF4-FFF2-40B4-BE49-F238E27FC236}">
                  <a16:creationId xmlns:a16="http://schemas.microsoft.com/office/drawing/2014/main" id="{2CB1BF08-0404-8F8E-CE3D-27C661D8BA94}"/>
                </a:ext>
              </a:extLst>
            </p:cNvPr>
            <p:cNvSpPr>
              <a:spLocks noChangeShapeType="1"/>
            </p:cNvSpPr>
            <p:nvPr/>
          </p:nvSpPr>
          <p:spPr bwMode="auto">
            <a:xfrm>
              <a:off x="4221163" y="5160963"/>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67" name="Line 218">
              <a:extLst>
                <a:ext uri="{FF2B5EF4-FFF2-40B4-BE49-F238E27FC236}">
                  <a16:creationId xmlns:a16="http://schemas.microsoft.com/office/drawing/2014/main" id="{DAAC7A95-2011-FD31-8B50-A61ACB3F67D7}"/>
                </a:ext>
              </a:extLst>
            </p:cNvPr>
            <p:cNvSpPr>
              <a:spLocks noChangeShapeType="1"/>
            </p:cNvSpPr>
            <p:nvPr/>
          </p:nvSpPr>
          <p:spPr bwMode="auto">
            <a:xfrm>
              <a:off x="4411663" y="5168900"/>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68" name="Line 219">
              <a:extLst>
                <a:ext uri="{FF2B5EF4-FFF2-40B4-BE49-F238E27FC236}">
                  <a16:creationId xmlns:a16="http://schemas.microsoft.com/office/drawing/2014/main" id="{83606F18-5B95-4A70-4A03-594CBC00A77B}"/>
                </a:ext>
              </a:extLst>
            </p:cNvPr>
            <p:cNvSpPr>
              <a:spLocks noChangeShapeType="1"/>
            </p:cNvSpPr>
            <p:nvPr/>
          </p:nvSpPr>
          <p:spPr bwMode="auto">
            <a:xfrm>
              <a:off x="4513263" y="5172075"/>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69" name="Line 220">
              <a:extLst>
                <a:ext uri="{FF2B5EF4-FFF2-40B4-BE49-F238E27FC236}">
                  <a16:creationId xmlns:a16="http://schemas.microsoft.com/office/drawing/2014/main" id="{B41C753E-A765-9D72-EBD5-12F49C817618}"/>
                </a:ext>
              </a:extLst>
            </p:cNvPr>
            <p:cNvSpPr>
              <a:spLocks noChangeShapeType="1"/>
            </p:cNvSpPr>
            <p:nvPr/>
          </p:nvSpPr>
          <p:spPr bwMode="auto">
            <a:xfrm>
              <a:off x="4614863" y="5175250"/>
              <a:ext cx="0" cy="14843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70" name="Line 221">
              <a:extLst>
                <a:ext uri="{FF2B5EF4-FFF2-40B4-BE49-F238E27FC236}">
                  <a16:creationId xmlns:a16="http://schemas.microsoft.com/office/drawing/2014/main" id="{C4E7BA97-CEB1-5396-3262-034797C51EAE}"/>
                </a:ext>
              </a:extLst>
            </p:cNvPr>
            <p:cNvSpPr>
              <a:spLocks noChangeShapeType="1"/>
            </p:cNvSpPr>
            <p:nvPr/>
          </p:nvSpPr>
          <p:spPr bwMode="auto">
            <a:xfrm>
              <a:off x="4714875" y="5170488"/>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71" name="Line 222">
              <a:extLst>
                <a:ext uri="{FF2B5EF4-FFF2-40B4-BE49-F238E27FC236}">
                  <a16:creationId xmlns:a16="http://schemas.microsoft.com/office/drawing/2014/main" id="{58D5EFB1-68AA-7949-21FF-61CDB02E1AFF}"/>
                </a:ext>
              </a:extLst>
            </p:cNvPr>
            <p:cNvSpPr>
              <a:spLocks noChangeShapeType="1"/>
            </p:cNvSpPr>
            <p:nvPr/>
          </p:nvSpPr>
          <p:spPr bwMode="auto">
            <a:xfrm>
              <a:off x="4926013" y="5162550"/>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72" name="Line 223">
              <a:extLst>
                <a:ext uri="{FF2B5EF4-FFF2-40B4-BE49-F238E27FC236}">
                  <a16:creationId xmlns:a16="http://schemas.microsoft.com/office/drawing/2014/main" id="{26D4B58A-6A8E-2379-2893-C7577CC4CE01}"/>
                </a:ext>
              </a:extLst>
            </p:cNvPr>
            <p:cNvSpPr>
              <a:spLocks noChangeShapeType="1"/>
            </p:cNvSpPr>
            <p:nvPr/>
          </p:nvSpPr>
          <p:spPr bwMode="auto">
            <a:xfrm>
              <a:off x="5026025" y="5165725"/>
              <a:ext cx="0" cy="14843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73" name="Line 224">
              <a:extLst>
                <a:ext uri="{FF2B5EF4-FFF2-40B4-BE49-F238E27FC236}">
                  <a16:creationId xmlns:a16="http://schemas.microsoft.com/office/drawing/2014/main" id="{A983CA7A-EC32-AFFB-91E7-2608C6B467DD}"/>
                </a:ext>
              </a:extLst>
            </p:cNvPr>
            <p:cNvSpPr>
              <a:spLocks noChangeShapeType="1"/>
            </p:cNvSpPr>
            <p:nvPr/>
          </p:nvSpPr>
          <p:spPr bwMode="auto">
            <a:xfrm>
              <a:off x="5127625" y="5170488"/>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74" name="Line 225">
              <a:extLst>
                <a:ext uri="{FF2B5EF4-FFF2-40B4-BE49-F238E27FC236}">
                  <a16:creationId xmlns:a16="http://schemas.microsoft.com/office/drawing/2014/main" id="{393FB89C-7892-D337-8267-CF5C37C37012}"/>
                </a:ext>
              </a:extLst>
            </p:cNvPr>
            <p:cNvSpPr>
              <a:spLocks noChangeShapeType="1"/>
            </p:cNvSpPr>
            <p:nvPr/>
          </p:nvSpPr>
          <p:spPr bwMode="auto">
            <a:xfrm>
              <a:off x="5229225" y="5164138"/>
              <a:ext cx="0" cy="14827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975" name="Group 226">
              <a:extLst>
                <a:ext uri="{FF2B5EF4-FFF2-40B4-BE49-F238E27FC236}">
                  <a16:creationId xmlns:a16="http://schemas.microsoft.com/office/drawing/2014/main" id="{2689E329-BB34-93C6-972B-3579AD769B3C}"/>
                </a:ext>
              </a:extLst>
            </p:cNvPr>
            <p:cNvGrpSpPr>
              <a:grpSpLocks/>
            </p:cNvGrpSpPr>
            <p:nvPr/>
          </p:nvGrpSpPr>
          <p:grpSpPr bwMode="auto">
            <a:xfrm>
              <a:off x="5778500" y="2160588"/>
              <a:ext cx="207963" cy="255587"/>
              <a:chOff x="9291" y="3837"/>
              <a:chExt cx="264" cy="404"/>
            </a:xfrm>
          </p:grpSpPr>
          <p:sp>
            <p:nvSpPr>
              <p:cNvPr id="35128" name="AutoShape 227">
                <a:extLst>
                  <a:ext uri="{FF2B5EF4-FFF2-40B4-BE49-F238E27FC236}">
                    <a16:creationId xmlns:a16="http://schemas.microsoft.com/office/drawing/2014/main" id="{F3F6CAE6-302A-41CA-B68D-47338E143B24}"/>
                  </a:ext>
                </a:extLst>
              </p:cNvPr>
              <p:cNvSpPr>
                <a:spLocks noChangeArrowheads="1"/>
              </p:cNvSpPr>
              <p:nvPr/>
            </p:nvSpPr>
            <p:spPr bwMode="auto">
              <a:xfrm rot="-5400000">
                <a:off x="9221" y="3907"/>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5129" name="Oval 228">
                <a:extLst>
                  <a:ext uri="{FF2B5EF4-FFF2-40B4-BE49-F238E27FC236}">
                    <a16:creationId xmlns:a16="http://schemas.microsoft.com/office/drawing/2014/main" id="{3153726B-A190-50EE-B15E-C1B2A1922EA5}"/>
                  </a:ext>
                </a:extLst>
              </p:cNvPr>
              <p:cNvSpPr>
                <a:spLocks noChangeArrowheads="1"/>
              </p:cNvSpPr>
              <p:nvPr/>
            </p:nvSpPr>
            <p:spPr bwMode="auto">
              <a:xfrm>
                <a:off x="9321" y="4089"/>
                <a:ext cx="113" cy="113"/>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grpSp>
        <p:sp>
          <p:nvSpPr>
            <p:cNvPr id="34976" name="Rectangle 229">
              <a:extLst>
                <a:ext uri="{FF2B5EF4-FFF2-40B4-BE49-F238E27FC236}">
                  <a16:creationId xmlns:a16="http://schemas.microsoft.com/office/drawing/2014/main" id="{3AA0F3E0-8FFB-411E-4780-547FE44BADDA}"/>
                </a:ext>
              </a:extLst>
            </p:cNvPr>
            <p:cNvSpPr>
              <a:spLocks noChangeArrowheads="1"/>
            </p:cNvSpPr>
            <p:nvPr/>
          </p:nvSpPr>
          <p:spPr bwMode="auto">
            <a:xfrm>
              <a:off x="6191250" y="915988"/>
              <a:ext cx="706438" cy="1443037"/>
            </a:xfrm>
            <a:prstGeom prst="rect">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700" b="0" u="none" dirty="0">
                <a:latin typeface="Times New Roman" panose="02020603050405020304" pitchFamily="18" charset="0"/>
              </a:endParaRPr>
            </a:p>
            <a:p>
              <a:pPr eaLnBrk="1" hangingPunct="1"/>
              <a:r>
                <a:rPr lang="en-US" altLang="en-US" sz="1000" b="0" u="none" dirty="0">
                  <a:solidFill>
                    <a:schemeClr val="bg1"/>
                  </a:solidFill>
                </a:rPr>
                <a:t>Output</a:t>
              </a:r>
            </a:p>
            <a:p>
              <a:pPr eaLnBrk="1" hangingPunct="1"/>
              <a:r>
                <a:rPr lang="en-US" altLang="en-US" sz="1000" b="0" u="none" dirty="0">
                  <a:solidFill>
                    <a:schemeClr val="bg1"/>
                  </a:solidFill>
                </a:rPr>
                <a:t>Logic</a:t>
              </a:r>
            </a:p>
            <a:p>
              <a:pPr eaLnBrk="1" hangingPunct="1"/>
              <a:r>
                <a:rPr lang="en-US" altLang="en-US" sz="1000" b="0" u="none" dirty="0">
                  <a:solidFill>
                    <a:schemeClr val="bg1"/>
                  </a:solidFill>
                </a:rPr>
                <a:t>Macro-</a:t>
              </a:r>
            </a:p>
            <a:p>
              <a:pPr eaLnBrk="1" hangingPunct="1"/>
              <a:r>
                <a:rPr lang="en-US" altLang="en-US" sz="1000" b="0" u="none" dirty="0">
                  <a:solidFill>
                    <a:schemeClr val="bg1"/>
                  </a:solidFill>
                </a:rPr>
                <a:t>cell</a:t>
              </a:r>
              <a:endParaRPr lang="ru-RU" altLang="en-US" sz="1000" b="0" u="none" dirty="0">
                <a:solidFill>
                  <a:schemeClr val="bg1"/>
                </a:solidFill>
              </a:endParaRPr>
            </a:p>
          </p:txBody>
        </p:sp>
        <p:sp>
          <p:nvSpPr>
            <p:cNvPr id="34977" name="Line 230">
              <a:extLst>
                <a:ext uri="{FF2B5EF4-FFF2-40B4-BE49-F238E27FC236}">
                  <a16:creationId xmlns:a16="http://schemas.microsoft.com/office/drawing/2014/main" id="{4CB57A05-574F-C945-4FEF-29CC6AE448A1}"/>
                </a:ext>
              </a:extLst>
            </p:cNvPr>
            <p:cNvSpPr>
              <a:spLocks noChangeShapeType="1"/>
            </p:cNvSpPr>
            <p:nvPr/>
          </p:nvSpPr>
          <p:spPr bwMode="auto">
            <a:xfrm>
              <a:off x="5613400" y="1046163"/>
              <a:ext cx="565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78" name="Line 231">
              <a:extLst>
                <a:ext uri="{FF2B5EF4-FFF2-40B4-BE49-F238E27FC236}">
                  <a16:creationId xmlns:a16="http://schemas.microsoft.com/office/drawing/2014/main" id="{F01C6F32-A9CC-3498-8C56-A889FC80CC27}"/>
                </a:ext>
              </a:extLst>
            </p:cNvPr>
            <p:cNvSpPr>
              <a:spLocks noChangeShapeType="1"/>
            </p:cNvSpPr>
            <p:nvPr/>
          </p:nvSpPr>
          <p:spPr bwMode="auto">
            <a:xfrm>
              <a:off x="5619750" y="1192213"/>
              <a:ext cx="5667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79" name="Line 232">
              <a:extLst>
                <a:ext uri="{FF2B5EF4-FFF2-40B4-BE49-F238E27FC236}">
                  <a16:creationId xmlns:a16="http://schemas.microsoft.com/office/drawing/2014/main" id="{3B75A87E-FFF5-87F1-5501-60B4EB260F5B}"/>
                </a:ext>
              </a:extLst>
            </p:cNvPr>
            <p:cNvSpPr>
              <a:spLocks noChangeShapeType="1"/>
            </p:cNvSpPr>
            <p:nvPr/>
          </p:nvSpPr>
          <p:spPr bwMode="auto">
            <a:xfrm>
              <a:off x="5614988" y="1330325"/>
              <a:ext cx="5667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80" name="Line 233">
              <a:extLst>
                <a:ext uri="{FF2B5EF4-FFF2-40B4-BE49-F238E27FC236}">
                  <a16:creationId xmlns:a16="http://schemas.microsoft.com/office/drawing/2014/main" id="{A71E1E93-BCE6-D528-A2C0-5D0F652CD0A9}"/>
                </a:ext>
              </a:extLst>
            </p:cNvPr>
            <p:cNvSpPr>
              <a:spLocks noChangeShapeType="1"/>
            </p:cNvSpPr>
            <p:nvPr/>
          </p:nvSpPr>
          <p:spPr bwMode="auto">
            <a:xfrm>
              <a:off x="5622925" y="1457325"/>
              <a:ext cx="565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81" name="Line 234">
              <a:extLst>
                <a:ext uri="{FF2B5EF4-FFF2-40B4-BE49-F238E27FC236}">
                  <a16:creationId xmlns:a16="http://schemas.microsoft.com/office/drawing/2014/main" id="{21D9BE9D-C00E-6BC4-A085-A3D3F9E268E2}"/>
                </a:ext>
              </a:extLst>
            </p:cNvPr>
            <p:cNvSpPr>
              <a:spLocks noChangeShapeType="1"/>
            </p:cNvSpPr>
            <p:nvPr/>
          </p:nvSpPr>
          <p:spPr bwMode="auto">
            <a:xfrm>
              <a:off x="5618163" y="1584325"/>
              <a:ext cx="565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82" name="Line 235">
              <a:extLst>
                <a:ext uri="{FF2B5EF4-FFF2-40B4-BE49-F238E27FC236}">
                  <a16:creationId xmlns:a16="http://schemas.microsoft.com/office/drawing/2014/main" id="{7C5E16CB-8770-7CFC-FA3F-5CE4A9D991C7}"/>
                </a:ext>
              </a:extLst>
            </p:cNvPr>
            <p:cNvSpPr>
              <a:spLocks noChangeShapeType="1"/>
            </p:cNvSpPr>
            <p:nvPr/>
          </p:nvSpPr>
          <p:spPr bwMode="auto">
            <a:xfrm>
              <a:off x="5624513" y="1722438"/>
              <a:ext cx="5667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83" name="Line 236">
              <a:extLst>
                <a:ext uri="{FF2B5EF4-FFF2-40B4-BE49-F238E27FC236}">
                  <a16:creationId xmlns:a16="http://schemas.microsoft.com/office/drawing/2014/main" id="{4A3569CA-B34E-C838-5DC2-2564C303EC71}"/>
                </a:ext>
              </a:extLst>
            </p:cNvPr>
            <p:cNvSpPr>
              <a:spLocks noChangeShapeType="1"/>
            </p:cNvSpPr>
            <p:nvPr/>
          </p:nvSpPr>
          <p:spPr bwMode="auto">
            <a:xfrm>
              <a:off x="5619750" y="1849438"/>
              <a:ext cx="5667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84" name="Line 237">
              <a:extLst>
                <a:ext uri="{FF2B5EF4-FFF2-40B4-BE49-F238E27FC236}">
                  <a16:creationId xmlns:a16="http://schemas.microsoft.com/office/drawing/2014/main" id="{6C3BEC85-8D55-1767-35D0-8C597F6D0FF9}"/>
                </a:ext>
              </a:extLst>
            </p:cNvPr>
            <p:cNvSpPr>
              <a:spLocks noChangeShapeType="1"/>
            </p:cNvSpPr>
            <p:nvPr/>
          </p:nvSpPr>
          <p:spPr bwMode="auto">
            <a:xfrm>
              <a:off x="5627688" y="1997075"/>
              <a:ext cx="565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85" name="Line 238">
              <a:extLst>
                <a:ext uri="{FF2B5EF4-FFF2-40B4-BE49-F238E27FC236}">
                  <a16:creationId xmlns:a16="http://schemas.microsoft.com/office/drawing/2014/main" id="{07B7241C-E270-ECCF-E724-7C9CDA47B8D8}"/>
                </a:ext>
              </a:extLst>
            </p:cNvPr>
            <p:cNvSpPr>
              <a:spLocks noChangeShapeType="1"/>
            </p:cNvSpPr>
            <p:nvPr/>
          </p:nvSpPr>
          <p:spPr bwMode="auto">
            <a:xfrm>
              <a:off x="1608138" y="2228850"/>
              <a:ext cx="4275137"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4986" name="Line 239">
              <a:extLst>
                <a:ext uri="{FF2B5EF4-FFF2-40B4-BE49-F238E27FC236}">
                  <a16:creationId xmlns:a16="http://schemas.microsoft.com/office/drawing/2014/main" id="{43D24B6B-D936-4CA8-B33F-C919C245CBA5}"/>
                </a:ext>
              </a:extLst>
            </p:cNvPr>
            <p:cNvSpPr>
              <a:spLocks noChangeShapeType="1"/>
            </p:cNvSpPr>
            <p:nvPr/>
          </p:nvSpPr>
          <p:spPr bwMode="auto">
            <a:xfrm>
              <a:off x="1709738" y="2354263"/>
              <a:ext cx="4095750"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4987" name="Line 240">
              <a:extLst>
                <a:ext uri="{FF2B5EF4-FFF2-40B4-BE49-F238E27FC236}">
                  <a16:creationId xmlns:a16="http://schemas.microsoft.com/office/drawing/2014/main" id="{D6B15001-C962-968F-245F-94A44627400C}"/>
                </a:ext>
              </a:extLst>
            </p:cNvPr>
            <p:cNvSpPr>
              <a:spLocks noChangeShapeType="1"/>
            </p:cNvSpPr>
            <p:nvPr/>
          </p:nvSpPr>
          <p:spPr bwMode="auto">
            <a:xfrm>
              <a:off x="5989638" y="2274888"/>
              <a:ext cx="1873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988" name="Group 241">
              <a:extLst>
                <a:ext uri="{FF2B5EF4-FFF2-40B4-BE49-F238E27FC236}">
                  <a16:creationId xmlns:a16="http://schemas.microsoft.com/office/drawing/2014/main" id="{DAF5CDA0-3E46-A06E-46D4-E68598B184EE}"/>
                </a:ext>
              </a:extLst>
            </p:cNvPr>
            <p:cNvGrpSpPr>
              <a:grpSpLocks/>
            </p:cNvGrpSpPr>
            <p:nvPr/>
          </p:nvGrpSpPr>
          <p:grpSpPr bwMode="auto">
            <a:xfrm>
              <a:off x="5789613" y="3851275"/>
              <a:ext cx="207962" cy="257175"/>
              <a:chOff x="9291" y="3837"/>
              <a:chExt cx="264" cy="404"/>
            </a:xfrm>
          </p:grpSpPr>
          <p:sp>
            <p:nvSpPr>
              <p:cNvPr id="35126" name="AutoShape 242">
                <a:extLst>
                  <a:ext uri="{FF2B5EF4-FFF2-40B4-BE49-F238E27FC236}">
                    <a16:creationId xmlns:a16="http://schemas.microsoft.com/office/drawing/2014/main" id="{A37F3EB0-1D41-1424-C044-CD94FBE5E3A4}"/>
                  </a:ext>
                </a:extLst>
              </p:cNvPr>
              <p:cNvSpPr>
                <a:spLocks noChangeArrowheads="1"/>
              </p:cNvSpPr>
              <p:nvPr/>
            </p:nvSpPr>
            <p:spPr bwMode="auto">
              <a:xfrm rot="-5400000">
                <a:off x="9221" y="3907"/>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5127" name="Oval 243">
                <a:extLst>
                  <a:ext uri="{FF2B5EF4-FFF2-40B4-BE49-F238E27FC236}">
                    <a16:creationId xmlns:a16="http://schemas.microsoft.com/office/drawing/2014/main" id="{C0BFC957-6CDE-E1DE-DE14-C9C6CDB9FA70}"/>
                  </a:ext>
                </a:extLst>
              </p:cNvPr>
              <p:cNvSpPr>
                <a:spLocks noChangeArrowheads="1"/>
              </p:cNvSpPr>
              <p:nvPr/>
            </p:nvSpPr>
            <p:spPr bwMode="auto">
              <a:xfrm>
                <a:off x="9321" y="4089"/>
                <a:ext cx="113" cy="113"/>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grpSp>
        <p:sp>
          <p:nvSpPr>
            <p:cNvPr id="34989" name="Rectangle 244">
              <a:extLst>
                <a:ext uri="{FF2B5EF4-FFF2-40B4-BE49-F238E27FC236}">
                  <a16:creationId xmlns:a16="http://schemas.microsoft.com/office/drawing/2014/main" id="{9A461ABE-B933-916F-CE0E-20B48B8BF84E}"/>
                </a:ext>
              </a:extLst>
            </p:cNvPr>
            <p:cNvSpPr>
              <a:spLocks noChangeArrowheads="1"/>
            </p:cNvSpPr>
            <p:nvPr/>
          </p:nvSpPr>
          <p:spPr bwMode="auto">
            <a:xfrm>
              <a:off x="6202363" y="2589213"/>
              <a:ext cx="706437" cy="1443037"/>
            </a:xfrm>
            <a:prstGeom prst="rect">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000" b="0" u="none" dirty="0"/>
            </a:p>
            <a:p>
              <a:pPr eaLnBrk="1" hangingPunct="1"/>
              <a:r>
                <a:rPr lang="en-US" altLang="en-US" sz="1000" b="0" u="none" dirty="0">
                  <a:solidFill>
                    <a:schemeClr val="bg1"/>
                  </a:solidFill>
                </a:rPr>
                <a:t>Output</a:t>
              </a:r>
            </a:p>
            <a:p>
              <a:pPr eaLnBrk="1" hangingPunct="1"/>
              <a:r>
                <a:rPr lang="en-US" altLang="en-US" sz="1000" b="0" u="none" dirty="0">
                  <a:solidFill>
                    <a:schemeClr val="bg1"/>
                  </a:solidFill>
                </a:rPr>
                <a:t>Logic</a:t>
              </a:r>
            </a:p>
            <a:p>
              <a:pPr eaLnBrk="1" hangingPunct="1"/>
              <a:r>
                <a:rPr lang="en-US" altLang="en-US" sz="1000" b="0" u="none" dirty="0">
                  <a:solidFill>
                    <a:schemeClr val="bg1"/>
                  </a:solidFill>
                </a:rPr>
                <a:t>Macro-</a:t>
              </a:r>
            </a:p>
            <a:p>
              <a:pPr eaLnBrk="1" hangingPunct="1"/>
              <a:r>
                <a:rPr lang="en-US" altLang="en-US" sz="1000" b="0" u="none" dirty="0">
                  <a:solidFill>
                    <a:schemeClr val="bg1"/>
                  </a:solidFill>
                </a:rPr>
                <a:t>cell</a:t>
              </a:r>
            </a:p>
            <a:p>
              <a:pPr eaLnBrk="1" hangingPunct="1"/>
              <a:endParaRPr lang="ru-RU" altLang="en-US" sz="1000" b="0" u="none" dirty="0"/>
            </a:p>
          </p:txBody>
        </p:sp>
        <p:sp>
          <p:nvSpPr>
            <p:cNvPr id="34990" name="Line 245">
              <a:extLst>
                <a:ext uri="{FF2B5EF4-FFF2-40B4-BE49-F238E27FC236}">
                  <a16:creationId xmlns:a16="http://schemas.microsoft.com/office/drawing/2014/main" id="{2F964F14-F0B5-550B-5D4A-D7DA4DE92316}"/>
                </a:ext>
              </a:extLst>
            </p:cNvPr>
            <p:cNvSpPr>
              <a:spLocks noChangeShapeType="1"/>
            </p:cNvSpPr>
            <p:nvPr/>
          </p:nvSpPr>
          <p:spPr bwMode="auto">
            <a:xfrm>
              <a:off x="5624513" y="2717800"/>
              <a:ext cx="5667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91" name="Line 246">
              <a:extLst>
                <a:ext uri="{FF2B5EF4-FFF2-40B4-BE49-F238E27FC236}">
                  <a16:creationId xmlns:a16="http://schemas.microsoft.com/office/drawing/2014/main" id="{446C03B8-A3BB-F1D8-456B-537D6683D5B8}"/>
                </a:ext>
              </a:extLst>
            </p:cNvPr>
            <p:cNvSpPr>
              <a:spLocks noChangeShapeType="1"/>
            </p:cNvSpPr>
            <p:nvPr/>
          </p:nvSpPr>
          <p:spPr bwMode="auto">
            <a:xfrm>
              <a:off x="5632450" y="2865438"/>
              <a:ext cx="565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92" name="Line 247">
              <a:extLst>
                <a:ext uri="{FF2B5EF4-FFF2-40B4-BE49-F238E27FC236}">
                  <a16:creationId xmlns:a16="http://schemas.microsoft.com/office/drawing/2014/main" id="{B164CD74-575B-5122-28E2-74F615784011}"/>
                </a:ext>
              </a:extLst>
            </p:cNvPr>
            <p:cNvSpPr>
              <a:spLocks noChangeShapeType="1"/>
            </p:cNvSpPr>
            <p:nvPr/>
          </p:nvSpPr>
          <p:spPr bwMode="auto">
            <a:xfrm>
              <a:off x="5627688" y="3001963"/>
              <a:ext cx="565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93" name="Line 248">
              <a:extLst>
                <a:ext uri="{FF2B5EF4-FFF2-40B4-BE49-F238E27FC236}">
                  <a16:creationId xmlns:a16="http://schemas.microsoft.com/office/drawing/2014/main" id="{85F9785A-7AC9-4989-46BB-52866F3C625E}"/>
                </a:ext>
              </a:extLst>
            </p:cNvPr>
            <p:cNvSpPr>
              <a:spLocks noChangeShapeType="1"/>
            </p:cNvSpPr>
            <p:nvPr/>
          </p:nvSpPr>
          <p:spPr bwMode="auto">
            <a:xfrm>
              <a:off x="5634038" y="3128963"/>
              <a:ext cx="5667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94" name="Line 249">
              <a:extLst>
                <a:ext uri="{FF2B5EF4-FFF2-40B4-BE49-F238E27FC236}">
                  <a16:creationId xmlns:a16="http://schemas.microsoft.com/office/drawing/2014/main" id="{33B68C47-58AB-44B5-2F33-BE65C66731D6}"/>
                </a:ext>
              </a:extLst>
            </p:cNvPr>
            <p:cNvSpPr>
              <a:spLocks noChangeShapeType="1"/>
            </p:cNvSpPr>
            <p:nvPr/>
          </p:nvSpPr>
          <p:spPr bwMode="auto">
            <a:xfrm>
              <a:off x="5629275" y="3257550"/>
              <a:ext cx="5667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95" name="Line 250">
              <a:extLst>
                <a:ext uri="{FF2B5EF4-FFF2-40B4-BE49-F238E27FC236}">
                  <a16:creationId xmlns:a16="http://schemas.microsoft.com/office/drawing/2014/main" id="{E30B57B7-4206-629C-F0B4-628825FA7D6B}"/>
                </a:ext>
              </a:extLst>
            </p:cNvPr>
            <p:cNvSpPr>
              <a:spLocks noChangeShapeType="1"/>
            </p:cNvSpPr>
            <p:nvPr/>
          </p:nvSpPr>
          <p:spPr bwMode="auto">
            <a:xfrm>
              <a:off x="5637213" y="3394075"/>
              <a:ext cx="565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96" name="Line 251">
              <a:extLst>
                <a:ext uri="{FF2B5EF4-FFF2-40B4-BE49-F238E27FC236}">
                  <a16:creationId xmlns:a16="http://schemas.microsoft.com/office/drawing/2014/main" id="{0E988631-AB0F-FED8-E43D-33E682B94729}"/>
                </a:ext>
              </a:extLst>
            </p:cNvPr>
            <p:cNvSpPr>
              <a:spLocks noChangeShapeType="1"/>
            </p:cNvSpPr>
            <p:nvPr/>
          </p:nvSpPr>
          <p:spPr bwMode="auto">
            <a:xfrm>
              <a:off x="5632450" y="3522663"/>
              <a:ext cx="565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97" name="Line 252">
              <a:extLst>
                <a:ext uri="{FF2B5EF4-FFF2-40B4-BE49-F238E27FC236}">
                  <a16:creationId xmlns:a16="http://schemas.microsoft.com/office/drawing/2014/main" id="{E2379BD3-3D52-C3C4-0555-674D66661973}"/>
                </a:ext>
              </a:extLst>
            </p:cNvPr>
            <p:cNvSpPr>
              <a:spLocks noChangeShapeType="1"/>
            </p:cNvSpPr>
            <p:nvPr/>
          </p:nvSpPr>
          <p:spPr bwMode="auto">
            <a:xfrm>
              <a:off x="5638800" y="3668713"/>
              <a:ext cx="5667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998" name="Line 253">
              <a:extLst>
                <a:ext uri="{FF2B5EF4-FFF2-40B4-BE49-F238E27FC236}">
                  <a16:creationId xmlns:a16="http://schemas.microsoft.com/office/drawing/2014/main" id="{894BC5AA-A056-AF10-1558-45AC32ED2D56}"/>
                </a:ext>
              </a:extLst>
            </p:cNvPr>
            <p:cNvSpPr>
              <a:spLocks noChangeShapeType="1"/>
            </p:cNvSpPr>
            <p:nvPr/>
          </p:nvSpPr>
          <p:spPr bwMode="auto">
            <a:xfrm>
              <a:off x="6002338" y="3965575"/>
              <a:ext cx="1873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4999" name="Group 254">
              <a:extLst>
                <a:ext uri="{FF2B5EF4-FFF2-40B4-BE49-F238E27FC236}">
                  <a16:creationId xmlns:a16="http://schemas.microsoft.com/office/drawing/2014/main" id="{60042CB1-B90C-29A7-F7B0-E74D020D10B0}"/>
                </a:ext>
              </a:extLst>
            </p:cNvPr>
            <p:cNvGrpSpPr>
              <a:grpSpLocks/>
            </p:cNvGrpSpPr>
            <p:nvPr/>
          </p:nvGrpSpPr>
          <p:grpSpPr bwMode="auto">
            <a:xfrm>
              <a:off x="5394325" y="5153025"/>
              <a:ext cx="217488" cy="130175"/>
              <a:chOff x="3615" y="11343"/>
              <a:chExt cx="419" cy="525"/>
            </a:xfrm>
          </p:grpSpPr>
          <p:sp>
            <p:nvSpPr>
              <p:cNvPr id="35122" name="Arc 255">
                <a:extLst>
                  <a:ext uri="{FF2B5EF4-FFF2-40B4-BE49-F238E27FC236}">
                    <a16:creationId xmlns:a16="http://schemas.microsoft.com/office/drawing/2014/main" id="{676B3633-ADF8-7916-E1B1-9FC1D8B1FFF7}"/>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23" name="Line 256">
                <a:extLst>
                  <a:ext uri="{FF2B5EF4-FFF2-40B4-BE49-F238E27FC236}">
                    <a16:creationId xmlns:a16="http://schemas.microsoft.com/office/drawing/2014/main" id="{62A325DB-4691-C81A-F575-1E9D9BF7D4D1}"/>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24" name="Line 257">
                <a:extLst>
                  <a:ext uri="{FF2B5EF4-FFF2-40B4-BE49-F238E27FC236}">
                    <a16:creationId xmlns:a16="http://schemas.microsoft.com/office/drawing/2014/main" id="{5F32692C-4223-7708-1E19-8BCCB9C59F3C}"/>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25" name="Line 258">
                <a:extLst>
                  <a:ext uri="{FF2B5EF4-FFF2-40B4-BE49-F238E27FC236}">
                    <a16:creationId xmlns:a16="http://schemas.microsoft.com/office/drawing/2014/main" id="{0EF1476D-76C7-C74E-79C9-E4F65F93E227}"/>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5000" name="Group 259">
              <a:extLst>
                <a:ext uri="{FF2B5EF4-FFF2-40B4-BE49-F238E27FC236}">
                  <a16:creationId xmlns:a16="http://schemas.microsoft.com/office/drawing/2014/main" id="{A7FA435D-FDAF-E743-C7AD-F87468D3CEE9}"/>
                </a:ext>
              </a:extLst>
            </p:cNvPr>
            <p:cNvGrpSpPr>
              <a:grpSpLocks/>
            </p:cNvGrpSpPr>
            <p:nvPr/>
          </p:nvGrpSpPr>
          <p:grpSpPr bwMode="auto">
            <a:xfrm>
              <a:off x="5399088" y="5292725"/>
              <a:ext cx="215900" cy="130175"/>
              <a:chOff x="3615" y="11343"/>
              <a:chExt cx="419" cy="525"/>
            </a:xfrm>
          </p:grpSpPr>
          <p:sp>
            <p:nvSpPr>
              <p:cNvPr id="35118" name="Arc 260">
                <a:extLst>
                  <a:ext uri="{FF2B5EF4-FFF2-40B4-BE49-F238E27FC236}">
                    <a16:creationId xmlns:a16="http://schemas.microsoft.com/office/drawing/2014/main" id="{F34E37A7-72C5-BBCC-03E5-7C9DDCD7B68C}"/>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19" name="Line 261">
                <a:extLst>
                  <a:ext uri="{FF2B5EF4-FFF2-40B4-BE49-F238E27FC236}">
                    <a16:creationId xmlns:a16="http://schemas.microsoft.com/office/drawing/2014/main" id="{070C9F0B-5F2F-AB73-E627-76A3181B1451}"/>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20" name="Line 262">
                <a:extLst>
                  <a:ext uri="{FF2B5EF4-FFF2-40B4-BE49-F238E27FC236}">
                    <a16:creationId xmlns:a16="http://schemas.microsoft.com/office/drawing/2014/main" id="{0A26E331-692A-C989-C8AC-257C089C3298}"/>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21" name="Line 263">
                <a:extLst>
                  <a:ext uri="{FF2B5EF4-FFF2-40B4-BE49-F238E27FC236}">
                    <a16:creationId xmlns:a16="http://schemas.microsoft.com/office/drawing/2014/main" id="{FCB1E502-21F9-52CC-4A4D-2C4B01B24C1A}"/>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5001" name="Group 264">
              <a:extLst>
                <a:ext uri="{FF2B5EF4-FFF2-40B4-BE49-F238E27FC236}">
                  <a16:creationId xmlns:a16="http://schemas.microsoft.com/office/drawing/2014/main" id="{7F89DA24-940D-2CF1-42BF-A0D419556255}"/>
                </a:ext>
              </a:extLst>
            </p:cNvPr>
            <p:cNvGrpSpPr>
              <a:grpSpLocks/>
            </p:cNvGrpSpPr>
            <p:nvPr/>
          </p:nvGrpSpPr>
          <p:grpSpPr bwMode="auto">
            <a:xfrm>
              <a:off x="5394325" y="5419725"/>
              <a:ext cx="217488" cy="130175"/>
              <a:chOff x="3615" y="11343"/>
              <a:chExt cx="419" cy="525"/>
            </a:xfrm>
          </p:grpSpPr>
          <p:sp>
            <p:nvSpPr>
              <p:cNvPr id="35114" name="Arc 265">
                <a:extLst>
                  <a:ext uri="{FF2B5EF4-FFF2-40B4-BE49-F238E27FC236}">
                    <a16:creationId xmlns:a16="http://schemas.microsoft.com/office/drawing/2014/main" id="{65C1CFDC-846D-2671-8724-4849753B770B}"/>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15" name="Line 266">
                <a:extLst>
                  <a:ext uri="{FF2B5EF4-FFF2-40B4-BE49-F238E27FC236}">
                    <a16:creationId xmlns:a16="http://schemas.microsoft.com/office/drawing/2014/main" id="{F06D65B9-0BB7-1980-F2A9-D6982936774E}"/>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16" name="Line 267">
                <a:extLst>
                  <a:ext uri="{FF2B5EF4-FFF2-40B4-BE49-F238E27FC236}">
                    <a16:creationId xmlns:a16="http://schemas.microsoft.com/office/drawing/2014/main" id="{3EFD8610-77E6-F27E-D88F-2FB73BAE6BFE}"/>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17" name="Line 268">
                <a:extLst>
                  <a:ext uri="{FF2B5EF4-FFF2-40B4-BE49-F238E27FC236}">
                    <a16:creationId xmlns:a16="http://schemas.microsoft.com/office/drawing/2014/main" id="{B6C58CEA-BE63-23D8-D5B0-888209ACD2F2}"/>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5002" name="Group 269">
              <a:extLst>
                <a:ext uri="{FF2B5EF4-FFF2-40B4-BE49-F238E27FC236}">
                  <a16:creationId xmlns:a16="http://schemas.microsoft.com/office/drawing/2014/main" id="{B9149C00-1B2E-6756-D95D-7E8A01699231}"/>
                </a:ext>
              </a:extLst>
            </p:cNvPr>
            <p:cNvGrpSpPr>
              <a:grpSpLocks/>
            </p:cNvGrpSpPr>
            <p:nvPr/>
          </p:nvGrpSpPr>
          <p:grpSpPr bwMode="auto">
            <a:xfrm>
              <a:off x="5399088" y="5559425"/>
              <a:ext cx="215900" cy="130175"/>
              <a:chOff x="3615" y="11343"/>
              <a:chExt cx="419" cy="525"/>
            </a:xfrm>
          </p:grpSpPr>
          <p:sp>
            <p:nvSpPr>
              <p:cNvPr id="35110" name="Arc 270">
                <a:extLst>
                  <a:ext uri="{FF2B5EF4-FFF2-40B4-BE49-F238E27FC236}">
                    <a16:creationId xmlns:a16="http://schemas.microsoft.com/office/drawing/2014/main" id="{8DF5FAAA-D8C0-4DC6-19C4-8DA8278493C8}"/>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11" name="Line 271">
                <a:extLst>
                  <a:ext uri="{FF2B5EF4-FFF2-40B4-BE49-F238E27FC236}">
                    <a16:creationId xmlns:a16="http://schemas.microsoft.com/office/drawing/2014/main" id="{B8084A76-98F8-115D-CFC6-8C87ECC4AE34}"/>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12" name="Line 272">
                <a:extLst>
                  <a:ext uri="{FF2B5EF4-FFF2-40B4-BE49-F238E27FC236}">
                    <a16:creationId xmlns:a16="http://schemas.microsoft.com/office/drawing/2014/main" id="{F2BE28C3-11D9-5F93-5415-3BBFA35041B9}"/>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13" name="Line 273">
                <a:extLst>
                  <a:ext uri="{FF2B5EF4-FFF2-40B4-BE49-F238E27FC236}">
                    <a16:creationId xmlns:a16="http://schemas.microsoft.com/office/drawing/2014/main" id="{E3A8D207-701E-21A3-7304-26FE78B656BF}"/>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5003" name="Group 274">
              <a:extLst>
                <a:ext uri="{FF2B5EF4-FFF2-40B4-BE49-F238E27FC236}">
                  <a16:creationId xmlns:a16="http://schemas.microsoft.com/office/drawing/2014/main" id="{FC23A259-83F0-4A89-5864-A3154221EAC8}"/>
                </a:ext>
              </a:extLst>
            </p:cNvPr>
            <p:cNvGrpSpPr>
              <a:grpSpLocks/>
            </p:cNvGrpSpPr>
            <p:nvPr/>
          </p:nvGrpSpPr>
          <p:grpSpPr bwMode="auto">
            <a:xfrm>
              <a:off x="5394325" y="5686425"/>
              <a:ext cx="217488" cy="130175"/>
              <a:chOff x="3615" y="11343"/>
              <a:chExt cx="419" cy="525"/>
            </a:xfrm>
          </p:grpSpPr>
          <p:sp>
            <p:nvSpPr>
              <p:cNvPr id="35106" name="Arc 275">
                <a:extLst>
                  <a:ext uri="{FF2B5EF4-FFF2-40B4-BE49-F238E27FC236}">
                    <a16:creationId xmlns:a16="http://schemas.microsoft.com/office/drawing/2014/main" id="{57BA3566-B7F9-EACF-7C05-DDD4902A7853}"/>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07" name="Line 276">
                <a:extLst>
                  <a:ext uri="{FF2B5EF4-FFF2-40B4-BE49-F238E27FC236}">
                    <a16:creationId xmlns:a16="http://schemas.microsoft.com/office/drawing/2014/main" id="{D4227B0E-B80D-59D7-0CCC-E01C4CF3D0C6}"/>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08" name="Line 277">
                <a:extLst>
                  <a:ext uri="{FF2B5EF4-FFF2-40B4-BE49-F238E27FC236}">
                    <a16:creationId xmlns:a16="http://schemas.microsoft.com/office/drawing/2014/main" id="{B27A6E4A-3336-5C8B-5902-0BF31E69A977}"/>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09" name="Line 278">
                <a:extLst>
                  <a:ext uri="{FF2B5EF4-FFF2-40B4-BE49-F238E27FC236}">
                    <a16:creationId xmlns:a16="http://schemas.microsoft.com/office/drawing/2014/main" id="{D1F52A15-70B7-7F92-87B9-8FCB70CAC1E8}"/>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5004" name="Group 279">
              <a:extLst>
                <a:ext uri="{FF2B5EF4-FFF2-40B4-BE49-F238E27FC236}">
                  <a16:creationId xmlns:a16="http://schemas.microsoft.com/office/drawing/2014/main" id="{1DB15FC9-6F90-447C-50C4-773EE8A2DB05}"/>
                </a:ext>
              </a:extLst>
            </p:cNvPr>
            <p:cNvGrpSpPr>
              <a:grpSpLocks/>
            </p:cNvGrpSpPr>
            <p:nvPr/>
          </p:nvGrpSpPr>
          <p:grpSpPr bwMode="auto">
            <a:xfrm>
              <a:off x="5399088" y="5826125"/>
              <a:ext cx="215900" cy="130175"/>
              <a:chOff x="3615" y="11343"/>
              <a:chExt cx="419" cy="525"/>
            </a:xfrm>
          </p:grpSpPr>
          <p:sp>
            <p:nvSpPr>
              <p:cNvPr id="35102" name="Arc 280">
                <a:extLst>
                  <a:ext uri="{FF2B5EF4-FFF2-40B4-BE49-F238E27FC236}">
                    <a16:creationId xmlns:a16="http://schemas.microsoft.com/office/drawing/2014/main" id="{62E1BA33-1BA3-1D69-BE78-7366FD92313D}"/>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103" name="Line 281">
                <a:extLst>
                  <a:ext uri="{FF2B5EF4-FFF2-40B4-BE49-F238E27FC236}">
                    <a16:creationId xmlns:a16="http://schemas.microsoft.com/office/drawing/2014/main" id="{077FD14E-8D42-4581-65E9-083A9A5F925D}"/>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04" name="Line 282">
                <a:extLst>
                  <a:ext uri="{FF2B5EF4-FFF2-40B4-BE49-F238E27FC236}">
                    <a16:creationId xmlns:a16="http://schemas.microsoft.com/office/drawing/2014/main" id="{BE6A3FC6-0CC8-399E-F121-92ECF8C70755}"/>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05" name="Line 283">
                <a:extLst>
                  <a:ext uri="{FF2B5EF4-FFF2-40B4-BE49-F238E27FC236}">
                    <a16:creationId xmlns:a16="http://schemas.microsoft.com/office/drawing/2014/main" id="{FD7D33F9-3A18-A86B-2795-D55090001A74}"/>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5005" name="Group 284">
              <a:extLst>
                <a:ext uri="{FF2B5EF4-FFF2-40B4-BE49-F238E27FC236}">
                  <a16:creationId xmlns:a16="http://schemas.microsoft.com/office/drawing/2014/main" id="{1716C07B-9635-8050-1DCF-EF312FA78688}"/>
                </a:ext>
              </a:extLst>
            </p:cNvPr>
            <p:cNvGrpSpPr>
              <a:grpSpLocks/>
            </p:cNvGrpSpPr>
            <p:nvPr/>
          </p:nvGrpSpPr>
          <p:grpSpPr bwMode="auto">
            <a:xfrm>
              <a:off x="5394325" y="5953125"/>
              <a:ext cx="217488" cy="130175"/>
              <a:chOff x="3615" y="11343"/>
              <a:chExt cx="419" cy="525"/>
            </a:xfrm>
          </p:grpSpPr>
          <p:sp>
            <p:nvSpPr>
              <p:cNvPr id="35098" name="Arc 285">
                <a:extLst>
                  <a:ext uri="{FF2B5EF4-FFF2-40B4-BE49-F238E27FC236}">
                    <a16:creationId xmlns:a16="http://schemas.microsoft.com/office/drawing/2014/main" id="{DBF575B2-432A-0248-FD0B-85321C19D515}"/>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099" name="Line 286">
                <a:extLst>
                  <a:ext uri="{FF2B5EF4-FFF2-40B4-BE49-F238E27FC236}">
                    <a16:creationId xmlns:a16="http://schemas.microsoft.com/office/drawing/2014/main" id="{604FDA6A-C377-D872-6279-DAB65F0393D2}"/>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00" name="Line 287">
                <a:extLst>
                  <a:ext uri="{FF2B5EF4-FFF2-40B4-BE49-F238E27FC236}">
                    <a16:creationId xmlns:a16="http://schemas.microsoft.com/office/drawing/2014/main" id="{FFDA8D5A-FE89-C2BB-A4A9-D8E62A581D55}"/>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101" name="Line 288">
                <a:extLst>
                  <a:ext uri="{FF2B5EF4-FFF2-40B4-BE49-F238E27FC236}">
                    <a16:creationId xmlns:a16="http://schemas.microsoft.com/office/drawing/2014/main" id="{58DB2492-BB22-C839-7E92-7085D8B349CA}"/>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5006" name="Group 289">
              <a:extLst>
                <a:ext uri="{FF2B5EF4-FFF2-40B4-BE49-F238E27FC236}">
                  <a16:creationId xmlns:a16="http://schemas.microsoft.com/office/drawing/2014/main" id="{E3EC5CC2-B53B-71F9-67C2-D0DCC66DEE7C}"/>
                </a:ext>
              </a:extLst>
            </p:cNvPr>
            <p:cNvGrpSpPr>
              <a:grpSpLocks/>
            </p:cNvGrpSpPr>
            <p:nvPr/>
          </p:nvGrpSpPr>
          <p:grpSpPr bwMode="auto">
            <a:xfrm>
              <a:off x="5399088" y="6091238"/>
              <a:ext cx="215900" cy="130175"/>
              <a:chOff x="3615" y="11343"/>
              <a:chExt cx="419" cy="525"/>
            </a:xfrm>
          </p:grpSpPr>
          <p:sp>
            <p:nvSpPr>
              <p:cNvPr id="35094" name="Arc 290">
                <a:extLst>
                  <a:ext uri="{FF2B5EF4-FFF2-40B4-BE49-F238E27FC236}">
                    <a16:creationId xmlns:a16="http://schemas.microsoft.com/office/drawing/2014/main" id="{2F2160E7-3C94-BD68-7115-AE892D3345C8}"/>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095" name="Line 291">
                <a:extLst>
                  <a:ext uri="{FF2B5EF4-FFF2-40B4-BE49-F238E27FC236}">
                    <a16:creationId xmlns:a16="http://schemas.microsoft.com/office/drawing/2014/main" id="{940B80C9-3396-CAA9-9F3D-F26C35FBE204}"/>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96" name="Line 292">
                <a:extLst>
                  <a:ext uri="{FF2B5EF4-FFF2-40B4-BE49-F238E27FC236}">
                    <a16:creationId xmlns:a16="http://schemas.microsoft.com/office/drawing/2014/main" id="{5F093CC9-F0FA-DDB5-0162-0CB0BA6135B6}"/>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97" name="Line 293">
                <a:extLst>
                  <a:ext uri="{FF2B5EF4-FFF2-40B4-BE49-F238E27FC236}">
                    <a16:creationId xmlns:a16="http://schemas.microsoft.com/office/drawing/2014/main" id="{760F29BE-D804-9412-FF48-DAE470BCD586}"/>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5007" name="Group 294">
              <a:extLst>
                <a:ext uri="{FF2B5EF4-FFF2-40B4-BE49-F238E27FC236}">
                  <a16:creationId xmlns:a16="http://schemas.microsoft.com/office/drawing/2014/main" id="{D254938A-A360-E111-2EA5-8388D157F614}"/>
                </a:ext>
              </a:extLst>
            </p:cNvPr>
            <p:cNvGrpSpPr>
              <a:grpSpLocks/>
            </p:cNvGrpSpPr>
            <p:nvPr/>
          </p:nvGrpSpPr>
          <p:grpSpPr bwMode="auto">
            <a:xfrm>
              <a:off x="5784850" y="6330950"/>
              <a:ext cx="207963" cy="257175"/>
              <a:chOff x="9291" y="3837"/>
              <a:chExt cx="264" cy="404"/>
            </a:xfrm>
          </p:grpSpPr>
          <p:sp>
            <p:nvSpPr>
              <p:cNvPr id="35092" name="AutoShape 295">
                <a:extLst>
                  <a:ext uri="{FF2B5EF4-FFF2-40B4-BE49-F238E27FC236}">
                    <a16:creationId xmlns:a16="http://schemas.microsoft.com/office/drawing/2014/main" id="{2DCB17FE-EF68-8981-220C-B1FF81421546}"/>
                  </a:ext>
                </a:extLst>
              </p:cNvPr>
              <p:cNvSpPr>
                <a:spLocks noChangeArrowheads="1"/>
              </p:cNvSpPr>
              <p:nvPr/>
            </p:nvSpPr>
            <p:spPr bwMode="auto">
              <a:xfrm rot="-5400000">
                <a:off x="9221" y="3907"/>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5093" name="Oval 296">
                <a:extLst>
                  <a:ext uri="{FF2B5EF4-FFF2-40B4-BE49-F238E27FC236}">
                    <a16:creationId xmlns:a16="http://schemas.microsoft.com/office/drawing/2014/main" id="{D3BD3BBB-9CC5-1EF6-EB22-3E527A68650B}"/>
                  </a:ext>
                </a:extLst>
              </p:cNvPr>
              <p:cNvSpPr>
                <a:spLocks noChangeArrowheads="1"/>
              </p:cNvSpPr>
              <p:nvPr/>
            </p:nvSpPr>
            <p:spPr bwMode="auto">
              <a:xfrm>
                <a:off x="9321" y="4089"/>
                <a:ext cx="113" cy="113"/>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grpSp>
        <p:sp>
          <p:nvSpPr>
            <p:cNvPr id="35008" name="Rectangle 297">
              <a:extLst>
                <a:ext uri="{FF2B5EF4-FFF2-40B4-BE49-F238E27FC236}">
                  <a16:creationId xmlns:a16="http://schemas.microsoft.com/office/drawing/2014/main" id="{D2909744-7890-0A39-86A8-9EC2FEF54615}"/>
                </a:ext>
              </a:extLst>
            </p:cNvPr>
            <p:cNvSpPr>
              <a:spLocks noChangeArrowheads="1"/>
            </p:cNvSpPr>
            <p:nvPr/>
          </p:nvSpPr>
          <p:spPr bwMode="auto">
            <a:xfrm>
              <a:off x="6197600" y="5078413"/>
              <a:ext cx="706438" cy="1443037"/>
            </a:xfrm>
            <a:prstGeom prst="rect">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000" b="0" u="none" dirty="0"/>
            </a:p>
            <a:p>
              <a:pPr eaLnBrk="1" hangingPunct="1"/>
              <a:r>
                <a:rPr lang="en-US" altLang="en-US" sz="1000" b="0" u="none" dirty="0">
                  <a:solidFill>
                    <a:schemeClr val="bg1"/>
                  </a:solidFill>
                </a:rPr>
                <a:t>Output</a:t>
              </a:r>
            </a:p>
            <a:p>
              <a:pPr eaLnBrk="1" hangingPunct="1"/>
              <a:r>
                <a:rPr lang="en-US" altLang="en-US" sz="1000" b="0" u="none" dirty="0">
                  <a:solidFill>
                    <a:schemeClr val="bg1"/>
                  </a:solidFill>
                </a:rPr>
                <a:t>Logic</a:t>
              </a:r>
            </a:p>
            <a:p>
              <a:pPr eaLnBrk="1" hangingPunct="1"/>
              <a:r>
                <a:rPr lang="en-US" altLang="en-US" sz="1000" b="0" u="none" dirty="0">
                  <a:solidFill>
                    <a:schemeClr val="bg1"/>
                  </a:solidFill>
                </a:rPr>
                <a:t>Macro-</a:t>
              </a:r>
            </a:p>
            <a:p>
              <a:pPr eaLnBrk="1" hangingPunct="1"/>
              <a:r>
                <a:rPr lang="en-US" altLang="en-US" sz="1000" b="0" u="none" dirty="0">
                  <a:solidFill>
                    <a:schemeClr val="bg1"/>
                  </a:solidFill>
                </a:rPr>
                <a:t>cell</a:t>
              </a:r>
            </a:p>
            <a:p>
              <a:pPr eaLnBrk="1" hangingPunct="1"/>
              <a:endParaRPr lang="ru-RU" altLang="en-US" sz="1000" b="0" u="none" dirty="0"/>
            </a:p>
          </p:txBody>
        </p:sp>
        <p:sp>
          <p:nvSpPr>
            <p:cNvPr id="35009" name="Line 298">
              <a:extLst>
                <a:ext uri="{FF2B5EF4-FFF2-40B4-BE49-F238E27FC236}">
                  <a16:creationId xmlns:a16="http://schemas.microsoft.com/office/drawing/2014/main" id="{BB550CD1-39EC-EA2E-D636-7AC6AA4896F1}"/>
                </a:ext>
              </a:extLst>
            </p:cNvPr>
            <p:cNvSpPr>
              <a:spLocks noChangeShapeType="1"/>
            </p:cNvSpPr>
            <p:nvPr/>
          </p:nvSpPr>
          <p:spPr bwMode="auto">
            <a:xfrm>
              <a:off x="5619750" y="5207000"/>
              <a:ext cx="5667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10" name="Line 299">
              <a:extLst>
                <a:ext uri="{FF2B5EF4-FFF2-40B4-BE49-F238E27FC236}">
                  <a16:creationId xmlns:a16="http://schemas.microsoft.com/office/drawing/2014/main" id="{7CBFA078-03AD-5BDD-F409-0B6CDE6C39CE}"/>
                </a:ext>
              </a:extLst>
            </p:cNvPr>
            <p:cNvSpPr>
              <a:spLocks noChangeShapeType="1"/>
            </p:cNvSpPr>
            <p:nvPr/>
          </p:nvSpPr>
          <p:spPr bwMode="auto">
            <a:xfrm>
              <a:off x="5627688" y="5354638"/>
              <a:ext cx="565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11" name="Line 300">
              <a:extLst>
                <a:ext uri="{FF2B5EF4-FFF2-40B4-BE49-F238E27FC236}">
                  <a16:creationId xmlns:a16="http://schemas.microsoft.com/office/drawing/2014/main" id="{8F24E216-2C33-0F16-D1C8-653252A895E7}"/>
                </a:ext>
              </a:extLst>
            </p:cNvPr>
            <p:cNvSpPr>
              <a:spLocks noChangeShapeType="1"/>
            </p:cNvSpPr>
            <p:nvPr/>
          </p:nvSpPr>
          <p:spPr bwMode="auto">
            <a:xfrm>
              <a:off x="5622925" y="5491163"/>
              <a:ext cx="565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12" name="Line 301">
              <a:extLst>
                <a:ext uri="{FF2B5EF4-FFF2-40B4-BE49-F238E27FC236}">
                  <a16:creationId xmlns:a16="http://schemas.microsoft.com/office/drawing/2014/main" id="{E4CF187D-D0FB-8A2D-9803-7CF7BD71BCB2}"/>
                </a:ext>
              </a:extLst>
            </p:cNvPr>
            <p:cNvSpPr>
              <a:spLocks noChangeShapeType="1"/>
            </p:cNvSpPr>
            <p:nvPr/>
          </p:nvSpPr>
          <p:spPr bwMode="auto">
            <a:xfrm>
              <a:off x="5629275" y="5619750"/>
              <a:ext cx="5667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13" name="Line 302">
              <a:extLst>
                <a:ext uri="{FF2B5EF4-FFF2-40B4-BE49-F238E27FC236}">
                  <a16:creationId xmlns:a16="http://schemas.microsoft.com/office/drawing/2014/main" id="{250FF4EE-3C68-10D7-551F-9EDAAD2A0C08}"/>
                </a:ext>
              </a:extLst>
            </p:cNvPr>
            <p:cNvSpPr>
              <a:spLocks noChangeShapeType="1"/>
            </p:cNvSpPr>
            <p:nvPr/>
          </p:nvSpPr>
          <p:spPr bwMode="auto">
            <a:xfrm>
              <a:off x="5624513" y="5746750"/>
              <a:ext cx="5667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14" name="Line 303">
              <a:extLst>
                <a:ext uri="{FF2B5EF4-FFF2-40B4-BE49-F238E27FC236}">
                  <a16:creationId xmlns:a16="http://schemas.microsoft.com/office/drawing/2014/main" id="{4875F7C3-D4ED-9F7A-43EE-5829C70B76DF}"/>
                </a:ext>
              </a:extLst>
            </p:cNvPr>
            <p:cNvSpPr>
              <a:spLocks noChangeShapeType="1"/>
            </p:cNvSpPr>
            <p:nvPr/>
          </p:nvSpPr>
          <p:spPr bwMode="auto">
            <a:xfrm>
              <a:off x="5632450" y="5883275"/>
              <a:ext cx="565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15" name="Line 304">
              <a:extLst>
                <a:ext uri="{FF2B5EF4-FFF2-40B4-BE49-F238E27FC236}">
                  <a16:creationId xmlns:a16="http://schemas.microsoft.com/office/drawing/2014/main" id="{2EF62DC8-0E39-6CB3-37A3-7D1062A97578}"/>
                </a:ext>
              </a:extLst>
            </p:cNvPr>
            <p:cNvSpPr>
              <a:spLocks noChangeShapeType="1"/>
            </p:cNvSpPr>
            <p:nvPr/>
          </p:nvSpPr>
          <p:spPr bwMode="auto">
            <a:xfrm>
              <a:off x="5627688" y="6011863"/>
              <a:ext cx="5651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16" name="Line 305">
              <a:extLst>
                <a:ext uri="{FF2B5EF4-FFF2-40B4-BE49-F238E27FC236}">
                  <a16:creationId xmlns:a16="http://schemas.microsoft.com/office/drawing/2014/main" id="{5D89E9F5-2D8C-805D-1ED9-16ABACC6EEB0}"/>
                </a:ext>
              </a:extLst>
            </p:cNvPr>
            <p:cNvSpPr>
              <a:spLocks noChangeShapeType="1"/>
            </p:cNvSpPr>
            <p:nvPr/>
          </p:nvSpPr>
          <p:spPr bwMode="auto">
            <a:xfrm>
              <a:off x="5634038" y="6157913"/>
              <a:ext cx="5667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17" name="Line 306">
              <a:extLst>
                <a:ext uri="{FF2B5EF4-FFF2-40B4-BE49-F238E27FC236}">
                  <a16:creationId xmlns:a16="http://schemas.microsoft.com/office/drawing/2014/main" id="{77CCF75F-AAE2-EE26-EF87-899E55A66C69}"/>
                </a:ext>
              </a:extLst>
            </p:cNvPr>
            <p:cNvSpPr>
              <a:spLocks noChangeShapeType="1"/>
            </p:cNvSpPr>
            <p:nvPr/>
          </p:nvSpPr>
          <p:spPr bwMode="auto">
            <a:xfrm>
              <a:off x="5997575" y="6435725"/>
              <a:ext cx="1873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18" name="Line 307">
              <a:extLst>
                <a:ext uri="{FF2B5EF4-FFF2-40B4-BE49-F238E27FC236}">
                  <a16:creationId xmlns:a16="http://schemas.microsoft.com/office/drawing/2014/main" id="{E06095C6-5C65-47A3-0C0C-D454C94C1669}"/>
                </a:ext>
              </a:extLst>
            </p:cNvPr>
            <p:cNvSpPr>
              <a:spLocks noChangeShapeType="1"/>
            </p:cNvSpPr>
            <p:nvPr/>
          </p:nvSpPr>
          <p:spPr bwMode="auto">
            <a:xfrm>
              <a:off x="6908800" y="1122363"/>
              <a:ext cx="3079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19" name="Line 308">
              <a:extLst>
                <a:ext uri="{FF2B5EF4-FFF2-40B4-BE49-F238E27FC236}">
                  <a16:creationId xmlns:a16="http://schemas.microsoft.com/office/drawing/2014/main" id="{2CD79EE2-43BD-F821-6708-222550AFA834}"/>
                </a:ext>
              </a:extLst>
            </p:cNvPr>
            <p:cNvSpPr>
              <a:spLocks noChangeShapeType="1"/>
            </p:cNvSpPr>
            <p:nvPr/>
          </p:nvSpPr>
          <p:spPr bwMode="auto">
            <a:xfrm>
              <a:off x="6892925" y="1409700"/>
              <a:ext cx="19526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20" name="AutoShape 309">
              <a:extLst>
                <a:ext uri="{FF2B5EF4-FFF2-40B4-BE49-F238E27FC236}">
                  <a16:creationId xmlns:a16="http://schemas.microsoft.com/office/drawing/2014/main" id="{1BCCC327-45A1-E973-14AF-A3BAC066B759}"/>
                </a:ext>
              </a:extLst>
            </p:cNvPr>
            <p:cNvSpPr>
              <a:spLocks noChangeArrowheads="1"/>
            </p:cNvSpPr>
            <p:nvPr/>
          </p:nvSpPr>
          <p:spPr bwMode="auto">
            <a:xfrm rot="5435204">
              <a:off x="7092950" y="1296988"/>
              <a:ext cx="255588" cy="207962"/>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5021" name="Line 310">
              <a:extLst>
                <a:ext uri="{FF2B5EF4-FFF2-40B4-BE49-F238E27FC236}">
                  <a16:creationId xmlns:a16="http://schemas.microsoft.com/office/drawing/2014/main" id="{C86609FA-4129-FEAA-0AEC-D54F19174A54}"/>
                </a:ext>
              </a:extLst>
            </p:cNvPr>
            <p:cNvSpPr>
              <a:spLocks noChangeShapeType="1"/>
            </p:cNvSpPr>
            <p:nvPr/>
          </p:nvSpPr>
          <p:spPr bwMode="auto">
            <a:xfrm>
              <a:off x="7237413" y="1123950"/>
              <a:ext cx="0" cy="2190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22" name="Line 311">
              <a:extLst>
                <a:ext uri="{FF2B5EF4-FFF2-40B4-BE49-F238E27FC236}">
                  <a16:creationId xmlns:a16="http://schemas.microsoft.com/office/drawing/2014/main" id="{1BA169F3-FA20-A1A7-C127-D6BF7B152CA0}"/>
                </a:ext>
              </a:extLst>
            </p:cNvPr>
            <p:cNvSpPr>
              <a:spLocks noChangeShapeType="1"/>
            </p:cNvSpPr>
            <p:nvPr/>
          </p:nvSpPr>
          <p:spPr bwMode="auto">
            <a:xfrm>
              <a:off x="1042988" y="684213"/>
              <a:ext cx="53959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23" name="Line 312">
              <a:extLst>
                <a:ext uri="{FF2B5EF4-FFF2-40B4-BE49-F238E27FC236}">
                  <a16:creationId xmlns:a16="http://schemas.microsoft.com/office/drawing/2014/main" id="{AEEA1E10-52A0-F3CA-FCAF-14629489AC51}"/>
                </a:ext>
              </a:extLst>
            </p:cNvPr>
            <p:cNvSpPr>
              <a:spLocks noChangeShapeType="1"/>
            </p:cNvSpPr>
            <p:nvPr/>
          </p:nvSpPr>
          <p:spPr bwMode="auto">
            <a:xfrm>
              <a:off x="6450013" y="684213"/>
              <a:ext cx="0" cy="2286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24" name="Line 313">
              <a:extLst>
                <a:ext uri="{FF2B5EF4-FFF2-40B4-BE49-F238E27FC236}">
                  <a16:creationId xmlns:a16="http://schemas.microsoft.com/office/drawing/2014/main" id="{54DC99D9-85EC-4E58-6B9D-93E6114E18C3}"/>
                </a:ext>
              </a:extLst>
            </p:cNvPr>
            <p:cNvSpPr>
              <a:spLocks noChangeShapeType="1"/>
            </p:cNvSpPr>
            <p:nvPr/>
          </p:nvSpPr>
          <p:spPr bwMode="auto">
            <a:xfrm>
              <a:off x="6445250" y="2363788"/>
              <a:ext cx="0" cy="2159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5025" name="Group 314">
              <a:extLst>
                <a:ext uri="{FF2B5EF4-FFF2-40B4-BE49-F238E27FC236}">
                  <a16:creationId xmlns:a16="http://schemas.microsoft.com/office/drawing/2014/main" id="{414C4441-54C0-E0AB-3A3C-DF0AF7DACD5F}"/>
                </a:ext>
              </a:extLst>
            </p:cNvPr>
            <p:cNvGrpSpPr>
              <a:grpSpLocks/>
            </p:cNvGrpSpPr>
            <p:nvPr/>
          </p:nvGrpSpPr>
          <p:grpSpPr bwMode="auto">
            <a:xfrm>
              <a:off x="6362700" y="922338"/>
              <a:ext cx="152400" cy="106362"/>
              <a:chOff x="8955" y="2169"/>
              <a:chExt cx="195" cy="167"/>
            </a:xfrm>
          </p:grpSpPr>
          <p:sp>
            <p:nvSpPr>
              <p:cNvPr id="35087" name="Line 315">
                <a:extLst>
                  <a:ext uri="{FF2B5EF4-FFF2-40B4-BE49-F238E27FC236}">
                    <a16:creationId xmlns:a16="http://schemas.microsoft.com/office/drawing/2014/main" id="{BFDE4A4D-B4B0-EFFF-480B-87DC0307BEA1}"/>
                  </a:ext>
                </a:extLst>
              </p:cNvPr>
              <p:cNvSpPr>
                <a:spLocks noChangeShapeType="1"/>
              </p:cNvSpPr>
              <p:nvPr/>
            </p:nvSpPr>
            <p:spPr bwMode="auto">
              <a:xfrm rot="5400000">
                <a:off x="9050" y="2203"/>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88" name="Line 316">
                <a:extLst>
                  <a:ext uri="{FF2B5EF4-FFF2-40B4-BE49-F238E27FC236}">
                    <a16:creationId xmlns:a16="http://schemas.microsoft.com/office/drawing/2014/main" id="{9558B5B4-9BB2-8FA4-2D89-238120A6FA04}"/>
                  </a:ext>
                </a:extLst>
              </p:cNvPr>
              <p:cNvSpPr>
                <a:spLocks noChangeShapeType="1"/>
              </p:cNvSpPr>
              <p:nvPr/>
            </p:nvSpPr>
            <p:spPr bwMode="auto">
              <a:xfrm rot="5400000">
                <a:off x="9050" y="2203"/>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89" name="Line 317">
                <a:extLst>
                  <a:ext uri="{FF2B5EF4-FFF2-40B4-BE49-F238E27FC236}">
                    <a16:creationId xmlns:a16="http://schemas.microsoft.com/office/drawing/2014/main" id="{383C0946-FBB2-3FF1-5A84-B21D76433B97}"/>
                  </a:ext>
                </a:extLst>
              </p:cNvPr>
              <p:cNvSpPr>
                <a:spLocks noChangeShapeType="1"/>
              </p:cNvSpPr>
              <p:nvPr/>
            </p:nvSpPr>
            <p:spPr bwMode="auto">
              <a:xfrm rot="5400000">
                <a:off x="9091" y="2291"/>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90" name="Line 318">
                <a:extLst>
                  <a:ext uri="{FF2B5EF4-FFF2-40B4-BE49-F238E27FC236}">
                    <a16:creationId xmlns:a16="http://schemas.microsoft.com/office/drawing/2014/main" id="{36A088ED-3DA2-D158-7940-7F812AA6CA04}"/>
                  </a:ext>
                </a:extLst>
              </p:cNvPr>
              <p:cNvSpPr>
                <a:spLocks noChangeShapeType="1"/>
              </p:cNvSpPr>
              <p:nvPr/>
            </p:nvSpPr>
            <p:spPr bwMode="auto">
              <a:xfrm rot="5400000">
                <a:off x="9017" y="2203"/>
                <a:ext cx="164" cy="10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91" name="Line 319">
                <a:extLst>
                  <a:ext uri="{FF2B5EF4-FFF2-40B4-BE49-F238E27FC236}">
                    <a16:creationId xmlns:a16="http://schemas.microsoft.com/office/drawing/2014/main" id="{04653D7A-7C67-B8DF-CD20-C2196DEA27C9}"/>
                  </a:ext>
                </a:extLst>
              </p:cNvPr>
              <p:cNvSpPr>
                <a:spLocks noChangeShapeType="1"/>
              </p:cNvSpPr>
              <p:nvPr/>
            </p:nvSpPr>
            <p:spPr bwMode="auto">
              <a:xfrm rot="5400000" flipV="1">
                <a:off x="8916" y="2208"/>
                <a:ext cx="164" cy="8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5026" name="Group 320">
              <a:extLst>
                <a:ext uri="{FF2B5EF4-FFF2-40B4-BE49-F238E27FC236}">
                  <a16:creationId xmlns:a16="http://schemas.microsoft.com/office/drawing/2014/main" id="{36560D6C-7231-404D-481F-B78F5429E7E8}"/>
                </a:ext>
              </a:extLst>
            </p:cNvPr>
            <p:cNvGrpSpPr>
              <a:grpSpLocks/>
            </p:cNvGrpSpPr>
            <p:nvPr/>
          </p:nvGrpSpPr>
          <p:grpSpPr bwMode="auto">
            <a:xfrm>
              <a:off x="6369050" y="2592388"/>
              <a:ext cx="153988" cy="106362"/>
              <a:chOff x="8955" y="2169"/>
              <a:chExt cx="195" cy="167"/>
            </a:xfrm>
          </p:grpSpPr>
          <p:sp>
            <p:nvSpPr>
              <p:cNvPr id="35082" name="Line 321">
                <a:extLst>
                  <a:ext uri="{FF2B5EF4-FFF2-40B4-BE49-F238E27FC236}">
                    <a16:creationId xmlns:a16="http://schemas.microsoft.com/office/drawing/2014/main" id="{8DF0C6CE-E94E-8C6E-DE6D-6B641E53E8DE}"/>
                  </a:ext>
                </a:extLst>
              </p:cNvPr>
              <p:cNvSpPr>
                <a:spLocks noChangeShapeType="1"/>
              </p:cNvSpPr>
              <p:nvPr/>
            </p:nvSpPr>
            <p:spPr bwMode="auto">
              <a:xfrm rot="5400000">
                <a:off x="9050" y="2203"/>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83" name="Line 322">
                <a:extLst>
                  <a:ext uri="{FF2B5EF4-FFF2-40B4-BE49-F238E27FC236}">
                    <a16:creationId xmlns:a16="http://schemas.microsoft.com/office/drawing/2014/main" id="{CA3E36B2-0E04-83F4-CA0A-C1F488334C5B}"/>
                  </a:ext>
                </a:extLst>
              </p:cNvPr>
              <p:cNvSpPr>
                <a:spLocks noChangeShapeType="1"/>
              </p:cNvSpPr>
              <p:nvPr/>
            </p:nvSpPr>
            <p:spPr bwMode="auto">
              <a:xfrm rot="5400000">
                <a:off x="9050" y="2203"/>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84" name="Line 323">
                <a:extLst>
                  <a:ext uri="{FF2B5EF4-FFF2-40B4-BE49-F238E27FC236}">
                    <a16:creationId xmlns:a16="http://schemas.microsoft.com/office/drawing/2014/main" id="{993AB79D-6681-54D3-1108-A5A4EA99AA9C}"/>
                  </a:ext>
                </a:extLst>
              </p:cNvPr>
              <p:cNvSpPr>
                <a:spLocks noChangeShapeType="1"/>
              </p:cNvSpPr>
              <p:nvPr/>
            </p:nvSpPr>
            <p:spPr bwMode="auto">
              <a:xfrm rot="5400000">
                <a:off x="9091" y="2291"/>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85" name="Line 324">
                <a:extLst>
                  <a:ext uri="{FF2B5EF4-FFF2-40B4-BE49-F238E27FC236}">
                    <a16:creationId xmlns:a16="http://schemas.microsoft.com/office/drawing/2014/main" id="{972B7409-E845-607F-961C-983D11D99932}"/>
                  </a:ext>
                </a:extLst>
              </p:cNvPr>
              <p:cNvSpPr>
                <a:spLocks noChangeShapeType="1"/>
              </p:cNvSpPr>
              <p:nvPr/>
            </p:nvSpPr>
            <p:spPr bwMode="auto">
              <a:xfrm rot="5400000">
                <a:off x="9017" y="2203"/>
                <a:ext cx="164" cy="10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86" name="Line 325">
                <a:extLst>
                  <a:ext uri="{FF2B5EF4-FFF2-40B4-BE49-F238E27FC236}">
                    <a16:creationId xmlns:a16="http://schemas.microsoft.com/office/drawing/2014/main" id="{05F96405-5398-AF15-FEAF-D338619384CD}"/>
                  </a:ext>
                </a:extLst>
              </p:cNvPr>
              <p:cNvSpPr>
                <a:spLocks noChangeShapeType="1"/>
              </p:cNvSpPr>
              <p:nvPr/>
            </p:nvSpPr>
            <p:spPr bwMode="auto">
              <a:xfrm rot="5400000" flipV="1">
                <a:off x="8916" y="2208"/>
                <a:ext cx="164" cy="8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5027" name="Group 326">
              <a:extLst>
                <a:ext uri="{FF2B5EF4-FFF2-40B4-BE49-F238E27FC236}">
                  <a16:creationId xmlns:a16="http://schemas.microsoft.com/office/drawing/2014/main" id="{56A9DED7-E968-03FC-120F-3E2C7AACF088}"/>
                </a:ext>
              </a:extLst>
            </p:cNvPr>
            <p:cNvGrpSpPr>
              <a:grpSpLocks/>
            </p:cNvGrpSpPr>
            <p:nvPr/>
          </p:nvGrpSpPr>
          <p:grpSpPr bwMode="auto">
            <a:xfrm>
              <a:off x="6388100" y="5091113"/>
              <a:ext cx="153988" cy="106362"/>
              <a:chOff x="8955" y="2169"/>
              <a:chExt cx="195" cy="167"/>
            </a:xfrm>
          </p:grpSpPr>
          <p:sp>
            <p:nvSpPr>
              <p:cNvPr id="35077" name="Line 327">
                <a:extLst>
                  <a:ext uri="{FF2B5EF4-FFF2-40B4-BE49-F238E27FC236}">
                    <a16:creationId xmlns:a16="http://schemas.microsoft.com/office/drawing/2014/main" id="{A256C59B-73FA-28B6-DDD0-B1E359F4F285}"/>
                  </a:ext>
                </a:extLst>
              </p:cNvPr>
              <p:cNvSpPr>
                <a:spLocks noChangeShapeType="1"/>
              </p:cNvSpPr>
              <p:nvPr/>
            </p:nvSpPr>
            <p:spPr bwMode="auto">
              <a:xfrm rot="5400000">
                <a:off x="9050" y="2203"/>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78" name="Line 328">
                <a:extLst>
                  <a:ext uri="{FF2B5EF4-FFF2-40B4-BE49-F238E27FC236}">
                    <a16:creationId xmlns:a16="http://schemas.microsoft.com/office/drawing/2014/main" id="{E2B3903F-4763-BD70-702B-794701346433}"/>
                  </a:ext>
                </a:extLst>
              </p:cNvPr>
              <p:cNvSpPr>
                <a:spLocks noChangeShapeType="1"/>
              </p:cNvSpPr>
              <p:nvPr/>
            </p:nvSpPr>
            <p:spPr bwMode="auto">
              <a:xfrm rot="5400000">
                <a:off x="9050" y="2203"/>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79" name="Line 329">
                <a:extLst>
                  <a:ext uri="{FF2B5EF4-FFF2-40B4-BE49-F238E27FC236}">
                    <a16:creationId xmlns:a16="http://schemas.microsoft.com/office/drawing/2014/main" id="{7B879109-117A-FE88-67B9-C18761B98859}"/>
                  </a:ext>
                </a:extLst>
              </p:cNvPr>
              <p:cNvSpPr>
                <a:spLocks noChangeShapeType="1"/>
              </p:cNvSpPr>
              <p:nvPr/>
            </p:nvSpPr>
            <p:spPr bwMode="auto">
              <a:xfrm rot="5400000">
                <a:off x="9091" y="2291"/>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80" name="Line 330">
                <a:extLst>
                  <a:ext uri="{FF2B5EF4-FFF2-40B4-BE49-F238E27FC236}">
                    <a16:creationId xmlns:a16="http://schemas.microsoft.com/office/drawing/2014/main" id="{A5C7C338-08B1-E14D-E12E-35E9F0E398E6}"/>
                  </a:ext>
                </a:extLst>
              </p:cNvPr>
              <p:cNvSpPr>
                <a:spLocks noChangeShapeType="1"/>
              </p:cNvSpPr>
              <p:nvPr/>
            </p:nvSpPr>
            <p:spPr bwMode="auto">
              <a:xfrm rot="5400000">
                <a:off x="9017" y="2203"/>
                <a:ext cx="164" cy="10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81" name="Line 331">
                <a:extLst>
                  <a:ext uri="{FF2B5EF4-FFF2-40B4-BE49-F238E27FC236}">
                    <a16:creationId xmlns:a16="http://schemas.microsoft.com/office/drawing/2014/main" id="{BCC90EE8-59F2-40FB-B767-76A6BB5D20B8}"/>
                  </a:ext>
                </a:extLst>
              </p:cNvPr>
              <p:cNvSpPr>
                <a:spLocks noChangeShapeType="1"/>
              </p:cNvSpPr>
              <p:nvPr/>
            </p:nvSpPr>
            <p:spPr bwMode="auto">
              <a:xfrm rot="5400000" flipV="1">
                <a:off x="8916" y="2208"/>
                <a:ext cx="164" cy="8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5028" name="Line 332">
              <a:extLst>
                <a:ext uri="{FF2B5EF4-FFF2-40B4-BE49-F238E27FC236}">
                  <a16:creationId xmlns:a16="http://schemas.microsoft.com/office/drawing/2014/main" id="{163E1FF8-D31C-3398-FDBC-AC92BDF0C160}"/>
                </a:ext>
              </a:extLst>
            </p:cNvPr>
            <p:cNvSpPr>
              <a:spLocks noChangeShapeType="1"/>
            </p:cNvSpPr>
            <p:nvPr/>
          </p:nvSpPr>
          <p:spPr bwMode="auto">
            <a:xfrm>
              <a:off x="6464300" y="4930775"/>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29" name="Line 333">
              <a:extLst>
                <a:ext uri="{FF2B5EF4-FFF2-40B4-BE49-F238E27FC236}">
                  <a16:creationId xmlns:a16="http://schemas.microsoft.com/office/drawing/2014/main" id="{34DA9386-AB26-0070-6948-0DF58797C4CB}"/>
                </a:ext>
              </a:extLst>
            </p:cNvPr>
            <p:cNvSpPr>
              <a:spLocks noChangeShapeType="1"/>
            </p:cNvSpPr>
            <p:nvPr/>
          </p:nvSpPr>
          <p:spPr bwMode="auto">
            <a:xfrm flipV="1">
              <a:off x="6464300" y="4313238"/>
              <a:ext cx="0" cy="5461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5030" name="Line 334">
              <a:extLst>
                <a:ext uri="{FF2B5EF4-FFF2-40B4-BE49-F238E27FC236}">
                  <a16:creationId xmlns:a16="http://schemas.microsoft.com/office/drawing/2014/main" id="{408E97DE-1AC4-DF6A-A3E1-801C2A6C5966}"/>
                </a:ext>
              </a:extLst>
            </p:cNvPr>
            <p:cNvSpPr>
              <a:spLocks noChangeShapeType="1"/>
            </p:cNvSpPr>
            <p:nvPr/>
          </p:nvSpPr>
          <p:spPr bwMode="auto">
            <a:xfrm>
              <a:off x="6450013" y="4037013"/>
              <a:ext cx="0" cy="1428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31" name="Line 335">
              <a:extLst>
                <a:ext uri="{FF2B5EF4-FFF2-40B4-BE49-F238E27FC236}">
                  <a16:creationId xmlns:a16="http://schemas.microsoft.com/office/drawing/2014/main" id="{E62E5BE0-D253-6332-D069-06A244B8A628}"/>
                </a:ext>
              </a:extLst>
            </p:cNvPr>
            <p:cNvSpPr>
              <a:spLocks noChangeShapeType="1"/>
            </p:cNvSpPr>
            <p:nvPr/>
          </p:nvSpPr>
          <p:spPr bwMode="auto">
            <a:xfrm flipV="1">
              <a:off x="6731000" y="4325938"/>
              <a:ext cx="0" cy="547687"/>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5032" name="Line 336">
              <a:extLst>
                <a:ext uri="{FF2B5EF4-FFF2-40B4-BE49-F238E27FC236}">
                  <a16:creationId xmlns:a16="http://schemas.microsoft.com/office/drawing/2014/main" id="{FB2E7287-6992-454A-7992-43212458C55C}"/>
                </a:ext>
              </a:extLst>
            </p:cNvPr>
            <p:cNvSpPr>
              <a:spLocks noChangeShapeType="1"/>
            </p:cNvSpPr>
            <p:nvPr/>
          </p:nvSpPr>
          <p:spPr bwMode="auto">
            <a:xfrm>
              <a:off x="6716713" y="4030663"/>
              <a:ext cx="0" cy="1444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33" name="Line 337">
              <a:extLst>
                <a:ext uri="{FF2B5EF4-FFF2-40B4-BE49-F238E27FC236}">
                  <a16:creationId xmlns:a16="http://schemas.microsoft.com/office/drawing/2014/main" id="{6D5C12F7-C145-A43F-6694-03D7D07B34FC}"/>
                </a:ext>
              </a:extLst>
            </p:cNvPr>
            <p:cNvSpPr>
              <a:spLocks noChangeShapeType="1"/>
            </p:cNvSpPr>
            <p:nvPr/>
          </p:nvSpPr>
          <p:spPr bwMode="auto">
            <a:xfrm>
              <a:off x="6731000" y="4935538"/>
              <a:ext cx="0" cy="1444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34" name="Line 338">
              <a:extLst>
                <a:ext uri="{FF2B5EF4-FFF2-40B4-BE49-F238E27FC236}">
                  <a16:creationId xmlns:a16="http://schemas.microsoft.com/office/drawing/2014/main" id="{3FE83722-5D2A-8E59-1472-BA1FB0E045D8}"/>
                </a:ext>
              </a:extLst>
            </p:cNvPr>
            <p:cNvSpPr>
              <a:spLocks noChangeShapeType="1"/>
            </p:cNvSpPr>
            <p:nvPr/>
          </p:nvSpPr>
          <p:spPr bwMode="auto">
            <a:xfrm>
              <a:off x="6713538" y="6529388"/>
              <a:ext cx="0" cy="2159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35" name="Line 339">
              <a:extLst>
                <a:ext uri="{FF2B5EF4-FFF2-40B4-BE49-F238E27FC236}">
                  <a16:creationId xmlns:a16="http://schemas.microsoft.com/office/drawing/2014/main" id="{A66DBFD1-04FA-AEC9-9B0A-1E593C293C5E}"/>
                </a:ext>
              </a:extLst>
            </p:cNvPr>
            <p:cNvSpPr>
              <a:spLocks noChangeShapeType="1"/>
            </p:cNvSpPr>
            <p:nvPr/>
          </p:nvSpPr>
          <p:spPr bwMode="auto">
            <a:xfrm>
              <a:off x="6721475" y="6750050"/>
              <a:ext cx="3190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36" name="Oval 340">
              <a:extLst>
                <a:ext uri="{FF2B5EF4-FFF2-40B4-BE49-F238E27FC236}">
                  <a16:creationId xmlns:a16="http://schemas.microsoft.com/office/drawing/2014/main" id="{40C4E89D-71B3-3A53-D619-09F6B88BDF7F}"/>
                </a:ext>
              </a:extLst>
            </p:cNvPr>
            <p:cNvSpPr>
              <a:spLocks noChangeArrowheads="1"/>
            </p:cNvSpPr>
            <p:nvPr/>
          </p:nvSpPr>
          <p:spPr bwMode="auto">
            <a:xfrm>
              <a:off x="7321550" y="1370013"/>
              <a:ext cx="88900" cy="71437"/>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5037" name="Line 341">
              <a:extLst>
                <a:ext uri="{FF2B5EF4-FFF2-40B4-BE49-F238E27FC236}">
                  <a16:creationId xmlns:a16="http://schemas.microsoft.com/office/drawing/2014/main" id="{EC09D73E-6CEB-D4CB-8CE0-82FDD8A6C952}"/>
                </a:ext>
              </a:extLst>
            </p:cNvPr>
            <p:cNvSpPr>
              <a:spLocks noChangeShapeType="1"/>
            </p:cNvSpPr>
            <p:nvPr/>
          </p:nvSpPr>
          <p:spPr bwMode="auto">
            <a:xfrm>
              <a:off x="7424738" y="1408113"/>
              <a:ext cx="6461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38" name="Line 342">
              <a:extLst>
                <a:ext uri="{FF2B5EF4-FFF2-40B4-BE49-F238E27FC236}">
                  <a16:creationId xmlns:a16="http://schemas.microsoft.com/office/drawing/2014/main" id="{E5895B19-B630-B2A5-276B-E0BF0ECDEE46}"/>
                </a:ext>
              </a:extLst>
            </p:cNvPr>
            <p:cNvSpPr>
              <a:spLocks noChangeShapeType="1"/>
            </p:cNvSpPr>
            <p:nvPr/>
          </p:nvSpPr>
          <p:spPr bwMode="auto">
            <a:xfrm>
              <a:off x="7545388" y="1408113"/>
              <a:ext cx="0" cy="22225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039" name="Line 343">
              <a:extLst>
                <a:ext uri="{FF2B5EF4-FFF2-40B4-BE49-F238E27FC236}">
                  <a16:creationId xmlns:a16="http://schemas.microsoft.com/office/drawing/2014/main" id="{43858E19-3B9D-5D69-E299-490290FA8F86}"/>
                </a:ext>
              </a:extLst>
            </p:cNvPr>
            <p:cNvSpPr>
              <a:spLocks noChangeShapeType="1"/>
            </p:cNvSpPr>
            <p:nvPr/>
          </p:nvSpPr>
          <p:spPr bwMode="auto">
            <a:xfrm flipH="1">
              <a:off x="6908800" y="1636713"/>
              <a:ext cx="633413"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040" name="Line 344">
              <a:extLst>
                <a:ext uri="{FF2B5EF4-FFF2-40B4-BE49-F238E27FC236}">
                  <a16:creationId xmlns:a16="http://schemas.microsoft.com/office/drawing/2014/main" id="{0E946720-07CE-205D-A778-0C545FB64956}"/>
                </a:ext>
              </a:extLst>
            </p:cNvPr>
            <p:cNvSpPr>
              <a:spLocks noChangeShapeType="1"/>
            </p:cNvSpPr>
            <p:nvPr/>
          </p:nvSpPr>
          <p:spPr bwMode="auto">
            <a:xfrm flipV="1">
              <a:off x="1395413" y="484188"/>
              <a:ext cx="0" cy="193675"/>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041" name="Line 345">
              <a:extLst>
                <a:ext uri="{FF2B5EF4-FFF2-40B4-BE49-F238E27FC236}">
                  <a16:creationId xmlns:a16="http://schemas.microsoft.com/office/drawing/2014/main" id="{3B147DD9-BABF-DA2E-5339-5E3F673A36E4}"/>
                </a:ext>
              </a:extLst>
            </p:cNvPr>
            <p:cNvSpPr>
              <a:spLocks noChangeShapeType="1"/>
            </p:cNvSpPr>
            <p:nvPr/>
          </p:nvSpPr>
          <p:spPr bwMode="auto">
            <a:xfrm flipV="1">
              <a:off x="7721600" y="484188"/>
              <a:ext cx="0" cy="13716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42" name="Line 346">
              <a:extLst>
                <a:ext uri="{FF2B5EF4-FFF2-40B4-BE49-F238E27FC236}">
                  <a16:creationId xmlns:a16="http://schemas.microsoft.com/office/drawing/2014/main" id="{6ACC9D74-C549-2AEA-2140-82137E7B2037}"/>
                </a:ext>
              </a:extLst>
            </p:cNvPr>
            <p:cNvSpPr>
              <a:spLocks noChangeShapeType="1"/>
            </p:cNvSpPr>
            <p:nvPr/>
          </p:nvSpPr>
          <p:spPr bwMode="auto">
            <a:xfrm>
              <a:off x="1395413" y="484188"/>
              <a:ext cx="63230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43" name="Line 347">
              <a:extLst>
                <a:ext uri="{FF2B5EF4-FFF2-40B4-BE49-F238E27FC236}">
                  <a16:creationId xmlns:a16="http://schemas.microsoft.com/office/drawing/2014/main" id="{A08E67DB-6881-D970-D3A2-898AD0FEF6EA}"/>
                </a:ext>
              </a:extLst>
            </p:cNvPr>
            <p:cNvSpPr>
              <a:spLocks noChangeShapeType="1"/>
            </p:cNvSpPr>
            <p:nvPr/>
          </p:nvSpPr>
          <p:spPr bwMode="auto">
            <a:xfrm flipH="1">
              <a:off x="6908800" y="1855788"/>
              <a:ext cx="80645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044" name="Line 348">
              <a:extLst>
                <a:ext uri="{FF2B5EF4-FFF2-40B4-BE49-F238E27FC236}">
                  <a16:creationId xmlns:a16="http://schemas.microsoft.com/office/drawing/2014/main" id="{723F60ED-2DDB-AD7E-E59B-C63D14F48338}"/>
                </a:ext>
              </a:extLst>
            </p:cNvPr>
            <p:cNvSpPr>
              <a:spLocks noChangeShapeType="1"/>
            </p:cNvSpPr>
            <p:nvPr/>
          </p:nvSpPr>
          <p:spPr bwMode="auto">
            <a:xfrm>
              <a:off x="6916738" y="2820988"/>
              <a:ext cx="3063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45" name="Line 349">
              <a:extLst>
                <a:ext uri="{FF2B5EF4-FFF2-40B4-BE49-F238E27FC236}">
                  <a16:creationId xmlns:a16="http://schemas.microsoft.com/office/drawing/2014/main" id="{49F5DF8A-DB4B-5221-27EA-0B58363ACFF7}"/>
                </a:ext>
              </a:extLst>
            </p:cNvPr>
            <p:cNvSpPr>
              <a:spLocks noChangeShapeType="1"/>
            </p:cNvSpPr>
            <p:nvPr/>
          </p:nvSpPr>
          <p:spPr bwMode="auto">
            <a:xfrm>
              <a:off x="6923088" y="3097213"/>
              <a:ext cx="1873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46" name="AutoShape 350">
              <a:extLst>
                <a:ext uri="{FF2B5EF4-FFF2-40B4-BE49-F238E27FC236}">
                  <a16:creationId xmlns:a16="http://schemas.microsoft.com/office/drawing/2014/main" id="{6222430F-1435-37F2-8359-6CEB96E639CE}"/>
                </a:ext>
              </a:extLst>
            </p:cNvPr>
            <p:cNvSpPr>
              <a:spLocks noChangeArrowheads="1"/>
            </p:cNvSpPr>
            <p:nvPr/>
          </p:nvSpPr>
          <p:spPr bwMode="auto">
            <a:xfrm rot="5435204">
              <a:off x="7099300" y="2995613"/>
              <a:ext cx="255588" cy="207962"/>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5047" name="Line 351">
              <a:extLst>
                <a:ext uri="{FF2B5EF4-FFF2-40B4-BE49-F238E27FC236}">
                  <a16:creationId xmlns:a16="http://schemas.microsoft.com/office/drawing/2014/main" id="{DC907457-5831-27BE-8E82-8A0422418D87}"/>
                </a:ext>
              </a:extLst>
            </p:cNvPr>
            <p:cNvSpPr>
              <a:spLocks noChangeShapeType="1"/>
            </p:cNvSpPr>
            <p:nvPr/>
          </p:nvSpPr>
          <p:spPr bwMode="auto">
            <a:xfrm>
              <a:off x="7243763" y="2822575"/>
              <a:ext cx="0" cy="2206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48" name="Oval 352">
              <a:extLst>
                <a:ext uri="{FF2B5EF4-FFF2-40B4-BE49-F238E27FC236}">
                  <a16:creationId xmlns:a16="http://schemas.microsoft.com/office/drawing/2014/main" id="{22391095-BEFB-B611-1FBB-088F66053C40}"/>
                </a:ext>
              </a:extLst>
            </p:cNvPr>
            <p:cNvSpPr>
              <a:spLocks noChangeArrowheads="1"/>
            </p:cNvSpPr>
            <p:nvPr/>
          </p:nvSpPr>
          <p:spPr bwMode="auto">
            <a:xfrm>
              <a:off x="7329488" y="3068638"/>
              <a:ext cx="87312" cy="71437"/>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5049" name="Line 353">
              <a:extLst>
                <a:ext uri="{FF2B5EF4-FFF2-40B4-BE49-F238E27FC236}">
                  <a16:creationId xmlns:a16="http://schemas.microsoft.com/office/drawing/2014/main" id="{9972358E-280D-3302-7D10-D4519BA40150}"/>
                </a:ext>
              </a:extLst>
            </p:cNvPr>
            <p:cNvSpPr>
              <a:spLocks noChangeShapeType="1"/>
            </p:cNvSpPr>
            <p:nvPr/>
          </p:nvSpPr>
          <p:spPr bwMode="auto">
            <a:xfrm>
              <a:off x="7434263" y="3106738"/>
              <a:ext cx="6461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50" name="Line 354">
              <a:extLst>
                <a:ext uri="{FF2B5EF4-FFF2-40B4-BE49-F238E27FC236}">
                  <a16:creationId xmlns:a16="http://schemas.microsoft.com/office/drawing/2014/main" id="{0078E1DE-7A01-10CE-2B2B-BE9F2AA85A3D}"/>
                </a:ext>
              </a:extLst>
            </p:cNvPr>
            <p:cNvSpPr>
              <a:spLocks noChangeShapeType="1"/>
            </p:cNvSpPr>
            <p:nvPr/>
          </p:nvSpPr>
          <p:spPr bwMode="auto">
            <a:xfrm>
              <a:off x="7553325" y="3106738"/>
              <a:ext cx="0" cy="22225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051" name="Line 355">
              <a:extLst>
                <a:ext uri="{FF2B5EF4-FFF2-40B4-BE49-F238E27FC236}">
                  <a16:creationId xmlns:a16="http://schemas.microsoft.com/office/drawing/2014/main" id="{71611077-E142-5D2B-1E57-D17F8E40C786}"/>
                </a:ext>
              </a:extLst>
            </p:cNvPr>
            <p:cNvSpPr>
              <a:spLocks noChangeShapeType="1"/>
            </p:cNvSpPr>
            <p:nvPr/>
          </p:nvSpPr>
          <p:spPr bwMode="auto">
            <a:xfrm flipH="1">
              <a:off x="6916738" y="3335338"/>
              <a:ext cx="631825"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052" name="Line 356">
              <a:extLst>
                <a:ext uri="{FF2B5EF4-FFF2-40B4-BE49-F238E27FC236}">
                  <a16:creationId xmlns:a16="http://schemas.microsoft.com/office/drawing/2014/main" id="{DD364355-2FE7-98CD-8DF1-61AF6CDE054D}"/>
                </a:ext>
              </a:extLst>
            </p:cNvPr>
            <p:cNvSpPr>
              <a:spLocks noChangeShapeType="1"/>
            </p:cNvSpPr>
            <p:nvPr/>
          </p:nvSpPr>
          <p:spPr bwMode="auto">
            <a:xfrm flipH="1">
              <a:off x="6904038" y="3535363"/>
              <a:ext cx="98425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053" name="Line 357">
              <a:extLst>
                <a:ext uri="{FF2B5EF4-FFF2-40B4-BE49-F238E27FC236}">
                  <a16:creationId xmlns:a16="http://schemas.microsoft.com/office/drawing/2014/main" id="{45ED7F17-6FFA-56A1-32BC-32E8055427CA}"/>
                </a:ext>
              </a:extLst>
            </p:cNvPr>
            <p:cNvSpPr>
              <a:spLocks noChangeShapeType="1"/>
            </p:cNvSpPr>
            <p:nvPr/>
          </p:nvSpPr>
          <p:spPr bwMode="auto">
            <a:xfrm>
              <a:off x="7868434" y="1408113"/>
              <a:ext cx="0" cy="213360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054" name="Line 358">
              <a:extLst>
                <a:ext uri="{FF2B5EF4-FFF2-40B4-BE49-F238E27FC236}">
                  <a16:creationId xmlns:a16="http://schemas.microsoft.com/office/drawing/2014/main" id="{38B1211E-00E9-FBE4-6999-CEB002B5BB43}"/>
                </a:ext>
              </a:extLst>
            </p:cNvPr>
            <p:cNvSpPr>
              <a:spLocks noChangeShapeType="1"/>
            </p:cNvSpPr>
            <p:nvPr/>
          </p:nvSpPr>
          <p:spPr bwMode="auto">
            <a:xfrm>
              <a:off x="6908799" y="5321300"/>
              <a:ext cx="33442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55" name="Line 359">
              <a:extLst>
                <a:ext uri="{FF2B5EF4-FFF2-40B4-BE49-F238E27FC236}">
                  <a16:creationId xmlns:a16="http://schemas.microsoft.com/office/drawing/2014/main" id="{BABFA815-382B-0253-C036-E4AF567CCFCC}"/>
                </a:ext>
              </a:extLst>
            </p:cNvPr>
            <p:cNvSpPr>
              <a:spLocks noChangeShapeType="1"/>
            </p:cNvSpPr>
            <p:nvPr/>
          </p:nvSpPr>
          <p:spPr bwMode="auto">
            <a:xfrm>
              <a:off x="6916738" y="5597525"/>
              <a:ext cx="1873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56" name="AutoShape 360">
              <a:extLst>
                <a:ext uri="{FF2B5EF4-FFF2-40B4-BE49-F238E27FC236}">
                  <a16:creationId xmlns:a16="http://schemas.microsoft.com/office/drawing/2014/main" id="{2A2B96F9-389F-6C5C-7432-AC58E58B31ED}"/>
                </a:ext>
              </a:extLst>
            </p:cNvPr>
            <p:cNvSpPr>
              <a:spLocks noChangeArrowheads="1"/>
            </p:cNvSpPr>
            <p:nvPr/>
          </p:nvSpPr>
          <p:spPr bwMode="auto">
            <a:xfrm rot="5435204">
              <a:off x="7092156" y="5496720"/>
              <a:ext cx="257175" cy="207962"/>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5057" name="Line 361">
              <a:extLst>
                <a:ext uri="{FF2B5EF4-FFF2-40B4-BE49-F238E27FC236}">
                  <a16:creationId xmlns:a16="http://schemas.microsoft.com/office/drawing/2014/main" id="{9B5FB548-B6E7-FB5D-E7CD-4765C2BB0CBD}"/>
                </a:ext>
              </a:extLst>
            </p:cNvPr>
            <p:cNvSpPr>
              <a:spLocks noChangeShapeType="1"/>
            </p:cNvSpPr>
            <p:nvPr/>
          </p:nvSpPr>
          <p:spPr bwMode="auto">
            <a:xfrm>
              <a:off x="7237413" y="5324475"/>
              <a:ext cx="0" cy="2190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58" name="Oval 362">
              <a:extLst>
                <a:ext uri="{FF2B5EF4-FFF2-40B4-BE49-F238E27FC236}">
                  <a16:creationId xmlns:a16="http://schemas.microsoft.com/office/drawing/2014/main" id="{BDAD4B31-9730-67BD-70AF-1787944E8B8B}"/>
                </a:ext>
              </a:extLst>
            </p:cNvPr>
            <p:cNvSpPr>
              <a:spLocks noChangeArrowheads="1"/>
            </p:cNvSpPr>
            <p:nvPr/>
          </p:nvSpPr>
          <p:spPr bwMode="auto">
            <a:xfrm>
              <a:off x="7321550" y="5568950"/>
              <a:ext cx="88900" cy="73025"/>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5059" name="Line 363">
              <a:extLst>
                <a:ext uri="{FF2B5EF4-FFF2-40B4-BE49-F238E27FC236}">
                  <a16:creationId xmlns:a16="http://schemas.microsoft.com/office/drawing/2014/main" id="{4C9DAB72-AB65-D55F-975C-CBEC2C6ADB85}"/>
                </a:ext>
              </a:extLst>
            </p:cNvPr>
            <p:cNvSpPr>
              <a:spLocks noChangeShapeType="1"/>
            </p:cNvSpPr>
            <p:nvPr/>
          </p:nvSpPr>
          <p:spPr bwMode="auto">
            <a:xfrm>
              <a:off x="7427913" y="5607050"/>
              <a:ext cx="6461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60" name="Line 364">
              <a:extLst>
                <a:ext uri="{FF2B5EF4-FFF2-40B4-BE49-F238E27FC236}">
                  <a16:creationId xmlns:a16="http://schemas.microsoft.com/office/drawing/2014/main" id="{F82AC3CF-2504-2F3A-360B-FA0ED251F2A7}"/>
                </a:ext>
              </a:extLst>
            </p:cNvPr>
            <p:cNvSpPr>
              <a:spLocks noChangeShapeType="1"/>
            </p:cNvSpPr>
            <p:nvPr/>
          </p:nvSpPr>
          <p:spPr bwMode="auto">
            <a:xfrm>
              <a:off x="7545388" y="5607050"/>
              <a:ext cx="0" cy="223838"/>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061" name="Line 365">
              <a:extLst>
                <a:ext uri="{FF2B5EF4-FFF2-40B4-BE49-F238E27FC236}">
                  <a16:creationId xmlns:a16="http://schemas.microsoft.com/office/drawing/2014/main" id="{A813CD9A-5DB5-C889-9BB5-3E604A0B8728}"/>
                </a:ext>
              </a:extLst>
            </p:cNvPr>
            <p:cNvSpPr>
              <a:spLocks noChangeShapeType="1"/>
            </p:cNvSpPr>
            <p:nvPr/>
          </p:nvSpPr>
          <p:spPr bwMode="auto">
            <a:xfrm flipH="1">
              <a:off x="6908800" y="5835650"/>
              <a:ext cx="633413"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062" name="Line 366">
              <a:extLst>
                <a:ext uri="{FF2B5EF4-FFF2-40B4-BE49-F238E27FC236}">
                  <a16:creationId xmlns:a16="http://schemas.microsoft.com/office/drawing/2014/main" id="{416F9917-B77C-5776-D45E-F7DBBD265013}"/>
                </a:ext>
              </a:extLst>
            </p:cNvPr>
            <p:cNvSpPr>
              <a:spLocks noChangeShapeType="1"/>
            </p:cNvSpPr>
            <p:nvPr/>
          </p:nvSpPr>
          <p:spPr bwMode="auto">
            <a:xfrm flipH="1">
              <a:off x="6921500" y="6035675"/>
              <a:ext cx="69373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063" name="Line 367">
              <a:extLst>
                <a:ext uri="{FF2B5EF4-FFF2-40B4-BE49-F238E27FC236}">
                  <a16:creationId xmlns:a16="http://schemas.microsoft.com/office/drawing/2014/main" id="{1A00E770-6AB4-8BF8-4933-A780E5F12F7F}"/>
                </a:ext>
              </a:extLst>
            </p:cNvPr>
            <p:cNvSpPr>
              <a:spLocks noChangeShapeType="1"/>
            </p:cNvSpPr>
            <p:nvPr/>
          </p:nvSpPr>
          <p:spPr bwMode="auto">
            <a:xfrm>
              <a:off x="8005763" y="3113088"/>
              <a:ext cx="0" cy="102870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064" name="Line 368">
              <a:extLst>
                <a:ext uri="{FF2B5EF4-FFF2-40B4-BE49-F238E27FC236}">
                  <a16:creationId xmlns:a16="http://schemas.microsoft.com/office/drawing/2014/main" id="{3DE55082-BD25-6EF9-4578-3B93D44D5956}"/>
                </a:ext>
              </a:extLst>
            </p:cNvPr>
            <p:cNvSpPr>
              <a:spLocks noChangeShapeType="1"/>
            </p:cNvSpPr>
            <p:nvPr/>
          </p:nvSpPr>
          <p:spPr bwMode="auto">
            <a:xfrm flipV="1">
              <a:off x="8008938" y="4300538"/>
              <a:ext cx="0" cy="547687"/>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5065" name="AutoShape 369">
              <a:extLst>
                <a:ext uri="{FF2B5EF4-FFF2-40B4-BE49-F238E27FC236}">
                  <a16:creationId xmlns:a16="http://schemas.microsoft.com/office/drawing/2014/main" id="{3659539F-A7D7-E129-0013-16D03BCA5437}"/>
                </a:ext>
              </a:extLst>
            </p:cNvPr>
            <p:cNvSpPr>
              <a:spLocks noChangeArrowheads="1"/>
            </p:cNvSpPr>
            <p:nvPr/>
          </p:nvSpPr>
          <p:spPr bwMode="auto">
            <a:xfrm rot="-5400000">
              <a:off x="7027863" y="6634163"/>
              <a:ext cx="257175" cy="206375"/>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35066" name="Line 370">
              <a:extLst>
                <a:ext uri="{FF2B5EF4-FFF2-40B4-BE49-F238E27FC236}">
                  <a16:creationId xmlns:a16="http://schemas.microsoft.com/office/drawing/2014/main" id="{4A2F73C5-79B2-086E-1C32-AE33F9B5A9DF}"/>
                </a:ext>
              </a:extLst>
            </p:cNvPr>
            <p:cNvSpPr>
              <a:spLocks noChangeShapeType="1"/>
            </p:cNvSpPr>
            <p:nvPr/>
          </p:nvSpPr>
          <p:spPr bwMode="auto">
            <a:xfrm>
              <a:off x="7262813" y="6740525"/>
              <a:ext cx="6985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67" name="Line 371">
              <a:extLst>
                <a:ext uri="{FF2B5EF4-FFF2-40B4-BE49-F238E27FC236}">
                  <a16:creationId xmlns:a16="http://schemas.microsoft.com/office/drawing/2014/main" id="{EB9AB942-DC0E-F622-E049-D713C00C1464}"/>
                </a:ext>
              </a:extLst>
            </p:cNvPr>
            <p:cNvSpPr>
              <a:spLocks noChangeShapeType="1"/>
            </p:cNvSpPr>
            <p:nvPr/>
          </p:nvSpPr>
          <p:spPr bwMode="auto">
            <a:xfrm flipV="1">
              <a:off x="7616825" y="6035675"/>
              <a:ext cx="0" cy="703263"/>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068" name="Line 372">
              <a:extLst>
                <a:ext uri="{FF2B5EF4-FFF2-40B4-BE49-F238E27FC236}">
                  <a16:creationId xmlns:a16="http://schemas.microsoft.com/office/drawing/2014/main" id="{0E0ECAA4-C7D4-9BB4-1EF9-1FAC0FA35DA2}"/>
                </a:ext>
              </a:extLst>
            </p:cNvPr>
            <p:cNvSpPr>
              <a:spLocks noChangeShapeType="1"/>
            </p:cNvSpPr>
            <p:nvPr/>
          </p:nvSpPr>
          <p:spPr bwMode="auto">
            <a:xfrm>
              <a:off x="5141913" y="6407150"/>
              <a:ext cx="735012"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069" name="Line 373">
              <a:extLst>
                <a:ext uri="{FF2B5EF4-FFF2-40B4-BE49-F238E27FC236}">
                  <a16:creationId xmlns:a16="http://schemas.microsoft.com/office/drawing/2014/main" id="{3DE3D0FC-63EF-3625-166F-028A129C2C01}"/>
                </a:ext>
              </a:extLst>
            </p:cNvPr>
            <p:cNvSpPr>
              <a:spLocks noChangeShapeType="1"/>
            </p:cNvSpPr>
            <p:nvPr/>
          </p:nvSpPr>
          <p:spPr bwMode="auto">
            <a:xfrm>
              <a:off x="5237163" y="6530975"/>
              <a:ext cx="565150"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070" name="Line 374">
              <a:extLst>
                <a:ext uri="{FF2B5EF4-FFF2-40B4-BE49-F238E27FC236}">
                  <a16:creationId xmlns:a16="http://schemas.microsoft.com/office/drawing/2014/main" id="{C55CDA45-522A-50F6-B52C-967EA4D463D6}"/>
                </a:ext>
              </a:extLst>
            </p:cNvPr>
            <p:cNvSpPr>
              <a:spLocks noChangeShapeType="1"/>
            </p:cNvSpPr>
            <p:nvPr/>
          </p:nvSpPr>
          <p:spPr bwMode="auto">
            <a:xfrm>
              <a:off x="2125663" y="3913188"/>
              <a:ext cx="3767137"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071" name="Line 375">
              <a:extLst>
                <a:ext uri="{FF2B5EF4-FFF2-40B4-BE49-F238E27FC236}">
                  <a16:creationId xmlns:a16="http://schemas.microsoft.com/office/drawing/2014/main" id="{A5768030-C01D-FCFD-83B9-8A202DE64097}"/>
                </a:ext>
              </a:extLst>
            </p:cNvPr>
            <p:cNvSpPr>
              <a:spLocks noChangeShapeType="1"/>
            </p:cNvSpPr>
            <p:nvPr/>
          </p:nvSpPr>
          <p:spPr bwMode="auto">
            <a:xfrm flipH="1">
              <a:off x="2220913" y="4037013"/>
              <a:ext cx="3579812"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35072" name="Line 376">
              <a:extLst>
                <a:ext uri="{FF2B5EF4-FFF2-40B4-BE49-F238E27FC236}">
                  <a16:creationId xmlns:a16="http://schemas.microsoft.com/office/drawing/2014/main" id="{12A1E181-443B-5D2B-BB32-7F99DB295F31}"/>
                </a:ext>
              </a:extLst>
            </p:cNvPr>
            <p:cNvSpPr>
              <a:spLocks noChangeShapeType="1"/>
            </p:cNvSpPr>
            <p:nvPr/>
          </p:nvSpPr>
          <p:spPr bwMode="auto">
            <a:xfrm>
              <a:off x="581025" y="674688"/>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073" name="Text Box 377">
              <a:extLst>
                <a:ext uri="{FF2B5EF4-FFF2-40B4-BE49-F238E27FC236}">
                  <a16:creationId xmlns:a16="http://schemas.microsoft.com/office/drawing/2014/main" id="{3236A3A2-B6A0-EA3A-03F1-6F7DD91669D9}"/>
                </a:ext>
              </a:extLst>
            </p:cNvPr>
            <p:cNvSpPr txBox="1">
              <a:spLocks noChangeArrowheads="1"/>
            </p:cNvSpPr>
            <p:nvPr/>
          </p:nvSpPr>
          <p:spPr bwMode="auto">
            <a:xfrm>
              <a:off x="253589" y="554038"/>
              <a:ext cx="42386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latin typeface="Times New Roman" panose="02020603050405020304" pitchFamily="18" charset="0"/>
                </a:rPr>
                <a:t>I1</a:t>
              </a:r>
              <a:endParaRPr lang="ru-RU" altLang="en-US" sz="1400" b="0" u="none"/>
            </a:p>
          </p:txBody>
        </p:sp>
        <p:sp>
          <p:nvSpPr>
            <p:cNvPr id="35074" name="Text Box 378">
              <a:extLst>
                <a:ext uri="{FF2B5EF4-FFF2-40B4-BE49-F238E27FC236}">
                  <a16:creationId xmlns:a16="http://schemas.microsoft.com/office/drawing/2014/main" id="{69CC7BF9-4CBA-9C23-796F-C3E3617E88B0}"/>
                </a:ext>
              </a:extLst>
            </p:cNvPr>
            <p:cNvSpPr txBox="1">
              <a:spLocks noChangeArrowheads="1"/>
            </p:cNvSpPr>
            <p:nvPr/>
          </p:nvSpPr>
          <p:spPr bwMode="auto">
            <a:xfrm>
              <a:off x="7863299" y="5237845"/>
              <a:ext cx="5651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latin typeface="Times New Roman" panose="02020603050405020304" pitchFamily="18" charset="0"/>
                </a:rPr>
                <a:t>IО8</a:t>
              </a:r>
              <a:endParaRPr lang="ru-RU" altLang="en-US" sz="1400" b="0" u="none"/>
            </a:p>
          </p:txBody>
        </p:sp>
        <p:sp>
          <p:nvSpPr>
            <p:cNvPr id="35075" name="Text Box 379">
              <a:extLst>
                <a:ext uri="{FF2B5EF4-FFF2-40B4-BE49-F238E27FC236}">
                  <a16:creationId xmlns:a16="http://schemas.microsoft.com/office/drawing/2014/main" id="{FEC9436B-B8D6-50D8-7C8E-B585DC06D297}"/>
                </a:ext>
              </a:extLst>
            </p:cNvPr>
            <p:cNvSpPr txBox="1">
              <a:spLocks noChangeArrowheads="1"/>
            </p:cNvSpPr>
            <p:nvPr/>
          </p:nvSpPr>
          <p:spPr bwMode="auto">
            <a:xfrm>
              <a:off x="7924053" y="6395964"/>
              <a:ext cx="56515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latin typeface="Times New Roman" panose="02020603050405020304" pitchFamily="18" charset="0"/>
                </a:rPr>
                <a:t>I11</a:t>
              </a:r>
              <a:endParaRPr lang="ru-RU" altLang="en-US" sz="1400" b="0" u="none"/>
            </a:p>
          </p:txBody>
        </p:sp>
        <p:sp>
          <p:nvSpPr>
            <p:cNvPr id="35076" name="Oval 380">
              <a:extLst>
                <a:ext uri="{FF2B5EF4-FFF2-40B4-BE49-F238E27FC236}">
                  <a16:creationId xmlns:a16="http://schemas.microsoft.com/office/drawing/2014/main" id="{4789AD38-48D1-A267-F0D5-2724B8E01E97}"/>
                </a:ext>
              </a:extLst>
            </p:cNvPr>
            <p:cNvSpPr>
              <a:spLocks noChangeArrowheads="1"/>
            </p:cNvSpPr>
            <p:nvPr/>
          </p:nvSpPr>
          <p:spPr bwMode="auto">
            <a:xfrm>
              <a:off x="6980238" y="6702425"/>
              <a:ext cx="88900" cy="71438"/>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a:extLst>
              <a:ext uri="{FF2B5EF4-FFF2-40B4-BE49-F238E27FC236}">
                <a16:creationId xmlns:a16="http://schemas.microsoft.com/office/drawing/2014/main" id="{AB593430-2F01-C726-A413-F29181FFC7DF}"/>
              </a:ext>
            </a:extLst>
          </p:cNvPr>
          <p:cNvSpPr>
            <a:spLocks noGrp="1" noChangeArrowheads="1"/>
          </p:cNvSpPr>
          <p:nvPr>
            <p:ph type="title"/>
          </p:nvPr>
        </p:nvSpPr>
        <p:spPr>
          <a:xfrm>
            <a:off x="0" y="183401"/>
            <a:ext cx="11612880" cy="704088"/>
          </a:xfrm>
        </p:spPr>
        <p:txBody>
          <a:bodyPr/>
          <a:lstStyle/>
          <a:p>
            <a:r>
              <a:rPr lang="en-US" altLang="en-US"/>
              <a:t>Macrocell Structure</a:t>
            </a:r>
            <a:endParaRPr lang="ru-RU" altLang="en-US"/>
          </a:p>
        </p:txBody>
      </p:sp>
      <p:grpSp>
        <p:nvGrpSpPr>
          <p:cNvPr id="35843" name="Группа 2">
            <a:extLst>
              <a:ext uri="{FF2B5EF4-FFF2-40B4-BE49-F238E27FC236}">
                <a16:creationId xmlns:a16="http://schemas.microsoft.com/office/drawing/2014/main" id="{7A0AA4E8-DFFC-97A0-5BCE-7D37F5759AE4}"/>
              </a:ext>
            </a:extLst>
          </p:cNvPr>
          <p:cNvGrpSpPr>
            <a:grpSpLocks/>
          </p:cNvGrpSpPr>
          <p:nvPr/>
        </p:nvGrpSpPr>
        <p:grpSpPr bwMode="auto">
          <a:xfrm>
            <a:off x="1066800" y="990601"/>
            <a:ext cx="10352314" cy="5250998"/>
            <a:chOff x="102071" y="762000"/>
            <a:chExt cx="8813329" cy="5797550"/>
          </a:xfrm>
        </p:grpSpPr>
        <p:sp>
          <p:nvSpPr>
            <p:cNvPr id="35844" name="Text Box 6">
              <a:extLst>
                <a:ext uri="{FF2B5EF4-FFF2-40B4-BE49-F238E27FC236}">
                  <a16:creationId xmlns:a16="http://schemas.microsoft.com/office/drawing/2014/main" id="{58C9DAE8-195C-A088-6349-066B4CA5D872}"/>
                </a:ext>
              </a:extLst>
            </p:cNvPr>
            <p:cNvSpPr txBox="1">
              <a:spLocks noChangeArrowheads="1"/>
            </p:cNvSpPr>
            <p:nvPr/>
          </p:nvSpPr>
          <p:spPr bwMode="auto">
            <a:xfrm>
              <a:off x="3267075" y="762000"/>
              <a:ext cx="7937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t>CLK</a:t>
              </a:r>
              <a:endParaRPr lang="ru-RU" altLang="en-US" sz="1000" b="0" u="none"/>
            </a:p>
          </p:txBody>
        </p:sp>
        <p:sp>
          <p:nvSpPr>
            <p:cNvPr id="35845" name="Rectangle 7">
              <a:extLst>
                <a:ext uri="{FF2B5EF4-FFF2-40B4-BE49-F238E27FC236}">
                  <a16:creationId xmlns:a16="http://schemas.microsoft.com/office/drawing/2014/main" id="{909190BF-9E6E-22EE-B913-EB94C7C191BB}"/>
                </a:ext>
              </a:extLst>
            </p:cNvPr>
            <p:cNvSpPr>
              <a:spLocks noChangeArrowheads="1"/>
            </p:cNvSpPr>
            <p:nvPr/>
          </p:nvSpPr>
          <p:spPr bwMode="auto">
            <a:xfrm>
              <a:off x="4913313" y="4275138"/>
              <a:ext cx="766762" cy="815975"/>
            </a:xfrm>
            <a:prstGeom prst="rect">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846" name="Line 8">
              <a:extLst>
                <a:ext uri="{FF2B5EF4-FFF2-40B4-BE49-F238E27FC236}">
                  <a16:creationId xmlns:a16="http://schemas.microsoft.com/office/drawing/2014/main" id="{8666BDF5-BA40-C893-500C-D3C324E8B9EB}"/>
                </a:ext>
              </a:extLst>
            </p:cNvPr>
            <p:cNvSpPr>
              <a:spLocks noChangeShapeType="1"/>
            </p:cNvSpPr>
            <p:nvPr/>
          </p:nvSpPr>
          <p:spPr bwMode="auto">
            <a:xfrm>
              <a:off x="4076700" y="4532313"/>
              <a:ext cx="8080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47" name="Line 9">
              <a:extLst>
                <a:ext uri="{FF2B5EF4-FFF2-40B4-BE49-F238E27FC236}">
                  <a16:creationId xmlns:a16="http://schemas.microsoft.com/office/drawing/2014/main" id="{6B52E444-6C20-45CE-A37F-D4F3E1587A1E}"/>
                </a:ext>
              </a:extLst>
            </p:cNvPr>
            <p:cNvSpPr>
              <a:spLocks noChangeShapeType="1"/>
            </p:cNvSpPr>
            <p:nvPr/>
          </p:nvSpPr>
          <p:spPr bwMode="auto">
            <a:xfrm>
              <a:off x="4348163" y="4848225"/>
              <a:ext cx="569912"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grpSp>
          <p:nvGrpSpPr>
            <p:cNvPr id="35848" name="Group 10">
              <a:extLst>
                <a:ext uri="{FF2B5EF4-FFF2-40B4-BE49-F238E27FC236}">
                  <a16:creationId xmlns:a16="http://schemas.microsoft.com/office/drawing/2014/main" id="{482B9BDD-8703-62B4-436D-12E3C668556F}"/>
                </a:ext>
              </a:extLst>
            </p:cNvPr>
            <p:cNvGrpSpPr>
              <a:grpSpLocks/>
            </p:cNvGrpSpPr>
            <p:nvPr/>
          </p:nvGrpSpPr>
          <p:grpSpPr bwMode="auto">
            <a:xfrm>
              <a:off x="4913313" y="4797425"/>
              <a:ext cx="160337" cy="120650"/>
              <a:chOff x="6801" y="12039"/>
              <a:chExt cx="194" cy="215"/>
            </a:xfrm>
          </p:grpSpPr>
          <p:sp>
            <p:nvSpPr>
              <p:cNvPr id="35963" name="Line 11">
                <a:extLst>
                  <a:ext uri="{FF2B5EF4-FFF2-40B4-BE49-F238E27FC236}">
                    <a16:creationId xmlns:a16="http://schemas.microsoft.com/office/drawing/2014/main" id="{F1B67AC7-92C3-7F80-0A4C-6545D0CEA76F}"/>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64" name="Line 12">
                <a:extLst>
                  <a:ext uri="{FF2B5EF4-FFF2-40B4-BE49-F238E27FC236}">
                    <a16:creationId xmlns:a16="http://schemas.microsoft.com/office/drawing/2014/main" id="{71778B29-6011-BD2A-FFEC-99D9AAAB12EC}"/>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65" name="Line 13">
                <a:extLst>
                  <a:ext uri="{FF2B5EF4-FFF2-40B4-BE49-F238E27FC236}">
                    <a16:creationId xmlns:a16="http://schemas.microsoft.com/office/drawing/2014/main" id="{34905A4B-45D0-123F-EC10-C34F484BB20F}"/>
                  </a:ext>
                </a:extLst>
              </p:cNvPr>
              <p:cNvSpPr>
                <a:spLocks noChangeShapeType="1"/>
              </p:cNvSpPr>
              <p:nvPr/>
            </p:nvSpPr>
            <p:spPr bwMode="auto">
              <a:xfrm>
                <a:off x="6921" y="12114"/>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66" name="Line 14">
                <a:extLst>
                  <a:ext uri="{FF2B5EF4-FFF2-40B4-BE49-F238E27FC236}">
                    <a16:creationId xmlns:a16="http://schemas.microsoft.com/office/drawing/2014/main" id="{5F331F64-B705-4DF8-7C17-9EC953EB6E7A}"/>
                  </a:ext>
                </a:extLst>
              </p:cNvPr>
              <p:cNvSpPr>
                <a:spLocks noChangeShapeType="1"/>
              </p:cNvSpPr>
              <p:nvPr/>
            </p:nvSpPr>
            <p:spPr bwMode="auto">
              <a:xfrm>
                <a:off x="6831" y="12039"/>
                <a:ext cx="164" cy="11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67" name="Line 15">
                <a:extLst>
                  <a:ext uri="{FF2B5EF4-FFF2-40B4-BE49-F238E27FC236}">
                    <a16:creationId xmlns:a16="http://schemas.microsoft.com/office/drawing/2014/main" id="{EFB34F51-51D3-9C3A-D0AA-C647ACB8740A}"/>
                  </a:ext>
                </a:extLst>
              </p:cNvPr>
              <p:cNvSpPr>
                <a:spLocks noChangeShapeType="1"/>
              </p:cNvSpPr>
              <p:nvPr/>
            </p:nvSpPr>
            <p:spPr bwMode="auto">
              <a:xfrm flipV="1">
                <a:off x="6801" y="12156"/>
                <a:ext cx="183" cy="9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5849" name="AutoShape 16">
              <a:extLst>
                <a:ext uri="{FF2B5EF4-FFF2-40B4-BE49-F238E27FC236}">
                  <a16:creationId xmlns:a16="http://schemas.microsoft.com/office/drawing/2014/main" id="{C94043CB-0021-A75A-A1AC-954154FB8DEF}"/>
                </a:ext>
              </a:extLst>
            </p:cNvPr>
            <p:cNvSpPr>
              <a:spLocks noChangeArrowheads="1"/>
            </p:cNvSpPr>
            <p:nvPr/>
          </p:nvSpPr>
          <p:spPr bwMode="auto">
            <a:xfrm flipH="1">
              <a:off x="2774950" y="4311650"/>
              <a:ext cx="484188" cy="360363"/>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850" name="Line 17">
              <a:extLst>
                <a:ext uri="{FF2B5EF4-FFF2-40B4-BE49-F238E27FC236}">
                  <a16:creationId xmlns:a16="http://schemas.microsoft.com/office/drawing/2014/main" id="{D3A88B7C-D791-592F-8443-E3E8AF598D4B}"/>
                </a:ext>
              </a:extLst>
            </p:cNvPr>
            <p:cNvSpPr>
              <a:spLocks noChangeShapeType="1"/>
            </p:cNvSpPr>
            <p:nvPr/>
          </p:nvSpPr>
          <p:spPr bwMode="auto">
            <a:xfrm>
              <a:off x="1384300" y="4027488"/>
              <a:ext cx="1382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1" name="Line 18">
              <a:extLst>
                <a:ext uri="{FF2B5EF4-FFF2-40B4-BE49-F238E27FC236}">
                  <a16:creationId xmlns:a16="http://schemas.microsoft.com/office/drawing/2014/main" id="{93EA23E4-4C27-8A14-C7FF-59D21C3ADF4A}"/>
                </a:ext>
              </a:extLst>
            </p:cNvPr>
            <p:cNvSpPr>
              <a:spLocks noChangeShapeType="1"/>
            </p:cNvSpPr>
            <p:nvPr/>
          </p:nvSpPr>
          <p:spPr bwMode="auto">
            <a:xfrm>
              <a:off x="1390650" y="4757738"/>
              <a:ext cx="13874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2" name="Line 19">
              <a:extLst>
                <a:ext uri="{FF2B5EF4-FFF2-40B4-BE49-F238E27FC236}">
                  <a16:creationId xmlns:a16="http://schemas.microsoft.com/office/drawing/2014/main" id="{31072D15-561D-DF63-BDFA-6DA0E8322DF6}"/>
                </a:ext>
              </a:extLst>
            </p:cNvPr>
            <p:cNvSpPr>
              <a:spLocks noChangeShapeType="1"/>
            </p:cNvSpPr>
            <p:nvPr/>
          </p:nvSpPr>
          <p:spPr bwMode="auto">
            <a:xfrm>
              <a:off x="1363663" y="4178300"/>
              <a:ext cx="1382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3" name="Line 20">
              <a:extLst>
                <a:ext uri="{FF2B5EF4-FFF2-40B4-BE49-F238E27FC236}">
                  <a16:creationId xmlns:a16="http://schemas.microsoft.com/office/drawing/2014/main" id="{57211444-8CCA-45B3-FD7D-1088C4B8A8DD}"/>
                </a:ext>
              </a:extLst>
            </p:cNvPr>
            <p:cNvSpPr>
              <a:spLocks noChangeShapeType="1"/>
            </p:cNvSpPr>
            <p:nvPr/>
          </p:nvSpPr>
          <p:spPr bwMode="auto">
            <a:xfrm>
              <a:off x="1363663" y="4614863"/>
              <a:ext cx="14335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4" name="Line 21">
              <a:extLst>
                <a:ext uri="{FF2B5EF4-FFF2-40B4-BE49-F238E27FC236}">
                  <a16:creationId xmlns:a16="http://schemas.microsoft.com/office/drawing/2014/main" id="{E1042F5C-7C19-25E4-8E54-B715BDECF121}"/>
                </a:ext>
              </a:extLst>
            </p:cNvPr>
            <p:cNvSpPr>
              <a:spLocks noChangeShapeType="1"/>
            </p:cNvSpPr>
            <p:nvPr/>
          </p:nvSpPr>
          <p:spPr bwMode="auto">
            <a:xfrm>
              <a:off x="1376363" y="4319588"/>
              <a:ext cx="1382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5" name="Line 22">
              <a:extLst>
                <a:ext uri="{FF2B5EF4-FFF2-40B4-BE49-F238E27FC236}">
                  <a16:creationId xmlns:a16="http://schemas.microsoft.com/office/drawing/2014/main" id="{071EE09B-3020-B000-6BC1-FF22BE26E82D}"/>
                </a:ext>
              </a:extLst>
            </p:cNvPr>
            <p:cNvSpPr>
              <a:spLocks noChangeShapeType="1"/>
            </p:cNvSpPr>
            <p:nvPr/>
          </p:nvSpPr>
          <p:spPr bwMode="auto">
            <a:xfrm>
              <a:off x="1358900" y="4473575"/>
              <a:ext cx="14827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6" name="Line 23">
              <a:extLst>
                <a:ext uri="{FF2B5EF4-FFF2-40B4-BE49-F238E27FC236}">
                  <a16:creationId xmlns:a16="http://schemas.microsoft.com/office/drawing/2014/main" id="{ECBA10C4-AC07-FB45-FE6F-1C8EC2445973}"/>
                </a:ext>
              </a:extLst>
            </p:cNvPr>
            <p:cNvSpPr>
              <a:spLocks noChangeShapeType="1"/>
            </p:cNvSpPr>
            <p:nvPr/>
          </p:nvSpPr>
          <p:spPr bwMode="auto">
            <a:xfrm>
              <a:off x="1376363" y="4899025"/>
              <a:ext cx="13922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7" name="Line 24">
              <a:extLst>
                <a:ext uri="{FF2B5EF4-FFF2-40B4-BE49-F238E27FC236}">
                  <a16:creationId xmlns:a16="http://schemas.microsoft.com/office/drawing/2014/main" id="{F6737C09-28B9-BC06-0334-7220D0AB8616}"/>
                </a:ext>
              </a:extLst>
            </p:cNvPr>
            <p:cNvSpPr>
              <a:spLocks noChangeShapeType="1"/>
            </p:cNvSpPr>
            <p:nvPr/>
          </p:nvSpPr>
          <p:spPr bwMode="auto">
            <a:xfrm flipV="1">
              <a:off x="2600325" y="3876675"/>
              <a:ext cx="1682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8" name="Line 25">
              <a:extLst>
                <a:ext uri="{FF2B5EF4-FFF2-40B4-BE49-F238E27FC236}">
                  <a16:creationId xmlns:a16="http://schemas.microsoft.com/office/drawing/2014/main" id="{BD49C62E-6077-3487-EF7D-8C3E87EC6F23}"/>
                </a:ext>
              </a:extLst>
            </p:cNvPr>
            <p:cNvSpPr>
              <a:spLocks noChangeShapeType="1"/>
            </p:cNvSpPr>
            <p:nvPr/>
          </p:nvSpPr>
          <p:spPr bwMode="auto">
            <a:xfrm flipV="1">
              <a:off x="2774950" y="3857625"/>
              <a:ext cx="0" cy="4619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59" name="Line 26">
              <a:extLst>
                <a:ext uri="{FF2B5EF4-FFF2-40B4-BE49-F238E27FC236}">
                  <a16:creationId xmlns:a16="http://schemas.microsoft.com/office/drawing/2014/main" id="{E321C325-00A4-9C3F-2EA6-A3FE0E49DACC}"/>
                </a:ext>
              </a:extLst>
            </p:cNvPr>
            <p:cNvSpPr>
              <a:spLocks noChangeShapeType="1"/>
            </p:cNvSpPr>
            <p:nvPr/>
          </p:nvSpPr>
          <p:spPr bwMode="auto">
            <a:xfrm>
              <a:off x="2789238" y="4667250"/>
              <a:ext cx="0" cy="2428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0" name="Text Box 27">
              <a:extLst>
                <a:ext uri="{FF2B5EF4-FFF2-40B4-BE49-F238E27FC236}">
                  <a16:creationId xmlns:a16="http://schemas.microsoft.com/office/drawing/2014/main" id="{DDBAC261-7C66-EA9B-7E73-72803E797DB4}"/>
                </a:ext>
              </a:extLst>
            </p:cNvPr>
            <p:cNvSpPr txBox="1">
              <a:spLocks noChangeArrowheads="1"/>
            </p:cNvSpPr>
            <p:nvPr/>
          </p:nvSpPr>
          <p:spPr bwMode="auto">
            <a:xfrm>
              <a:off x="4918075" y="4402138"/>
              <a:ext cx="6445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solidFill>
                    <a:schemeClr val="bg1"/>
                  </a:solidFill>
                </a:rPr>
                <a:t>D</a:t>
              </a:r>
              <a:endParaRPr lang="ru-RU" altLang="en-US" sz="1000" b="0" u="none">
                <a:solidFill>
                  <a:schemeClr val="bg1"/>
                </a:solidFill>
              </a:endParaRPr>
            </a:p>
          </p:txBody>
        </p:sp>
        <p:sp>
          <p:nvSpPr>
            <p:cNvPr id="35861" name="Text Box 28">
              <a:extLst>
                <a:ext uri="{FF2B5EF4-FFF2-40B4-BE49-F238E27FC236}">
                  <a16:creationId xmlns:a16="http://schemas.microsoft.com/office/drawing/2014/main" id="{46D76C39-8AFD-1974-4E0B-8565EE4AAAC3}"/>
                </a:ext>
              </a:extLst>
            </p:cNvPr>
            <p:cNvSpPr txBox="1">
              <a:spLocks noChangeArrowheads="1"/>
            </p:cNvSpPr>
            <p:nvPr/>
          </p:nvSpPr>
          <p:spPr bwMode="auto">
            <a:xfrm>
              <a:off x="5011738" y="4711700"/>
              <a:ext cx="6461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solidFill>
                    <a:schemeClr val="bg1"/>
                  </a:solidFill>
                </a:rPr>
                <a:t>CLK</a:t>
              </a:r>
              <a:endParaRPr lang="ru-RU" altLang="en-US" sz="1000" b="0" u="none">
                <a:solidFill>
                  <a:schemeClr val="bg1"/>
                </a:solidFill>
              </a:endParaRPr>
            </a:p>
          </p:txBody>
        </p:sp>
        <p:sp>
          <p:nvSpPr>
            <p:cNvPr id="35862" name="Line 29">
              <a:extLst>
                <a:ext uri="{FF2B5EF4-FFF2-40B4-BE49-F238E27FC236}">
                  <a16:creationId xmlns:a16="http://schemas.microsoft.com/office/drawing/2014/main" id="{C78AF755-122E-1061-FECC-ECBBDCDB9B3E}"/>
                </a:ext>
              </a:extLst>
            </p:cNvPr>
            <p:cNvSpPr>
              <a:spLocks noChangeShapeType="1"/>
            </p:cNvSpPr>
            <p:nvPr/>
          </p:nvSpPr>
          <p:spPr bwMode="auto">
            <a:xfrm>
              <a:off x="5656263" y="4503738"/>
              <a:ext cx="6699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3" name="AutoShape 30">
              <a:extLst>
                <a:ext uri="{FF2B5EF4-FFF2-40B4-BE49-F238E27FC236}">
                  <a16:creationId xmlns:a16="http://schemas.microsoft.com/office/drawing/2014/main" id="{D71F73C1-1908-02EA-7A04-F384B036A139}"/>
                </a:ext>
              </a:extLst>
            </p:cNvPr>
            <p:cNvSpPr>
              <a:spLocks noChangeArrowheads="1"/>
            </p:cNvSpPr>
            <p:nvPr/>
          </p:nvSpPr>
          <p:spPr bwMode="auto">
            <a:xfrm rot="5435204">
              <a:off x="5291932" y="2536031"/>
              <a:ext cx="228600" cy="255587"/>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864" name="Oval 31">
              <a:extLst>
                <a:ext uri="{FF2B5EF4-FFF2-40B4-BE49-F238E27FC236}">
                  <a16:creationId xmlns:a16="http://schemas.microsoft.com/office/drawing/2014/main" id="{69852B10-4008-5230-0EB7-9A8134B94F76}"/>
                </a:ext>
              </a:extLst>
            </p:cNvPr>
            <p:cNvSpPr>
              <a:spLocks noChangeArrowheads="1"/>
            </p:cNvSpPr>
            <p:nvPr/>
          </p:nvSpPr>
          <p:spPr bwMode="auto">
            <a:xfrm>
              <a:off x="5513388" y="2630488"/>
              <a:ext cx="101600" cy="76200"/>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865" name="Line 32">
              <a:extLst>
                <a:ext uri="{FF2B5EF4-FFF2-40B4-BE49-F238E27FC236}">
                  <a16:creationId xmlns:a16="http://schemas.microsoft.com/office/drawing/2014/main" id="{FE36E88E-C68B-B83B-8E63-DB4A2084086E}"/>
                </a:ext>
              </a:extLst>
            </p:cNvPr>
            <p:cNvSpPr>
              <a:spLocks noChangeShapeType="1"/>
            </p:cNvSpPr>
            <p:nvPr/>
          </p:nvSpPr>
          <p:spPr bwMode="auto">
            <a:xfrm flipV="1">
              <a:off x="4576763" y="4071938"/>
              <a:ext cx="0" cy="447675"/>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866" name="Line 33">
              <a:extLst>
                <a:ext uri="{FF2B5EF4-FFF2-40B4-BE49-F238E27FC236}">
                  <a16:creationId xmlns:a16="http://schemas.microsoft.com/office/drawing/2014/main" id="{441B5ADD-AED5-61E3-AD17-DA15C1E94D91}"/>
                </a:ext>
              </a:extLst>
            </p:cNvPr>
            <p:cNvSpPr>
              <a:spLocks noChangeShapeType="1"/>
            </p:cNvSpPr>
            <p:nvPr/>
          </p:nvSpPr>
          <p:spPr bwMode="auto">
            <a:xfrm>
              <a:off x="2890838" y="2671763"/>
              <a:ext cx="23955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67" name="AutoShape 34">
              <a:extLst>
                <a:ext uri="{FF2B5EF4-FFF2-40B4-BE49-F238E27FC236}">
                  <a16:creationId xmlns:a16="http://schemas.microsoft.com/office/drawing/2014/main" id="{84020883-E9DB-984C-0C02-3CA725060456}"/>
                </a:ext>
              </a:extLst>
            </p:cNvPr>
            <p:cNvSpPr>
              <a:spLocks noChangeArrowheads="1"/>
            </p:cNvSpPr>
            <p:nvPr/>
          </p:nvSpPr>
          <p:spPr bwMode="auto">
            <a:xfrm rot="-5400000">
              <a:off x="4516438" y="1609725"/>
              <a:ext cx="971550" cy="64452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35868" name="Line 35">
              <a:extLst>
                <a:ext uri="{FF2B5EF4-FFF2-40B4-BE49-F238E27FC236}">
                  <a16:creationId xmlns:a16="http://schemas.microsoft.com/office/drawing/2014/main" id="{39D79551-F68B-7E1E-D3D9-6C9D663F06E1}"/>
                </a:ext>
              </a:extLst>
            </p:cNvPr>
            <p:cNvSpPr>
              <a:spLocks noChangeShapeType="1"/>
            </p:cNvSpPr>
            <p:nvPr/>
          </p:nvSpPr>
          <p:spPr bwMode="auto">
            <a:xfrm flipV="1">
              <a:off x="4346575" y="3432175"/>
              <a:ext cx="0" cy="2755900"/>
            </a:xfrm>
            <a:prstGeom prst="line">
              <a:avLst/>
            </a:prstGeom>
            <a:noFill/>
            <a:ln w="22225">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35869" name="Oval 36">
              <a:extLst>
                <a:ext uri="{FF2B5EF4-FFF2-40B4-BE49-F238E27FC236}">
                  <a16:creationId xmlns:a16="http://schemas.microsoft.com/office/drawing/2014/main" id="{006CF7F2-6921-CEF1-6348-9CE0EB9F4457}"/>
                </a:ext>
              </a:extLst>
            </p:cNvPr>
            <p:cNvSpPr>
              <a:spLocks noChangeArrowheads="1"/>
            </p:cNvSpPr>
            <p:nvPr/>
          </p:nvSpPr>
          <p:spPr bwMode="auto">
            <a:xfrm>
              <a:off x="5680075" y="4826000"/>
              <a:ext cx="112713" cy="84138"/>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870" name="Line 37">
              <a:extLst>
                <a:ext uri="{FF2B5EF4-FFF2-40B4-BE49-F238E27FC236}">
                  <a16:creationId xmlns:a16="http://schemas.microsoft.com/office/drawing/2014/main" id="{54C58424-C7DE-A62A-70B8-73B71B19F8F3}"/>
                </a:ext>
              </a:extLst>
            </p:cNvPr>
            <p:cNvSpPr>
              <a:spLocks noChangeShapeType="1"/>
            </p:cNvSpPr>
            <p:nvPr/>
          </p:nvSpPr>
          <p:spPr bwMode="auto">
            <a:xfrm>
              <a:off x="4572000" y="4078288"/>
              <a:ext cx="17589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1" name="Line 38">
              <a:extLst>
                <a:ext uri="{FF2B5EF4-FFF2-40B4-BE49-F238E27FC236}">
                  <a16:creationId xmlns:a16="http://schemas.microsoft.com/office/drawing/2014/main" id="{09D7FC14-FA7F-F88A-99F3-D0B73B3D76BB}"/>
                </a:ext>
              </a:extLst>
            </p:cNvPr>
            <p:cNvSpPr>
              <a:spLocks noChangeShapeType="1"/>
            </p:cNvSpPr>
            <p:nvPr/>
          </p:nvSpPr>
          <p:spPr bwMode="auto">
            <a:xfrm>
              <a:off x="5799138" y="4857750"/>
              <a:ext cx="330200" cy="0"/>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35872" name="Line 39">
              <a:extLst>
                <a:ext uri="{FF2B5EF4-FFF2-40B4-BE49-F238E27FC236}">
                  <a16:creationId xmlns:a16="http://schemas.microsoft.com/office/drawing/2014/main" id="{620A3C58-BF42-CCD1-5E46-A00770C82DCC}"/>
                </a:ext>
              </a:extLst>
            </p:cNvPr>
            <p:cNvSpPr>
              <a:spLocks noChangeShapeType="1"/>
            </p:cNvSpPr>
            <p:nvPr/>
          </p:nvSpPr>
          <p:spPr bwMode="auto">
            <a:xfrm flipH="1" flipV="1">
              <a:off x="6145213" y="4857750"/>
              <a:ext cx="0" cy="6889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3" name="Line 40">
              <a:extLst>
                <a:ext uri="{FF2B5EF4-FFF2-40B4-BE49-F238E27FC236}">
                  <a16:creationId xmlns:a16="http://schemas.microsoft.com/office/drawing/2014/main" id="{C7263313-8003-65CA-8CD8-B31F4BCAC530}"/>
                </a:ext>
              </a:extLst>
            </p:cNvPr>
            <p:cNvSpPr>
              <a:spLocks noChangeShapeType="1"/>
            </p:cNvSpPr>
            <p:nvPr/>
          </p:nvSpPr>
          <p:spPr bwMode="auto">
            <a:xfrm>
              <a:off x="6823075" y="4291013"/>
              <a:ext cx="3921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4" name="AutoShape 41">
              <a:extLst>
                <a:ext uri="{FF2B5EF4-FFF2-40B4-BE49-F238E27FC236}">
                  <a16:creationId xmlns:a16="http://schemas.microsoft.com/office/drawing/2014/main" id="{E7D5847E-691D-F86D-4EDF-8E945D9A9E75}"/>
                </a:ext>
              </a:extLst>
            </p:cNvPr>
            <p:cNvSpPr>
              <a:spLocks noChangeArrowheads="1"/>
            </p:cNvSpPr>
            <p:nvPr/>
          </p:nvSpPr>
          <p:spPr bwMode="auto">
            <a:xfrm rot="-5400000">
              <a:off x="6189663" y="4021137"/>
              <a:ext cx="782638" cy="49371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35875" name="Line 42">
              <a:extLst>
                <a:ext uri="{FF2B5EF4-FFF2-40B4-BE49-F238E27FC236}">
                  <a16:creationId xmlns:a16="http://schemas.microsoft.com/office/drawing/2014/main" id="{DA8ACBCC-0C50-6A65-4514-D40B91708EA4}"/>
                </a:ext>
              </a:extLst>
            </p:cNvPr>
            <p:cNvSpPr>
              <a:spLocks noChangeShapeType="1"/>
            </p:cNvSpPr>
            <p:nvPr/>
          </p:nvSpPr>
          <p:spPr bwMode="auto">
            <a:xfrm flipH="1">
              <a:off x="5653088" y="5559425"/>
              <a:ext cx="4826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6" name="Line 43">
              <a:extLst>
                <a:ext uri="{FF2B5EF4-FFF2-40B4-BE49-F238E27FC236}">
                  <a16:creationId xmlns:a16="http://schemas.microsoft.com/office/drawing/2014/main" id="{A447F34E-C03E-910C-5B97-55511053630A}"/>
                </a:ext>
              </a:extLst>
            </p:cNvPr>
            <p:cNvSpPr>
              <a:spLocks noChangeShapeType="1"/>
            </p:cNvSpPr>
            <p:nvPr/>
          </p:nvSpPr>
          <p:spPr bwMode="auto">
            <a:xfrm>
              <a:off x="5653088" y="5772150"/>
              <a:ext cx="20986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77" name="Text Box 44">
              <a:extLst>
                <a:ext uri="{FF2B5EF4-FFF2-40B4-BE49-F238E27FC236}">
                  <a16:creationId xmlns:a16="http://schemas.microsoft.com/office/drawing/2014/main" id="{C1DC07DC-F6D6-C119-A640-9A41147E71B9}"/>
                </a:ext>
              </a:extLst>
            </p:cNvPr>
            <p:cNvSpPr txBox="1">
              <a:spLocks noChangeArrowheads="1"/>
            </p:cNvSpPr>
            <p:nvPr/>
          </p:nvSpPr>
          <p:spPr bwMode="auto">
            <a:xfrm>
              <a:off x="4640263" y="1901825"/>
              <a:ext cx="55245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solidFill>
                    <a:schemeClr val="bg1"/>
                  </a:solidFill>
                </a:rPr>
                <a:t>10</a:t>
              </a:r>
              <a:endParaRPr lang="ru-RU" altLang="en-US" sz="1000" b="0" u="none">
                <a:solidFill>
                  <a:schemeClr val="bg1"/>
                </a:solidFill>
              </a:endParaRPr>
            </a:p>
          </p:txBody>
        </p:sp>
        <p:sp>
          <p:nvSpPr>
            <p:cNvPr id="35878" name="Text Box 45">
              <a:extLst>
                <a:ext uri="{FF2B5EF4-FFF2-40B4-BE49-F238E27FC236}">
                  <a16:creationId xmlns:a16="http://schemas.microsoft.com/office/drawing/2014/main" id="{BCD26A15-2A8A-AA1B-9630-09C9069ACB04}"/>
                </a:ext>
              </a:extLst>
            </p:cNvPr>
            <p:cNvSpPr txBox="1">
              <a:spLocks noChangeArrowheads="1"/>
            </p:cNvSpPr>
            <p:nvPr/>
          </p:nvSpPr>
          <p:spPr bwMode="auto">
            <a:xfrm>
              <a:off x="4654550" y="1514475"/>
              <a:ext cx="5651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solidFill>
                    <a:schemeClr val="bg1"/>
                  </a:solidFill>
                </a:rPr>
                <a:t>00</a:t>
              </a:r>
              <a:endParaRPr lang="ru-RU" altLang="en-US" sz="1000" b="0" u="none">
                <a:solidFill>
                  <a:schemeClr val="bg1"/>
                </a:solidFill>
              </a:endParaRPr>
            </a:p>
          </p:txBody>
        </p:sp>
        <p:sp>
          <p:nvSpPr>
            <p:cNvPr id="35879" name="AutoShape 46">
              <a:extLst>
                <a:ext uri="{FF2B5EF4-FFF2-40B4-BE49-F238E27FC236}">
                  <a16:creationId xmlns:a16="http://schemas.microsoft.com/office/drawing/2014/main" id="{E7DD1D7A-4591-D9C3-B313-988E8F06E6AD}"/>
                </a:ext>
              </a:extLst>
            </p:cNvPr>
            <p:cNvSpPr>
              <a:spLocks noChangeArrowheads="1"/>
            </p:cNvSpPr>
            <p:nvPr/>
          </p:nvSpPr>
          <p:spPr bwMode="auto">
            <a:xfrm rot="-5400000">
              <a:off x="3294857" y="5615781"/>
              <a:ext cx="273050" cy="236537"/>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880" name="Line 47">
              <a:extLst>
                <a:ext uri="{FF2B5EF4-FFF2-40B4-BE49-F238E27FC236}">
                  <a16:creationId xmlns:a16="http://schemas.microsoft.com/office/drawing/2014/main" id="{0D989637-271E-E2F6-7850-03B6C90EC2FB}"/>
                </a:ext>
              </a:extLst>
            </p:cNvPr>
            <p:cNvSpPr>
              <a:spLocks noChangeShapeType="1"/>
            </p:cNvSpPr>
            <p:nvPr/>
          </p:nvSpPr>
          <p:spPr bwMode="auto">
            <a:xfrm flipV="1">
              <a:off x="3556000" y="5724525"/>
              <a:ext cx="14366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81" name="Oval 48">
              <a:extLst>
                <a:ext uri="{FF2B5EF4-FFF2-40B4-BE49-F238E27FC236}">
                  <a16:creationId xmlns:a16="http://schemas.microsoft.com/office/drawing/2014/main" id="{CC27F5FF-8489-FE30-CE5B-93E418DFFAFB}"/>
                </a:ext>
              </a:extLst>
            </p:cNvPr>
            <p:cNvSpPr>
              <a:spLocks noChangeArrowheads="1"/>
            </p:cNvSpPr>
            <p:nvPr/>
          </p:nvSpPr>
          <p:spPr bwMode="auto">
            <a:xfrm>
              <a:off x="3340100" y="5780088"/>
              <a:ext cx="101600" cy="76200"/>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882" name="Line 49">
              <a:extLst>
                <a:ext uri="{FF2B5EF4-FFF2-40B4-BE49-F238E27FC236}">
                  <a16:creationId xmlns:a16="http://schemas.microsoft.com/office/drawing/2014/main" id="{589DD69F-F5E0-4322-A7D0-790D3DAEE8C3}"/>
                </a:ext>
              </a:extLst>
            </p:cNvPr>
            <p:cNvSpPr>
              <a:spLocks noChangeShapeType="1"/>
            </p:cNvSpPr>
            <p:nvPr/>
          </p:nvSpPr>
          <p:spPr bwMode="auto">
            <a:xfrm>
              <a:off x="1425575" y="5664200"/>
              <a:ext cx="19716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83" name="Line 50">
              <a:extLst>
                <a:ext uri="{FF2B5EF4-FFF2-40B4-BE49-F238E27FC236}">
                  <a16:creationId xmlns:a16="http://schemas.microsoft.com/office/drawing/2014/main" id="{75C59E30-0A4B-A5CA-7548-0D5F10F02EA6}"/>
                </a:ext>
              </a:extLst>
            </p:cNvPr>
            <p:cNvSpPr>
              <a:spLocks noChangeShapeType="1"/>
            </p:cNvSpPr>
            <p:nvPr/>
          </p:nvSpPr>
          <p:spPr bwMode="auto">
            <a:xfrm flipV="1">
              <a:off x="1425575" y="5816600"/>
              <a:ext cx="1890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84" name="AutoShape 51">
              <a:extLst>
                <a:ext uri="{FF2B5EF4-FFF2-40B4-BE49-F238E27FC236}">
                  <a16:creationId xmlns:a16="http://schemas.microsoft.com/office/drawing/2014/main" id="{B2A416AA-DA0C-8D42-2150-A3D0A01856F6}"/>
                </a:ext>
              </a:extLst>
            </p:cNvPr>
            <p:cNvSpPr>
              <a:spLocks noChangeArrowheads="1"/>
            </p:cNvSpPr>
            <p:nvPr/>
          </p:nvSpPr>
          <p:spPr bwMode="auto">
            <a:xfrm rot="5435204">
              <a:off x="7215982" y="4171156"/>
              <a:ext cx="273050" cy="236537"/>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885" name="Oval 52">
              <a:extLst>
                <a:ext uri="{FF2B5EF4-FFF2-40B4-BE49-F238E27FC236}">
                  <a16:creationId xmlns:a16="http://schemas.microsoft.com/office/drawing/2014/main" id="{D5EDE8CF-18FB-B393-3C13-CFFAA6772516}"/>
                </a:ext>
              </a:extLst>
            </p:cNvPr>
            <p:cNvSpPr>
              <a:spLocks noChangeArrowheads="1"/>
            </p:cNvSpPr>
            <p:nvPr/>
          </p:nvSpPr>
          <p:spPr bwMode="auto">
            <a:xfrm>
              <a:off x="7470775" y="4256088"/>
              <a:ext cx="101600" cy="76200"/>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886" name="Line 53">
              <a:extLst>
                <a:ext uri="{FF2B5EF4-FFF2-40B4-BE49-F238E27FC236}">
                  <a16:creationId xmlns:a16="http://schemas.microsoft.com/office/drawing/2014/main" id="{B36908D0-795A-F828-4CF3-7C5D74F7D4BF}"/>
                </a:ext>
              </a:extLst>
            </p:cNvPr>
            <p:cNvSpPr>
              <a:spLocks noChangeShapeType="1"/>
            </p:cNvSpPr>
            <p:nvPr/>
          </p:nvSpPr>
          <p:spPr bwMode="auto">
            <a:xfrm flipV="1">
              <a:off x="7373938" y="1925638"/>
              <a:ext cx="9525" cy="22971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87" name="Line 54">
              <a:extLst>
                <a:ext uri="{FF2B5EF4-FFF2-40B4-BE49-F238E27FC236}">
                  <a16:creationId xmlns:a16="http://schemas.microsoft.com/office/drawing/2014/main" id="{B585B85B-1329-E9D7-CDCD-1BE93D2332A8}"/>
                </a:ext>
              </a:extLst>
            </p:cNvPr>
            <p:cNvSpPr>
              <a:spLocks noChangeShapeType="1"/>
            </p:cNvSpPr>
            <p:nvPr/>
          </p:nvSpPr>
          <p:spPr bwMode="auto">
            <a:xfrm>
              <a:off x="7589838" y="4291013"/>
              <a:ext cx="4159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88" name="Line 55">
              <a:extLst>
                <a:ext uri="{FF2B5EF4-FFF2-40B4-BE49-F238E27FC236}">
                  <a16:creationId xmlns:a16="http://schemas.microsoft.com/office/drawing/2014/main" id="{4D16A3A6-A19E-D138-ABE7-4D33AFB7E04C}"/>
                </a:ext>
              </a:extLst>
            </p:cNvPr>
            <p:cNvSpPr>
              <a:spLocks noChangeShapeType="1"/>
            </p:cNvSpPr>
            <p:nvPr/>
          </p:nvSpPr>
          <p:spPr bwMode="auto">
            <a:xfrm flipV="1">
              <a:off x="7750175" y="4291013"/>
              <a:ext cx="0" cy="1481137"/>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35889" name="Line 56">
              <a:extLst>
                <a:ext uri="{FF2B5EF4-FFF2-40B4-BE49-F238E27FC236}">
                  <a16:creationId xmlns:a16="http://schemas.microsoft.com/office/drawing/2014/main" id="{65989536-D5A3-128E-DBC0-B6F9857E4D0C}"/>
                </a:ext>
              </a:extLst>
            </p:cNvPr>
            <p:cNvSpPr>
              <a:spLocks noChangeShapeType="1"/>
            </p:cNvSpPr>
            <p:nvPr/>
          </p:nvSpPr>
          <p:spPr bwMode="auto">
            <a:xfrm>
              <a:off x="7745413" y="3328988"/>
              <a:ext cx="0" cy="949325"/>
            </a:xfrm>
            <a:prstGeom prst="line">
              <a:avLst/>
            </a:prstGeom>
            <a:noFill/>
            <a:ln w="222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35890" name="Line 57">
              <a:extLst>
                <a:ext uri="{FF2B5EF4-FFF2-40B4-BE49-F238E27FC236}">
                  <a16:creationId xmlns:a16="http://schemas.microsoft.com/office/drawing/2014/main" id="{8DAB1022-0D2E-6479-B2D3-5E67B70E9440}"/>
                </a:ext>
              </a:extLst>
            </p:cNvPr>
            <p:cNvSpPr>
              <a:spLocks noChangeShapeType="1"/>
            </p:cNvSpPr>
            <p:nvPr/>
          </p:nvSpPr>
          <p:spPr bwMode="auto">
            <a:xfrm flipV="1">
              <a:off x="5222875" y="5972175"/>
              <a:ext cx="0" cy="2841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91" name="Text Box 58">
              <a:extLst>
                <a:ext uri="{FF2B5EF4-FFF2-40B4-BE49-F238E27FC236}">
                  <a16:creationId xmlns:a16="http://schemas.microsoft.com/office/drawing/2014/main" id="{DF86E234-E48C-116C-0275-5885ACBCC71E}"/>
                </a:ext>
              </a:extLst>
            </p:cNvPr>
            <p:cNvSpPr txBox="1">
              <a:spLocks noChangeArrowheads="1"/>
            </p:cNvSpPr>
            <p:nvPr/>
          </p:nvSpPr>
          <p:spPr bwMode="auto">
            <a:xfrm>
              <a:off x="8047038" y="4138613"/>
              <a:ext cx="8683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t>Input/</a:t>
              </a:r>
            </a:p>
            <a:p>
              <a:pPr eaLnBrk="1" hangingPunct="1"/>
              <a:r>
                <a:rPr lang="en-US" altLang="en-US" sz="1000" b="0" u="none"/>
                <a:t>Output</a:t>
              </a:r>
              <a:endParaRPr lang="ru-RU" altLang="en-US" sz="1000" b="0" u="none"/>
            </a:p>
          </p:txBody>
        </p:sp>
        <p:grpSp>
          <p:nvGrpSpPr>
            <p:cNvPr id="35892" name="Group 59">
              <a:extLst>
                <a:ext uri="{FF2B5EF4-FFF2-40B4-BE49-F238E27FC236}">
                  <a16:creationId xmlns:a16="http://schemas.microsoft.com/office/drawing/2014/main" id="{497DC856-34F5-F6EC-BBED-7725C06AC177}"/>
                </a:ext>
              </a:extLst>
            </p:cNvPr>
            <p:cNvGrpSpPr>
              <a:grpSpLocks/>
            </p:cNvGrpSpPr>
            <p:nvPr/>
          </p:nvGrpSpPr>
          <p:grpSpPr bwMode="auto">
            <a:xfrm rot="10642585">
              <a:off x="2533650" y="2587625"/>
              <a:ext cx="366713" cy="327025"/>
              <a:chOff x="3615" y="11343"/>
              <a:chExt cx="419" cy="525"/>
            </a:xfrm>
          </p:grpSpPr>
          <p:sp>
            <p:nvSpPr>
              <p:cNvPr id="35959" name="Arc 60">
                <a:extLst>
                  <a:ext uri="{FF2B5EF4-FFF2-40B4-BE49-F238E27FC236}">
                    <a16:creationId xmlns:a16="http://schemas.microsoft.com/office/drawing/2014/main" id="{FF4F6FE2-DE9E-244C-AD7F-73BAA9EFCB66}"/>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5960" name="Line 61">
                <a:extLst>
                  <a:ext uri="{FF2B5EF4-FFF2-40B4-BE49-F238E27FC236}">
                    <a16:creationId xmlns:a16="http://schemas.microsoft.com/office/drawing/2014/main" id="{5D617EA8-2E9B-1952-89D1-3505D863425D}"/>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61" name="Line 62">
                <a:extLst>
                  <a:ext uri="{FF2B5EF4-FFF2-40B4-BE49-F238E27FC236}">
                    <a16:creationId xmlns:a16="http://schemas.microsoft.com/office/drawing/2014/main" id="{708E8675-07ED-0162-4F0B-4455EDBE91C9}"/>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62" name="Line 63">
                <a:extLst>
                  <a:ext uri="{FF2B5EF4-FFF2-40B4-BE49-F238E27FC236}">
                    <a16:creationId xmlns:a16="http://schemas.microsoft.com/office/drawing/2014/main" id="{9C6A9BD5-0A2C-90B0-78F3-62D2BBE0780F}"/>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5893" name="Text Box 64">
              <a:extLst>
                <a:ext uri="{FF2B5EF4-FFF2-40B4-BE49-F238E27FC236}">
                  <a16:creationId xmlns:a16="http://schemas.microsoft.com/office/drawing/2014/main" id="{8DBD30F4-46FE-6218-9E0A-C58AC9A216A2}"/>
                </a:ext>
              </a:extLst>
            </p:cNvPr>
            <p:cNvSpPr txBox="1">
              <a:spLocks noChangeArrowheads="1"/>
            </p:cNvSpPr>
            <p:nvPr/>
          </p:nvSpPr>
          <p:spPr bwMode="auto">
            <a:xfrm>
              <a:off x="4662488" y="1712913"/>
              <a:ext cx="565150"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dirty="0">
                  <a:solidFill>
                    <a:schemeClr val="bg1"/>
                  </a:solidFill>
                </a:rPr>
                <a:t>01</a:t>
              </a:r>
              <a:endParaRPr lang="ru-RU" altLang="en-US" sz="1000" b="0" u="none" dirty="0">
                <a:solidFill>
                  <a:schemeClr val="bg1"/>
                </a:solidFill>
              </a:endParaRPr>
            </a:p>
          </p:txBody>
        </p:sp>
        <p:sp>
          <p:nvSpPr>
            <p:cNvPr id="35894" name="Text Box 65">
              <a:extLst>
                <a:ext uri="{FF2B5EF4-FFF2-40B4-BE49-F238E27FC236}">
                  <a16:creationId xmlns:a16="http://schemas.microsoft.com/office/drawing/2014/main" id="{BFE87449-DA65-6EC7-1CB2-145E5CE8031F}"/>
                </a:ext>
              </a:extLst>
            </p:cNvPr>
            <p:cNvSpPr txBox="1">
              <a:spLocks noChangeArrowheads="1"/>
            </p:cNvSpPr>
            <p:nvPr/>
          </p:nvSpPr>
          <p:spPr bwMode="auto">
            <a:xfrm>
              <a:off x="4649788" y="2124075"/>
              <a:ext cx="5508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solidFill>
                    <a:schemeClr val="bg1"/>
                  </a:solidFill>
                </a:rPr>
                <a:t>11</a:t>
              </a:r>
              <a:endParaRPr lang="ru-RU" altLang="en-US" sz="1000" b="0" u="none">
                <a:solidFill>
                  <a:schemeClr val="bg1"/>
                </a:solidFill>
              </a:endParaRPr>
            </a:p>
          </p:txBody>
        </p:sp>
        <p:sp>
          <p:nvSpPr>
            <p:cNvPr id="35895" name="Line 66">
              <a:extLst>
                <a:ext uri="{FF2B5EF4-FFF2-40B4-BE49-F238E27FC236}">
                  <a16:creationId xmlns:a16="http://schemas.microsoft.com/office/drawing/2014/main" id="{A1EE93FA-A416-9EA9-CB15-E10A1772C04F}"/>
                </a:ext>
              </a:extLst>
            </p:cNvPr>
            <p:cNvSpPr>
              <a:spLocks noChangeShapeType="1"/>
            </p:cNvSpPr>
            <p:nvPr/>
          </p:nvSpPr>
          <p:spPr bwMode="auto">
            <a:xfrm>
              <a:off x="4356100" y="1658938"/>
              <a:ext cx="3238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96" name="Text Box 67">
              <a:extLst>
                <a:ext uri="{FF2B5EF4-FFF2-40B4-BE49-F238E27FC236}">
                  <a16:creationId xmlns:a16="http://schemas.microsoft.com/office/drawing/2014/main" id="{CC776779-2CC4-8E18-92A4-650D3AAEF00E}"/>
                </a:ext>
              </a:extLst>
            </p:cNvPr>
            <p:cNvSpPr txBox="1">
              <a:spLocks noChangeArrowheads="1"/>
            </p:cNvSpPr>
            <p:nvPr/>
          </p:nvSpPr>
          <p:spPr bwMode="auto">
            <a:xfrm>
              <a:off x="3962400" y="1446213"/>
              <a:ext cx="550863"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t>V</a:t>
              </a:r>
              <a:r>
                <a:rPr lang="en-US" altLang="en-US" sz="1000" b="0" u="none" baseline="-25000"/>
                <a:t>CC</a:t>
              </a:r>
              <a:endParaRPr lang="ru-RU" altLang="en-US" sz="1000" b="0" u="none"/>
            </a:p>
          </p:txBody>
        </p:sp>
        <p:sp>
          <p:nvSpPr>
            <p:cNvPr id="35897" name="Line 68">
              <a:extLst>
                <a:ext uri="{FF2B5EF4-FFF2-40B4-BE49-F238E27FC236}">
                  <a16:creationId xmlns:a16="http://schemas.microsoft.com/office/drawing/2014/main" id="{7F8FCFFE-1A7B-0CEE-82A5-AE1BDD92F513}"/>
                </a:ext>
              </a:extLst>
            </p:cNvPr>
            <p:cNvSpPr>
              <a:spLocks noChangeShapeType="1"/>
            </p:cNvSpPr>
            <p:nvPr/>
          </p:nvSpPr>
          <p:spPr bwMode="auto">
            <a:xfrm>
              <a:off x="4356100" y="1809750"/>
              <a:ext cx="3238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98" name="Line 69">
              <a:extLst>
                <a:ext uri="{FF2B5EF4-FFF2-40B4-BE49-F238E27FC236}">
                  <a16:creationId xmlns:a16="http://schemas.microsoft.com/office/drawing/2014/main" id="{CF3BB896-C516-A15F-B957-CB0D68003AE7}"/>
                </a:ext>
              </a:extLst>
            </p:cNvPr>
            <p:cNvSpPr>
              <a:spLocks noChangeShapeType="1"/>
            </p:cNvSpPr>
            <p:nvPr/>
          </p:nvSpPr>
          <p:spPr bwMode="auto">
            <a:xfrm flipH="1" flipV="1">
              <a:off x="3960813" y="2006600"/>
              <a:ext cx="6858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899" name="AutoShape 70">
              <a:extLst>
                <a:ext uri="{FF2B5EF4-FFF2-40B4-BE49-F238E27FC236}">
                  <a16:creationId xmlns:a16="http://schemas.microsoft.com/office/drawing/2014/main" id="{309F4BDA-DCB2-304F-30E8-2F92D3A70845}"/>
                </a:ext>
              </a:extLst>
            </p:cNvPr>
            <p:cNvSpPr>
              <a:spLocks noChangeArrowheads="1"/>
            </p:cNvSpPr>
            <p:nvPr/>
          </p:nvSpPr>
          <p:spPr bwMode="auto">
            <a:xfrm rot="10800000">
              <a:off x="4276725" y="1890713"/>
              <a:ext cx="160338" cy="65087"/>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900" name="Line 71">
              <a:extLst>
                <a:ext uri="{FF2B5EF4-FFF2-40B4-BE49-F238E27FC236}">
                  <a16:creationId xmlns:a16="http://schemas.microsoft.com/office/drawing/2014/main" id="{CD6B50C2-57EC-6143-3346-FACD0D9C66C3}"/>
                </a:ext>
              </a:extLst>
            </p:cNvPr>
            <p:cNvSpPr>
              <a:spLocks noChangeShapeType="1"/>
            </p:cNvSpPr>
            <p:nvPr/>
          </p:nvSpPr>
          <p:spPr bwMode="auto">
            <a:xfrm>
              <a:off x="4356100" y="1809750"/>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01" name="Line 72">
              <a:extLst>
                <a:ext uri="{FF2B5EF4-FFF2-40B4-BE49-F238E27FC236}">
                  <a16:creationId xmlns:a16="http://schemas.microsoft.com/office/drawing/2014/main" id="{BB84C3B3-083B-A0D6-ECFE-C9623B553552}"/>
                </a:ext>
              </a:extLst>
            </p:cNvPr>
            <p:cNvSpPr>
              <a:spLocks noChangeShapeType="1"/>
            </p:cNvSpPr>
            <p:nvPr/>
          </p:nvSpPr>
          <p:spPr bwMode="auto">
            <a:xfrm>
              <a:off x="4356100" y="1808163"/>
              <a:ext cx="0" cy="841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02" name="Line 73">
              <a:extLst>
                <a:ext uri="{FF2B5EF4-FFF2-40B4-BE49-F238E27FC236}">
                  <a16:creationId xmlns:a16="http://schemas.microsoft.com/office/drawing/2014/main" id="{E6DABD28-1AA8-B9F2-0289-0272AFBE2510}"/>
                </a:ext>
              </a:extLst>
            </p:cNvPr>
            <p:cNvSpPr>
              <a:spLocks noChangeShapeType="1"/>
            </p:cNvSpPr>
            <p:nvPr/>
          </p:nvSpPr>
          <p:spPr bwMode="auto">
            <a:xfrm flipH="1">
              <a:off x="1627188" y="2184400"/>
              <a:ext cx="30495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03" name="Line 74">
              <a:extLst>
                <a:ext uri="{FF2B5EF4-FFF2-40B4-BE49-F238E27FC236}">
                  <a16:creationId xmlns:a16="http://schemas.microsoft.com/office/drawing/2014/main" id="{5C9FBE2B-3739-6E79-6854-94C62E1074DD}"/>
                </a:ext>
              </a:extLst>
            </p:cNvPr>
            <p:cNvSpPr>
              <a:spLocks noChangeShapeType="1"/>
            </p:cNvSpPr>
            <p:nvPr/>
          </p:nvSpPr>
          <p:spPr bwMode="auto">
            <a:xfrm>
              <a:off x="5338763" y="1931988"/>
              <a:ext cx="20478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04" name="AutoShape 75">
              <a:extLst>
                <a:ext uri="{FF2B5EF4-FFF2-40B4-BE49-F238E27FC236}">
                  <a16:creationId xmlns:a16="http://schemas.microsoft.com/office/drawing/2014/main" id="{51DE65C7-1F5E-E9A6-6F27-81A5FE300FE9}"/>
                </a:ext>
              </a:extLst>
            </p:cNvPr>
            <p:cNvSpPr>
              <a:spLocks noChangeArrowheads="1"/>
            </p:cNvSpPr>
            <p:nvPr/>
          </p:nvSpPr>
          <p:spPr bwMode="auto">
            <a:xfrm rot="5400000">
              <a:off x="4983956" y="5426869"/>
              <a:ext cx="709613" cy="64452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35905" name="Text Box 76">
              <a:extLst>
                <a:ext uri="{FF2B5EF4-FFF2-40B4-BE49-F238E27FC236}">
                  <a16:creationId xmlns:a16="http://schemas.microsoft.com/office/drawing/2014/main" id="{2110A3D7-6E33-CFA0-EB95-72393D052168}"/>
                </a:ext>
              </a:extLst>
            </p:cNvPr>
            <p:cNvSpPr txBox="1">
              <a:spLocks noChangeArrowheads="1"/>
            </p:cNvSpPr>
            <p:nvPr/>
          </p:nvSpPr>
          <p:spPr bwMode="auto">
            <a:xfrm>
              <a:off x="5486400" y="5105400"/>
              <a:ext cx="7477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t>FMUX</a:t>
              </a:r>
              <a:endParaRPr lang="ru-RU" altLang="en-US" sz="1000" b="0" u="none"/>
            </a:p>
          </p:txBody>
        </p:sp>
        <p:sp>
          <p:nvSpPr>
            <p:cNvPr id="35906" name="Line 77">
              <a:extLst>
                <a:ext uri="{FF2B5EF4-FFF2-40B4-BE49-F238E27FC236}">
                  <a16:creationId xmlns:a16="http://schemas.microsoft.com/office/drawing/2014/main" id="{3A046519-7E14-F165-7D77-3248BCF5DF5A}"/>
                </a:ext>
              </a:extLst>
            </p:cNvPr>
            <p:cNvSpPr>
              <a:spLocks noChangeShapeType="1"/>
            </p:cNvSpPr>
            <p:nvPr/>
          </p:nvSpPr>
          <p:spPr bwMode="auto">
            <a:xfrm>
              <a:off x="5661025" y="5972175"/>
              <a:ext cx="16525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07" name="AutoShape 78">
              <a:extLst>
                <a:ext uri="{FF2B5EF4-FFF2-40B4-BE49-F238E27FC236}">
                  <a16:creationId xmlns:a16="http://schemas.microsoft.com/office/drawing/2014/main" id="{EB2944AC-533C-DB30-FDF3-321591511B93}"/>
                </a:ext>
              </a:extLst>
            </p:cNvPr>
            <p:cNvSpPr>
              <a:spLocks noChangeArrowheads="1"/>
            </p:cNvSpPr>
            <p:nvPr/>
          </p:nvSpPr>
          <p:spPr bwMode="auto">
            <a:xfrm flipH="1">
              <a:off x="3670300" y="4383088"/>
              <a:ext cx="385763" cy="320675"/>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908" name="Arc 79">
              <a:extLst>
                <a:ext uri="{FF2B5EF4-FFF2-40B4-BE49-F238E27FC236}">
                  <a16:creationId xmlns:a16="http://schemas.microsoft.com/office/drawing/2014/main" id="{7D7F6DDE-93FA-4102-382B-DB1288D433B8}"/>
                </a:ext>
              </a:extLst>
            </p:cNvPr>
            <p:cNvSpPr>
              <a:spLocks/>
            </p:cNvSpPr>
            <p:nvPr/>
          </p:nvSpPr>
          <p:spPr bwMode="auto">
            <a:xfrm rot="2524206">
              <a:off x="3429000" y="4432300"/>
              <a:ext cx="268288" cy="24447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909" name="Line 80">
              <a:extLst>
                <a:ext uri="{FF2B5EF4-FFF2-40B4-BE49-F238E27FC236}">
                  <a16:creationId xmlns:a16="http://schemas.microsoft.com/office/drawing/2014/main" id="{C5952E45-8E03-4F08-4B5C-AB05F8CBE0FD}"/>
                </a:ext>
              </a:extLst>
            </p:cNvPr>
            <p:cNvSpPr>
              <a:spLocks noChangeShapeType="1"/>
            </p:cNvSpPr>
            <p:nvPr/>
          </p:nvSpPr>
          <p:spPr bwMode="auto">
            <a:xfrm>
              <a:off x="3267075" y="4483100"/>
              <a:ext cx="3619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10" name="Line 81">
              <a:extLst>
                <a:ext uri="{FF2B5EF4-FFF2-40B4-BE49-F238E27FC236}">
                  <a16:creationId xmlns:a16="http://schemas.microsoft.com/office/drawing/2014/main" id="{6DA7CAC3-4158-E3BE-70BF-7DD71AF08DF6}"/>
                </a:ext>
              </a:extLst>
            </p:cNvPr>
            <p:cNvSpPr>
              <a:spLocks noChangeShapeType="1"/>
            </p:cNvSpPr>
            <p:nvPr/>
          </p:nvSpPr>
          <p:spPr bwMode="auto">
            <a:xfrm>
              <a:off x="3455988" y="4614863"/>
              <a:ext cx="0" cy="2428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11" name="Line 82">
              <a:extLst>
                <a:ext uri="{FF2B5EF4-FFF2-40B4-BE49-F238E27FC236}">
                  <a16:creationId xmlns:a16="http://schemas.microsoft.com/office/drawing/2014/main" id="{BBC55F73-0D46-8505-C2B7-22A21156EC74}"/>
                </a:ext>
              </a:extLst>
            </p:cNvPr>
            <p:cNvSpPr>
              <a:spLocks noChangeShapeType="1"/>
            </p:cNvSpPr>
            <p:nvPr/>
          </p:nvSpPr>
          <p:spPr bwMode="auto">
            <a:xfrm>
              <a:off x="3455988" y="4605338"/>
              <a:ext cx="1619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12" name="AutoShape 83">
              <a:extLst>
                <a:ext uri="{FF2B5EF4-FFF2-40B4-BE49-F238E27FC236}">
                  <a16:creationId xmlns:a16="http://schemas.microsoft.com/office/drawing/2014/main" id="{4414BD67-3D7D-9A50-ECF3-08E211BC8960}"/>
                </a:ext>
              </a:extLst>
            </p:cNvPr>
            <p:cNvSpPr>
              <a:spLocks noChangeArrowheads="1"/>
            </p:cNvSpPr>
            <p:nvPr/>
          </p:nvSpPr>
          <p:spPr bwMode="auto">
            <a:xfrm flipH="1">
              <a:off x="5795963" y="2579688"/>
              <a:ext cx="384175" cy="322262"/>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913" name="Line 84">
              <a:extLst>
                <a:ext uri="{FF2B5EF4-FFF2-40B4-BE49-F238E27FC236}">
                  <a16:creationId xmlns:a16="http://schemas.microsoft.com/office/drawing/2014/main" id="{29F45CDB-FEF3-DE76-5319-9A1996EE23ED}"/>
                </a:ext>
              </a:extLst>
            </p:cNvPr>
            <p:cNvSpPr>
              <a:spLocks noChangeShapeType="1"/>
            </p:cNvSpPr>
            <p:nvPr/>
          </p:nvSpPr>
          <p:spPr bwMode="auto">
            <a:xfrm>
              <a:off x="2905125" y="2833688"/>
              <a:ext cx="29035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14" name="Line 85">
              <a:extLst>
                <a:ext uri="{FF2B5EF4-FFF2-40B4-BE49-F238E27FC236}">
                  <a16:creationId xmlns:a16="http://schemas.microsoft.com/office/drawing/2014/main" id="{7884663F-E334-957B-62F7-306ABDFF0EC1}"/>
                </a:ext>
              </a:extLst>
            </p:cNvPr>
            <p:cNvSpPr>
              <a:spLocks noChangeShapeType="1"/>
            </p:cNvSpPr>
            <p:nvPr/>
          </p:nvSpPr>
          <p:spPr bwMode="auto">
            <a:xfrm>
              <a:off x="5634038" y="2671763"/>
              <a:ext cx="1619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15" name="Line 86">
              <a:extLst>
                <a:ext uri="{FF2B5EF4-FFF2-40B4-BE49-F238E27FC236}">
                  <a16:creationId xmlns:a16="http://schemas.microsoft.com/office/drawing/2014/main" id="{E1069667-0637-3298-FBAE-B2F5B5832572}"/>
                </a:ext>
              </a:extLst>
            </p:cNvPr>
            <p:cNvSpPr>
              <a:spLocks noChangeShapeType="1"/>
            </p:cNvSpPr>
            <p:nvPr/>
          </p:nvSpPr>
          <p:spPr bwMode="auto">
            <a:xfrm flipV="1">
              <a:off x="6589713" y="2741613"/>
              <a:ext cx="0" cy="12255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16" name="Line 87">
              <a:extLst>
                <a:ext uri="{FF2B5EF4-FFF2-40B4-BE49-F238E27FC236}">
                  <a16:creationId xmlns:a16="http://schemas.microsoft.com/office/drawing/2014/main" id="{FFEF1112-D8E6-B86B-C2E4-FBB336EEA318}"/>
                </a:ext>
              </a:extLst>
            </p:cNvPr>
            <p:cNvSpPr>
              <a:spLocks noChangeShapeType="1"/>
            </p:cNvSpPr>
            <p:nvPr/>
          </p:nvSpPr>
          <p:spPr bwMode="auto">
            <a:xfrm flipH="1">
              <a:off x="6292850" y="2741613"/>
              <a:ext cx="2746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17" name="Oval 88">
              <a:extLst>
                <a:ext uri="{FF2B5EF4-FFF2-40B4-BE49-F238E27FC236}">
                  <a16:creationId xmlns:a16="http://schemas.microsoft.com/office/drawing/2014/main" id="{E7B30E65-BDA6-473F-7339-64271145B42C}"/>
                </a:ext>
              </a:extLst>
            </p:cNvPr>
            <p:cNvSpPr>
              <a:spLocks noChangeArrowheads="1"/>
            </p:cNvSpPr>
            <p:nvPr/>
          </p:nvSpPr>
          <p:spPr bwMode="auto">
            <a:xfrm>
              <a:off x="6172200" y="2711450"/>
              <a:ext cx="101600" cy="76200"/>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918" name="Oval 89">
              <a:extLst>
                <a:ext uri="{FF2B5EF4-FFF2-40B4-BE49-F238E27FC236}">
                  <a16:creationId xmlns:a16="http://schemas.microsoft.com/office/drawing/2014/main" id="{3E3894E3-7B2D-D107-03B3-4D9975148BA1}"/>
                </a:ext>
              </a:extLst>
            </p:cNvPr>
            <p:cNvSpPr>
              <a:spLocks noChangeArrowheads="1"/>
            </p:cNvSpPr>
            <p:nvPr/>
          </p:nvSpPr>
          <p:spPr bwMode="auto">
            <a:xfrm>
              <a:off x="2433638" y="2701925"/>
              <a:ext cx="101600" cy="76200"/>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919" name="AutoShape 90">
              <a:extLst>
                <a:ext uri="{FF2B5EF4-FFF2-40B4-BE49-F238E27FC236}">
                  <a16:creationId xmlns:a16="http://schemas.microsoft.com/office/drawing/2014/main" id="{82FA5250-3EA2-7B94-B372-73E1EB4EED57}"/>
                </a:ext>
              </a:extLst>
            </p:cNvPr>
            <p:cNvSpPr>
              <a:spLocks noChangeArrowheads="1"/>
            </p:cNvSpPr>
            <p:nvPr/>
          </p:nvSpPr>
          <p:spPr bwMode="auto">
            <a:xfrm rot="-5400000">
              <a:off x="1731962" y="3133726"/>
              <a:ext cx="784225" cy="4953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35920" name="Line 91">
              <a:extLst>
                <a:ext uri="{FF2B5EF4-FFF2-40B4-BE49-F238E27FC236}">
                  <a16:creationId xmlns:a16="http://schemas.microsoft.com/office/drawing/2014/main" id="{DC2C5A4C-6351-4A1F-CA7B-E23F5F2F0751}"/>
                </a:ext>
              </a:extLst>
            </p:cNvPr>
            <p:cNvSpPr>
              <a:spLocks noChangeShapeType="1"/>
            </p:cNvSpPr>
            <p:nvPr/>
          </p:nvSpPr>
          <p:spPr bwMode="auto">
            <a:xfrm>
              <a:off x="2366963" y="3381375"/>
              <a:ext cx="2127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21" name="Line 92">
              <a:extLst>
                <a:ext uri="{FF2B5EF4-FFF2-40B4-BE49-F238E27FC236}">
                  <a16:creationId xmlns:a16="http://schemas.microsoft.com/office/drawing/2014/main" id="{44D2BE05-0092-0B3E-EA00-EC1419FFCE1E}"/>
                </a:ext>
              </a:extLst>
            </p:cNvPr>
            <p:cNvSpPr>
              <a:spLocks noChangeShapeType="1"/>
            </p:cNvSpPr>
            <p:nvPr/>
          </p:nvSpPr>
          <p:spPr bwMode="auto">
            <a:xfrm>
              <a:off x="2581275" y="3389313"/>
              <a:ext cx="0" cy="4873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22" name="Line 93">
              <a:extLst>
                <a:ext uri="{FF2B5EF4-FFF2-40B4-BE49-F238E27FC236}">
                  <a16:creationId xmlns:a16="http://schemas.microsoft.com/office/drawing/2014/main" id="{2A666880-6735-C5B6-ECF2-7F09B2BBC4E0}"/>
                </a:ext>
              </a:extLst>
            </p:cNvPr>
            <p:cNvSpPr>
              <a:spLocks noChangeShapeType="1"/>
            </p:cNvSpPr>
            <p:nvPr/>
          </p:nvSpPr>
          <p:spPr bwMode="auto">
            <a:xfrm>
              <a:off x="1438275" y="3146425"/>
              <a:ext cx="42703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23" name="Line 94">
              <a:extLst>
                <a:ext uri="{FF2B5EF4-FFF2-40B4-BE49-F238E27FC236}">
                  <a16:creationId xmlns:a16="http://schemas.microsoft.com/office/drawing/2014/main" id="{CA1CF76D-BD5F-179B-9782-78D5E29D151A}"/>
                </a:ext>
              </a:extLst>
            </p:cNvPr>
            <p:cNvSpPr>
              <a:spLocks noChangeShapeType="1"/>
            </p:cNvSpPr>
            <p:nvPr/>
          </p:nvSpPr>
          <p:spPr bwMode="auto">
            <a:xfrm>
              <a:off x="1384300" y="3571875"/>
              <a:ext cx="4841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24" name="Line 95">
              <a:extLst>
                <a:ext uri="{FF2B5EF4-FFF2-40B4-BE49-F238E27FC236}">
                  <a16:creationId xmlns:a16="http://schemas.microsoft.com/office/drawing/2014/main" id="{FF4342F8-667C-EE81-F56D-E54427AF020C}"/>
                </a:ext>
              </a:extLst>
            </p:cNvPr>
            <p:cNvSpPr>
              <a:spLocks noChangeShapeType="1"/>
            </p:cNvSpPr>
            <p:nvPr/>
          </p:nvSpPr>
          <p:spPr bwMode="auto">
            <a:xfrm flipV="1">
              <a:off x="1624013" y="2184400"/>
              <a:ext cx="0" cy="1385888"/>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925" name="AutoShape 96">
              <a:extLst>
                <a:ext uri="{FF2B5EF4-FFF2-40B4-BE49-F238E27FC236}">
                  <a16:creationId xmlns:a16="http://schemas.microsoft.com/office/drawing/2014/main" id="{35A64515-ED15-DEF2-FC16-48237922991B}"/>
                </a:ext>
              </a:extLst>
            </p:cNvPr>
            <p:cNvSpPr>
              <a:spLocks noChangeArrowheads="1"/>
            </p:cNvSpPr>
            <p:nvPr/>
          </p:nvSpPr>
          <p:spPr bwMode="auto">
            <a:xfrm rot="10800000">
              <a:off x="1344613" y="3278188"/>
              <a:ext cx="161925" cy="65087"/>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926" name="Line 97">
              <a:extLst>
                <a:ext uri="{FF2B5EF4-FFF2-40B4-BE49-F238E27FC236}">
                  <a16:creationId xmlns:a16="http://schemas.microsoft.com/office/drawing/2014/main" id="{4A7D6A94-C08E-89A2-15E0-019136A1F27A}"/>
                </a:ext>
              </a:extLst>
            </p:cNvPr>
            <p:cNvSpPr>
              <a:spLocks noChangeShapeType="1"/>
            </p:cNvSpPr>
            <p:nvPr/>
          </p:nvSpPr>
          <p:spPr bwMode="auto">
            <a:xfrm flipV="1">
              <a:off x="1425575" y="3146425"/>
              <a:ext cx="0" cy="1222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27" name="Line 98">
              <a:extLst>
                <a:ext uri="{FF2B5EF4-FFF2-40B4-BE49-F238E27FC236}">
                  <a16:creationId xmlns:a16="http://schemas.microsoft.com/office/drawing/2014/main" id="{FD4A0610-A59E-AC93-687A-B1FEBD6EA4B0}"/>
                </a:ext>
              </a:extLst>
            </p:cNvPr>
            <p:cNvSpPr>
              <a:spLocks noChangeShapeType="1"/>
            </p:cNvSpPr>
            <p:nvPr/>
          </p:nvSpPr>
          <p:spPr bwMode="auto">
            <a:xfrm>
              <a:off x="2151063" y="2732088"/>
              <a:ext cx="2905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28" name="Line 99">
              <a:extLst>
                <a:ext uri="{FF2B5EF4-FFF2-40B4-BE49-F238E27FC236}">
                  <a16:creationId xmlns:a16="http://schemas.microsoft.com/office/drawing/2014/main" id="{5EEFCE3E-0A0E-4601-522F-9ED8E89A3A2A}"/>
                </a:ext>
              </a:extLst>
            </p:cNvPr>
            <p:cNvSpPr>
              <a:spLocks noChangeShapeType="1"/>
            </p:cNvSpPr>
            <p:nvPr/>
          </p:nvSpPr>
          <p:spPr bwMode="auto">
            <a:xfrm>
              <a:off x="2138363" y="2730500"/>
              <a:ext cx="0" cy="3635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29" name="Line 100">
              <a:extLst>
                <a:ext uri="{FF2B5EF4-FFF2-40B4-BE49-F238E27FC236}">
                  <a16:creationId xmlns:a16="http://schemas.microsoft.com/office/drawing/2014/main" id="{0BC1BF8E-A530-20B4-0301-4870C70BA10C}"/>
                </a:ext>
              </a:extLst>
            </p:cNvPr>
            <p:cNvSpPr>
              <a:spLocks noChangeShapeType="1"/>
            </p:cNvSpPr>
            <p:nvPr/>
          </p:nvSpPr>
          <p:spPr bwMode="auto">
            <a:xfrm flipV="1">
              <a:off x="3967163" y="1276350"/>
              <a:ext cx="0" cy="7350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30" name="Line 101">
              <a:extLst>
                <a:ext uri="{FF2B5EF4-FFF2-40B4-BE49-F238E27FC236}">
                  <a16:creationId xmlns:a16="http://schemas.microsoft.com/office/drawing/2014/main" id="{DE2919A7-B9C5-93A4-14BB-79276BDD85C6}"/>
                </a:ext>
              </a:extLst>
            </p:cNvPr>
            <p:cNvSpPr>
              <a:spLocks noChangeShapeType="1"/>
            </p:cNvSpPr>
            <p:nvPr/>
          </p:nvSpPr>
          <p:spPr bwMode="auto">
            <a:xfrm>
              <a:off x="3970338" y="1273175"/>
              <a:ext cx="30432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31" name="Line 102">
              <a:extLst>
                <a:ext uri="{FF2B5EF4-FFF2-40B4-BE49-F238E27FC236}">
                  <a16:creationId xmlns:a16="http://schemas.microsoft.com/office/drawing/2014/main" id="{20B41A19-6776-E5DE-7B0D-0843D5A0BA4D}"/>
                </a:ext>
              </a:extLst>
            </p:cNvPr>
            <p:cNvSpPr>
              <a:spLocks noChangeShapeType="1"/>
            </p:cNvSpPr>
            <p:nvPr/>
          </p:nvSpPr>
          <p:spPr bwMode="auto">
            <a:xfrm>
              <a:off x="7032625" y="1081088"/>
              <a:ext cx="0" cy="51038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32" name="Line 103">
              <a:extLst>
                <a:ext uri="{FF2B5EF4-FFF2-40B4-BE49-F238E27FC236}">
                  <a16:creationId xmlns:a16="http://schemas.microsoft.com/office/drawing/2014/main" id="{01FEFD7C-51E7-9C93-C191-E761BA60AB5F}"/>
                </a:ext>
              </a:extLst>
            </p:cNvPr>
            <p:cNvSpPr>
              <a:spLocks noChangeShapeType="1"/>
            </p:cNvSpPr>
            <p:nvPr/>
          </p:nvSpPr>
          <p:spPr bwMode="auto">
            <a:xfrm flipV="1">
              <a:off x="4881563" y="2335213"/>
              <a:ext cx="0" cy="331787"/>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933" name="Line 104">
              <a:extLst>
                <a:ext uri="{FF2B5EF4-FFF2-40B4-BE49-F238E27FC236}">
                  <a16:creationId xmlns:a16="http://schemas.microsoft.com/office/drawing/2014/main" id="{B0D341DA-1EE1-081E-2D24-6D9757B684D7}"/>
                </a:ext>
              </a:extLst>
            </p:cNvPr>
            <p:cNvSpPr>
              <a:spLocks noChangeShapeType="1"/>
            </p:cNvSpPr>
            <p:nvPr/>
          </p:nvSpPr>
          <p:spPr bwMode="auto">
            <a:xfrm flipV="1">
              <a:off x="5095875" y="2255838"/>
              <a:ext cx="0" cy="569912"/>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5934" name="Text Box 105">
              <a:extLst>
                <a:ext uri="{FF2B5EF4-FFF2-40B4-BE49-F238E27FC236}">
                  <a16:creationId xmlns:a16="http://schemas.microsoft.com/office/drawing/2014/main" id="{1FCB9520-1BA5-6B92-E30E-7E6885432FEC}"/>
                </a:ext>
              </a:extLst>
            </p:cNvPr>
            <p:cNvSpPr txBox="1">
              <a:spLocks noChangeArrowheads="1"/>
            </p:cNvSpPr>
            <p:nvPr/>
          </p:nvSpPr>
          <p:spPr bwMode="auto">
            <a:xfrm>
              <a:off x="5314949" y="5802311"/>
              <a:ext cx="530226" cy="257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solidFill>
                    <a:schemeClr val="bg1"/>
                  </a:solidFill>
                </a:rPr>
                <a:t>10</a:t>
              </a:r>
              <a:endParaRPr lang="ru-RU" altLang="en-US" sz="1000" b="0" u="none">
                <a:solidFill>
                  <a:schemeClr val="bg1"/>
                </a:solidFill>
              </a:endParaRPr>
            </a:p>
          </p:txBody>
        </p:sp>
        <p:sp>
          <p:nvSpPr>
            <p:cNvPr id="35935" name="Text Box 106">
              <a:extLst>
                <a:ext uri="{FF2B5EF4-FFF2-40B4-BE49-F238E27FC236}">
                  <a16:creationId xmlns:a16="http://schemas.microsoft.com/office/drawing/2014/main" id="{901122A0-0DCD-10D0-69FB-721DFB95727A}"/>
                </a:ext>
              </a:extLst>
            </p:cNvPr>
            <p:cNvSpPr txBox="1">
              <a:spLocks noChangeArrowheads="1"/>
            </p:cNvSpPr>
            <p:nvPr/>
          </p:nvSpPr>
          <p:spPr bwMode="auto">
            <a:xfrm>
              <a:off x="5269078" y="5474495"/>
              <a:ext cx="646113"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solidFill>
                    <a:schemeClr val="bg1"/>
                  </a:solidFill>
                </a:rPr>
                <a:t>00</a:t>
              </a:r>
              <a:endParaRPr lang="ru-RU" altLang="en-US" sz="1000" b="0" u="none">
                <a:solidFill>
                  <a:schemeClr val="bg1"/>
                </a:solidFill>
              </a:endParaRPr>
            </a:p>
          </p:txBody>
        </p:sp>
        <p:sp>
          <p:nvSpPr>
            <p:cNvPr id="35936" name="Text Box 107">
              <a:extLst>
                <a:ext uri="{FF2B5EF4-FFF2-40B4-BE49-F238E27FC236}">
                  <a16:creationId xmlns:a16="http://schemas.microsoft.com/office/drawing/2014/main" id="{A3D99591-C1F6-A404-8B7F-F40D2345F17B}"/>
                </a:ext>
              </a:extLst>
            </p:cNvPr>
            <p:cNvSpPr txBox="1">
              <a:spLocks noChangeArrowheads="1"/>
            </p:cNvSpPr>
            <p:nvPr/>
          </p:nvSpPr>
          <p:spPr bwMode="auto">
            <a:xfrm>
              <a:off x="5319713" y="5621338"/>
              <a:ext cx="64611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solidFill>
                    <a:schemeClr val="bg1"/>
                  </a:solidFill>
                </a:rPr>
                <a:t>01</a:t>
              </a:r>
              <a:endParaRPr lang="ru-RU" altLang="en-US" sz="1000" b="0" u="none">
                <a:solidFill>
                  <a:schemeClr val="bg1"/>
                </a:solidFill>
              </a:endParaRPr>
            </a:p>
          </p:txBody>
        </p:sp>
        <p:sp>
          <p:nvSpPr>
            <p:cNvPr id="35937" name="AutoShape 108">
              <a:extLst>
                <a:ext uri="{FF2B5EF4-FFF2-40B4-BE49-F238E27FC236}">
                  <a16:creationId xmlns:a16="http://schemas.microsoft.com/office/drawing/2014/main" id="{19377C4C-0D94-C75D-602C-2DB8C5212E1E}"/>
                </a:ext>
              </a:extLst>
            </p:cNvPr>
            <p:cNvSpPr>
              <a:spLocks/>
            </p:cNvSpPr>
            <p:nvPr/>
          </p:nvSpPr>
          <p:spPr bwMode="auto">
            <a:xfrm>
              <a:off x="1130300" y="3571875"/>
              <a:ext cx="160338" cy="1336675"/>
            </a:xfrm>
            <a:prstGeom prst="leftBrace">
              <a:avLst>
                <a:gd name="adj1" fmla="val 69472"/>
                <a:gd name="adj2" fmla="val 50000"/>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100" b="0"/>
            </a:p>
          </p:txBody>
        </p:sp>
        <p:sp>
          <p:nvSpPr>
            <p:cNvPr id="35938" name="Line 109">
              <a:extLst>
                <a:ext uri="{FF2B5EF4-FFF2-40B4-BE49-F238E27FC236}">
                  <a16:creationId xmlns:a16="http://schemas.microsoft.com/office/drawing/2014/main" id="{DBC82523-B3E9-DB3E-6111-7E420D5A714D}"/>
                </a:ext>
              </a:extLst>
            </p:cNvPr>
            <p:cNvSpPr>
              <a:spLocks noChangeShapeType="1"/>
            </p:cNvSpPr>
            <p:nvPr/>
          </p:nvSpPr>
          <p:spPr bwMode="auto">
            <a:xfrm flipV="1">
              <a:off x="5405438" y="6032500"/>
              <a:ext cx="0" cy="2111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39" name="Line 110">
              <a:extLst>
                <a:ext uri="{FF2B5EF4-FFF2-40B4-BE49-F238E27FC236}">
                  <a16:creationId xmlns:a16="http://schemas.microsoft.com/office/drawing/2014/main" id="{A5DA15B2-5AD7-65A5-7C93-7723784B634E}"/>
                </a:ext>
              </a:extLst>
            </p:cNvPr>
            <p:cNvSpPr>
              <a:spLocks noChangeShapeType="1"/>
            </p:cNvSpPr>
            <p:nvPr/>
          </p:nvSpPr>
          <p:spPr bwMode="auto">
            <a:xfrm>
              <a:off x="3536950" y="3440113"/>
              <a:ext cx="8064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40" name="Line 111">
              <a:extLst>
                <a:ext uri="{FF2B5EF4-FFF2-40B4-BE49-F238E27FC236}">
                  <a16:creationId xmlns:a16="http://schemas.microsoft.com/office/drawing/2014/main" id="{2C5C2643-3AD3-E97C-037C-4DB5D9B4DCEF}"/>
                </a:ext>
              </a:extLst>
            </p:cNvPr>
            <p:cNvSpPr>
              <a:spLocks noChangeShapeType="1"/>
            </p:cNvSpPr>
            <p:nvPr/>
          </p:nvSpPr>
          <p:spPr bwMode="auto">
            <a:xfrm flipV="1">
              <a:off x="3538538" y="1050925"/>
              <a:ext cx="0" cy="23923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41" name="Text Box 112">
              <a:extLst>
                <a:ext uri="{FF2B5EF4-FFF2-40B4-BE49-F238E27FC236}">
                  <a16:creationId xmlns:a16="http://schemas.microsoft.com/office/drawing/2014/main" id="{519CA3F2-1D35-35D2-91FF-7C84CD2D7AED}"/>
                </a:ext>
              </a:extLst>
            </p:cNvPr>
            <p:cNvSpPr txBox="1">
              <a:spLocks noChangeArrowheads="1"/>
            </p:cNvSpPr>
            <p:nvPr/>
          </p:nvSpPr>
          <p:spPr bwMode="auto">
            <a:xfrm>
              <a:off x="1816100" y="3451225"/>
              <a:ext cx="4826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900" b="0" u="none">
                  <a:solidFill>
                    <a:schemeClr val="bg1"/>
                  </a:solidFill>
                </a:rPr>
                <a:t>1</a:t>
              </a:r>
              <a:endParaRPr lang="ru-RU" altLang="en-US" sz="900" b="0" u="none">
                <a:solidFill>
                  <a:schemeClr val="bg1"/>
                </a:solidFill>
              </a:endParaRPr>
            </a:p>
          </p:txBody>
        </p:sp>
        <p:sp>
          <p:nvSpPr>
            <p:cNvPr id="35942" name="Text Box 113">
              <a:extLst>
                <a:ext uri="{FF2B5EF4-FFF2-40B4-BE49-F238E27FC236}">
                  <a16:creationId xmlns:a16="http://schemas.microsoft.com/office/drawing/2014/main" id="{B04C720D-B80D-FBB2-C32C-ADE3488157AD}"/>
                </a:ext>
              </a:extLst>
            </p:cNvPr>
            <p:cNvSpPr txBox="1">
              <a:spLocks noChangeArrowheads="1"/>
            </p:cNvSpPr>
            <p:nvPr/>
          </p:nvSpPr>
          <p:spPr bwMode="auto">
            <a:xfrm>
              <a:off x="1816100" y="3055938"/>
              <a:ext cx="482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900" b="0" u="none">
                  <a:solidFill>
                    <a:schemeClr val="bg1"/>
                  </a:solidFill>
                </a:rPr>
                <a:t>0</a:t>
              </a:r>
              <a:endParaRPr lang="ru-RU" altLang="en-US" sz="900" b="0" u="none">
                <a:solidFill>
                  <a:schemeClr val="bg1"/>
                </a:solidFill>
              </a:endParaRPr>
            </a:p>
          </p:txBody>
        </p:sp>
        <p:sp>
          <p:nvSpPr>
            <p:cNvPr id="35943" name="Text Box 114">
              <a:extLst>
                <a:ext uri="{FF2B5EF4-FFF2-40B4-BE49-F238E27FC236}">
                  <a16:creationId xmlns:a16="http://schemas.microsoft.com/office/drawing/2014/main" id="{D86A902B-36D9-129D-A78D-01B3D24625EE}"/>
                </a:ext>
              </a:extLst>
            </p:cNvPr>
            <p:cNvSpPr txBox="1">
              <a:spLocks noChangeArrowheads="1"/>
            </p:cNvSpPr>
            <p:nvPr/>
          </p:nvSpPr>
          <p:spPr bwMode="auto">
            <a:xfrm>
              <a:off x="6292850" y="3967163"/>
              <a:ext cx="484188"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900" b="0" u="none">
                  <a:solidFill>
                    <a:schemeClr val="bg1"/>
                  </a:solidFill>
                </a:rPr>
                <a:t>0</a:t>
              </a:r>
              <a:endParaRPr lang="ru-RU" altLang="en-US" sz="900" b="0" u="none">
                <a:solidFill>
                  <a:schemeClr val="bg1"/>
                </a:solidFill>
              </a:endParaRPr>
            </a:p>
          </p:txBody>
        </p:sp>
        <p:sp>
          <p:nvSpPr>
            <p:cNvPr id="35944" name="Text Box 115">
              <a:extLst>
                <a:ext uri="{FF2B5EF4-FFF2-40B4-BE49-F238E27FC236}">
                  <a16:creationId xmlns:a16="http://schemas.microsoft.com/office/drawing/2014/main" id="{DBA996F6-AB8A-D03E-A567-E83911151165}"/>
                </a:ext>
              </a:extLst>
            </p:cNvPr>
            <p:cNvSpPr txBox="1">
              <a:spLocks noChangeArrowheads="1"/>
            </p:cNvSpPr>
            <p:nvPr/>
          </p:nvSpPr>
          <p:spPr bwMode="auto">
            <a:xfrm>
              <a:off x="6292850" y="4362450"/>
              <a:ext cx="484188"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900" b="0" u="none">
                  <a:solidFill>
                    <a:schemeClr val="bg1"/>
                  </a:solidFill>
                </a:rPr>
                <a:t>1</a:t>
              </a:r>
              <a:endParaRPr lang="ru-RU" altLang="en-US" sz="900" b="0" u="none">
                <a:solidFill>
                  <a:schemeClr val="bg1"/>
                </a:solidFill>
              </a:endParaRPr>
            </a:p>
          </p:txBody>
        </p:sp>
        <p:sp>
          <p:nvSpPr>
            <p:cNvPr id="35945" name="Text Box 116">
              <a:extLst>
                <a:ext uri="{FF2B5EF4-FFF2-40B4-BE49-F238E27FC236}">
                  <a16:creationId xmlns:a16="http://schemas.microsoft.com/office/drawing/2014/main" id="{9959BF8C-D3D8-194C-FED4-7E0238516192}"/>
                </a:ext>
              </a:extLst>
            </p:cNvPr>
            <p:cNvSpPr txBox="1">
              <a:spLocks noChangeArrowheads="1"/>
            </p:cNvSpPr>
            <p:nvPr/>
          </p:nvSpPr>
          <p:spPr bwMode="auto">
            <a:xfrm>
              <a:off x="6818313" y="762000"/>
              <a:ext cx="7921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t>OE</a:t>
              </a:r>
              <a:endParaRPr lang="ru-RU" altLang="en-US" sz="1000" b="0" u="none"/>
            </a:p>
          </p:txBody>
        </p:sp>
        <p:sp>
          <p:nvSpPr>
            <p:cNvPr id="35946" name="Text Box 117">
              <a:extLst>
                <a:ext uri="{FF2B5EF4-FFF2-40B4-BE49-F238E27FC236}">
                  <a16:creationId xmlns:a16="http://schemas.microsoft.com/office/drawing/2014/main" id="{75477598-3BDB-8A09-9D04-650F5EFEB92F}"/>
                </a:ext>
              </a:extLst>
            </p:cNvPr>
            <p:cNvSpPr txBox="1">
              <a:spLocks noChangeArrowheads="1"/>
            </p:cNvSpPr>
            <p:nvPr/>
          </p:nvSpPr>
          <p:spPr bwMode="auto">
            <a:xfrm>
              <a:off x="6804025" y="6194425"/>
              <a:ext cx="7937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t>OE</a:t>
              </a:r>
              <a:endParaRPr lang="ru-RU" altLang="en-US" sz="1000" b="0" u="none"/>
            </a:p>
          </p:txBody>
        </p:sp>
        <p:sp>
          <p:nvSpPr>
            <p:cNvPr id="105590" name="Text Box 118">
              <a:extLst>
                <a:ext uri="{FF2B5EF4-FFF2-40B4-BE49-F238E27FC236}">
                  <a16:creationId xmlns:a16="http://schemas.microsoft.com/office/drawing/2014/main" id="{FBD4EFB8-EC68-4CF9-A458-7D9938292D56}"/>
                </a:ext>
              </a:extLst>
            </p:cNvPr>
            <p:cNvSpPr txBox="1">
              <a:spLocks noChangeArrowheads="1"/>
            </p:cNvSpPr>
            <p:nvPr/>
          </p:nvSpPr>
          <p:spPr bwMode="auto">
            <a:xfrm>
              <a:off x="348523" y="5333067"/>
              <a:ext cx="1291246" cy="729316"/>
            </a:xfrm>
            <a:prstGeom prst="rect">
              <a:avLst/>
            </a:prstGeom>
            <a:noFill/>
            <a:ln>
              <a:noFill/>
            </a:ln>
          </p:spPr>
          <p:txBody>
            <a:bodyPr/>
            <a:lstStyle/>
            <a:p>
              <a:pPr eaLnBrk="1" hangingPunct="1">
                <a:defRPr/>
              </a:pPr>
              <a:r>
                <a:rPr lang="en-US" sz="1050"/>
                <a:t>Feedback Signal</a:t>
              </a:r>
              <a:endParaRPr lang="ru-RU" sz="1050"/>
            </a:p>
          </p:txBody>
        </p:sp>
        <p:sp>
          <p:nvSpPr>
            <p:cNvPr id="105591" name="Text Box 119">
              <a:extLst>
                <a:ext uri="{FF2B5EF4-FFF2-40B4-BE49-F238E27FC236}">
                  <a16:creationId xmlns:a16="http://schemas.microsoft.com/office/drawing/2014/main" id="{0DB27308-FE9E-45F0-B324-6408863BF98B}"/>
                </a:ext>
              </a:extLst>
            </p:cNvPr>
            <p:cNvSpPr txBox="1">
              <a:spLocks noChangeArrowheads="1"/>
            </p:cNvSpPr>
            <p:nvPr/>
          </p:nvSpPr>
          <p:spPr bwMode="auto">
            <a:xfrm>
              <a:off x="102071" y="3798421"/>
              <a:ext cx="1291245" cy="727262"/>
            </a:xfrm>
            <a:prstGeom prst="rect">
              <a:avLst/>
            </a:prstGeom>
            <a:noFill/>
            <a:ln>
              <a:noFill/>
            </a:ln>
          </p:spPr>
          <p:txBody>
            <a:bodyPr/>
            <a:lstStyle/>
            <a:p>
              <a:pPr eaLnBrk="1" hangingPunct="1">
                <a:defRPr/>
              </a:pPr>
              <a:r>
                <a:rPr lang="en-US" sz="1050" dirty="0"/>
                <a:t>Signals</a:t>
              </a:r>
            </a:p>
            <a:p>
              <a:pPr eaLnBrk="1" hangingPunct="1">
                <a:defRPr/>
              </a:pPr>
              <a:r>
                <a:rPr lang="en-US" sz="1050" dirty="0"/>
                <a:t> from AND</a:t>
              </a:r>
            </a:p>
            <a:p>
              <a:pPr eaLnBrk="1" hangingPunct="1">
                <a:defRPr/>
              </a:pPr>
              <a:r>
                <a:rPr lang="en-US" sz="1050" dirty="0"/>
                <a:t>Matrix</a:t>
              </a:r>
              <a:endParaRPr lang="ru-RU" sz="1050" dirty="0"/>
            </a:p>
          </p:txBody>
        </p:sp>
        <p:sp>
          <p:nvSpPr>
            <p:cNvPr id="35949" name="Text Box 121">
              <a:extLst>
                <a:ext uri="{FF2B5EF4-FFF2-40B4-BE49-F238E27FC236}">
                  <a16:creationId xmlns:a16="http://schemas.microsoft.com/office/drawing/2014/main" id="{71EAED74-4E7B-67AF-318C-8982193ECF8E}"/>
                </a:ext>
              </a:extLst>
            </p:cNvPr>
            <p:cNvSpPr txBox="1">
              <a:spLocks noChangeArrowheads="1"/>
            </p:cNvSpPr>
            <p:nvPr/>
          </p:nvSpPr>
          <p:spPr bwMode="auto">
            <a:xfrm>
              <a:off x="5903913" y="3633788"/>
              <a:ext cx="966787"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t>OMUX</a:t>
              </a:r>
              <a:endParaRPr lang="ru-RU" altLang="en-US" sz="1000" b="0" u="none"/>
            </a:p>
          </p:txBody>
        </p:sp>
        <p:sp>
          <p:nvSpPr>
            <p:cNvPr id="35950" name="Text Box 122">
              <a:extLst>
                <a:ext uri="{FF2B5EF4-FFF2-40B4-BE49-F238E27FC236}">
                  <a16:creationId xmlns:a16="http://schemas.microsoft.com/office/drawing/2014/main" id="{24987C7D-DE7F-1FB2-0CE6-909FCD094D08}"/>
                </a:ext>
              </a:extLst>
            </p:cNvPr>
            <p:cNvSpPr txBox="1">
              <a:spLocks noChangeArrowheads="1"/>
            </p:cNvSpPr>
            <p:nvPr/>
          </p:nvSpPr>
          <p:spPr bwMode="auto">
            <a:xfrm>
              <a:off x="4881563" y="1384300"/>
              <a:ext cx="9683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t>TSMUX</a:t>
              </a:r>
              <a:endParaRPr lang="ru-RU" altLang="en-US" sz="1000" b="0" u="none"/>
            </a:p>
          </p:txBody>
        </p:sp>
        <p:sp>
          <p:nvSpPr>
            <p:cNvPr id="35951" name="Text Box 123">
              <a:extLst>
                <a:ext uri="{FF2B5EF4-FFF2-40B4-BE49-F238E27FC236}">
                  <a16:creationId xmlns:a16="http://schemas.microsoft.com/office/drawing/2014/main" id="{08EB52CD-CB9A-85DA-3C1A-049A785D5731}"/>
                </a:ext>
              </a:extLst>
            </p:cNvPr>
            <p:cNvSpPr txBox="1">
              <a:spLocks noChangeArrowheads="1"/>
            </p:cNvSpPr>
            <p:nvPr/>
          </p:nvSpPr>
          <p:spPr bwMode="auto">
            <a:xfrm>
              <a:off x="2138363" y="2903538"/>
              <a:ext cx="9683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t>PTMUX</a:t>
              </a:r>
              <a:endParaRPr lang="ru-RU" altLang="en-US" sz="1000" b="0" u="none"/>
            </a:p>
          </p:txBody>
        </p:sp>
        <p:sp>
          <p:nvSpPr>
            <p:cNvPr id="35952" name="Text Box 124">
              <a:extLst>
                <a:ext uri="{FF2B5EF4-FFF2-40B4-BE49-F238E27FC236}">
                  <a16:creationId xmlns:a16="http://schemas.microsoft.com/office/drawing/2014/main" id="{93C7E7C6-2F92-E02C-E31B-53FB7BAA0879}"/>
                </a:ext>
              </a:extLst>
            </p:cNvPr>
            <p:cNvSpPr txBox="1">
              <a:spLocks noChangeArrowheads="1"/>
            </p:cNvSpPr>
            <p:nvPr/>
          </p:nvSpPr>
          <p:spPr bwMode="auto">
            <a:xfrm>
              <a:off x="7339013" y="2667000"/>
              <a:ext cx="1576387" cy="72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100" b="0" u="none"/>
                <a:t>To FMUX input of the next cell</a:t>
              </a:r>
              <a:endParaRPr lang="ru-RU" altLang="en-US" sz="1100" b="0"/>
            </a:p>
          </p:txBody>
        </p:sp>
        <p:sp>
          <p:nvSpPr>
            <p:cNvPr id="35953" name="Text Box 125">
              <a:extLst>
                <a:ext uri="{FF2B5EF4-FFF2-40B4-BE49-F238E27FC236}">
                  <a16:creationId xmlns:a16="http://schemas.microsoft.com/office/drawing/2014/main" id="{4A5CF2F6-0649-9FD5-2443-BD3C0C5B7EAC}"/>
                </a:ext>
              </a:extLst>
            </p:cNvPr>
            <p:cNvSpPr txBox="1">
              <a:spLocks noChangeArrowheads="1"/>
            </p:cNvSpPr>
            <p:nvPr/>
          </p:nvSpPr>
          <p:spPr bwMode="auto">
            <a:xfrm>
              <a:off x="7288213" y="5830888"/>
              <a:ext cx="1627187" cy="72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100" b="0" u="none"/>
                <a:t>From the output of the next cell</a:t>
              </a:r>
              <a:r>
                <a:rPr lang="ru-RU" altLang="en-US" sz="1100" b="0"/>
                <a:t> </a:t>
              </a:r>
            </a:p>
          </p:txBody>
        </p:sp>
        <p:sp>
          <p:nvSpPr>
            <p:cNvPr id="35954" name="Line 126">
              <a:extLst>
                <a:ext uri="{FF2B5EF4-FFF2-40B4-BE49-F238E27FC236}">
                  <a16:creationId xmlns:a16="http://schemas.microsoft.com/office/drawing/2014/main" id="{ACA4BBB6-CD02-7BD3-BDF4-07AA3C5DADBF}"/>
                </a:ext>
              </a:extLst>
            </p:cNvPr>
            <p:cNvSpPr>
              <a:spLocks noChangeShapeType="1"/>
            </p:cNvSpPr>
            <p:nvPr/>
          </p:nvSpPr>
          <p:spPr bwMode="auto">
            <a:xfrm>
              <a:off x="4881563" y="2660650"/>
              <a:ext cx="0" cy="3651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55" name="Line 127">
              <a:extLst>
                <a:ext uri="{FF2B5EF4-FFF2-40B4-BE49-F238E27FC236}">
                  <a16:creationId xmlns:a16="http://schemas.microsoft.com/office/drawing/2014/main" id="{89CDD86C-DB93-B02F-6692-2C23870B47F0}"/>
                </a:ext>
              </a:extLst>
            </p:cNvPr>
            <p:cNvSpPr>
              <a:spLocks noChangeShapeType="1"/>
            </p:cNvSpPr>
            <p:nvPr/>
          </p:nvSpPr>
          <p:spPr bwMode="auto">
            <a:xfrm>
              <a:off x="5095875" y="2822575"/>
              <a:ext cx="0" cy="2063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956" name="Text Box 128">
              <a:extLst>
                <a:ext uri="{FF2B5EF4-FFF2-40B4-BE49-F238E27FC236}">
                  <a16:creationId xmlns:a16="http://schemas.microsoft.com/office/drawing/2014/main" id="{4E60392C-1E0C-5FF9-61B4-DA4DAAF0A3DC}"/>
                </a:ext>
              </a:extLst>
            </p:cNvPr>
            <p:cNvSpPr txBox="1">
              <a:spLocks noChangeArrowheads="1"/>
            </p:cNvSpPr>
            <p:nvPr/>
          </p:nvSpPr>
          <p:spPr bwMode="auto">
            <a:xfrm>
              <a:off x="4638675" y="2995613"/>
              <a:ext cx="12287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t>S0  S1(i)</a:t>
              </a:r>
              <a:endParaRPr lang="ru-RU" altLang="en-US" sz="1000" b="0" u="none"/>
            </a:p>
          </p:txBody>
        </p:sp>
        <p:sp>
          <p:nvSpPr>
            <p:cNvPr id="35957" name="Text Box 129">
              <a:extLst>
                <a:ext uri="{FF2B5EF4-FFF2-40B4-BE49-F238E27FC236}">
                  <a16:creationId xmlns:a16="http://schemas.microsoft.com/office/drawing/2014/main" id="{6EF4D8CD-3C06-B102-26D1-ABC73A67E936}"/>
                </a:ext>
              </a:extLst>
            </p:cNvPr>
            <p:cNvSpPr txBox="1">
              <a:spLocks noChangeArrowheads="1"/>
            </p:cNvSpPr>
            <p:nvPr/>
          </p:nvSpPr>
          <p:spPr bwMode="auto">
            <a:xfrm>
              <a:off x="4948238" y="6194425"/>
              <a:ext cx="12239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t>S0  S1(i)</a:t>
              </a:r>
              <a:endParaRPr lang="ru-RU" altLang="en-US" sz="1000" b="0" u="none"/>
            </a:p>
          </p:txBody>
        </p:sp>
        <p:sp>
          <p:nvSpPr>
            <p:cNvPr id="35958" name="Text Box 130">
              <a:extLst>
                <a:ext uri="{FF2B5EF4-FFF2-40B4-BE49-F238E27FC236}">
                  <a16:creationId xmlns:a16="http://schemas.microsoft.com/office/drawing/2014/main" id="{F0446B95-A08C-BB0B-79C1-FB163FEE0BFA}"/>
                </a:ext>
              </a:extLst>
            </p:cNvPr>
            <p:cNvSpPr txBox="1">
              <a:spLocks noChangeArrowheads="1"/>
            </p:cNvSpPr>
            <p:nvPr/>
          </p:nvSpPr>
          <p:spPr bwMode="auto">
            <a:xfrm>
              <a:off x="3181350" y="4895850"/>
              <a:ext cx="7937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u="none"/>
                <a:t>XOR=1</a:t>
              </a:r>
              <a:endParaRPr lang="ru-RU" altLang="en-US" sz="1000" b="0" u="none"/>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Заголовок 1">
            <a:extLst>
              <a:ext uri="{FF2B5EF4-FFF2-40B4-BE49-F238E27FC236}">
                <a16:creationId xmlns:a16="http://schemas.microsoft.com/office/drawing/2014/main" id="{99DFB6A7-2A7F-3C71-DC0E-7B75D48BF7C8}"/>
              </a:ext>
            </a:extLst>
          </p:cNvPr>
          <p:cNvSpPr>
            <a:spLocks noGrp="1" noChangeArrowheads="1"/>
          </p:cNvSpPr>
          <p:nvPr>
            <p:ph type="title"/>
          </p:nvPr>
        </p:nvSpPr>
        <p:spPr/>
        <p:txBody>
          <a:bodyPr/>
          <a:lstStyle/>
          <a:p>
            <a:r>
              <a:rPr lang="en-US" altLang="en-US"/>
              <a:t>Output Logic Macrocell of GAL 16V8</a:t>
            </a:r>
            <a:endParaRPr lang="ru-RU" altLang="en-US"/>
          </a:p>
        </p:txBody>
      </p:sp>
      <p:sp>
        <p:nvSpPr>
          <p:cNvPr id="36867" name="Объект 4">
            <a:extLst>
              <a:ext uri="{FF2B5EF4-FFF2-40B4-BE49-F238E27FC236}">
                <a16:creationId xmlns:a16="http://schemas.microsoft.com/office/drawing/2014/main" id="{A34E8DF1-A65D-8484-F57A-097696527D49}"/>
              </a:ext>
            </a:extLst>
          </p:cNvPr>
          <p:cNvSpPr>
            <a:spLocks noGrp="1" noChangeArrowheads="1"/>
          </p:cNvSpPr>
          <p:nvPr>
            <p:ph type="body" sz="quarter" idx="10"/>
          </p:nvPr>
        </p:nvSpPr>
        <p:spPr/>
        <p:txBody>
          <a:bodyPr/>
          <a:lstStyle/>
          <a:p>
            <a:r>
              <a:rPr lang="en-US" altLang="en-US"/>
              <a:t>OMUX</a:t>
            </a:r>
            <a:r>
              <a:rPr lang="ru-RU" altLang="en-US"/>
              <a:t>  </a:t>
            </a:r>
            <a:r>
              <a:rPr lang="en-US" altLang="en-US"/>
              <a:t>specifies the mode</a:t>
            </a:r>
            <a:r>
              <a:rPr lang="ru-RU" altLang="en-US"/>
              <a:t> </a:t>
            </a:r>
            <a:r>
              <a:rPr lang="en-US" altLang="en-US"/>
              <a:t>of output – combinational (OR gate) or registered (D flip-flop)</a:t>
            </a:r>
            <a:r>
              <a:rPr lang="ru-RU" altLang="en-US"/>
              <a:t>. </a:t>
            </a:r>
            <a:endParaRPr lang="en-US" altLang="en-US"/>
          </a:p>
          <a:p>
            <a:r>
              <a:rPr lang="en-US" altLang="en-US"/>
              <a:t>TSMUX – controls of enable input</a:t>
            </a:r>
          </a:p>
          <a:p>
            <a:r>
              <a:rPr lang="en-US" altLang="en-US"/>
              <a:t>FMUX – selects feedback signal</a:t>
            </a:r>
          </a:p>
          <a:p>
            <a:r>
              <a:rPr lang="en-US" altLang="en-US"/>
              <a:t>PTMUX – transfers 8-th conjunction or 0 to OR gate</a:t>
            </a:r>
            <a:endParaRPr lang="ru-RU" altLang="en-US"/>
          </a:p>
          <a:p>
            <a:endParaRPr lang="ru-RU" altLang="en-US"/>
          </a:p>
        </p:txBody>
      </p:sp>
      <p:graphicFrame>
        <p:nvGraphicFramePr>
          <p:cNvPr id="35869" name="Group 29">
            <a:extLst>
              <a:ext uri="{FF2B5EF4-FFF2-40B4-BE49-F238E27FC236}">
                <a16:creationId xmlns:a16="http://schemas.microsoft.com/office/drawing/2014/main" id="{2CE55269-C3A0-4A44-AF15-A041D7AB4386}"/>
              </a:ext>
            </a:extLst>
          </p:cNvPr>
          <p:cNvGraphicFramePr>
            <a:graphicFrameLocks noGrp="1"/>
          </p:cNvGraphicFramePr>
          <p:nvPr>
            <p:extLst>
              <p:ext uri="{D42A27DB-BD31-4B8C-83A1-F6EECF244321}">
                <p14:modId xmlns:p14="http://schemas.microsoft.com/office/powerpoint/2010/main" val="1392268439"/>
              </p:ext>
            </p:extLst>
          </p:nvPr>
        </p:nvGraphicFramePr>
        <p:xfrm>
          <a:off x="3733800" y="3800907"/>
          <a:ext cx="4724400" cy="2122510"/>
        </p:xfrm>
        <a:graphic>
          <a:graphicData uri="http://schemas.openxmlformats.org/drawingml/2006/table">
            <a:tbl>
              <a:tblPr/>
              <a:tblGrid>
                <a:gridCol w="952500">
                  <a:extLst>
                    <a:ext uri="{9D8B030D-6E8A-4147-A177-3AD203B41FA5}">
                      <a16:colId xmlns:a16="http://schemas.microsoft.com/office/drawing/2014/main" val="20000"/>
                    </a:ext>
                  </a:extLst>
                </a:gridCol>
                <a:gridCol w="3771900">
                  <a:extLst>
                    <a:ext uri="{9D8B030D-6E8A-4147-A177-3AD203B41FA5}">
                      <a16:colId xmlns:a16="http://schemas.microsoft.com/office/drawing/2014/main" val="20001"/>
                    </a:ext>
                  </a:extLst>
                </a:gridCol>
              </a:tblGrid>
              <a:tr h="37140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dirty="0">
                          <a:ln>
                            <a:noFill/>
                          </a:ln>
                          <a:solidFill>
                            <a:schemeClr val="bg2"/>
                          </a:solidFill>
                          <a:effectLst/>
                          <a:latin typeface="Arial" pitchFamily="34" charset="0"/>
                          <a:cs typeface="Arial" pitchFamily="34" charset="0"/>
                        </a:rPr>
                        <a:t>S1   S0</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dirty="0">
                          <a:ln>
                            <a:noFill/>
                          </a:ln>
                          <a:solidFill>
                            <a:schemeClr val="bg2"/>
                          </a:solidFill>
                          <a:effectLst/>
                          <a:latin typeface="Arial" pitchFamily="34" charset="0"/>
                          <a:cs typeface="Arial" pitchFamily="34" charset="0"/>
                        </a:rPr>
                        <a:t>Tri-state Buffer Output</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9819">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a:ln>
                            <a:noFill/>
                          </a:ln>
                          <a:solidFill>
                            <a:schemeClr val="tx1"/>
                          </a:solidFill>
                          <a:effectLst/>
                          <a:latin typeface="Arial" pitchFamily="34" charset="0"/>
                          <a:cs typeface="Arial" pitchFamily="34" charset="0"/>
                        </a:rPr>
                        <a:t>0     0</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342900" algn="l"/>
                        </a:tabLst>
                      </a:pPr>
                      <a:r>
                        <a:rPr kumimoji="0" lang="ru-RU" sz="1800" b="0" i="0" u="none" strike="noStrike" cap="none" normalizeH="0" baseline="0" dirty="0">
                          <a:ln>
                            <a:noFill/>
                          </a:ln>
                          <a:solidFill>
                            <a:schemeClr val="tx1"/>
                          </a:solidFill>
                          <a:effectLst/>
                          <a:latin typeface="Arial" pitchFamily="34" charset="0"/>
                          <a:cs typeface="Arial" pitchFamily="34" charset="0"/>
                        </a:rPr>
                        <a:t>The output signal is allowed </a:t>
                      </a:r>
                      <a:r>
                        <a:rPr kumimoji="0" lang="en-US" sz="1800" b="0" i="0" u="none" strike="noStrike" cap="none" normalizeH="0" baseline="0" dirty="0">
                          <a:ln>
                            <a:noFill/>
                          </a:ln>
                          <a:solidFill>
                            <a:schemeClr val="tx1"/>
                          </a:solidFill>
                          <a:effectLst/>
                          <a:latin typeface="Arial" pitchFamily="34" charset="0"/>
                          <a:cs typeface="Arial" pitchFamily="34" charset="0"/>
                        </a:rPr>
                        <a:t>by </a:t>
                      </a:r>
                      <a:r>
                        <a:rPr kumimoji="0" lang="ru-RU" sz="1800" b="0" i="0" u="none" strike="noStrike" cap="none" normalizeH="0" baseline="0" dirty="0">
                          <a:ln>
                            <a:noFill/>
                          </a:ln>
                          <a:solidFill>
                            <a:schemeClr val="tx1"/>
                          </a:solidFill>
                          <a:effectLst/>
                          <a:latin typeface="Arial" pitchFamily="34" charset="0"/>
                          <a:cs typeface="Arial" pitchFamily="34" charset="0"/>
                        </a:rPr>
                        <a:t>V</a:t>
                      </a:r>
                      <a:r>
                        <a:rPr kumimoji="0" lang="ru-RU" sz="1800" b="0" i="0" u="none" strike="noStrike" cap="none" normalizeH="0" baseline="-25000" dirty="0">
                          <a:ln>
                            <a:noFill/>
                          </a:ln>
                          <a:solidFill>
                            <a:schemeClr val="tx1"/>
                          </a:solidFill>
                          <a:effectLst/>
                          <a:latin typeface="Arial" pitchFamily="34" charset="0"/>
                          <a:cs typeface="Arial" pitchFamily="34" charset="0"/>
                        </a:rPr>
                        <a:t>CC</a:t>
                      </a:r>
                      <a:endParaRPr kumimoji="0" lang="en-US" sz="1800" b="0" i="0" u="none" strike="noStrike" cap="none" normalizeH="0" baseline="-25000" dirty="0">
                        <a:ln>
                          <a:noFill/>
                        </a:ln>
                        <a:solidFill>
                          <a:schemeClr val="tx1"/>
                        </a:solidFill>
                        <a:effectLst/>
                        <a:latin typeface="Arial" pitchFamily="34" charset="0"/>
                        <a:cs typeface="Arial" pitchFamily="34" charset="0"/>
                      </a:endParaRP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7140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a:ln>
                            <a:noFill/>
                          </a:ln>
                          <a:solidFill>
                            <a:schemeClr val="tx1"/>
                          </a:solidFill>
                          <a:effectLst/>
                          <a:latin typeface="Arial" pitchFamily="34" charset="0"/>
                          <a:cs typeface="Arial" pitchFamily="34" charset="0"/>
                        </a:rPr>
                        <a:t>0     1</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dirty="0">
                          <a:ln>
                            <a:noFill/>
                          </a:ln>
                          <a:solidFill>
                            <a:schemeClr val="tx1"/>
                          </a:solidFill>
                          <a:effectLst/>
                          <a:latin typeface="Arial" pitchFamily="34" charset="0"/>
                          <a:cs typeface="Arial" pitchFamily="34" charset="0"/>
                        </a:rPr>
                        <a:t>Z Output </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69819">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a:ln>
                            <a:noFill/>
                          </a:ln>
                          <a:solidFill>
                            <a:schemeClr val="tx1"/>
                          </a:solidFill>
                          <a:effectLst/>
                          <a:latin typeface="Arial" pitchFamily="34" charset="0"/>
                          <a:cs typeface="Arial" pitchFamily="34" charset="0"/>
                        </a:rPr>
                        <a:t>1     0</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342900" algn="l"/>
                        </a:tabLst>
                      </a:pPr>
                      <a:r>
                        <a:rPr kumimoji="0" lang="ru-RU" sz="1800" b="0" i="0" u="none" strike="noStrike" cap="none" normalizeH="0" baseline="0">
                          <a:ln>
                            <a:noFill/>
                          </a:ln>
                          <a:solidFill>
                            <a:schemeClr val="tx1"/>
                          </a:solidFill>
                          <a:effectLst/>
                          <a:latin typeface="Arial" pitchFamily="34" charset="0"/>
                          <a:cs typeface="Arial" pitchFamily="34" charset="0"/>
                        </a:rPr>
                        <a:t>The output signal is allowed </a:t>
                      </a:r>
                      <a:r>
                        <a:rPr kumimoji="0" lang="en-US" sz="1800" b="0" i="0" u="none" strike="noStrike" cap="none" normalizeH="0" baseline="0">
                          <a:ln>
                            <a:noFill/>
                          </a:ln>
                          <a:solidFill>
                            <a:schemeClr val="tx1"/>
                          </a:solidFill>
                          <a:effectLst/>
                          <a:latin typeface="Arial" pitchFamily="34" charset="0"/>
                          <a:cs typeface="Arial" pitchFamily="34" charset="0"/>
                        </a:rPr>
                        <a:t>by </a:t>
                      </a:r>
                      <a:r>
                        <a:rPr kumimoji="0" lang="ru-RU" sz="1800" b="0" i="0" u="none" strike="noStrike" cap="none" normalizeH="0" baseline="0">
                          <a:ln>
                            <a:noFill/>
                          </a:ln>
                          <a:solidFill>
                            <a:schemeClr val="tx1"/>
                          </a:solidFill>
                          <a:effectLst/>
                          <a:latin typeface="Arial" pitchFamily="34" charset="0"/>
                          <a:cs typeface="Arial" pitchFamily="34" charset="0"/>
                        </a:rPr>
                        <a:t>OE</a:t>
                      </a:r>
                      <a:endParaRPr kumimoji="0" lang="en-US" sz="1800" b="0" i="0" u="none" strike="noStrike" cap="none" normalizeH="0" baseline="-25000">
                        <a:ln>
                          <a:noFill/>
                        </a:ln>
                        <a:solidFill>
                          <a:schemeClr val="tx1"/>
                        </a:solidFill>
                        <a:effectLst/>
                        <a:latin typeface="Arial" pitchFamily="34" charset="0"/>
                        <a:cs typeface="Arial" pitchFamily="34" charset="0"/>
                      </a:endParaRP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64004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342900" algn="l"/>
                        </a:tabLst>
                      </a:pPr>
                      <a:r>
                        <a:rPr kumimoji="0" lang="en-US" sz="1800" b="0" i="0" u="none" strike="noStrike" cap="none" normalizeH="0" baseline="0">
                          <a:ln>
                            <a:noFill/>
                          </a:ln>
                          <a:solidFill>
                            <a:schemeClr val="tx1"/>
                          </a:solidFill>
                          <a:effectLst/>
                          <a:latin typeface="Arial" pitchFamily="34" charset="0"/>
                          <a:cs typeface="Arial" pitchFamily="34" charset="0"/>
                        </a:rPr>
                        <a:t>1     1</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tab pos="342900" algn="l"/>
                        </a:tabLst>
                      </a:pPr>
                      <a:r>
                        <a:rPr kumimoji="0" lang="ru-RU" sz="1800" b="0" i="0" u="none" strike="noStrike" cap="none" normalizeH="0" baseline="0" dirty="0">
                          <a:ln>
                            <a:noFill/>
                          </a:ln>
                          <a:solidFill>
                            <a:schemeClr val="tx1"/>
                          </a:solidFill>
                          <a:effectLst/>
                          <a:latin typeface="Arial" pitchFamily="34" charset="0"/>
                          <a:cs typeface="Arial" pitchFamily="34" charset="0"/>
                        </a:rPr>
                        <a:t>The output signal is allowed </a:t>
                      </a:r>
                      <a:r>
                        <a:rPr kumimoji="0" lang="en-US" sz="1800" b="0" i="0" u="none" strike="noStrike" cap="none" normalizeH="0" baseline="0" dirty="0">
                          <a:ln>
                            <a:noFill/>
                          </a:ln>
                          <a:solidFill>
                            <a:schemeClr val="tx1"/>
                          </a:solidFill>
                          <a:effectLst/>
                          <a:latin typeface="Arial" pitchFamily="34" charset="0"/>
                          <a:cs typeface="Arial" pitchFamily="34" charset="0"/>
                        </a:rPr>
                        <a:t>by 8-th conjunction </a:t>
                      </a:r>
                    </a:p>
                  </a:txBody>
                  <a:tcPr marT="45711" marB="4571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a:extLst>
              <a:ext uri="{FF2B5EF4-FFF2-40B4-BE49-F238E27FC236}">
                <a16:creationId xmlns:a16="http://schemas.microsoft.com/office/drawing/2014/main" id="{3669EF12-2E2C-122D-385E-349B5254B9EB}"/>
              </a:ext>
            </a:extLst>
          </p:cNvPr>
          <p:cNvSpPr>
            <a:spLocks noGrp="1" noChangeArrowheads="1"/>
          </p:cNvSpPr>
          <p:nvPr>
            <p:ph type="title"/>
          </p:nvPr>
        </p:nvSpPr>
        <p:spPr>
          <a:xfrm>
            <a:off x="0" y="183401"/>
            <a:ext cx="11612880" cy="704088"/>
          </a:xfrm>
        </p:spPr>
        <p:txBody>
          <a:bodyPr/>
          <a:lstStyle/>
          <a:p>
            <a:r>
              <a:rPr lang="en-US" altLang="en-US"/>
              <a:t>D Latch Implementation (Complex Mode)</a:t>
            </a:r>
            <a:endParaRPr lang="ru-RU" altLang="en-US"/>
          </a:p>
        </p:txBody>
      </p:sp>
      <p:grpSp>
        <p:nvGrpSpPr>
          <p:cNvPr id="37891" name="Group 221">
            <a:extLst>
              <a:ext uri="{FF2B5EF4-FFF2-40B4-BE49-F238E27FC236}">
                <a16:creationId xmlns:a16="http://schemas.microsoft.com/office/drawing/2014/main" id="{72120473-7F43-2762-F0B9-42DBDF481135}"/>
              </a:ext>
            </a:extLst>
          </p:cNvPr>
          <p:cNvGrpSpPr>
            <a:grpSpLocks/>
          </p:cNvGrpSpPr>
          <p:nvPr/>
        </p:nvGrpSpPr>
        <p:grpSpPr bwMode="auto">
          <a:xfrm>
            <a:off x="2184401" y="1371600"/>
            <a:ext cx="7726363" cy="4191000"/>
            <a:chOff x="171" y="1056"/>
            <a:chExt cx="5351" cy="2784"/>
          </a:xfrm>
        </p:grpSpPr>
        <p:sp>
          <p:nvSpPr>
            <p:cNvPr id="37892" name="Line 6">
              <a:extLst>
                <a:ext uri="{FF2B5EF4-FFF2-40B4-BE49-F238E27FC236}">
                  <a16:creationId xmlns:a16="http://schemas.microsoft.com/office/drawing/2014/main" id="{4F07226A-30D9-78B7-BA8A-A65B8F56E7D6}"/>
                </a:ext>
              </a:extLst>
            </p:cNvPr>
            <p:cNvSpPr>
              <a:spLocks noChangeShapeType="1"/>
            </p:cNvSpPr>
            <p:nvPr/>
          </p:nvSpPr>
          <p:spPr bwMode="auto">
            <a:xfrm flipV="1">
              <a:off x="541" y="1174"/>
              <a:ext cx="405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3" name="Line 7">
              <a:extLst>
                <a:ext uri="{FF2B5EF4-FFF2-40B4-BE49-F238E27FC236}">
                  <a16:creationId xmlns:a16="http://schemas.microsoft.com/office/drawing/2014/main" id="{26DFD905-36B8-C67D-D66B-AE24A35290DE}"/>
                </a:ext>
              </a:extLst>
            </p:cNvPr>
            <p:cNvSpPr>
              <a:spLocks noChangeShapeType="1"/>
            </p:cNvSpPr>
            <p:nvPr/>
          </p:nvSpPr>
          <p:spPr bwMode="auto">
            <a:xfrm>
              <a:off x="851" y="1330"/>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4" name="Line 8">
              <a:extLst>
                <a:ext uri="{FF2B5EF4-FFF2-40B4-BE49-F238E27FC236}">
                  <a16:creationId xmlns:a16="http://schemas.microsoft.com/office/drawing/2014/main" id="{6099C31E-3086-806A-27F9-C1A6BA695631}"/>
                </a:ext>
              </a:extLst>
            </p:cNvPr>
            <p:cNvSpPr>
              <a:spLocks noChangeShapeType="1"/>
            </p:cNvSpPr>
            <p:nvPr/>
          </p:nvSpPr>
          <p:spPr bwMode="auto">
            <a:xfrm>
              <a:off x="851" y="1444"/>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5" name="Line 9">
              <a:extLst>
                <a:ext uri="{FF2B5EF4-FFF2-40B4-BE49-F238E27FC236}">
                  <a16:creationId xmlns:a16="http://schemas.microsoft.com/office/drawing/2014/main" id="{F7690D76-2846-585C-CACF-25925228C276}"/>
                </a:ext>
              </a:extLst>
            </p:cNvPr>
            <p:cNvSpPr>
              <a:spLocks noChangeShapeType="1"/>
            </p:cNvSpPr>
            <p:nvPr/>
          </p:nvSpPr>
          <p:spPr bwMode="auto">
            <a:xfrm>
              <a:off x="3039" y="1273"/>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6" name="Line 10">
              <a:extLst>
                <a:ext uri="{FF2B5EF4-FFF2-40B4-BE49-F238E27FC236}">
                  <a16:creationId xmlns:a16="http://schemas.microsoft.com/office/drawing/2014/main" id="{4555AC9B-85E6-D4EF-4DCE-8DD103B45607}"/>
                </a:ext>
              </a:extLst>
            </p:cNvPr>
            <p:cNvSpPr>
              <a:spLocks noChangeShapeType="1"/>
            </p:cNvSpPr>
            <p:nvPr/>
          </p:nvSpPr>
          <p:spPr bwMode="auto">
            <a:xfrm>
              <a:off x="3102" y="1273"/>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7" name="Line 11">
              <a:extLst>
                <a:ext uri="{FF2B5EF4-FFF2-40B4-BE49-F238E27FC236}">
                  <a16:creationId xmlns:a16="http://schemas.microsoft.com/office/drawing/2014/main" id="{13464ED1-10E3-8F5C-C284-01AFC240B607}"/>
                </a:ext>
              </a:extLst>
            </p:cNvPr>
            <p:cNvSpPr>
              <a:spLocks noChangeShapeType="1"/>
            </p:cNvSpPr>
            <p:nvPr/>
          </p:nvSpPr>
          <p:spPr bwMode="auto">
            <a:xfrm>
              <a:off x="3165" y="1265"/>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8" name="Line 12">
              <a:extLst>
                <a:ext uri="{FF2B5EF4-FFF2-40B4-BE49-F238E27FC236}">
                  <a16:creationId xmlns:a16="http://schemas.microsoft.com/office/drawing/2014/main" id="{04CC4466-BBBC-CF24-A675-42791685EA2C}"/>
                </a:ext>
              </a:extLst>
            </p:cNvPr>
            <p:cNvSpPr>
              <a:spLocks noChangeShapeType="1"/>
            </p:cNvSpPr>
            <p:nvPr/>
          </p:nvSpPr>
          <p:spPr bwMode="auto">
            <a:xfrm>
              <a:off x="3228" y="1273"/>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7899" name="Group 13">
              <a:extLst>
                <a:ext uri="{FF2B5EF4-FFF2-40B4-BE49-F238E27FC236}">
                  <a16:creationId xmlns:a16="http://schemas.microsoft.com/office/drawing/2014/main" id="{815B8C14-5D2A-E1A4-7537-0DE3E78224CB}"/>
                </a:ext>
              </a:extLst>
            </p:cNvPr>
            <p:cNvGrpSpPr>
              <a:grpSpLocks/>
            </p:cNvGrpSpPr>
            <p:nvPr/>
          </p:nvGrpSpPr>
          <p:grpSpPr bwMode="auto">
            <a:xfrm>
              <a:off x="3330" y="1279"/>
              <a:ext cx="129" cy="105"/>
              <a:chOff x="3615" y="11343"/>
              <a:chExt cx="419" cy="525"/>
            </a:xfrm>
          </p:grpSpPr>
          <p:sp>
            <p:nvSpPr>
              <p:cNvPr id="38101" name="Arc 14">
                <a:extLst>
                  <a:ext uri="{FF2B5EF4-FFF2-40B4-BE49-F238E27FC236}">
                    <a16:creationId xmlns:a16="http://schemas.microsoft.com/office/drawing/2014/main" id="{7BF2C249-8436-3F62-AAD3-5EE5285A28A6}"/>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102" name="Line 15">
                <a:extLst>
                  <a:ext uri="{FF2B5EF4-FFF2-40B4-BE49-F238E27FC236}">
                    <a16:creationId xmlns:a16="http://schemas.microsoft.com/office/drawing/2014/main" id="{C19681B3-550A-A9C7-2A99-8B472D6A479E}"/>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103" name="Line 16">
                <a:extLst>
                  <a:ext uri="{FF2B5EF4-FFF2-40B4-BE49-F238E27FC236}">
                    <a16:creationId xmlns:a16="http://schemas.microsoft.com/office/drawing/2014/main" id="{7C8A24E4-DC2D-1313-8F95-FAC8C0008C4A}"/>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104" name="Line 17">
                <a:extLst>
                  <a:ext uri="{FF2B5EF4-FFF2-40B4-BE49-F238E27FC236}">
                    <a16:creationId xmlns:a16="http://schemas.microsoft.com/office/drawing/2014/main" id="{A217212C-A988-FC9E-81EA-82058B389BB4}"/>
                  </a:ext>
                </a:extLst>
              </p:cNvPr>
              <p:cNvSpPr>
                <a:spLocks noChangeShapeType="1"/>
              </p:cNvSpPr>
              <p:nvPr/>
            </p:nvSpPr>
            <p:spPr bwMode="auto">
              <a:xfrm flipV="1">
                <a:off x="3644"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7900" name="Group 18">
              <a:extLst>
                <a:ext uri="{FF2B5EF4-FFF2-40B4-BE49-F238E27FC236}">
                  <a16:creationId xmlns:a16="http://schemas.microsoft.com/office/drawing/2014/main" id="{1D4C5220-537F-DC1C-3D82-DFB534973DB3}"/>
                </a:ext>
              </a:extLst>
            </p:cNvPr>
            <p:cNvGrpSpPr>
              <a:grpSpLocks/>
            </p:cNvGrpSpPr>
            <p:nvPr/>
          </p:nvGrpSpPr>
          <p:grpSpPr bwMode="auto">
            <a:xfrm>
              <a:off x="3333" y="1391"/>
              <a:ext cx="130" cy="104"/>
              <a:chOff x="3612" y="11343"/>
              <a:chExt cx="422" cy="525"/>
            </a:xfrm>
          </p:grpSpPr>
          <p:sp>
            <p:nvSpPr>
              <p:cNvPr id="38097" name="Arc 19">
                <a:extLst>
                  <a:ext uri="{FF2B5EF4-FFF2-40B4-BE49-F238E27FC236}">
                    <a16:creationId xmlns:a16="http://schemas.microsoft.com/office/drawing/2014/main" id="{0C54E41F-F923-D88A-D4F1-668697FE330C}"/>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98" name="Line 20">
                <a:extLst>
                  <a:ext uri="{FF2B5EF4-FFF2-40B4-BE49-F238E27FC236}">
                    <a16:creationId xmlns:a16="http://schemas.microsoft.com/office/drawing/2014/main" id="{AD72ADCF-40C3-1F97-7A14-2DA881055A14}"/>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99" name="Line 21">
                <a:extLst>
                  <a:ext uri="{FF2B5EF4-FFF2-40B4-BE49-F238E27FC236}">
                    <a16:creationId xmlns:a16="http://schemas.microsoft.com/office/drawing/2014/main" id="{70C0CE5F-79BD-55B5-0B9E-ACE44A55D26D}"/>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100" name="Line 22">
                <a:extLst>
                  <a:ext uri="{FF2B5EF4-FFF2-40B4-BE49-F238E27FC236}">
                    <a16:creationId xmlns:a16="http://schemas.microsoft.com/office/drawing/2014/main" id="{E2C8CBC4-CBD5-63D1-ED39-DD4715014E79}"/>
                  </a:ext>
                </a:extLst>
              </p:cNvPr>
              <p:cNvSpPr>
                <a:spLocks noChangeShapeType="1"/>
              </p:cNvSpPr>
              <p:nvPr/>
            </p:nvSpPr>
            <p:spPr bwMode="auto">
              <a:xfrm flipV="1">
                <a:off x="3612"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7901" name="Line 23">
              <a:extLst>
                <a:ext uri="{FF2B5EF4-FFF2-40B4-BE49-F238E27FC236}">
                  <a16:creationId xmlns:a16="http://schemas.microsoft.com/office/drawing/2014/main" id="{5E350BF3-8CDB-E1B1-2BD6-478D52003B7D}"/>
                </a:ext>
              </a:extLst>
            </p:cNvPr>
            <p:cNvSpPr>
              <a:spLocks noChangeShapeType="1"/>
            </p:cNvSpPr>
            <p:nvPr/>
          </p:nvSpPr>
          <p:spPr bwMode="auto">
            <a:xfrm>
              <a:off x="851" y="1544"/>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2" name="Line 24">
              <a:extLst>
                <a:ext uri="{FF2B5EF4-FFF2-40B4-BE49-F238E27FC236}">
                  <a16:creationId xmlns:a16="http://schemas.microsoft.com/office/drawing/2014/main" id="{0A33F4BA-863C-BB1A-5656-CEB572DEE228}"/>
                </a:ext>
              </a:extLst>
            </p:cNvPr>
            <p:cNvSpPr>
              <a:spLocks noChangeShapeType="1"/>
            </p:cNvSpPr>
            <p:nvPr/>
          </p:nvSpPr>
          <p:spPr bwMode="auto">
            <a:xfrm>
              <a:off x="851" y="1658"/>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7903" name="Group 25">
              <a:extLst>
                <a:ext uri="{FF2B5EF4-FFF2-40B4-BE49-F238E27FC236}">
                  <a16:creationId xmlns:a16="http://schemas.microsoft.com/office/drawing/2014/main" id="{9ACD2FEB-0C99-D3A1-A4B8-188AFB6B505C}"/>
                </a:ext>
              </a:extLst>
            </p:cNvPr>
            <p:cNvGrpSpPr>
              <a:grpSpLocks/>
            </p:cNvGrpSpPr>
            <p:nvPr/>
          </p:nvGrpSpPr>
          <p:grpSpPr bwMode="auto">
            <a:xfrm>
              <a:off x="3330" y="1493"/>
              <a:ext cx="129" cy="105"/>
              <a:chOff x="3615" y="11343"/>
              <a:chExt cx="419" cy="525"/>
            </a:xfrm>
          </p:grpSpPr>
          <p:sp>
            <p:nvSpPr>
              <p:cNvPr id="38093" name="Arc 26">
                <a:extLst>
                  <a:ext uri="{FF2B5EF4-FFF2-40B4-BE49-F238E27FC236}">
                    <a16:creationId xmlns:a16="http://schemas.microsoft.com/office/drawing/2014/main" id="{FC956409-98D0-3766-9E9E-CCE3A601B11A}"/>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94" name="Line 27">
                <a:extLst>
                  <a:ext uri="{FF2B5EF4-FFF2-40B4-BE49-F238E27FC236}">
                    <a16:creationId xmlns:a16="http://schemas.microsoft.com/office/drawing/2014/main" id="{66FA8D12-1750-EB90-F42B-F2D2A36725FB}"/>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95" name="Line 28">
                <a:extLst>
                  <a:ext uri="{FF2B5EF4-FFF2-40B4-BE49-F238E27FC236}">
                    <a16:creationId xmlns:a16="http://schemas.microsoft.com/office/drawing/2014/main" id="{F800926D-7EC3-20B3-377B-C537A203C12B}"/>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96" name="Line 29">
                <a:extLst>
                  <a:ext uri="{FF2B5EF4-FFF2-40B4-BE49-F238E27FC236}">
                    <a16:creationId xmlns:a16="http://schemas.microsoft.com/office/drawing/2014/main" id="{77BD68DA-01F4-21B7-AFE7-7CA84ACF422F}"/>
                  </a:ext>
                </a:extLst>
              </p:cNvPr>
              <p:cNvSpPr>
                <a:spLocks noChangeShapeType="1"/>
              </p:cNvSpPr>
              <p:nvPr/>
            </p:nvSpPr>
            <p:spPr bwMode="auto">
              <a:xfrm flipV="1">
                <a:off x="3644"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7904" name="Group 30">
              <a:extLst>
                <a:ext uri="{FF2B5EF4-FFF2-40B4-BE49-F238E27FC236}">
                  <a16:creationId xmlns:a16="http://schemas.microsoft.com/office/drawing/2014/main" id="{0A2F5CD8-1482-13AA-9070-2D6C9F0F77E7}"/>
                </a:ext>
              </a:extLst>
            </p:cNvPr>
            <p:cNvGrpSpPr>
              <a:grpSpLocks/>
            </p:cNvGrpSpPr>
            <p:nvPr/>
          </p:nvGrpSpPr>
          <p:grpSpPr bwMode="auto">
            <a:xfrm>
              <a:off x="3333" y="1605"/>
              <a:ext cx="129" cy="104"/>
              <a:chOff x="3615" y="11343"/>
              <a:chExt cx="419" cy="525"/>
            </a:xfrm>
          </p:grpSpPr>
          <p:sp>
            <p:nvSpPr>
              <p:cNvPr id="38089" name="Arc 31">
                <a:extLst>
                  <a:ext uri="{FF2B5EF4-FFF2-40B4-BE49-F238E27FC236}">
                    <a16:creationId xmlns:a16="http://schemas.microsoft.com/office/drawing/2014/main" id="{EA2FADC2-B6F6-CB01-8939-485003B5628D}"/>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90" name="Line 32">
                <a:extLst>
                  <a:ext uri="{FF2B5EF4-FFF2-40B4-BE49-F238E27FC236}">
                    <a16:creationId xmlns:a16="http://schemas.microsoft.com/office/drawing/2014/main" id="{EA690AB4-9989-FB00-28FA-E42B48C0BAAC}"/>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91" name="Line 33">
                <a:extLst>
                  <a:ext uri="{FF2B5EF4-FFF2-40B4-BE49-F238E27FC236}">
                    <a16:creationId xmlns:a16="http://schemas.microsoft.com/office/drawing/2014/main" id="{59B2440B-3674-C1CD-CC5B-0C1B2BCA966A}"/>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92" name="Line 34">
                <a:extLst>
                  <a:ext uri="{FF2B5EF4-FFF2-40B4-BE49-F238E27FC236}">
                    <a16:creationId xmlns:a16="http://schemas.microsoft.com/office/drawing/2014/main" id="{6D89CFD8-CD4A-786B-FB0F-D8E1DD79CD01}"/>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7905" name="Line 35">
              <a:extLst>
                <a:ext uri="{FF2B5EF4-FFF2-40B4-BE49-F238E27FC236}">
                  <a16:creationId xmlns:a16="http://schemas.microsoft.com/office/drawing/2014/main" id="{3978440C-0D77-EEA9-3DF8-FBBD213430D4}"/>
                </a:ext>
              </a:extLst>
            </p:cNvPr>
            <p:cNvSpPr>
              <a:spLocks noChangeShapeType="1"/>
            </p:cNvSpPr>
            <p:nvPr/>
          </p:nvSpPr>
          <p:spPr bwMode="auto">
            <a:xfrm>
              <a:off x="851" y="1758"/>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06" name="Line 36">
              <a:extLst>
                <a:ext uri="{FF2B5EF4-FFF2-40B4-BE49-F238E27FC236}">
                  <a16:creationId xmlns:a16="http://schemas.microsoft.com/office/drawing/2014/main" id="{C3F4EAC7-84DC-6869-B15D-0B496A8FDC40}"/>
                </a:ext>
              </a:extLst>
            </p:cNvPr>
            <p:cNvSpPr>
              <a:spLocks noChangeShapeType="1"/>
            </p:cNvSpPr>
            <p:nvPr/>
          </p:nvSpPr>
          <p:spPr bwMode="auto">
            <a:xfrm>
              <a:off x="851" y="1873"/>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7907" name="Group 37">
              <a:extLst>
                <a:ext uri="{FF2B5EF4-FFF2-40B4-BE49-F238E27FC236}">
                  <a16:creationId xmlns:a16="http://schemas.microsoft.com/office/drawing/2014/main" id="{27AFEDEA-A5E3-0A23-9625-5A41020B2920}"/>
                </a:ext>
              </a:extLst>
            </p:cNvPr>
            <p:cNvGrpSpPr>
              <a:grpSpLocks/>
            </p:cNvGrpSpPr>
            <p:nvPr/>
          </p:nvGrpSpPr>
          <p:grpSpPr bwMode="auto">
            <a:xfrm>
              <a:off x="3330" y="1707"/>
              <a:ext cx="129" cy="105"/>
              <a:chOff x="3615" y="11343"/>
              <a:chExt cx="419" cy="525"/>
            </a:xfrm>
          </p:grpSpPr>
          <p:sp>
            <p:nvSpPr>
              <p:cNvPr id="38085" name="Arc 38">
                <a:extLst>
                  <a:ext uri="{FF2B5EF4-FFF2-40B4-BE49-F238E27FC236}">
                    <a16:creationId xmlns:a16="http://schemas.microsoft.com/office/drawing/2014/main" id="{9F5439E9-3040-C177-C3B2-415DEB7235CD}"/>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86" name="Line 39">
                <a:extLst>
                  <a:ext uri="{FF2B5EF4-FFF2-40B4-BE49-F238E27FC236}">
                    <a16:creationId xmlns:a16="http://schemas.microsoft.com/office/drawing/2014/main" id="{2DD2FFD6-61F9-032F-28D0-EFE797B8C31C}"/>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87" name="Line 40">
                <a:extLst>
                  <a:ext uri="{FF2B5EF4-FFF2-40B4-BE49-F238E27FC236}">
                    <a16:creationId xmlns:a16="http://schemas.microsoft.com/office/drawing/2014/main" id="{413E3602-9AEB-256A-54A7-B86F322347BF}"/>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88" name="Line 41">
                <a:extLst>
                  <a:ext uri="{FF2B5EF4-FFF2-40B4-BE49-F238E27FC236}">
                    <a16:creationId xmlns:a16="http://schemas.microsoft.com/office/drawing/2014/main" id="{5D6207AF-F3BC-D2FF-D3DD-6CE900E6CA19}"/>
                  </a:ext>
                </a:extLst>
              </p:cNvPr>
              <p:cNvSpPr>
                <a:spLocks noChangeShapeType="1"/>
              </p:cNvSpPr>
              <p:nvPr/>
            </p:nvSpPr>
            <p:spPr bwMode="auto">
              <a:xfrm flipV="1">
                <a:off x="3644"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7908" name="Group 42">
              <a:extLst>
                <a:ext uri="{FF2B5EF4-FFF2-40B4-BE49-F238E27FC236}">
                  <a16:creationId xmlns:a16="http://schemas.microsoft.com/office/drawing/2014/main" id="{05D9D472-D131-DDA5-2527-411CC1D1EB83}"/>
                </a:ext>
              </a:extLst>
            </p:cNvPr>
            <p:cNvGrpSpPr>
              <a:grpSpLocks/>
            </p:cNvGrpSpPr>
            <p:nvPr/>
          </p:nvGrpSpPr>
          <p:grpSpPr bwMode="auto">
            <a:xfrm>
              <a:off x="3333" y="1819"/>
              <a:ext cx="129" cy="105"/>
              <a:chOff x="3615" y="11343"/>
              <a:chExt cx="419" cy="525"/>
            </a:xfrm>
          </p:grpSpPr>
          <p:sp>
            <p:nvSpPr>
              <p:cNvPr id="38081" name="Arc 43">
                <a:extLst>
                  <a:ext uri="{FF2B5EF4-FFF2-40B4-BE49-F238E27FC236}">
                    <a16:creationId xmlns:a16="http://schemas.microsoft.com/office/drawing/2014/main" id="{D1EBE313-E164-D83C-3731-41210DF4EB9F}"/>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82" name="Line 44">
                <a:extLst>
                  <a:ext uri="{FF2B5EF4-FFF2-40B4-BE49-F238E27FC236}">
                    <a16:creationId xmlns:a16="http://schemas.microsoft.com/office/drawing/2014/main" id="{7007FB5C-2899-FE55-F917-CFF3CFF73251}"/>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83" name="Line 45">
                <a:extLst>
                  <a:ext uri="{FF2B5EF4-FFF2-40B4-BE49-F238E27FC236}">
                    <a16:creationId xmlns:a16="http://schemas.microsoft.com/office/drawing/2014/main" id="{EE986BFE-D22D-4E89-FFEB-C994EF4B5C42}"/>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84" name="Line 46">
                <a:extLst>
                  <a:ext uri="{FF2B5EF4-FFF2-40B4-BE49-F238E27FC236}">
                    <a16:creationId xmlns:a16="http://schemas.microsoft.com/office/drawing/2014/main" id="{9A2BDAE8-A7BE-8243-DFE7-8D46442226B1}"/>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7909" name="Line 47">
              <a:extLst>
                <a:ext uri="{FF2B5EF4-FFF2-40B4-BE49-F238E27FC236}">
                  <a16:creationId xmlns:a16="http://schemas.microsoft.com/office/drawing/2014/main" id="{1CCF42ED-4BB1-E5F5-69FC-CB142DDBFD44}"/>
                </a:ext>
              </a:extLst>
            </p:cNvPr>
            <p:cNvSpPr>
              <a:spLocks noChangeShapeType="1"/>
            </p:cNvSpPr>
            <p:nvPr/>
          </p:nvSpPr>
          <p:spPr bwMode="auto">
            <a:xfrm>
              <a:off x="851" y="1972"/>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0" name="Line 48">
              <a:extLst>
                <a:ext uri="{FF2B5EF4-FFF2-40B4-BE49-F238E27FC236}">
                  <a16:creationId xmlns:a16="http://schemas.microsoft.com/office/drawing/2014/main" id="{E266FB1C-9C1F-80C4-3046-FEA7A70D4F5A}"/>
                </a:ext>
              </a:extLst>
            </p:cNvPr>
            <p:cNvSpPr>
              <a:spLocks noChangeShapeType="1"/>
            </p:cNvSpPr>
            <p:nvPr/>
          </p:nvSpPr>
          <p:spPr bwMode="auto">
            <a:xfrm>
              <a:off x="851" y="2087"/>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7911" name="Group 49">
              <a:extLst>
                <a:ext uri="{FF2B5EF4-FFF2-40B4-BE49-F238E27FC236}">
                  <a16:creationId xmlns:a16="http://schemas.microsoft.com/office/drawing/2014/main" id="{AD3B0125-8A12-0E55-C9C1-F336A2F44C71}"/>
                </a:ext>
              </a:extLst>
            </p:cNvPr>
            <p:cNvGrpSpPr>
              <a:grpSpLocks/>
            </p:cNvGrpSpPr>
            <p:nvPr/>
          </p:nvGrpSpPr>
          <p:grpSpPr bwMode="auto">
            <a:xfrm>
              <a:off x="3330" y="1921"/>
              <a:ext cx="129" cy="105"/>
              <a:chOff x="3615" y="11343"/>
              <a:chExt cx="419" cy="525"/>
            </a:xfrm>
          </p:grpSpPr>
          <p:sp>
            <p:nvSpPr>
              <p:cNvPr id="38077" name="Arc 50">
                <a:extLst>
                  <a:ext uri="{FF2B5EF4-FFF2-40B4-BE49-F238E27FC236}">
                    <a16:creationId xmlns:a16="http://schemas.microsoft.com/office/drawing/2014/main" id="{2E3BA6F4-666A-5533-A961-5F16ED623CAE}"/>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78" name="Line 51">
                <a:extLst>
                  <a:ext uri="{FF2B5EF4-FFF2-40B4-BE49-F238E27FC236}">
                    <a16:creationId xmlns:a16="http://schemas.microsoft.com/office/drawing/2014/main" id="{F7CE53EE-276F-0971-C8CF-B101DD0EC912}"/>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79" name="Line 52">
                <a:extLst>
                  <a:ext uri="{FF2B5EF4-FFF2-40B4-BE49-F238E27FC236}">
                    <a16:creationId xmlns:a16="http://schemas.microsoft.com/office/drawing/2014/main" id="{161EC711-B091-F06D-1BCB-DE1C9290171B}"/>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80" name="Line 53">
                <a:extLst>
                  <a:ext uri="{FF2B5EF4-FFF2-40B4-BE49-F238E27FC236}">
                    <a16:creationId xmlns:a16="http://schemas.microsoft.com/office/drawing/2014/main" id="{0227F7E6-98AC-F07C-2A01-0EB4022DA7EF}"/>
                  </a:ext>
                </a:extLst>
              </p:cNvPr>
              <p:cNvSpPr>
                <a:spLocks noChangeShapeType="1"/>
              </p:cNvSpPr>
              <p:nvPr/>
            </p:nvSpPr>
            <p:spPr bwMode="auto">
              <a:xfrm flipV="1">
                <a:off x="3644"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7912" name="Group 54">
              <a:extLst>
                <a:ext uri="{FF2B5EF4-FFF2-40B4-BE49-F238E27FC236}">
                  <a16:creationId xmlns:a16="http://schemas.microsoft.com/office/drawing/2014/main" id="{5B98A504-BA8E-2AB4-5700-87490D3ECD4C}"/>
                </a:ext>
              </a:extLst>
            </p:cNvPr>
            <p:cNvGrpSpPr>
              <a:grpSpLocks/>
            </p:cNvGrpSpPr>
            <p:nvPr/>
          </p:nvGrpSpPr>
          <p:grpSpPr bwMode="auto">
            <a:xfrm>
              <a:off x="3332" y="2033"/>
              <a:ext cx="120" cy="105"/>
              <a:chOff x="3615" y="11343"/>
              <a:chExt cx="390" cy="525"/>
            </a:xfrm>
          </p:grpSpPr>
          <p:sp>
            <p:nvSpPr>
              <p:cNvPr id="38073" name="Arc 55">
                <a:extLst>
                  <a:ext uri="{FF2B5EF4-FFF2-40B4-BE49-F238E27FC236}">
                    <a16:creationId xmlns:a16="http://schemas.microsoft.com/office/drawing/2014/main" id="{D68091B8-FC43-6D32-55D5-4EB2C70A7BC5}"/>
                  </a:ext>
                </a:extLst>
              </p:cNvPr>
              <p:cNvSpPr>
                <a:spLocks/>
              </p:cNvSpPr>
              <p:nvPr/>
            </p:nvSpPr>
            <p:spPr bwMode="auto">
              <a:xfrm>
                <a:off x="3757"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74" name="Line 56">
                <a:extLst>
                  <a:ext uri="{FF2B5EF4-FFF2-40B4-BE49-F238E27FC236}">
                    <a16:creationId xmlns:a16="http://schemas.microsoft.com/office/drawing/2014/main" id="{E9C26327-F5FC-8839-C3DB-82137A7C9DA3}"/>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75" name="Line 57">
                <a:extLst>
                  <a:ext uri="{FF2B5EF4-FFF2-40B4-BE49-F238E27FC236}">
                    <a16:creationId xmlns:a16="http://schemas.microsoft.com/office/drawing/2014/main" id="{612A337E-D4EA-D594-8701-25184520E8DB}"/>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76" name="Line 58">
                <a:extLst>
                  <a:ext uri="{FF2B5EF4-FFF2-40B4-BE49-F238E27FC236}">
                    <a16:creationId xmlns:a16="http://schemas.microsoft.com/office/drawing/2014/main" id="{410309AF-3614-718A-0DAD-E0B624C031F2}"/>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7913" name="AutoShape 59">
              <a:extLst>
                <a:ext uri="{FF2B5EF4-FFF2-40B4-BE49-F238E27FC236}">
                  <a16:creationId xmlns:a16="http://schemas.microsoft.com/office/drawing/2014/main" id="{A5F991A7-4640-DFF6-D005-D1B2F1B17C99}"/>
                </a:ext>
              </a:extLst>
            </p:cNvPr>
            <p:cNvSpPr>
              <a:spLocks noChangeArrowheads="1"/>
            </p:cNvSpPr>
            <p:nvPr/>
          </p:nvSpPr>
          <p:spPr bwMode="auto">
            <a:xfrm flipH="1">
              <a:off x="3550" y="1636"/>
              <a:ext cx="252" cy="271"/>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7914" name="Arc 60">
              <a:extLst>
                <a:ext uri="{FF2B5EF4-FFF2-40B4-BE49-F238E27FC236}">
                  <a16:creationId xmlns:a16="http://schemas.microsoft.com/office/drawing/2014/main" id="{AE1CF896-DE48-35D9-30AE-4918337E59F1}"/>
                </a:ext>
              </a:extLst>
            </p:cNvPr>
            <p:cNvSpPr>
              <a:spLocks/>
            </p:cNvSpPr>
            <p:nvPr/>
          </p:nvSpPr>
          <p:spPr bwMode="auto">
            <a:xfrm rot="2524206">
              <a:off x="3487" y="1436"/>
              <a:ext cx="127" cy="17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915" name="Arc 61">
              <a:extLst>
                <a:ext uri="{FF2B5EF4-FFF2-40B4-BE49-F238E27FC236}">
                  <a16:creationId xmlns:a16="http://schemas.microsoft.com/office/drawing/2014/main" id="{CE7EE739-F66B-9580-EE4E-C5809C3CF5BC}"/>
                </a:ext>
              </a:extLst>
            </p:cNvPr>
            <p:cNvSpPr>
              <a:spLocks/>
            </p:cNvSpPr>
            <p:nvPr/>
          </p:nvSpPr>
          <p:spPr bwMode="auto">
            <a:xfrm rot="2524206">
              <a:off x="3487" y="1932"/>
              <a:ext cx="101" cy="15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916" name="Line 62">
              <a:extLst>
                <a:ext uri="{FF2B5EF4-FFF2-40B4-BE49-F238E27FC236}">
                  <a16:creationId xmlns:a16="http://schemas.microsoft.com/office/drawing/2014/main" id="{4A8217BD-0EEA-D974-C732-5256644FA72A}"/>
                </a:ext>
              </a:extLst>
            </p:cNvPr>
            <p:cNvSpPr>
              <a:spLocks noChangeShapeType="1"/>
            </p:cNvSpPr>
            <p:nvPr/>
          </p:nvSpPr>
          <p:spPr bwMode="auto">
            <a:xfrm>
              <a:off x="3468" y="1443"/>
              <a:ext cx="1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7" name="Line 63">
              <a:extLst>
                <a:ext uri="{FF2B5EF4-FFF2-40B4-BE49-F238E27FC236}">
                  <a16:creationId xmlns:a16="http://schemas.microsoft.com/office/drawing/2014/main" id="{5C9B7E19-B4A4-1AC4-29C3-0D1F275A9DE9}"/>
                </a:ext>
              </a:extLst>
            </p:cNvPr>
            <p:cNvSpPr>
              <a:spLocks noChangeShapeType="1"/>
            </p:cNvSpPr>
            <p:nvPr/>
          </p:nvSpPr>
          <p:spPr bwMode="auto">
            <a:xfrm>
              <a:off x="3452" y="1964"/>
              <a:ext cx="1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8" name="Line 64">
              <a:extLst>
                <a:ext uri="{FF2B5EF4-FFF2-40B4-BE49-F238E27FC236}">
                  <a16:creationId xmlns:a16="http://schemas.microsoft.com/office/drawing/2014/main" id="{908D00AC-0E83-5023-6494-A8218EEAF429}"/>
                </a:ext>
              </a:extLst>
            </p:cNvPr>
            <p:cNvSpPr>
              <a:spLocks noChangeShapeType="1"/>
            </p:cNvSpPr>
            <p:nvPr/>
          </p:nvSpPr>
          <p:spPr bwMode="auto">
            <a:xfrm>
              <a:off x="3468" y="1536"/>
              <a:ext cx="1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19" name="Line 65">
              <a:extLst>
                <a:ext uri="{FF2B5EF4-FFF2-40B4-BE49-F238E27FC236}">
                  <a16:creationId xmlns:a16="http://schemas.microsoft.com/office/drawing/2014/main" id="{E3CB2820-C558-5B1A-59B7-D07D02A71D8A}"/>
                </a:ext>
              </a:extLst>
            </p:cNvPr>
            <p:cNvSpPr>
              <a:spLocks noChangeShapeType="1"/>
            </p:cNvSpPr>
            <p:nvPr/>
          </p:nvSpPr>
          <p:spPr bwMode="auto">
            <a:xfrm>
              <a:off x="3459" y="1873"/>
              <a:ext cx="10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0" name="Line 66">
              <a:extLst>
                <a:ext uri="{FF2B5EF4-FFF2-40B4-BE49-F238E27FC236}">
                  <a16:creationId xmlns:a16="http://schemas.microsoft.com/office/drawing/2014/main" id="{8BAA7818-82E5-E212-7ADD-DE1A1FDB9E3F}"/>
                </a:ext>
              </a:extLst>
            </p:cNvPr>
            <p:cNvSpPr>
              <a:spLocks noChangeShapeType="1"/>
            </p:cNvSpPr>
            <p:nvPr/>
          </p:nvSpPr>
          <p:spPr bwMode="auto">
            <a:xfrm>
              <a:off x="3459" y="1657"/>
              <a:ext cx="10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1" name="Line 67">
              <a:extLst>
                <a:ext uri="{FF2B5EF4-FFF2-40B4-BE49-F238E27FC236}">
                  <a16:creationId xmlns:a16="http://schemas.microsoft.com/office/drawing/2014/main" id="{E75F997B-DFFB-FC54-5CCA-B96620AACB80}"/>
                </a:ext>
              </a:extLst>
            </p:cNvPr>
            <p:cNvSpPr>
              <a:spLocks noChangeShapeType="1"/>
            </p:cNvSpPr>
            <p:nvPr/>
          </p:nvSpPr>
          <p:spPr bwMode="auto">
            <a:xfrm>
              <a:off x="3459" y="1750"/>
              <a:ext cx="1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2" name="Line 68">
              <a:extLst>
                <a:ext uri="{FF2B5EF4-FFF2-40B4-BE49-F238E27FC236}">
                  <a16:creationId xmlns:a16="http://schemas.microsoft.com/office/drawing/2014/main" id="{DD67F37B-DA81-4C61-96ED-9B3E17D27D22}"/>
                </a:ext>
              </a:extLst>
            </p:cNvPr>
            <p:cNvSpPr>
              <a:spLocks noChangeShapeType="1"/>
            </p:cNvSpPr>
            <p:nvPr/>
          </p:nvSpPr>
          <p:spPr bwMode="auto">
            <a:xfrm>
              <a:off x="3457" y="2079"/>
              <a:ext cx="7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7923" name="Group 69">
              <a:extLst>
                <a:ext uri="{FF2B5EF4-FFF2-40B4-BE49-F238E27FC236}">
                  <a16:creationId xmlns:a16="http://schemas.microsoft.com/office/drawing/2014/main" id="{11870137-6A1B-03F4-D0EC-3C2A537A20DD}"/>
                </a:ext>
              </a:extLst>
            </p:cNvPr>
            <p:cNvGrpSpPr>
              <a:grpSpLocks/>
            </p:cNvGrpSpPr>
            <p:nvPr/>
          </p:nvGrpSpPr>
          <p:grpSpPr bwMode="auto">
            <a:xfrm>
              <a:off x="4320" y="1720"/>
              <a:ext cx="186" cy="178"/>
              <a:chOff x="3082" y="7704"/>
              <a:chExt cx="399" cy="404"/>
            </a:xfrm>
          </p:grpSpPr>
          <p:sp>
            <p:nvSpPr>
              <p:cNvPr id="38071" name="AutoShape 70">
                <a:extLst>
                  <a:ext uri="{FF2B5EF4-FFF2-40B4-BE49-F238E27FC236}">
                    <a16:creationId xmlns:a16="http://schemas.microsoft.com/office/drawing/2014/main" id="{8789D065-3ECC-2AE0-2E0A-65555A8C5140}"/>
                  </a:ext>
                </a:extLst>
              </p:cNvPr>
              <p:cNvSpPr>
                <a:spLocks noChangeArrowheads="1"/>
              </p:cNvSpPr>
              <p:nvPr/>
            </p:nvSpPr>
            <p:spPr bwMode="auto">
              <a:xfrm rot="5435204">
                <a:off x="3012" y="777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072" name="Oval 71">
                <a:extLst>
                  <a:ext uri="{FF2B5EF4-FFF2-40B4-BE49-F238E27FC236}">
                    <a16:creationId xmlns:a16="http://schemas.microsoft.com/office/drawing/2014/main" id="{A42D800C-C200-78FB-C095-36A7C63B2678}"/>
                  </a:ext>
                </a:extLst>
              </p:cNvPr>
              <p:cNvSpPr>
                <a:spLocks noChangeArrowheads="1"/>
              </p:cNvSpPr>
              <p:nvPr/>
            </p:nvSpPr>
            <p:spPr bwMode="auto">
              <a:xfrm>
                <a:off x="3345" y="7828"/>
                <a:ext cx="136" cy="136"/>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sp>
          <p:nvSpPr>
            <p:cNvPr id="37924" name="Line 72">
              <a:extLst>
                <a:ext uri="{FF2B5EF4-FFF2-40B4-BE49-F238E27FC236}">
                  <a16:creationId xmlns:a16="http://schemas.microsoft.com/office/drawing/2014/main" id="{88051680-3C6E-B6BF-6145-02B12B97E665}"/>
                </a:ext>
              </a:extLst>
            </p:cNvPr>
            <p:cNvSpPr>
              <a:spLocks noChangeShapeType="1"/>
            </p:cNvSpPr>
            <p:nvPr/>
          </p:nvSpPr>
          <p:spPr bwMode="auto">
            <a:xfrm>
              <a:off x="3809" y="1773"/>
              <a:ext cx="16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5" name="Line 73">
              <a:extLst>
                <a:ext uri="{FF2B5EF4-FFF2-40B4-BE49-F238E27FC236}">
                  <a16:creationId xmlns:a16="http://schemas.microsoft.com/office/drawing/2014/main" id="{2231CD1E-0D34-D2E7-320A-CD1BF5B0C69E}"/>
                </a:ext>
              </a:extLst>
            </p:cNvPr>
            <p:cNvSpPr>
              <a:spLocks noChangeShapeType="1"/>
            </p:cNvSpPr>
            <p:nvPr/>
          </p:nvSpPr>
          <p:spPr bwMode="auto">
            <a:xfrm>
              <a:off x="4509" y="1804"/>
              <a:ext cx="22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26" name="AutoShape 74">
              <a:extLst>
                <a:ext uri="{FF2B5EF4-FFF2-40B4-BE49-F238E27FC236}">
                  <a16:creationId xmlns:a16="http://schemas.microsoft.com/office/drawing/2014/main" id="{FB0F4E57-C422-7F46-5874-966AF36C9B5E}"/>
                </a:ext>
              </a:extLst>
            </p:cNvPr>
            <p:cNvSpPr>
              <a:spLocks noChangeArrowheads="1"/>
            </p:cNvSpPr>
            <p:nvPr/>
          </p:nvSpPr>
          <p:spPr bwMode="auto">
            <a:xfrm rot="5435204">
              <a:off x="618" y="2265"/>
              <a:ext cx="206" cy="123"/>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nvGrpSpPr>
            <p:cNvPr id="37927" name="Group 75">
              <a:extLst>
                <a:ext uri="{FF2B5EF4-FFF2-40B4-BE49-F238E27FC236}">
                  <a16:creationId xmlns:a16="http://schemas.microsoft.com/office/drawing/2014/main" id="{C446DA54-576A-1052-3386-430790B04ACD}"/>
                </a:ext>
              </a:extLst>
            </p:cNvPr>
            <p:cNvGrpSpPr>
              <a:grpSpLocks/>
            </p:cNvGrpSpPr>
            <p:nvPr/>
          </p:nvGrpSpPr>
          <p:grpSpPr bwMode="auto">
            <a:xfrm>
              <a:off x="3669" y="2226"/>
              <a:ext cx="123" cy="206"/>
              <a:chOff x="9291" y="3837"/>
              <a:chExt cx="264" cy="404"/>
            </a:xfrm>
          </p:grpSpPr>
          <p:sp>
            <p:nvSpPr>
              <p:cNvPr id="38069" name="AutoShape 76">
                <a:extLst>
                  <a:ext uri="{FF2B5EF4-FFF2-40B4-BE49-F238E27FC236}">
                    <a16:creationId xmlns:a16="http://schemas.microsoft.com/office/drawing/2014/main" id="{60D31E76-49DF-3B6F-8782-84437DA14EBB}"/>
                  </a:ext>
                </a:extLst>
              </p:cNvPr>
              <p:cNvSpPr>
                <a:spLocks noChangeArrowheads="1"/>
              </p:cNvSpPr>
              <p:nvPr/>
            </p:nvSpPr>
            <p:spPr bwMode="auto">
              <a:xfrm rot="-5400000">
                <a:off x="9221" y="3907"/>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070" name="Oval 77">
                <a:extLst>
                  <a:ext uri="{FF2B5EF4-FFF2-40B4-BE49-F238E27FC236}">
                    <a16:creationId xmlns:a16="http://schemas.microsoft.com/office/drawing/2014/main" id="{7817D626-5233-783F-3F82-5385E8AAD1A9}"/>
                  </a:ext>
                </a:extLst>
              </p:cNvPr>
              <p:cNvSpPr>
                <a:spLocks noChangeArrowheads="1"/>
              </p:cNvSpPr>
              <p:nvPr/>
            </p:nvSpPr>
            <p:spPr bwMode="auto">
              <a:xfrm>
                <a:off x="9321" y="4089"/>
                <a:ext cx="113" cy="113"/>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sp>
          <p:nvSpPr>
            <p:cNvPr id="37928" name="Line 78">
              <a:extLst>
                <a:ext uri="{FF2B5EF4-FFF2-40B4-BE49-F238E27FC236}">
                  <a16:creationId xmlns:a16="http://schemas.microsoft.com/office/drawing/2014/main" id="{0F3636CE-8404-7A4C-627E-969682029187}"/>
                </a:ext>
              </a:extLst>
            </p:cNvPr>
            <p:cNvSpPr>
              <a:spLocks noChangeShapeType="1"/>
            </p:cNvSpPr>
            <p:nvPr/>
          </p:nvSpPr>
          <p:spPr bwMode="auto">
            <a:xfrm>
              <a:off x="4594" y="1177"/>
              <a:ext cx="0" cy="627"/>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37929" name="Line 79">
              <a:extLst>
                <a:ext uri="{FF2B5EF4-FFF2-40B4-BE49-F238E27FC236}">
                  <a16:creationId xmlns:a16="http://schemas.microsoft.com/office/drawing/2014/main" id="{6E29D9D1-E667-7323-E305-8E6CD960E32D}"/>
                </a:ext>
              </a:extLst>
            </p:cNvPr>
            <p:cNvSpPr>
              <a:spLocks noChangeShapeType="1"/>
            </p:cNvSpPr>
            <p:nvPr/>
          </p:nvSpPr>
          <p:spPr bwMode="auto">
            <a:xfrm>
              <a:off x="4594" y="1802"/>
              <a:ext cx="0" cy="52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0" name="Line 80">
              <a:extLst>
                <a:ext uri="{FF2B5EF4-FFF2-40B4-BE49-F238E27FC236}">
                  <a16:creationId xmlns:a16="http://schemas.microsoft.com/office/drawing/2014/main" id="{9DF852DE-1537-60CE-A00E-F12EE5732445}"/>
                </a:ext>
              </a:extLst>
            </p:cNvPr>
            <p:cNvSpPr>
              <a:spLocks noChangeShapeType="1"/>
            </p:cNvSpPr>
            <p:nvPr/>
          </p:nvSpPr>
          <p:spPr bwMode="auto">
            <a:xfrm>
              <a:off x="3795" y="2324"/>
              <a:ext cx="79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1" name="Line 81">
              <a:extLst>
                <a:ext uri="{FF2B5EF4-FFF2-40B4-BE49-F238E27FC236}">
                  <a16:creationId xmlns:a16="http://schemas.microsoft.com/office/drawing/2014/main" id="{DB01C5DC-23B7-DFC1-64F0-6DB71B84D230}"/>
                </a:ext>
              </a:extLst>
            </p:cNvPr>
            <p:cNvSpPr>
              <a:spLocks noChangeShapeType="1"/>
            </p:cNvSpPr>
            <p:nvPr/>
          </p:nvSpPr>
          <p:spPr bwMode="auto">
            <a:xfrm flipV="1">
              <a:off x="1078" y="2276"/>
              <a:ext cx="2653"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7932" name="Line 82">
              <a:extLst>
                <a:ext uri="{FF2B5EF4-FFF2-40B4-BE49-F238E27FC236}">
                  <a16:creationId xmlns:a16="http://schemas.microsoft.com/office/drawing/2014/main" id="{00FA59D2-6445-A9AF-967C-1E9DE8793013}"/>
                </a:ext>
              </a:extLst>
            </p:cNvPr>
            <p:cNvSpPr>
              <a:spLocks noChangeShapeType="1"/>
            </p:cNvSpPr>
            <p:nvPr/>
          </p:nvSpPr>
          <p:spPr bwMode="auto">
            <a:xfrm>
              <a:off x="1141" y="2380"/>
              <a:ext cx="2537"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7933" name="Line 83">
              <a:extLst>
                <a:ext uri="{FF2B5EF4-FFF2-40B4-BE49-F238E27FC236}">
                  <a16:creationId xmlns:a16="http://schemas.microsoft.com/office/drawing/2014/main" id="{DC9C7276-809A-BB8C-2B01-CA134A699A28}"/>
                </a:ext>
              </a:extLst>
            </p:cNvPr>
            <p:cNvSpPr>
              <a:spLocks noChangeShapeType="1"/>
            </p:cNvSpPr>
            <p:nvPr/>
          </p:nvSpPr>
          <p:spPr bwMode="auto">
            <a:xfrm>
              <a:off x="2738"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4" name="Line 84">
              <a:extLst>
                <a:ext uri="{FF2B5EF4-FFF2-40B4-BE49-F238E27FC236}">
                  <a16:creationId xmlns:a16="http://schemas.microsoft.com/office/drawing/2014/main" id="{8B26A450-7893-082F-1EB6-FDA208DE0DC3}"/>
                </a:ext>
              </a:extLst>
            </p:cNvPr>
            <p:cNvSpPr>
              <a:spLocks noChangeShapeType="1"/>
            </p:cNvSpPr>
            <p:nvPr/>
          </p:nvSpPr>
          <p:spPr bwMode="auto">
            <a:xfrm>
              <a:off x="2801"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5" name="Line 85">
              <a:extLst>
                <a:ext uri="{FF2B5EF4-FFF2-40B4-BE49-F238E27FC236}">
                  <a16:creationId xmlns:a16="http://schemas.microsoft.com/office/drawing/2014/main" id="{E33C0EB6-5FCF-FAB6-1B47-2A14F6131527}"/>
                </a:ext>
              </a:extLst>
            </p:cNvPr>
            <p:cNvSpPr>
              <a:spLocks noChangeShapeType="1"/>
            </p:cNvSpPr>
            <p:nvPr/>
          </p:nvSpPr>
          <p:spPr bwMode="auto">
            <a:xfrm>
              <a:off x="2864" y="1269"/>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6" name="Line 86">
              <a:extLst>
                <a:ext uri="{FF2B5EF4-FFF2-40B4-BE49-F238E27FC236}">
                  <a16:creationId xmlns:a16="http://schemas.microsoft.com/office/drawing/2014/main" id="{ACF769B8-2371-8A24-2E8E-2EB6272B819A}"/>
                </a:ext>
              </a:extLst>
            </p:cNvPr>
            <p:cNvSpPr>
              <a:spLocks noChangeShapeType="1"/>
            </p:cNvSpPr>
            <p:nvPr/>
          </p:nvSpPr>
          <p:spPr bwMode="auto">
            <a:xfrm>
              <a:off x="2927"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7" name="Line 87">
              <a:extLst>
                <a:ext uri="{FF2B5EF4-FFF2-40B4-BE49-F238E27FC236}">
                  <a16:creationId xmlns:a16="http://schemas.microsoft.com/office/drawing/2014/main" id="{50955C9A-0ACA-D8AF-1B51-142F01DB47D5}"/>
                </a:ext>
              </a:extLst>
            </p:cNvPr>
            <p:cNvSpPr>
              <a:spLocks noChangeShapeType="1"/>
            </p:cNvSpPr>
            <p:nvPr/>
          </p:nvSpPr>
          <p:spPr bwMode="auto">
            <a:xfrm>
              <a:off x="2444"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8" name="Line 88">
              <a:extLst>
                <a:ext uri="{FF2B5EF4-FFF2-40B4-BE49-F238E27FC236}">
                  <a16:creationId xmlns:a16="http://schemas.microsoft.com/office/drawing/2014/main" id="{5EC337F0-B5F9-8FFB-3757-F5108BE9A661}"/>
                </a:ext>
              </a:extLst>
            </p:cNvPr>
            <p:cNvSpPr>
              <a:spLocks noChangeShapeType="1"/>
            </p:cNvSpPr>
            <p:nvPr/>
          </p:nvSpPr>
          <p:spPr bwMode="auto">
            <a:xfrm>
              <a:off x="2507"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39" name="Line 89">
              <a:extLst>
                <a:ext uri="{FF2B5EF4-FFF2-40B4-BE49-F238E27FC236}">
                  <a16:creationId xmlns:a16="http://schemas.microsoft.com/office/drawing/2014/main" id="{553234ED-14B0-79CF-06A2-66D297D940FB}"/>
                </a:ext>
              </a:extLst>
            </p:cNvPr>
            <p:cNvSpPr>
              <a:spLocks noChangeShapeType="1"/>
            </p:cNvSpPr>
            <p:nvPr/>
          </p:nvSpPr>
          <p:spPr bwMode="auto">
            <a:xfrm>
              <a:off x="2570" y="1269"/>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0" name="Line 90">
              <a:extLst>
                <a:ext uri="{FF2B5EF4-FFF2-40B4-BE49-F238E27FC236}">
                  <a16:creationId xmlns:a16="http://schemas.microsoft.com/office/drawing/2014/main" id="{B542D417-57CA-EA33-3A6A-D83596EC38E3}"/>
                </a:ext>
              </a:extLst>
            </p:cNvPr>
            <p:cNvSpPr>
              <a:spLocks noChangeShapeType="1"/>
            </p:cNvSpPr>
            <p:nvPr/>
          </p:nvSpPr>
          <p:spPr bwMode="auto">
            <a:xfrm>
              <a:off x="2633"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1" name="Line 91">
              <a:extLst>
                <a:ext uri="{FF2B5EF4-FFF2-40B4-BE49-F238E27FC236}">
                  <a16:creationId xmlns:a16="http://schemas.microsoft.com/office/drawing/2014/main" id="{1076BEC7-C541-865A-EBC3-1470214D050D}"/>
                </a:ext>
              </a:extLst>
            </p:cNvPr>
            <p:cNvSpPr>
              <a:spLocks noChangeShapeType="1"/>
            </p:cNvSpPr>
            <p:nvPr/>
          </p:nvSpPr>
          <p:spPr bwMode="auto">
            <a:xfrm>
              <a:off x="2143" y="1280"/>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2" name="Line 92">
              <a:extLst>
                <a:ext uri="{FF2B5EF4-FFF2-40B4-BE49-F238E27FC236}">
                  <a16:creationId xmlns:a16="http://schemas.microsoft.com/office/drawing/2014/main" id="{2FF37DBE-7EEB-6C56-D075-360F278C6BE4}"/>
                </a:ext>
              </a:extLst>
            </p:cNvPr>
            <p:cNvSpPr>
              <a:spLocks noChangeShapeType="1"/>
            </p:cNvSpPr>
            <p:nvPr/>
          </p:nvSpPr>
          <p:spPr bwMode="auto">
            <a:xfrm>
              <a:off x="2206" y="1280"/>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3" name="Line 93">
              <a:extLst>
                <a:ext uri="{FF2B5EF4-FFF2-40B4-BE49-F238E27FC236}">
                  <a16:creationId xmlns:a16="http://schemas.microsoft.com/office/drawing/2014/main" id="{5DF3CAD3-87D9-9E32-F624-F0CFFA8EA236}"/>
                </a:ext>
              </a:extLst>
            </p:cNvPr>
            <p:cNvSpPr>
              <a:spLocks noChangeShapeType="1"/>
            </p:cNvSpPr>
            <p:nvPr/>
          </p:nvSpPr>
          <p:spPr bwMode="auto">
            <a:xfrm>
              <a:off x="2269" y="1272"/>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4" name="Line 94">
              <a:extLst>
                <a:ext uri="{FF2B5EF4-FFF2-40B4-BE49-F238E27FC236}">
                  <a16:creationId xmlns:a16="http://schemas.microsoft.com/office/drawing/2014/main" id="{5FD42B51-0E76-0DB8-1917-73867139C997}"/>
                </a:ext>
              </a:extLst>
            </p:cNvPr>
            <p:cNvSpPr>
              <a:spLocks noChangeShapeType="1"/>
            </p:cNvSpPr>
            <p:nvPr/>
          </p:nvSpPr>
          <p:spPr bwMode="auto">
            <a:xfrm>
              <a:off x="2332" y="1280"/>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5" name="Line 95">
              <a:extLst>
                <a:ext uri="{FF2B5EF4-FFF2-40B4-BE49-F238E27FC236}">
                  <a16:creationId xmlns:a16="http://schemas.microsoft.com/office/drawing/2014/main" id="{6C08D6AA-1BC6-25C6-90CD-2C21045B5AAB}"/>
                </a:ext>
              </a:extLst>
            </p:cNvPr>
            <p:cNvSpPr>
              <a:spLocks noChangeShapeType="1"/>
            </p:cNvSpPr>
            <p:nvPr/>
          </p:nvSpPr>
          <p:spPr bwMode="auto">
            <a:xfrm>
              <a:off x="1849" y="1269"/>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6" name="Line 96">
              <a:extLst>
                <a:ext uri="{FF2B5EF4-FFF2-40B4-BE49-F238E27FC236}">
                  <a16:creationId xmlns:a16="http://schemas.microsoft.com/office/drawing/2014/main" id="{FCAE578C-9CB4-14DB-19D7-C0884A9181F1}"/>
                </a:ext>
              </a:extLst>
            </p:cNvPr>
            <p:cNvSpPr>
              <a:spLocks noChangeShapeType="1"/>
            </p:cNvSpPr>
            <p:nvPr/>
          </p:nvSpPr>
          <p:spPr bwMode="auto">
            <a:xfrm>
              <a:off x="1912" y="1269"/>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7" name="Line 97">
              <a:extLst>
                <a:ext uri="{FF2B5EF4-FFF2-40B4-BE49-F238E27FC236}">
                  <a16:creationId xmlns:a16="http://schemas.microsoft.com/office/drawing/2014/main" id="{C5969818-6D58-3298-C6BA-F6CDE490E166}"/>
                </a:ext>
              </a:extLst>
            </p:cNvPr>
            <p:cNvSpPr>
              <a:spLocks noChangeShapeType="1"/>
            </p:cNvSpPr>
            <p:nvPr/>
          </p:nvSpPr>
          <p:spPr bwMode="auto">
            <a:xfrm>
              <a:off x="1975" y="1261"/>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8" name="Line 98">
              <a:extLst>
                <a:ext uri="{FF2B5EF4-FFF2-40B4-BE49-F238E27FC236}">
                  <a16:creationId xmlns:a16="http://schemas.microsoft.com/office/drawing/2014/main" id="{3C0D700C-9E43-E4AB-E63A-03CCC733C1C5}"/>
                </a:ext>
              </a:extLst>
            </p:cNvPr>
            <p:cNvSpPr>
              <a:spLocks noChangeShapeType="1"/>
            </p:cNvSpPr>
            <p:nvPr/>
          </p:nvSpPr>
          <p:spPr bwMode="auto">
            <a:xfrm>
              <a:off x="2038" y="1269"/>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49" name="Line 99">
              <a:extLst>
                <a:ext uri="{FF2B5EF4-FFF2-40B4-BE49-F238E27FC236}">
                  <a16:creationId xmlns:a16="http://schemas.microsoft.com/office/drawing/2014/main" id="{C6BF463A-39F8-AC0B-2F61-73DD3C243D30}"/>
                </a:ext>
              </a:extLst>
            </p:cNvPr>
            <p:cNvSpPr>
              <a:spLocks noChangeShapeType="1"/>
            </p:cNvSpPr>
            <p:nvPr/>
          </p:nvSpPr>
          <p:spPr bwMode="auto">
            <a:xfrm>
              <a:off x="1548" y="1272"/>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50" name="Line 100">
              <a:extLst>
                <a:ext uri="{FF2B5EF4-FFF2-40B4-BE49-F238E27FC236}">
                  <a16:creationId xmlns:a16="http://schemas.microsoft.com/office/drawing/2014/main" id="{CE1CB4B9-C550-40ED-A113-8E33B0DE124D}"/>
                </a:ext>
              </a:extLst>
            </p:cNvPr>
            <p:cNvSpPr>
              <a:spLocks noChangeShapeType="1"/>
            </p:cNvSpPr>
            <p:nvPr/>
          </p:nvSpPr>
          <p:spPr bwMode="auto">
            <a:xfrm>
              <a:off x="1611" y="1272"/>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51" name="Line 101">
              <a:extLst>
                <a:ext uri="{FF2B5EF4-FFF2-40B4-BE49-F238E27FC236}">
                  <a16:creationId xmlns:a16="http://schemas.microsoft.com/office/drawing/2014/main" id="{9BEA989F-ACF6-C7FD-DEFC-17DF6A522371}"/>
                </a:ext>
              </a:extLst>
            </p:cNvPr>
            <p:cNvSpPr>
              <a:spLocks noChangeShapeType="1"/>
            </p:cNvSpPr>
            <p:nvPr/>
          </p:nvSpPr>
          <p:spPr bwMode="auto">
            <a:xfrm>
              <a:off x="1674" y="1264"/>
              <a:ext cx="0" cy="256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52" name="Line 102">
              <a:extLst>
                <a:ext uri="{FF2B5EF4-FFF2-40B4-BE49-F238E27FC236}">
                  <a16:creationId xmlns:a16="http://schemas.microsoft.com/office/drawing/2014/main" id="{000FE563-6D34-03DF-337E-7422585C0800}"/>
                </a:ext>
              </a:extLst>
            </p:cNvPr>
            <p:cNvSpPr>
              <a:spLocks noChangeShapeType="1"/>
            </p:cNvSpPr>
            <p:nvPr/>
          </p:nvSpPr>
          <p:spPr bwMode="auto">
            <a:xfrm>
              <a:off x="1737" y="1272"/>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53" name="Line 103">
              <a:extLst>
                <a:ext uri="{FF2B5EF4-FFF2-40B4-BE49-F238E27FC236}">
                  <a16:creationId xmlns:a16="http://schemas.microsoft.com/office/drawing/2014/main" id="{55723538-B888-04C5-2E7A-E719A09ABAC2}"/>
                </a:ext>
              </a:extLst>
            </p:cNvPr>
            <p:cNvSpPr>
              <a:spLocks noChangeShapeType="1"/>
            </p:cNvSpPr>
            <p:nvPr/>
          </p:nvSpPr>
          <p:spPr bwMode="auto">
            <a:xfrm>
              <a:off x="1254" y="1272"/>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54" name="Line 104">
              <a:extLst>
                <a:ext uri="{FF2B5EF4-FFF2-40B4-BE49-F238E27FC236}">
                  <a16:creationId xmlns:a16="http://schemas.microsoft.com/office/drawing/2014/main" id="{72820AC2-01D4-06E1-5248-1E14C285F770}"/>
                </a:ext>
              </a:extLst>
            </p:cNvPr>
            <p:cNvSpPr>
              <a:spLocks noChangeShapeType="1"/>
            </p:cNvSpPr>
            <p:nvPr/>
          </p:nvSpPr>
          <p:spPr bwMode="auto">
            <a:xfrm>
              <a:off x="1317" y="1272"/>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55" name="Line 105">
              <a:extLst>
                <a:ext uri="{FF2B5EF4-FFF2-40B4-BE49-F238E27FC236}">
                  <a16:creationId xmlns:a16="http://schemas.microsoft.com/office/drawing/2014/main" id="{320E9907-164A-1362-E5E2-6A8725DD243D}"/>
                </a:ext>
              </a:extLst>
            </p:cNvPr>
            <p:cNvSpPr>
              <a:spLocks noChangeShapeType="1"/>
            </p:cNvSpPr>
            <p:nvPr/>
          </p:nvSpPr>
          <p:spPr bwMode="auto">
            <a:xfrm>
              <a:off x="1380" y="1264"/>
              <a:ext cx="0" cy="256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56" name="Line 106">
              <a:extLst>
                <a:ext uri="{FF2B5EF4-FFF2-40B4-BE49-F238E27FC236}">
                  <a16:creationId xmlns:a16="http://schemas.microsoft.com/office/drawing/2014/main" id="{5849CD7A-8676-2F53-B171-8C55180E57DE}"/>
                </a:ext>
              </a:extLst>
            </p:cNvPr>
            <p:cNvSpPr>
              <a:spLocks noChangeShapeType="1"/>
            </p:cNvSpPr>
            <p:nvPr/>
          </p:nvSpPr>
          <p:spPr bwMode="auto">
            <a:xfrm>
              <a:off x="1443" y="1272"/>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57" name="Line 107">
              <a:extLst>
                <a:ext uri="{FF2B5EF4-FFF2-40B4-BE49-F238E27FC236}">
                  <a16:creationId xmlns:a16="http://schemas.microsoft.com/office/drawing/2014/main" id="{0B7C49A0-5061-31A4-CAB8-8EE7D1DDF753}"/>
                </a:ext>
              </a:extLst>
            </p:cNvPr>
            <p:cNvSpPr>
              <a:spLocks noChangeShapeType="1"/>
            </p:cNvSpPr>
            <p:nvPr/>
          </p:nvSpPr>
          <p:spPr bwMode="auto">
            <a:xfrm>
              <a:off x="953"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58" name="Line 108">
              <a:extLst>
                <a:ext uri="{FF2B5EF4-FFF2-40B4-BE49-F238E27FC236}">
                  <a16:creationId xmlns:a16="http://schemas.microsoft.com/office/drawing/2014/main" id="{F28D55BA-D77D-2D38-154B-A322C20951D7}"/>
                </a:ext>
              </a:extLst>
            </p:cNvPr>
            <p:cNvSpPr>
              <a:spLocks noChangeShapeType="1"/>
            </p:cNvSpPr>
            <p:nvPr/>
          </p:nvSpPr>
          <p:spPr bwMode="auto">
            <a:xfrm>
              <a:off x="1016"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59" name="Line 109">
              <a:extLst>
                <a:ext uri="{FF2B5EF4-FFF2-40B4-BE49-F238E27FC236}">
                  <a16:creationId xmlns:a16="http://schemas.microsoft.com/office/drawing/2014/main" id="{9D3CC592-B910-0376-4465-B81794585015}"/>
                </a:ext>
              </a:extLst>
            </p:cNvPr>
            <p:cNvSpPr>
              <a:spLocks noChangeShapeType="1"/>
            </p:cNvSpPr>
            <p:nvPr/>
          </p:nvSpPr>
          <p:spPr bwMode="auto">
            <a:xfrm>
              <a:off x="1079" y="1268"/>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60" name="Line 110">
              <a:extLst>
                <a:ext uri="{FF2B5EF4-FFF2-40B4-BE49-F238E27FC236}">
                  <a16:creationId xmlns:a16="http://schemas.microsoft.com/office/drawing/2014/main" id="{72C3D67B-7520-8E09-A60B-36B42270275D}"/>
                </a:ext>
              </a:extLst>
            </p:cNvPr>
            <p:cNvSpPr>
              <a:spLocks noChangeShapeType="1"/>
            </p:cNvSpPr>
            <p:nvPr/>
          </p:nvSpPr>
          <p:spPr bwMode="auto">
            <a:xfrm>
              <a:off x="1142"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61" name="Line 111">
              <a:extLst>
                <a:ext uri="{FF2B5EF4-FFF2-40B4-BE49-F238E27FC236}">
                  <a16:creationId xmlns:a16="http://schemas.microsoft.com/office/drawing/2014/main" id="{C5163988-8D31-AB95-9BA9-16BC71F02AAD}"/>
                </a:ext>
              </a:extLst>
            </p:cNvPr>
            <p:cNvSpPr>
              <a:spLocks noChangeShapeType="1"/>
            </p:cNvSpPr>
            <p:nvPr/>
          </p:nvSpPr>
          <p:spPr bwMode="auto">
            <a:xfrm flipH="1">
              <a:off x="728" y="2278"/>
              <a:ext cx="225" cy="0"/>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7962" name="Oval 112">
              <a:extLst>
                <a:ext uri="{FF2B5EF4-FFF2-40B4-BE49-F238E27FC236}">
                  <a16:creationId xmlns:a16="http://schemas.microsoft.com/office/drawing/2014/main" id="{2E16F8B1-308A-FA5F-5ACC-0CB182693AB8}"/>
                </a:ext>
              </a:extLst>
            </p:cNvPr>
            <p:cNvSpPr>
              <a:spLocks noChangeArrowheads="1"/>
            </p:cNvSpPr>
            <p:nvPr/>
          </p:nvSpPr>
          <p:spPr bwMode="auto">
            <a:xfrm>
              <a:off x="715" y="2354"/>
              <a:ext cx="53" cy="58"/>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7963" name="Line 113">
              <a:extLst>
                <a:ext uri="{FF2B5EF4-FFF2-40B4-BE49-F238E27FC236}">
                  <a16:creationId xmlns:a16="http://schemas.microsoft.com/office/drawing/2014/main" id="{017F0ADC-93F4-2248-A19E-8CC44F6185BD}"/>
                </a:ext>
              </a:extLst>
            </p:cNvPr>
            <p:cNvSpPr>
              <a:spLocks noChangeShapeType="1"/>
            </p:cNvSpPr>
            <p:nvPr/>
          </p:nvSpPr>
          <p:spPr bwMode="auto">
            <a:xfrm>
              <a:off x="764" y="2385"/>
              <a:ext cx="252"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37964" name="Line 114">
              <a:extLst>
                <a:ext uri="{FF2B5EF4-FFF2-40B4-BE49-F238E27FC236}">
                  <a16:creationId xmlns:a16="http://schemas.microsoft.com/office/drawing/2014/main" id="{6E3833B0-8F25-F696-6DD3-C67AC88145F6}"/>
                </a:ext>
              </a:extLst>
            </p:cNvPr>
            <p:cNvSpPr>
              <a:spLocks noChangeShapeType="1"/>
            </p:cNvSpPr>
            <p:nvPr/>
          </p:nvSpPr>
          <p:spPr bwMode="auto">
            <a:xfrm>
              <a:off x="491" y="2324"/>
              <a:ext cx="16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65" name="Line 115">
              <a:extLst>
                <a:ext uri="{FF2B5EF4-FFF2-40B4-BE49-F238E27FC236}">
                  <a16:creationId xmlns:a16="http://schemas.microsoft.com/office/drawing/2014/main" id="{3CA65D90-6E18-0064-544B-5FA1CADA016D}"/>
                </a:ext>
              </a:extLst>
            </p:cNvPr>
            <p:cNvSpPr>
              <a:spLocks noChangeShapeType="1"/>
            </p:cNvSpPr>
            <p:nvPr/>
          </p:nvSpPr>
          <p:spPr bwMode="auto">
            <a:xfrm>
              <a:off x="3459" y="1322"/>
              <a:ext cx="92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66" name="Line 116">
              <a:extLst>
                <a:ext uri="{FF2B5EF4-FFF2-40B4-BE49-F238E27FC236}">
                  <a16:creationId xmlns:a16="http://schemas.microsoft.com/office/drawing/2014/main" id="{99164F0A-090F-EBA2-8D8D-AE06F2730642}"/>
                </a:ext>
              </a:extLst>
            </p:cNvPr>
            <p:cNvSpPr>
              <a:spLocks noChangeShapeType="1"/>
            </p:cNvSpPr>
            <p:nvPr/>
          </p:nvSpPr>
          <p:spPr bwMode="auto">
            <a:xfrm>
              <a:off x="4390" y="1330"/>
              <a:ext cx="0" cy="43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67" name="Line 117">
              <a:extLst>
                <a:ext uri="{FF2B5EF4-FFF2-40B4-BE49-F238E27FC236}">
                  <a16:creationId xmlns:a16="http://schemas.microsoft.com/office/drawing/2014/main" id="{4D2EE280-3EE1-A3B7-1B1A-E89C6C561B89}"/>
                </a:ext>
              </a:extLst>
            </p:cNvPr>
            <p:cNvSpPr>
              <a:spLocks noChangeShapeType="1"/>
            </p:cNvSpPr>
            <p:nvPr/>
          </p:nvSpPr>
          <p:spPr bwMode="auto">
            <a:xfrm>
              <a:off x="852" y="2672"/>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68" name="Line 118">
              <a:extLst>
                <a:ext uri="{FF2B5EF4-FFF2-40B4-BE49-F238E27FC236}">
                  <a16:creationId xmlns:a16="http://schemas.microsoft.com/office/drawing/2014/main" id="{A60EC1B5-3F60-0DF9-C3EE-7C155FA74A97}"/>
                </a:ext>
              </a:extLst>
            </p:cNvPr>
            <p:cNvSpPr>
              <a:spLocks noChangeShapeType="1"/>
            </p:cNvSpPr>
            <p:nvPr/>
          </p:nvSpPr>
          <p:spPr bwMode="auto">
            <a:xfrm>
              <a:off x="852" y="2787"/>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7969" name="Group 119">
              <a:extLst>
                <a:ext uri="{FF2B5EF4-FFF2-40B4-BE49-F238E27FC236}">
                  <a16:creationId xmlns:a16="http://schemas.microsoft.com/office/drawing/2014/main" id="{22232541-E0A6-8B8A-940C-84D6F4E6CE10}"/>
                </a:ext>
              </a:extLst>
            </p:cNvPr>
            <p:cNvGrpSpPr>
              <a:grpSpLocks/>
            </p:cNvGrpSpPr>
            <p:nvPr/>
          </p:nvGrpSpPr>
          <p:grpSpPr bwMode="auto">
            <a:xfrm>
              <a:off x="3332" y="2622"/>
              <a:ext cx="128" cy="104"/>
              <a:chOff x="3615" y="11343"/>
              <a:chExt cx="419" cy="525"/>
            </a:xfrm>
          </p:grpSpPr>
          <p:sp>
            <p:nvSpPr>
              <p:cNvPr id="38065" name="Arc 120">
                <a:extLst>
                  <a:ext uri="{FF2B5EF4-FFF2-40B4-BE49-F238E27FC236}">
                    <a16:creationId xmlns:a16="http://schemas.microsoft.com/office/drawing/2014/main" id="{34990158-C32E-2503-B8D3-0C497595BAAA}"/>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66" name="Line 121">
                <a:extLst>
                  <a:ext uri="{FF2B5EF4-FFF2-40B4-BE49-F238E27FC236}">
                    <a16:creationId xmlns:a16="http://schemas.microsoft.com/office/drawing/2014/main" id="{35C0580C-548F-8743-5E0A-934099084D84}"/>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67" name="Line 122">
                <a:extLst>
                  <a:ext uri="{FF2B5EF4-FFF2-40B4-BE49-F238E27FC236}">
                    <a16:creationId xmlns:a16="http://schemas.microsoft.com/office/drawing/2014/main" id="{7BB17FF1-04D2-F66A-7483-A76B083093E1}"/>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68" name="Line 123">
                <a:extLst>
                  <a:ext uri="{FF2B5EF4-FFF2-40B4-BE49-F238E27FC236}">
                    <a16:creationId xmlns:a16="http://schemas.microsoft.com/office/drawing/2014/main" id="{8ED05B9E-6CA4-684B-F74B-ABC345439238}"/>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7970" name="Group 124">
              <a:extLst>
                <a:ext uri="{FF2B5EF4-FFF2-40B4-BE49-F238E27FC236}">
                  <a16:creationId xmlns:a16="http://schemas.microsoft.com/office/drawing/2014/main" id="{CE6C75EB-99FF-0FC9-8849-9B9A2984F193}"/>
                </a:ext>
              </a:extLst>
            </p:cNvPr>
            <p:cNvGrpSpPr>
              <a:grpSpLocks/>
            </p:cNvGrpSpPr>
            <p:nvPr/>
          </p:nvGrpSpPr>
          <p:grpSpPr bwMode="auto">
            <a:xfrm>
              <a:off x="3334" y="2733"/>
              <a:ext cx="129" cy="105"/>
              <a:chOff x="3615" y="11343"/>
              <a:chExt cx="419" cy="525"/>
            </a:xfrm>
          </p:grpSpPr>
          <p:sp>
            <p:nvSpPr>
              <p:cNvPr id="38061" name="Arc 125">
                <a:extLst>
                  <a:ext uri="{FF2B5EF4-FFF2-40B4-BE49-F238E27FC236}">
                    <a16:creationId xmlns:a16="http://schemas.microsoft.com/office/drawing/2014/main" id="{1C160D76-28FA-56B0-B743-042F008B575D}"/>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62" name="Line 126">
                <a:extLst>
                  <a:ext uri="{FF2B5EF4-FFF2-40B4-BE49-F238E27FC236}">
                    <a16:creationId xmlns:a16="http://schemas.microsoft.com/office/drawing/2014/main" id="{BC3E7DF7-17F4-CC9F-2D02-48AE1389AD84}"/>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63" name="Line 127">
                <a:extLst>
                  <a:ext uri="{FF2B5EF4-FFF2-40B4-BE49-F238E27FC236}">
                    <a16:creationId xmlns:a16="http://schemas.microsoft.com/office/drawing/2014/main" id="{B19B7080-1706-BA0B-412F-671FB203A524}"/>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64" name="Line 128">
                <a:extLst>
                  <a:ext uri="{FF2B5EF4-FFF2-40B4-BE49-F238E27FC236}">
                    <a16:creationId xmlns:a16="http://schemas.microsoft.com/office/drawing/2014/main" id="{C0A9AD09-D4A9-BEEA-755C-EC72D4FFE28A}"/>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7971" name="Line 129">
              <a:extLst>
                <a:ext uri="{FF2B5EF4-FFF2-40B4-BE49-F238E27FC236}">
                  <a16:creationId xmlns:a16="http://schemas.microsoft.com/office/drawing/2014/main" id="{CB089B50-55BB-CB58-6A28-E26CFF271EEE}"/>
                </a:ext>
              </a:extLst>
            </p:cNvPr>
            <p:cNvSpPr>
              <a:spLocks noChangeShapeType="1"/>
            </p:cNvSpPr>
            <p:nvPr/>
          </p:nvSpPr>
          <p:spPr bwMode="auto">
            <a:xfrm>
              <a:off x="852" y="2886"/>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2" name="Line 130">
              <a:extLst>
                <a:ext uri="{FF2B5EF4-FFF2-40B4-BE49-F238E27FC236}">
                  <a16:creationId xmlns:a16="http://schemas.microsoft.com/office/drawing/2014/main" id="{B6489548-06D4-8D44-2291-4CBC8B9492F9}"/>
                </a:ext>
              </a:extLst>
            </p:cNvPr>
            <p:cNvSpPr>
              <a:spLocks noChangeShapeType="1"/>
            </p:cNvSpPr>
            <p:nvPr/>
          </p:nvSpPr>
          <p:spPr bwMode="auto">
            <a:xfrm>
              <a:off x="852" y="3001"/>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7973" name="Group 131">
              <a:extLst>
                <a:ext uri="{FF2B5EF4-FFF2-40B4-BE49-F238E27FC236}">
                  <a16:creationId xmlns:a16="http://schemas.microsoft.com/office/drawing/2014/main" id="{95AF4704-A0E3-A834-183C-EB7441F8DBCE}"/>
                </a:ext>
              </a:extLst>
            </p:cNvPr>
            <p:cNvGrpSpPr>
              <a:grpSpLocks/>
            </p:cNvGrpSpPr>
            <p:nvPr/>
          </p:nvGrpSpPr>
          <p:grpSpPr bwMode="auto">
            <a:xfrm>
              <a:off x="3332" y="2836"/>
              <a:ext cx="128" cy="104"/>
              <a:chOff x="3615" y="11343"/>
              <a:chExt cx="419" cy="525"/>
            </a:xfrm>
          </p:grpSpPr>
          <p:sp>
            <p:nvSpPr>
              <p:cNvPr id="38057" name="Arc 132">
                <a:extLst>
                  <a:ext uri="{FF2B5EF4-FFF2-40B4-BE49-F238E27FC236}">
                    <a16:creationId xmlns:a16="http://schemas.microsoft.com/office/drawing/2014/main" id="{D93E7CB2-3D7E-B479-3940-2B2DABCD52E6}"/>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58" name="Line 133">
                <a:extLst>
                  <a:ext uri="{FF2B5EF4-FFF2-40B4-BE49-F238E27FC236}">
                    <a16:creationId xmlns:a16="http://schemas.microsoft.com/office/drawing/2014/main" id="{63606BB4-308A-AFCB-0423-ED7D3AFD32CF}"/>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59" name="Line 134">
                <a:extLst>
                  <a:ext uri="{FF2B5EF4-FFF2-40B4-BE49-F238E27FC236}">
                    <a16:creationId xmlns:a16="http://schemas.microsoft.com/office/drawing/2014/main" id="{360872D0-F106-CD3B-A06B-E142CB21CE4A}"/>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60" name="Line 135">
                <a:extLst>
                  <a:ext uri="{FF2B5EF4-FFF2-40B4-BE49-F238E27FC236}">
                    <a16:creationId xmlns:a16="http://schemas.microsoft.com/office/drawing/2014/main" id="{55D1B2CD-EE14-E642-B20D-9FAC08B19DD2}"/>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7974" name="Group 136">
              <a:extLst>
                <a:ext uri="{FF2B5EF4-FFF2-40B4-BE49-F238E27FC236}">
                  <a16:creationId xmlns:a16="http://schemas.microsoft.com/office/drawing/2014/main" id="{01669CAB-2C8C-2B48-F8B8-DEF3D07EDFBB}"/>
                </a:ext>
              </a:extLst>
            </p:cNvPr>
            <p:cNvGrpSpPr>
              <a:grpSpLocks/>
            </p:cNvGrpSpPr>
            <p:nvPr/>
          </p:nvGrpSpPr>
          <p:grpSpPr bwMode="auto">
            <a:xfrm>
              <a:off x="3334" y="2948"/>
              <a:ext cx="129" cy="104"/>
              <a:chOff x="3615" y="11343"/>
              <a:chExt cx="419" cy="525"/>
            </a:xfrm>
          </p:grpSpPr>
          <p:sp>
            <p:nvSpPr>
              <p:cNvPr id="38053" name="Arc 137">
                <a:extLst>
                  <a:ext uri="{FF2B5EF4-FFF2-40B4-BE49-F238E27FC236}">
                    <a16:creationId xmlns:a16="http://schemas.microsoft.com/office/drawing/2014/main" id="{36965D60-0E9B-D93E-A80E-4FE04CBEC715}"/>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54" name="Line 138">
                <a:extLst>
                  <a:ext uri="{FF2B5EF4-FFF2-40B4-BE49-F238E27FC236}">
                    <a16:creationId xmlns:a16="http://schemas.microsoft.com/office/drawing/2014/main" id="{CCE448C5-A519-E836-A93A-0A13C23C77EA}"/>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55" name="Line 139">
                <a:extLst>
                  <a:ext uri="{FF2B5EF4-FFF2-40B4-BE49-F238E27FC236}">
                    <a16:creationId xmlns:a16="http://schemas.microsoft.com/office/drawing/2014/main" id="{35850464-8F5D-3D96-39BD-26EBC144C7B4}"/>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56" name="Line 140">
                <a:extLst>
                  <a:ext uri="{FF2B5EF4-FFF2-40B4-BE49-F238E27FC236}">
                    <a16:creationId xmlns:a16="http://schemas.microsoft.com/office/drawing/2014/main" id="{B213B01B-E14C-1392-DE76-E6E959958FD1}"/>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7975" name="Line 141">
              <a:extLst>
                <a:ext uri="{FF2B5EF4-FFF2-40B4-BE49-F238E27FC236}">
                  <a16:creationId xmlns:a16="http://schemas.microsoft.com/office/drawing/2014/main" id="{FEBC87D0-6827-D37D-8788-108D0CA1DAD5}"/>
                </a:ext>
              </a:extLst>
            </p:cNvPr>
            <p:cNvSpPr>
              <a:spLocks noChangeShapeType="1"/>
            </p:cNvSpPr>
            <p:nvPr/>
          </p:nvSpPr>
          <p:spPr bwMode="auto">
            <a:xfrm>
              <a:off x="852" y="3100"/>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76" name="Line 142">
              <a:extLst>
                <a:ext uri="{FF2B5EF4-FFF2-40B4-BE49-F238E27FC236}">
                  <a16:creationId xmlns:a16="http://schemas.microsoft.com/office/drawing/2014/main" id="{D0DFACEB-70D9-F43B-E5DF-D731F2336013}"/>
                </a:ext>
              </a:extLst>
            </p:cNvPr>
            <p:cNvSpPr>
              <a:spLocks noChangeShapeType="1"/>
            </p:cNvSpPr>
            <p:nvPr/>
          </p:nvSpPr>
          <p:spPr bwMode="auto">
            <a:xfrm>
              <a:off x="852" y="3215"/>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7977" name="Group 143">
              <a:extLst>
                <a:ext uri="{FF2B5EF4-FFF2-40B4-BE49-F238E27FC236}">
                  <a16:creationId xmlns:a16="http://schemas.microsoft.com/office/drawing/2014/main" id="{9F51FEDF-D944-455D-46DD-83D119B31291}"/>
                </a:ext>
              </a:extLst>
            </p:cNvPr>
            <p:cNvGrpSpPr>
              <a:grpSpLocks/>
            </p:cNvGrpSpPr>
            <p:nvPr/>
          </p:nvGrpSpPr>
          <p:grpSpPr bwMode="auto">
            <a:xfrm>
              <a:off x="3332" y="3050"/>
              <a:ext cx="128" cy="104"/>
              <a:chOff x="3615" y="11343"/>
              <a:chExt cx="419" cy="525"/>
            </a:xfrm>
          </p:grpSpPr>
          <p:sp>
            <p:nvSpPr>
              <p:cNvPr id="38049" name="Arc 144">
                <a:extLst>
                  <a:ext uri="{FF2B5EF4-FFF2-40B4-BE49-F238E27FC236}">
                    <a16:creationId xmlns:a16="http://schemas.microsoft.com/office/drawing/2014/main" id="{2196EF11-C346-DAB5-D188-3490DA02F33E}"/>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50" name="Line 145">
                <a:extLst>
                  <a:ext uri="{FF2B5EF4-FFF2-40B4-BE49-F238E27FC236}">
                    <a16:creationId xmlns:a16="http://schemas.microsoft.com/office/drawing/2014/main" id="{7A53EED3-2E92-F4AA-ED14-E3E2DDF349E6}"/>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51" name="Line 146">
                <a:extLst>
                  <a:ext uri="{FF2B5EF4-FFF2-40B4-BE49-F238E27FC236}">
                    <a16:creationId xmlns:a16="http://schemas.microsoft.com/office/drawing/2014/main" id="{48AEE922-B7CE-C921-ACDE-ED8842876BB1}"/>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52" name="Line 147">
                <a:extLst>
                  <a:ext uri="{FF2B5EF4-FFF2-40B4-BE49-F238E27FC236}">
                    <a16:creationId xmlns:a16="http://schemas.microsoft.com/office/drawing/2014/main" id="{1894A813-57AC-0E29-1ED4-FC750F6F2A94}"/>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7978" name="Group 148">
              <a:extLst>
                <a:ext uri="{FF2B5EF4-FFF2-40B4-BE49-F238E27FC236}">
                  <a16:creationId xmlns:a16="http://schemas.microsoft.com/office/drawing/2014/main" id="{9B3C8F00-EAF4-144A-1697-A6E060239B5F}"/>
                </a:ext>
              </a:extLst>
            </p:cNvPr>
            <p:cNvGrpSpPr>
              <a:grpSpLocks/>
            </p:cNvGrpSpPr>
            <p:nvPr/>
          </p:nvGrpSpPr>
          <p:grpSpPr bwMode="auto">
            <a:xfrm>
              <a:off x="3334" y="3162"/>
              <a:ext cx="129" cy="104"/>
              <a:chOff x="3615" y="11343"/>
              <a:chExt cx="419" cy="525"/>
            </a:xfrm>
          </p:grpSpPr>
          <p:sp>
            <p:nvSpPr>
              <p:cNvPr id="38045" name="Arc 149">
                <a:extLst>
                  <a:ext uri="{FF2B5EF4-FFF2-40B4-BE49-F238E27FC236}">
                    <a16:creationId xmlns:a16="http://schemas.microsoft.com/office/drawing/2014/main" id="{07261D12-9AA1-4E89-0B39-D77BAD4869EC}"/>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46" name="Line 150">
                <a:extLst>
                  <a:ext uri="{FF2B5EF4-FFF2-40B4-BE49-F238E27FC236}">
                    <a16:creationId xmlns:a16="http://schemas.microsoft.com/office/drawing/2014/main" id="{6082549B-A59B-30C0-5883-532ADAB1D8A3}"/>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47" name="Line 151">
                <a:extLst>
                  <a:ext uri="{FF2B5EF4-FFF2-40B4-BE49-F238E27FC236}">
                    <a16:creationId xmlns:a16="http://schemas.microsoft.com/office/drawing/2014/main" id="{749738DA-5673-06AF-3254-7489F3ECE744}"/>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48" name="Line 152">
                <a:extLst>
                  <a:ext uri="{FF2B5EF4-FFF2-40B4-BE49-F238E27FC236}">
                    <a16:creationId xmlns:a16="http://schemas.microsoft.com/office/drawing/2014/main" id="{C2A96283-0808-E119-E943-B6B7E6DF4EF0}"/>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7979" name="Line 153">
              <a:extLst>
                <a:ext uri="{FF2B5EF4-FFF2-40B4-BE49-F238E27FC236}">
                  <a16:creationId xmlns:a16="http://schemas.microsoft.com/office/drawing/2014/main" id="{22384D55-6D13-2CC2-771D-EE16C5E9FFAB}"/>
                </a:ext>
              </a:extLst>
            </p:cNvPr>
            <p:cNvSpPr>
              <a:spLocks noChangeShapeType="1"/>
            </p:cNvSpPr>
            <p:nvPr/>
          </p:nvSpPr>
          <p:spPr bwMode="auto">
            <a:xfrm>
              <a:off x="852" y="3314"/>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0" name="Line 154">
              <a:extLst>
                <a:ext uri="{FF2B5EF4-FFF2-40B4-BE49-F238E27FC236}">
                  <a16:creationId xmlns:a16="http://schemas.microsoft.com/office/drawing/2014/main" id="{68898BD8-A2D2-5CF3-3495-48F2035F10AA}"/>
                </a:ext>
              </a:extLst>
            </p:cNvPr>
            <p:cNvSpPr>
              <a:spLocks noChangeShapeType="1"/>
            </p:cNvSpPr>
            <p:nvPr/>
          </p:nvSpPr>
          <p:spPr bwMode="auto">
            <a:xfrm>
              <a:off x="852" y="3429"/>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7981" name="Group 155">
              <a:extLst>
                <a:ext uri="{FF2B5EF4-FFF2-40B4-BE49-F238E27FC236}">
                  <a16:creationId xmlns:a16="http://schemas.microsoft.com/office/drawing/2014/main" id="{3ED94D61-C664-AFA8-C856-16518AB4AD24}"/>
                </a:ext>
              </a:extLst>
            </p:cNvPr>
            <p:cNvGrpSpPr>
              <a:grpSpLocks/>
            </p:cNvGrpSpPr>
            <p:nvPr/>
          </p:nvGrpSpPr>
          <p:grpSpPr bwMode="auto">
            <a:xfrm>
              <a:off x="3332" y="3264"/>
              <a:ext cx="128" cy="105"/>
              <a:chOff x="3615" y="11343"/>
              <a:chExt cx="419" cy="525"/>
            </a:xfrm>
          </p:grpSpPr>
          <p:sp>
            <p:nvSpPr>
              <p:cNvPr id="38041" name="Arc 156">
                <a:extLst>
                  <a:ext uri="{FF2B5EF4-FFF2-40B4-BE49-F238E27FC236}">
                    <a16:creationId xmlns:a16="http://schemas.microsoft.com/office/drawing/2014/main" id="{879A5217-504D-D6CA-689C-8106C91D6B37}"/>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42" name="Line 157">
                <a:extLst>
                  <a:ext uri="{FF2B5EF4-FFF2-40B4-BE49-F238E27FC236}">
                    <a16:creationId xmlns:a16="http://schemas.microsoft.com/office/drawing/2014/main" id="{E1A9B769-10F7-7131-8F86-FF000C22ED4E}"/>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43" name="Line 158">
                <a:extLst>
                  <a:ext uri="{FF2B5EF4-FFF2-40B4-BE49-F238E27FC236}">
                    <a16:creationId xmlns:a16="http://schemas.microsoft.com/office/drawing/2014/main" id="{A5300224-9C2D-EB52-6097-2FBC0FF83C96}"/>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44" name="Line 159">
                <a:extLst>
                  <a:ext uri="{FF2B5EF4-FFF2-40B4-BE49-F238E27FC236}">
                    <a16:creationId xmlns:a16="http://schemas.microsoft.com/office/drawing/2014/main" id="{983C0C53-0266-76D7-B67D-FA121627A740}"/>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7982" name="Group 160">
              <a:extLst>
                <a:ext uri="{FF2B5EF4-FFF2-40B4-BE49-F238E27FC236}">
                  <a16:creationId xmlns:a16="http://schemas.microsoft.com/office/drawing/2014/main" id="{E3EC6F9B-4344-4800-B38D-80E372F435CE}"/>
                </a:ext>
              </a:extLst>
            </p:cNvPr>
            <p:cNvGrpSpPr>
              <a:grpSpLocks/>
            </p:cNvGrpSpPr>
            <p:nvPr/>
          </p:nvGrpSpPr>
          <p:grpSpPr bwMode="auto">
            <a:xfrm>
              <a:off x="3334" y="3376"/>
              <a:ext cx="129" cy="104"/>
              <a:chOff x="3615" y="11343"/>
              <a:chExt cx="419" cy="525"/>
            </a:xfrm>
          </p:grpSpPr>
          <p:sp>
            <p:nvSpPr>
              <p:cNvPr id="38037" name="Arc 161">
                <a:extLst>
                  <a:ext uri="{FF2B5EF4-FFF2-40B4-BE49-F238E27FC236}">
                    <a16:creationId xmlns:a16="http://schemas.microsoft.com/office/drawing/2014/main" id="{335D511A-E999-6FA9-2B28-487DEA0D799B}"/>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038" name="Line 162">
                <a:extLst>
                  <a:ext uri="{FF2B5EF4-FFF2-40B4-BE49-F238E27FC236}">
                    <a16:creationId xmlns:a16="http://schemas.microsoft.com/office/drawing/2014/main" id="{5FCDED59-ADC1-3452-F0ED-FA112BD510FD}"/>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39" name="Line 163">
                <a:extLst>
                  <a:ext uri="{FF2B5EF4-FFF2-40B4-BE49-F238E27FC236}">
                    <a16:creationId xmlns:a16="http://schemas.microsoft.com/office/drawing/2014/main" id="{4BBC0453-FF7D-6CAF-DD84-ACEB5FD95A31}"/>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40" name="Line 164">
                <a:extLst>
                  <a:ext uri="{FF2B5EF4-FFF2-40B4-BE49-F238E27FC236}">
                    <a16:creationId xmlns:a16="http://schemas.microsoft.com/office/drawing/2014/main" id="{34E3B75E-96A3-F87A-C60D-6D6FF9CE3D02}"/>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7983" name="AutoShape 165">
              <a:extLst>
                <a:ext uri="{FF2B5EF4-FFF2-40B4-BE49-F238E27FC236}">
                  <a16:creationId xmlns:a16="http://schemas.microsoft.com/office/drawing/2014/main" id="{E5D8DFDB-AD7F-22F8-D0A1-C5376E0DEFD5}"/>
                </a:ext>
              </a:extLst>
            </p:cNvPr>
            <p:cNvSpPr>
              <a:spLocks noChangeArrowheads="1"/>
            </p:cNvSpPr>
            <p:nvPr/>
          </p:nvSpPr>
          <p:spPr bwMode="auto">
            <a:xfrm flipH="1">
              <a:off x="3551" y="2978"/>
              <a:ext cx="252" cy="272"/>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7984" name="Arc 166">
              <a:extLst>
                <a:ext uri="{FF2B5EF4-FFF2-40B4-BE49-F238E27FC236}">
                  <a16:creationId xmlns:a16="http://schemas.microsoft.com/office/drawing/2014/main" id="{E19F8A4B-D7E5-FAB4-8C57-54BEAF2F0DB7}"/>
                </a:ext>
              </a:extLst>
            </p:cNvPr>
            <p:cNvSpPr>
              <a:spLocks/>
            </p:cNvSpPr>
            <p:nvPr/>
          </p:nvSpPr>
          <p:spPr bwMode="auto">
            <a:xfrm rot="2524206">
              <a:off x="3489" y="2778"/>
              <a:ext cx="127" cy="17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985" name="Arc 167">
              <a:extLst>
                <a:ext uri="{FF2B5EF4-FFF2-40B4-BE49-F238E27FC236}">
                  <a16:creationId xmlns:a16="http://schemas.microsoft.com/office/drawing/2014/main" id="{BBC4C0AA-22D7-128F-3D20-AEDF243E3E9B}"/>
                </a:ext>
              </a:extLst>
            </p:cNvPr>
            <p:cNvSpPr>
              <a:spLocks/>
            </p:cNvSpPr>
            <p:nvPr/>
          </p:nvSpPr>
          <p:spPr bwMode="auto">
            <a:xfrm rot="2524206">
              <a:off x="3498" y="3274"/>
              <a:ext cx="100" cy="15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986" name="Line 168">
              <a:extLst>
                <a:ext uri="{FF2B5EF4-FFF2-40B4-BE49-F238E27FC236}">
                  <a16:creationId xmlns:a16="http://schemas.microsoft.com/office/drawing/2014/main" id="{8DAFB8A5-4844-489C-75E5-4E58AD383BCB}"/>
                </a:ext>
              </a:extLst>
            </p:cNvPr>
            <p:cNvSpPr>
              <a:spLocks noChangeShapeType="1"/>
            </p:cNvSpPr>
            <p:nvPr/>
          </p:nvSpPr>
          <p:spPr bwMode="auto">
            <a:xfrm>
              <a:off x="3460" y="2785"/>
              <a:ext cx="11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7" name="Line 169">
              <a:extLst>
                <a:ext uri="{FF2B5EF4-FFF2-40B4-BE49-F238E27FC236}">
                  <a16:creationId xmlns:a16="http://schemas.microsoft.com/office/drawing/2014/main" id="{D031A896-C180-A745-2E36-3FD2BA720B7A}"/>
                </a:ext>
              </a:extLst>
            </p:cNvPr>
            <p:cNvSpPr>
              <a:spLocks noChangeShapeType="1"/>
            </p:cNvSpPr>
            <p:nvPr/>
          </p:nvSpPr>
          <p:spPr bwMode="auto">
            <a:xfrm>
              <a:off x="3453" y="3307"/>
              <a:ext cx="11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8" name="Line 170">
              <a:extLst>
                <a:ext uri="{FF2B5EF4-FFF2-40B4-BE49-F238E27FC236}">
                  <a16:creationId xmlns:a16="http://schemas.microsoft.com/office/drawing/2014/main" id="{01678EBD-6257-1E65-D273-B3002CFC24A0}"/>
                </a:ext>
              </a:extLst>
            </p:cNvPr>
            <p:cNvSpPr>
              <a:spLocks noChangeShapeType="1"/>
            </p:cNvSpPr>
            <p:nvPr/>
          </p:nvSpPr>
          <p:spPr bwMode="auto">
            <a:xfrm>
              <a:off x="3460" y="2879"/>
              <a:ext cx="11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89" name="Line 171">
              <a:extLst>
                <a:ext uri="{FF2B5EF4-FFF2-40B4-BE49-F238E27FC236}">
                  <a16:creationId xmlns:a16="http://schemas.microsoft.com/office/drawing/2014/main" id="{F955187B-AF83-BE6E-FF99-6CDAC18F6E42}"/>
                </a:ext>
              </a:extLst>
            </p:cNvPr>
            <p:cNvSpPr>
              <a:spLocks noChangeShapeType="1"/>
            </p:cNvSpPr>
            <p:nvPr/>
          </p:nvSpPr>
          <p:spPr bwMode="auto">
            <a:xfrm>
              <a:off x="3460" y="3215"/>
              <a:ext cx="10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90" name="Line 172">
              <a:extLst>
                <a:ext uri="{FF2B5EF4-FFF2-40B4-BE49-F238E27FC236}">
                  <a16:creationId xmlns:a16="http://schemas.microsoft.com/office/drawing/2014/main" id="{CF76198B-94F3-AC1F-C770-06929DD29561}"/>
                </a:ext>
              </a:extLst>
            </p:cNvPr>
            <p:cNvSpPr>
              <a:spLocks noChangeShapeType="1"/>
            </p:cNvSpPr>
            <p:nvPr/>
          </p:nvSpPr>
          <p:spPr bwMode="auto">
            <a:xfrm>
              <a:off x="3460" y="2999"/>
              <a:ext cx="10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91" name="Line 173">
              <a:extLst>
                <a:ext uri="{FF2B5EF4-FFF2-40B4-BE49-F238E27FC236}">
                  <a16:creationId xmlns:a16="http://schemas.microsoft.com/office/drawing/2014/main" id="{17DDBE90-633E-D273-369F-1FF3FC72BE69}"/>
                </a:ext>
              </a:extLst>
            </p:cNvPr>
            <p:cNvSpPr>
              <a:spLocks noChangeShapeType="1"/>
            </p:cNvSpPr>
            <p:nvPr/>
          </p:nvSpPr>
          <p:spPr bwMode="auto">
            <a:xfrm>
              <a:off x="3460" y="3093"/>
              <a:ext cx="11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92" name="Line 174">
              <a:extLst>
                <a:ext uri="{FF2B5EF4-FFF2-40B4-BE49-F238E27FC236}">
                  <a16:creationId xmlns:a16="http://schemas.microsoft.com/office/drawing/2014/main" id="{1599F058-89BA-B885-2308-5A50DAF6A349}"/>
                </a:ext>
              </a:extLst>
            </p:cNvPr>
            <p:cNvSpPr>
              <a:spLocks noChangeShapeType="1"/>
            </p:cNvSpPr>
            <p:nvPr/>
          </p:nvSpPr>
          <p:spPr bwMode="auto">
            <a:xfrm>
              <a:off x="3467" y="3422"/>
              <a:ext cx="7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7993" name="Group 175">
              <a:extLst>
                <a:ext uri="{FF2B5EF4-FFF2-40B4-BE49-F238E27FC236}">
                  <a16:creationId xmlns:a16="http://schemas.microsoft.com/office/drawing/2014/main" id="{4225F2D2-B816-A031-9112-C830C0F9051C}"/>
                </a:ext>
              </a:extLst>
            </p:cNvPr>
            <p:cNvGrpSpPr>
              <a:grpSpLocks/>
            </p:cNvGrpSpPr>
            <p:nvPr/>
          </p:nvGrpSpPr>
          <p:grpSpPr bwMode="auto">
            <a:xfrm>
              <a:off x="4321" y="3062"/>
              <a:ext cx="187" cy="179"/>
              <a:chOff x="3082" y="7704"/>
              <a:chExt cx="399" cy="404"/>
            </a:xfrm>
          </p:grpSpPr>
          <p:sp>
            <p:nvSpPr>
              <p:cNvPr id="38035" name="AutoShape 176">
                <a:extLst>
                  <a:ext uri="{FF2B5EF4-FFF2-40B4-BE49-F238E27FC236}">
                    <a16:creationId xmlns:a16="http://schemas.microsoft.com/office/drawing/2014/main" id="{C449C3B8-C8EA-8A89-5338-06EA44EC79A0}"/>
                  </a:ext>
                </a:extLst>
              </p:cNvPr>
              <p:cNvSpPr>
                <a:spLocks noChangeArrowheads="1"/>
              </p:cNvSpPr>
              <p:nvPr/>
            </p:nvSpPr>
            <p:spPr bwMode="auto">
              <a:xfrm rot="5435204">
                <a:off x="3012" y="777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036" name="Oval 177">
                <a:extLst>
                  <a:ext uri="{FF2B5EF4-FFF2-40B4-BE49-F238E27FC236}">
                    <a16:creationId xmlns:a16="http://schemas.microsoft.com/office/drawing/2014/main" id="{D8AF8CB7-3FFC-9163-10A4-24EFBA9E04EB}"/>
                  </a:ext>
                </a:extLst>
              </p:cNvPr>
              <p:cNvSpPr>
                <a:spLocks noChangeArrowheads="1"/>
              </p:cNvSpPr>
              <p:nvPr/>
            </p:nvSpPr>
            <p:spPr bwMode="auto">
              <a:xfrm>
                <a:off x="3345" y="7828"/>
                <a:ext cx="136" cy="136"/>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sp>
          <p:nvSpPr>
            <p:cNvPr id="37994" name="Line 178">
              <a:extLst>
                <a:ext uri="{FF2B5EF4-FFF2-40B4-BE49-F238E27FC236}">
                  <a16:creationId xmlns:a16="http://schemas.microsoft.com/office/drawing/2014/main" id="{E664B59C-EA1E-C13D-B6B4-CA986A94F1C5}"/>
                </a:ext>
              </a:extLst>
            </p:cNvPr>
            <p:cNvSpPr>
              <a:spLocks noChangeShapeType="1"/>
            </p:cNvSpPr>
            <p:nvPr/>
          </p:nvSpPr>
          <p:spPr bwMode="auto">
            <a:xfrm>
              <a:off x="3810" y="3116"/>
              <a:ext cx="16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95" name="Line 179">
              <a:extLst>
                <a:ext uri="{FF2B5EF4-FFF2-40B4-BE49-F238E27FC236}">
                  <a16:creationId xmlns:a16="http://schemas.microsoft.com/office/drawing/2014/main" id="{F469B6B9-82B8-A79E-964F-E9E9E2A07095}"/>
                </a:ext>
              </a:extLst>
            </p:cNvPr>
            <p:cNvSpPr>
              <a:spLocks noChangeShapeType="1"/>
            </p:cNvSpPr>
            <p:nvPr/>
          </p:nvSpPr>
          <p:spPr bwMode="auto">
            <a:xfrm>
              <a:off x="4510" y="3146"/>
              <a:ext cx="22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96" name="AutoShape 180">
              <a:extLst>
                <a:ext uri="{FF2B5EF4-FFF2-40B4-BE49-F238E27FC236}">
                  <a16:creationId xmlns:a16="http://schemas.microsoft.com/office/drawing/2014/main" id="{88537146-BB1D-7EE1-3C1D-DC1C1B1BC577}"/>
                </a:ext>
              </a:extLst>
            </p:cNvPr>
            <p:cNvSpPr>
              <a:spLocks noChangeArrowheads="1"/>
            </p:cNvSpPr>
            <p:nvPr/>
          </p:nvSpPr>
          <p:spPr bwMode="auto">
            <a:xfrm rot="5435204">
              <a:off x="619" y="3608"/>
              <a:ext cx="206" cy="124"/>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nvGrpSpPr>
            <p:cNvPr id="37997" name="Group 181">
              <a:extLst>
                <a:ext uri="{FF2B5EF4-FFF2-40B4-BE49-F238E27FC236}">
                  <a16:creationId xmlns:a16="http://schemas.microsoft.com/office/drawing/2014/main" id="{297877F7-87E3-97CC-17CA-930DAC7769BC}"/>
                </a:ext>
              </a:extLst>
            </p:cNvPr>
            <p:cNvGrpSpPr>
              <a:grpSpLocks/>
            </p:cNvGrpSpPr>
            <p:nvPr/>
          </p:nvGrpSpPr>
          <p:grpSpPr bwMode="auto">
            <a:xfrm>
              <a:off x="3670" y="3568"/>
              <a:ext cx="124" cy="206"/>
              <a:chOff x="9291" y="3837"/>
              <a:chExt cx="264" cy="404"/>
            </a:xfrm>
          </p:grpSpPr>
          <p:sp>
            <p:nvSpPr>
              <p:cNvPr id="38033" name="AutoShape 182">
                <a:extLst>
                  <a:ext uri="{FF2B5EF4-FFF2-40B4-BE49-F238E27FC236}">
                    <a16:creationId xmlns:a16="http://schemas.microsoft.com/office/drawing/2014/main" id="{029FAEB6-06C7-964F-922B-662E5236399F}"/>
                  </a:ext>
                </a:extLst>
              </p:cNvPr>
              <p:cNvSpPr>
                <a:spLocks noChangeArrowheads="1"/>
              </p:cNvSpPr>
              <p:nvPr/>
            </p:nvSpPr>
            <p:spPr bwMode="auto">
              <a:xfrm rot="-5400000">
                <a:off x="9221" y="3907"/>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034" name="Oval 183">
                <a:extLst>
                  <a:ext uri="{FF2B5EF4-FFF2-40B4-BE49-F238E27FC236}">
                    <a16:creationId xmlns:a16="http://schemas.microsoft.com/office/drawing/2014/main" id="{24B20971-34A3-2AA1-2833-E269E2D6C3B6}"/>
                  </a:ext>
                </a:extLst>
              </p:cNvPr>
              <p:cNvSpPr>
                <a:spLocks noChangeArrowheads="1"/>
              </p:cNvSpPr>
              <p:nvPr/>
            </p:nvSpPr>
            <p:spPr bwMode="auto">
              <a:xfrm>
                <a:off x="9321" y="4089"/>
                <a:ext cx="113" cy="113"/>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sp>
          <p:nvSpPr>
            <p:cNvPr id="37998" name="Line 184">
              <a:extLst>
                <a:ext uri="{FF2B5EF4-FFF2-40B4-BE49-F238E27FC236}">
                  <a16:creationId xmlns:a16="http://schemas.microsoft.com/office/drawing/2014/main" id="{06164056-5A30-B004-151E-641947761829}"/>
                </a:ext>
              </a:extLst>
            </p:cNvPr>
            <p:cNvSpPr>
              <a:spLocks noChangeShapeType="1"/>
            </p:cNvSpPr>
            <p:nvPr/>
          </p:nvSpPr>
          <p:spPr bwMode="auto">
            <a:xfrm>
              <a:off x="4594" y="3152"/>
              <a:ext cx="0" cy="520"/>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7999" name="Line 185">
              <a:extLst>
                <a:ext uri="{FF2B5EF4-FFF2-40B4-BE49-F238E27FC236}">
                  <a16:creationId xmlns:a16="http://schemas.microsoft.com/office/drawing/2014/main" id="{05B76A6F-6CA1-2E44-9275-65EBB6ACBF14}"/>
                </a:ext>
              </a:extLst>
            </p:cNvPr>
            <p:cNvSpPr>
              <a:spLocks noChangeShapeType="1"/>
            </p:cNvSpPr>
            <p:nvPr/>
          </p:nvSpPr>
          <p:spPr bwMode="auto">
            <a:xfrm>
              <a:off x="3795" y="3666"/>
              <a:ext cx="79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00" name="Line 186">
              <a:extLst>
                <a:ext uri="{FF2B5EF4-FFF2-40B4-BE49-F238E27FC236}">
                  <a16:creationId xmlns:a16="http://schemas.microsoft.com/office/drawing/2014/main" id="{277E15DE-602E-ADF1-3345-89BE03D39DC5}"/>
                </a:ext>
              </a:extLst>
            </p:cNvPr>
            <p:cNvSpPr>
              <a:spLocks noChangeShapeType="1"/>
            </p:cNvSpPr>
            <p:nvPr/>
          </p:nvSpPr>
          <p:spPr bwMode="auto">
            <a:xfrm flipV="1">
              <a:off x="1380" y="3619"/>
              <a:ext cx="2336"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8001" name="Line 187">
              <a:extLst>
                <a:ext uri="{FF2B5EF4-FFF2-40B4-BE49-F238E27FC236}">
                  <a16:creationId xmlns:a16="http://schemas.microsoft.com/office/drawing/2014/main" id="{28E9DF0D-AB7C-43C7-32D6-8D58C603E0AB}"/>
                </a:ext>
              </a:extLst>
            </p:cNvPr>
            <p:cNvSpPr>
              <a:spLocks noChangeShapeType="1"/>
            </p:cNvSpPr>
            <p:nvPr/>
          </p:nvSpPr>
          <p:spPr bwMode="auto">
            <a:xfrm>
              <a:off x="1444" y="3723"/>
              <a:ext cx="2246"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8002" name="Line 188">
              <a:extLst>
                <a:ext uri="{FF2B5EF4-FFF2-40B4-BE49-F238E27FC236}">
                  <a16:creationId xmlns:a16="http://schemas.microsoft.com/office/drawing/2014/main" id="{8E281DCA-8BCE-0DF6-FD78-2AFE381CA6D0}"/>
                </a:ext>
              </a:extLst>
            </p:cNvPr>
            <p:cNvSpPr>
              <a:spLocks noChangeShapeType="1"/>
            </p:cNvSpPr>
            <p:nvPr/>
          </p:nvSpPr>
          <p:spPr bwMode="auto">
            <a:xfrm flipH="1">
              <a:off x="728" y="3620"/>
              <a:ext cx="526" cy="0"/>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003" name="Oval 189">
              <a:extLst>
                <a:ext uri="{FF2B5EF4-FFF2-40B4-BE49-F238E27FC236}">
                  <a16:creationId xmlns:a16="http://schemas.microsoft.com/office/drawing/2014/main" id="{361C4F5F-875D-962D-4E08-A18E64EB3959}"/>
                </a:ext>
              </a:extLst>
            </p:cNvPr>
            <p:cNvSpPr>
              <a:spLocks noChangeArrowheads="1"/>
            </p:cNvSpPr>
            <p:nvPr/>
          </p:nvSpPr>
          <p:spPr bwMode="auto">
            <a:xfrm>
              <a:off x="716" y="3697"/>
              <a:ext cx="53" cy="57"/>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004" name="Line 190">
              <a:extLst>
                <a:ext uri="{FF2B5EF4-FFF2-40B4-BE49-F238E27FC236}">
                  <a16:creationId xmlns:a16="http://schemas.microsoft.com/office/drawing/2014/main" id="{C8DD64CE-F89D-753D-F15C-AB6C8E5967E7}"/>
                </a:ext>
              </a:extLst>
            </p:cNvPr>
            <p:cNvSpPr>
              <a:spLocks noChangeShapeType="1"/>
            </p:cNvSpPr>
            <p:nvPr/>
          </p:nvSpPr>
          <p:spPr bwMode="auto">
            <a:xfrm>
              <a:off x="765" y="3726"/>
              <a:ext cx="543"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38005" name="Line 191">
              <a:extLst>
                <a:ext uri="{FF2B5EF4-FFF2-40B4-BE49-F238E27FC236}">
                  <a16:creationId xmlns:a16="http://schemas.microsoft.com/office/drawing/2014/main" id="{E5BDBFB8-62C3-35A5-71F8-F2FA0466DB84}"/>
                </a:ext>
              </a:extLst>
            </p:cNvPr>
            <p:cNvSpPr>
              <a:spLocks noChangeShapeType="1"/>
            </p:cNvSpPr>
            <p:nvPr/>
          </p:nvSpPr>
          <p:spPr bwMode="auto">
            <a:xfrm>
              <a:off x="492" y="3666"/>
              <a:ext cx="16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06" name="Line 192">
              <a:extLst>
                <a:ext uri="{FF2B5EF4-FFF2-40B4-BE49-F238E27FC236}">
                  <a16:creationId xmlns:a16="http://schemas.microsoft.com/office/drawing/2014/main" id="{14C827CD-7726-2850-DFB8-FE2143017FDE}"/>
                </a:ext>
              </a:extLst>
            </p:cNvPr>
            <p:cNvSpPr>
              <a:spLocks noChangeShapeType="1"/>
            </p:cNvSpPr>
            <p:nvPr/>
          </p:nvSpPr>
          <p:spPr bwMode="auto">
            <a:xfrm>
              <a:off x="3462" y="2665"/>
              <a:ext cx="92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07" name="Line 193">
              <a:extLst>
                <a:ext uri="{FF2B5EF4-FFF2-40B4-BE49-F238E27FC236}">
                  <a16:creationId xmlns:a16="http://schemas.microsoft.com/office/drawing/2014/main" id="{AB5BD3AB-E405-EC0E-8AD2-2C73E3C1F3B5}"/>
                </a:ext>
              </a:extLst>
            </p:cNvPr>
            <p:cNvSpPr>
              <a:spLocks noChangeShapeType="1"/>
            </p:cNvSpPr>
            <p:nvPr/>
          </p:nvSpPr>
          <p:spPr bwMode="auto">
            <a:xfrm>
              <a:off x="4391" y="2665"/>
              <a:ext cx="0" cy="43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08" name="Text Box 194">
              <a:extLst>
                <a:ext uri="{FF2B5EF4-FFF2-40B4-BE49-F238E27FC236}">
                  <a16:creationId xmlns:a16="http://schemas.microsoft.com/office/drawing/2014/main" id="{5445FF99-76DB-A284-65FF-4F91190CC7DF}"/>
                </a:ext>
              </a:extLst>
            </p:cNvPr>
            <p:cNvSpPr txBox="1">
              <a:spLocks noChangeArrowheads="1"/>
            </p:cNvSpPr>
            <p:nvPr/>
          </p:nvSpPr>
          <p:spPr bwMode="auto">
            <a:xfrm>
              <a:off x="213" y="1056"/>
              <a:ext cx="375"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CS</a:t>
              </a:r>
              <a:endParaRPr lang="ru-RU" altLang="en-US" sz="1600" b="0" u="none"/>
            </a:p>
          </p:txBody>
        </p:sp>
        <p:sp>
          <p:nvSpPr>
            <p:cNvPr id="38009" name="Text Box 195">
              <a:extLst>
                <a:ext uri="{FF2B5EF4-FFF2-40B4-BE49-F238E27FC236}">
                  <a16:creationId xmlns:a16="http://schemas.microsoft.com/office/drawing/2014/main" id="{02E9B022-7852-C9BA-2B2A-324AEFE81953}"/>
                </a:ext>
              </a:extLst>
            </p:cNvPr>
            <p:cNvSpPr txBox="1">
              <a:spLocks noChangeArrowheads="1"/>
            </p:cNvSpPr>
            <p:nvPr/>
          </p:nvSpPr>
          <p:spPr bwMode="auto">
            <a:xfrm>
              <a:off x="201" y="2217"/>
              <a:ext cx="365"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D</a:t>
              </a:r>
              <a:endParaRPr lang="ru-RU" altLang="en-US" sz="1400" b="0" u="none"/>
            </a:p>
          </p:txBody>
        </p:sp>
        <p:sp>
          <p:nvSpPr>
            <p:cNvPr id="38010" name="Text Box 196">
              <a:extLst>
                <a:ext uri="{FF2B5EF4-FFF2-40B4-BE49-F238E27FC236}">
                  <a16:creationId xmlns:a16="http://schemas.microsoft.com/office/drawing/2014/main" id="{D355F375-8C48-BE96-4FA7-B45AE00CB20B}"/>
                </a:ext>
              </a:extLst>
            </p:cNvPr>
            <p:cNvSpPr txBox="1">
              <a:spLocks noChangeArrowheads="1"/>
            </p:cNvSpPr>
            <p:nvPr/>
          </p:nvSpPr>
          <p:spPr bwMode="auto">
            <a:xfrm>
              <a:off x="171" y="3555"/>
              <a:ext cx="40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EN</a:t>
              </a:r>
              <a:endParaRPr lang="ru-RU" altLang="en-US" sz="1400" b="0" u="none"/>
            </a:p>
          </p:txBody>
        </p:sp>
        <p:sp>
          <p:nvSpPr>
            <p:cNvPr id="38011" name="Text Box 197">
              <a:extLst>
                <a:ext uri="{FF2B5EF4-FFF2-40B4-BE49-F238E27FC236}">
                  <a16:creationId xmlns:a16="http://schemas.microsoft.com/office/drawing/2014/main" id="{4B594649-7DBD-8478-BBC7-73811BD8FF48}"/>
                </a:ext>
              </a:extLst>
            </p:cNvPr>
            <p:cNvSpPr txBox="1">
              <a:spLocks noChangeArrowheads="1"/>
            </p:cNvSpPr>
            <p:nvPr/>
          </p:nvSpPr>
          <p:spPr bwMode="auto">
            <a:xfrm>
              <a:off x="4704" y="1670"/>
              <a:ext cx="336"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O1</a:t>
              </a:r>
              <a:endParaRPr lang="ru-RU" altLang="en-US" sz="1400" b="0" u="none"/>
            </a:p>
          </p:txBody>
        </p:sp>
        <p:sp>
          <p:nvSpPr>
            <p:cNvPr id="38012" name="Text Box 198">
              <a:extLst>
                <a:ext uri="{FF2B5EF4-FFF2-40B4-BE49-F238E27FC236}">
                  <a16:creationId xmlns:a16="http://schemas.microsoft.com/office/drawing/2014/main" id="{7498A53C-67A1-CDB8-A197-4BC6F4353204}"/>
                </a:ext>
              </a:extLst>
            </p:cNvPr>
            <p:cNvSpPr txBox="1">
              <a:spLocks noChangeArrowheads="1"/>
            </p:cNvSpPr>
            <p:nvPr/>
          </p:nvSpPr>
          <p:spPr bwMode="auto">
            <a:xfrm>
              <a:off x="4418" y="2949"/>
              <a:ext cx="110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Q=D</a:t>
              </a:r>
              <a:r>
                <a:rPr lang="en-US" altLang="en-US" sz="1400" b="0" u="none">
                  <a:sym typeface="Symbol" panose="05050102010706020507" pitchFamily="18" charset="2"/>
                </a:rPr>
                <a:t>EN+QEN</a:t>
              </a:r>
            </a:p>
          </p:txBody>
        </p:sp>
        <p:sp>
          <p:nvSpPr>
            <p:cNvPr id="38013" name="AutoShape 199">
              <a:extLst>
                <a:ext uri="{FF2B5EF4-FFF2-40B4-BE49-F238E27FC236}">
                  <a16:creationId xmlns:a16="http://schemas.microsoft.com/office/drawing/2014/main" id="{B2890BE4-2EA2-3EF8-B9AA-64F4612ABA03}"/>
                </a:ext>
              </a:extLst>
            </p:cNvPr>
            <p:cNvSpPr>
              <a:spLocks noChangeArrowheads="1"/>
            </p:cNvSpPr>
            <p:nvPr/>
          </p:nvSpPr>
          <p:spPr bwMode="auto">
            <a:xfrm flipH="1">
              <a:off x="3991" y="1691"/>
              <a:ext cx="200" cy="242"/>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014" name="Arc 200">
              <a:extLst>
                <a:ext uri="{FF2B5EF4-FFF2-40B4-BE49-F238E27FC236}">
                  <a16:creationId xmlns:a16="http://schemas.microsoft.com/office/drawing/2014/main" id="{6C1EFD8D-E597-3828-B5F5-9004E2081C8A}"/>
                </a:ext>
              </a:extLst>
            </p:cNvPr>
            <p:cNvSpPr>
              <a:spLocks/>
            </p:cNvSpPr>
            <p:nvPr/>
          </p:nvSpPr>
          <p:spPr bwMode="auto">
            <a:xfrm rot="2524206">
              <a:off x="3865" y="1729"/>
              <a:ext cx="140" cy="18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8015" name="Line 201">
              <a:extLst>
                <a:ext uri="{FF2B5EF4-FFF2-40B4-BE49-F238E27FC236}">
                  <a16:creationId xmlns:a16="http://schemas.microsoft.com/office/drawing/2014/main" id="{2B6715BB-75CA-9308-06B8-3EEA8F40CF1C}"/>
                </a:ext>
              </a:extLst>
            </p:cNvPr>
            <p:cNvSpPr>
              <a:spLocks noChangeShapeType="1"/>
            </p:cNvSpPr>
            <p:nvPr/>
          </p:nvSpPr>
          <p:spPr bwMode="auto">
            <a:xfrm>
              <a:off x="4186" y="1804"/>
              <a:ext cx="13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16" name="Line 202">
              <a:extLst>
                <a:ext uri="{FF2B5EF4-FFF2-40B4-BE49-F238E27FC236}">
                  <a16:creationId xmlns:a16="http://schemas.microsoft.com/office/drawing/2014/main" id="{DA396CB2-4DBA-DE59-5716-509299B5ADF3}"/>
                </a:ext>
              </a:extLst>
            </p:cNvPr>
            <p:cNvSpPr>
              <a:spLocks noChangeShapeType="1"/>
            </p:cNvSpPr>
            <p:nvPr/>
          </p:nvSpPr>
          <p:spPr bwMode="auto">
            <a:xfrm>
              <a:off x="3872" y="1882"/>
              <a:ext cx="8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17" name="Line 203">
              <a:extLst>
                <a:ext uri="{FF2B5EF4-FFF2-40B4-BE49-F238E27FC236}">
                  <a16:creationId xmlns:a16="http://schemas.microsoft.com/office/drawing/2014/main" id="{FBDF30AB-E8E9-02DC-A5B8-B2690124F15C}"/>
                </a:ext>
              </a:extLst>
            </p:cNvPr>
            <p:cNvSpPr>
              <a:spLocks noChangeShapeType="1"/>
            </p:cNvSpPr>
            <p:nvPr/>
          </p:nvSpPr>
          <p:spPr bwMode="auto">
            <a:xfrm>
              <a:off x="3865" y="1882"/>
              <a:ext cx="0" cy="1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18" name="Line 204">
              <a:extLst>
                <a:ext uri="{FF2B5EF4-FFF2-40B4-BE49-F238E27FC236}">
                  <a16:creationId xmlns:a16="http://schemas.microsoft.com/office/drawing/2014/main" id="{D447C680-457A-5D62-36DF-5712961D725E}"/>
                </a:ext>
              </a:extLst>
            </p:cNvPr>
            <p:cNvSpPr>
              <a:spLocks noChangeShapeType="1"/>
            </p:cNvSpPr>
            <p:nvPr/>
          </p:nvSpPr>
          <p:spPr bwMode="auto">
            <a:xfrm>
              <a:off x="3865" y="2035"/>
              <a:ext cx="16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19" name="Line 205">
              <a:extLst>
                <a:ext uri="{FF2B5EF4-FFF2-40B4-BE49-F238E27FC236}">
                  <a16:creationId xmlns:a16="http://schemas.microsoft.com/office/drawing/2014/main" id="{C02228C8-AEA0-78D7-2F64-36C4C601300B}"/>
                </a:ext>
              </a:extLst>
            </p:cNvPr>
            <p:cNvSpPr>
              <a:spLocks noChangeShapeType="1"/>
            </p:cNvSpPr>
            <p:nvPr/>
          </p:nvSpPr>
          <p:spPr bwMode="auto">
            <a:xfrm>
              <a:off x="4031" y="2038"/>
              <a:ext cx="0" cy="1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20" name="AutoShape 206">
              <a:extLst>
                <a:ext uri="{FF2B5EF4-FFF2-40B4-BE49-F238E27FC236}">
                  <a16:creationId xmlns:a16="http://schemas.microsoft.com/office/drawing/2014/main" id="{7E902A7D-5782-ED3B-46E9-556A58246FDB}"/>
                </a:ext>
              </a:extLst>
            </p:cNvPr>
            <p:cNvSpPr>
              <a:spLocks noChangeArrowheads="1"/>
            </p:cNvSpPr>
            <p:nvPr/>
          </p:nvSpPr>
          <p:spPr bwMode="auto">
            <a:xfrm rot="10800000">
              <a:off x="3989" y="2175"/>
              <a:ext cx="84" cy="49"/>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021" name="AutoShape 207">
              <a:extLst>
                <a:ext uri="{FF2B5EF4-FFF2-40B4-BE49-F238E27FC236}">
                  <a16:creationId xmlns:a16="http://schemas.microsoft.com/office/drawing/2014/main" id="{D633D5D0-CEAA-FB4D-A700-854912ACD5B1}"/>
                </a:ext>
              </a:extLst>
            </p:cNvPr>
            <p:cNvSpPr>
              <a:spLocks noChangeArrowheads="1"/>
            </p:cNvSpPr>
            <p:nvPr/>
          </p:nvSpPr>
          <p:spPr bwMode="auto">
            <a:xfrm flipH="1">
              <a:off x="4005" y="3036"/>
              <a:ext cx="200" cy="243"/>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022" name="Arc 208">
              <a:extLst>
                <a:ext uri="{FF2B5EF4-FFF2-40B4-BE49-F238E27FC236}">
                  <a16:creationId xmlns:a16="http://schemas.microsoft.com/office/drawing/2014/main" id="{82CBB062-8FA9-CE26-6129-C483762675F8}"/>
                </a:ext>
              </a:extLst>
            </p:cNvPr>
            <p:cNvSpPr>
              <a:spLocks/>
            </p:cNvSpPr>
            <p:nvPr/>
          </p:nvSpPr>
          <p:spPr bwMode="auto">
            <a:xfrm rot="2524206">
              <a:off x="3879" y="3074"/>
              <a:ext cx="140" cy="1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8023" name="Line 209">
              <a:extLst>
                <a:ext uri="{FF2B5EF4-FFF2-40B4-BE49-F238E27FC236}">
                  <a16:creationId xmlns:a16="http://schemas.microsoft.com/office/drawing/2014/main" id="{8673DC0F-76F9-25BA-82C2-C8512084CD36}"/>
                </a:ext>
              </a:extLst>
            </p:cNvPr>
            <p:cNvSpPr>
              <a:spLocks noChangeShapeType="1"/>
            </p:cNvSpPr>
            <p:nvPr/>
          </p:nvSpPr>
          <p:spPr bwMode="auto">
            <a:xfrm>
              <a:off x="3886" y="3227"/>
              <a:ext cx="8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24" name="Line 210">
              <a:extLst>
                <a:ext uri="{FF2B5EF4-FFF2-40B4-BE49-F238E27FC236}">
                  <a16:creationId xmlns:a16="http://schemas.microsoft.com/office/drawing/2014/main" id="{B34D80B7-05D5-4B33-E7C5-90478CF9EEE1}"/>
                </a:ext>
              </a:extLst>
            </p:cNvPr>
            <p:cNvSpPr>
              <a:spLocks noChangeShapeType="1"/>
            </p:cNvSpPr>
            <p:nvPr/>
          </p:nvSpPr>
          <p:spPr bwMode="auto">
            <a:xfrm>
              <a:off x="3879" y="3227"/>
              <a:ext cx="0" cy="15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25" name="Line 211">
              <a:extLst>
                <a:ext uri="{FF2B5EF4-FFF2-40B4-BE49-F238E27FC236}">
                  <a16:creationId xmlns:a16="http://schemas.microsoft.com/office/drawing/2014/main" id="{B82099A1-2077-1CFC-EE4A-B0C4AC0ED811}"/>
                </a:ext>
              </a:extLst>
            </p:cNvPr>
            <p:cNvSpPr>
              <a:spLocks noChangeShapeType="1"/>
            </p:cNvSpPr>
            <p:nvPr/>
          </p:nvSpPr>
          <p:spPr bwMode="auto">
            <a:xfrm>
              <a:off x="3879" y="3380"/>
              <a:ext cx="16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26" name="Line 214">
              <a:extLst>
                <a:ext uri="{FF2B5EF4-FFF2-40B4-BE49-F238E27FC236}">
                  <a16:creationId xmlns:a16="http://schemas.microsoft.com/office/drawing/2014/main" id="{583BECB6-5DB4-4038-FEF0-E077815EFC7C}"/>
                </a:ext>
              </a:extLst>
            </p:cNvPr>
            <p:cNvSpPr>
              <a:spLocks noChangeShapeType="1"/>
            </p:cNvSpPr>
            <p:nvPr/>
          </p:nvSpPr>
          <p:spPr bwMode="auto">
            <a:xfrm>
              <a:off x="4215" y="3151"/>
              <a:ext cx="11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027" name="Text Box 215">
              <a:extLst>
                <a:ext uri="{FF2B5EF4-FFF2-40B4-BE49-F238E27FC236}">
                  <a16:creationId xmlns:a16="http://schemas.microsoft.com/office/drawing/2014/main" id="{09A3F083-0C4C-5B45-1FAA-567B606CC25E}"/>
                </a:ext>
              </a:extLst>
            </p:cNvPr>
            <p:cNvSpPr txBox="1">
              <a:spLocks noChangeArrowheads="1"/>
            </p:cNvSpPr>
            <p:nvPr/>
          </p:nvSpPr>
          <p:spPr bwMode="auto">
            <a:xfrm>
              <a:off x="3957" y="3312"/>
              <a:ext cx="72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u="none"/>
                <a:t>XOR=1</a:t>
              </a:r>
              <a:endParaRPr lang="ru-RU" altLang="en-US" sz="1200" b="0" u="none"/>
            </a:p>
          </p:txBody>
        </p:sp>
        <p:sp>
          <p:nvSpPr>
            <p:cNvPr id="38028" name="Rectangle 216">
              <a:extLst>
                <a:ext uri="{FF2B5EF4-FFF2-40B4-BE49-F238E27FC236}">
                  <a16:creationId xmlns:a16="http://schemas.microsoft.com/office/drawing/2014/main" id="{1712EA0C-C9A7-E992-F13F-BAD7D8FE014D}"/>
                </a:ext>
              </a:extLst>
            </p:cNvPr>
            <p:cNvSpPr>
              <a:spLocks noChangeArrowheads="1"/>
            </p:cNvSpPr>
            <p:nvPr/>
          </p:nvSpPr>
          <p:spPr bwMode="auto">
            <a:xfrm>
              <a:off x="1047" y="2649"/>
              <a:ext cx="51" cy="49"/>
            </a:xfrm>
            <a:prstGeom prst="rect">
              <a:avLst/>
            </a:prstGeom>
            <a:solidFill>
              <a:schemeClr val="accent1"/>
            </a:solidFill>
            <a:ln w="95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029" name="Rectangle 217">
              <a:extLst>
                <a:ext uri="{FF2B5EF4-FFF2-40B4-BE49-F238E27FC236}">
                  <a16:creationId xmlns:a16="http://schemas.microsoft.com/office/drawing/2014/main" id="{6E340442-D34F-B854-BC4C-9288C105CB30}"/>
                </a:ext>
              </a:extLst>
            </p:cNvPr>
            <p:cNvSpPr>
              <a:spLocks noChangeArrowheads="1"/>
            </p:cNvSpPr>
            <p:nvPr/>
          </p:nvSpPr>
          <p:spPr bwMode="auto">
            <a:xfrm>
              <a:off x="930" y="2754"/>
              <a:ext cx="51" cy="49"/>
            </a:xfrm>
            <a:prstGeom prst="rect">
              <a:avLst/>
            </a:prstGeom>
            <a:solidFill>
              <a:schemeClr val="accent1"/>
            </a:solidFill>
            <a:ln w="95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030" name="Rectangle 218">
              <a:extLst>
                <a:ext uri="{FF2B5EF4-FFF2-40B4-BE49-F238E27FC236}">
                  <a16:creationId xmlns:a16="http://schemas.microsoft.com/office/drawing/2014/main" id="{99D44EC2-F57F-4B19-C614-944BC193B2E2}"/>
                </a:ext>
              </a:extLst>
            </p:cNvPr>
            <p:cNvSpPr>
              <a:spLocks noChangeArrowheads="1"/>
            </p:cNvSpPr>
            <p:nvPr/>
          </p:nvSpPr>
          <p:spPr bwMode="auto">
            <a:xfrm>
              <a:off x="1218" y="2757"/>
              <a:ext cx="51" cy="49"/>
            </a:xfrm>
            <a:prstGeom prst="rect">
              <a:avLst/>
            </a:prstGeom>
            <a:solidFill>
              <a:schemeClr val="accent1"/>
            </a:solidFill>
            <a:ln w="95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031" name="Rectangle 219">
              <a:extLst>
                <a:ext uri="{FF2B5EF4-FFF2-40B4-BE49-F238E27FC236}">
                  <a16:creationId xmlns:a16="http://schemas.microsoft.com/office/drawing/2014/main" id="{E95859D0-3EFC-FC91-F8DB-A2CE55F7704C}"/>
                </a:ext>
              </a:extLst>
            </p:cNvPr>
            <p:cNvSpPr>
              <a:spLocks noChangeArrowheads="1"/>
            </p:cNvSpPr>
            <p:nvPr/>
          </p:nvSpPr>
          <p:spPr bwMode="auto">
            <a:xfrm>
              <a:off x="1291" y="2859"/>
              <a:ext cx="48" cy="48"/>
            </a:xfrm>
            <a:prstGeom prst="rect">
              <a:avLst/>
            </a:prstGeom>
            <a:solidFill>
              <a:schemeClr val="accent1"/>
            </a:solidFill>
            <a:ln w="95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032" name="Rectangle 220">
              <a:extLst>
                <a:ext uri="{FF2B5EF4-FFF2-40B4-BE49-F238E27FC236}">
                  <a16:creationId xmlns:a16="http://schemas.microsoft.com/office/drawing/2014/main" id="{B351A0FE-0DCE-BEEB-B4DB-3A3481A65342}"/>
                </a:ext>
              </a:extLst>
            </p:cNvPr>
            <p:cNvSpPr>
              <a:spLocks noChangeArrowheads="1"/>
            </p:cNvSpPr>
            <p:nvPr/>
          </p:nvSpPr>
          <p:spPr bwMode="auto">
            <a:xfrm>
              <a:off x="1426" y="2859"/>
              <a:ext cx="48" cy="48"/>
            </a:xfrm>
            <a:prstGeom prst="rect">
              <a:avLst/>
            </a:prstGeom>
            <a:solidFill>
              <a:schemeClr val="accent1"/>
            </a:solidFill>
            <a:ln w="95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a:extLst>
              <a:ext uri="{FF2B5EF4-FFF2-40B4-BE49-F238E27FC236}">
                <a16:creationId xmlns:a16="http://schemas.microsoft.com/office/drawing/2014/main" id="{2997019A-C2AC-64FC-184D-2C8EE031808F}"/>
              </a:ext>
            </a:extLst>
          </p:cNvPr>
          <p:cNvSpPr>
            <a:spLocks noGrp="1" noChangeArrowheads="1"/>
          </p:cNvSpPr>
          <p:nvPr>
            <p:ph type="title"/>
          </p:nvPr>
        </p:nvSpPr>
        <p:spPr>
          <a:xfrm>
            <a:off x="0" y="183401"/>
            <a:ext cx="11612880" cy="704088"/>
          </a:xfrm>
        </p:spPr>
        <p:txBody>
          <a:bodyPr/>
          <a:lstStyle/>
          <a:p>
            <a:r>
              <a:rPr lang="en-US" altLang="en-US"/>
              <a:t>Registered Mode</a:t>
            </a:r>
            <a:endParaRPr lang="ru-RU" altLang="en-US"/>
          </a:p>
        </p:txBody>
      </p:sp>
      <p:grpSp>
        <p:nvGrpSpPr>
          <p:cNvPr id="38915" name="Group 247">
            <a:extLst>
              <a:ext uri="{FF2B5EF4-FFF2-40B4-BE49-F238E27FC236}">
                <a16:creationId xmlns:a16="http://schemas.microsoft.com/office/drawing/2014/main" id="{5A5E9FB1-1229-6502-443D-9A3EE693F85D}"/>
              </a:ext>
            </a:extLst>
          </p:cNvPr>
          <p:cNvGrpSpPr>
            <a:grpSpLocks/>
          </p:cNvGrpSpPr>
          <p:nvPr/>
        </p:nvGrpSpPr>
        <p:grpSpPr bwMode="auto">
          <a:xfrm>
            <a:off x="2286000" y="1219201"/>
            <a:ext cx="8110538" cy="4475163"/>
            <a:chOff x="271463" y="1587500"/>
            <a:chExt cx="8972550" cy="4716463"/>
          </a:xfrm>
        </p:grpSpPr>
        <p:sp>
          <p:nvSpPr>
            <p:cNvPr id="38916" name="Text Box 260">
              <a:extLst>
                <a:ext uri="{FF2B5EF4-FFF2-40B4-BE49-F238E27FC236}">
                  <a16:creationId xmlns:a16="http://schemas.microsoft.com/office/drawing/2014/main" id="{535D70DD-3771-E1FA-39D0-88A6D231C484}"/>
                </a:ext>
              </a:extLst>
            </p:cNvPr>
            <p:cNvSpPr txBox="1">
              <a:spLocks noChangeArrowheads="1"/>
            </p:cNvSpPr>
            <p:nvPr/>
          </p:nvSpPr>
          <p:spPr bwMode="auto">
            <a:xfrm>
              <a:off x="8482013" y="5867400"/>
              <a:ext cx="76200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sym typeface="Symbol" panose="05050102010706020507" pitchFamily="18" charset="2"/>
                </a:rPr>
                <a:t>OE</a:t>
              </a:r>
            </a:p>
          </p:txBody>
        </p:sp>
        <p:grpSp>
          <p:nvGrpSpPr>
            <p:cNvPr id="38917" name="Group 265">
              <a:extLst>
                <a:ext uri="{FF2B5EF4-FFF2-40B4-BE49-F238E27FC236}">
                  <a16:creationId xmlns:a16="http://schemas.microsoft.com/office/drawing/2014/main" id="{276A6494-48AA-ABC1-AC1F-7BA5D06CCE8C}"/>
                </a:ext>
              </a:extLst>
            </p:cNvPr>
            <p:cNvGrpSpPr>
              <a:grpSpLocks/>
            </p:cNvGrpSpPr>
            <p:nvPr/>
          </p:nvGrpSpPr>
          <p:grpSpPr bwMode="auto">
            <a:xfrm>
              <a:off x="271463" y="1587500"/>
              <a:ext cx="8872537" cy="4605338"/>
              <a:chOff x="171" y="1000"/>
              <a:chExt cx="5589" cy="2901"/>
            </a:xfrm>
          </p:grpSpPr>
          <p:sp>
            <p:nvSpPr>
              <p:cNvPr id="38918" name="Rectangle 264">
                <a:extLst>
                  <a:ext uri="{FF2B5EF4-FFF2-40B4-BE49-F238E27FC236}">
                    <a16:creationId xmlns:a16="http://schemas.microsoft.com/office/drawing/2014/main" id="{18455BAD-8248-A9F2-90DB-FFAEC9540BC8}"/>
                  </a:ext>
                </a:extLst>
              </p:cNvPr>
              <p:cNvSpPr>
                <a:spLocks noChangeArrowheads="1"/>
              </p:cNvSpPr>
              <p:nvPr/>
            </p:nvSpPr>
            <p:spPr bwMode="auto">
              <a:xfrm>
                <a:off x="3312" y="2553"/>
                <a:ext cx="908" cy="999"/>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919" name="Rectangle 263">
                <a:extLst>
                  <a:ext uri="{FF2B5EF4-FFF2-40B4-BE49-F238E27FC236}">
                    <a16:creationId xmlns:a16="http://schemas.microsoft.com/office/drawing/2014/main" id="{0D463505-05D3-D766-F12B-D44226333BBF}"/>
                  </a:ext>
                </a:extLst>
              </p:cNvPr>
              <p:cNvSpPr>
                <a:spLocks noChangeArrowheads="1"/>
              </p:cNvSpPr>
              <p:nvPr/>
            </p:nvSpPr>
            <p:spPr bwMode="auto">
              <a:xfrm>
                <a:off x="3276" y="1200"/>
                <a:ext cx="912" cy="1008"/>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920" name="Line 6">
                <a:extLst>
                  <a:ext uri="{FF2B5EF4-FFF2-40B4-BE49-F238E27FC236}">
                    <a16:creationId xmlns:a16="http://schemas.microsoft.com/office/drawing/2014/main" id="{6BCB7AF0-267E-C949-0769-D2D00F5D4D32}"/>
                  </a:ext>
                </a:extLst>
              </p:cNvPr>
              <p:cNvSpPr>
                <a:spLocks noChangeShapeType="1"/>
              </p:cNvSpPr>
              <p:nvPr/>
            </p:nvSpPr>
            <p:spPr bwMode="auto">
              <a:xfrm flipV="1">
                <a:off x="541" y="1152"/>
                <a:ext cx="373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1" name="Line 7">
                <a:extLst>
                  <a:ext uri="{FF2B5EF4-FFF2-40B4-BE49-F238E27FC236}">
                    <a16:creationId xmlns:a16="http://schemas.microsoft.com/office/drawing/2014/main" id="{E54C0B8B-0D73-E49D-31AB-70049AD3B2F4}"/>
                  </a:ext>
                </a:extLst>
              </p:cNvPr>
              <p:cNvSpPr>
                <a:spLocks noChangeShapeType="1"/>
              </p:cNvSpPr>
              <p:nvPr/>
            </p:nvSpPr>
            <p:spPr bwMode="auto">
              <a:xfrm>
                <a:off x="851" y="1330"/>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2" name="Line 8">
                <a:extLst>
                  <a:ext uri="{FF2B5EF4-FFF2-40B4-BE49-F238E27FC236}">
                    <a16:creationId xmlns:a16="http://schemas.microsoft.com/office/drawing/2014/main" id="{FA87EC69-C7EE-58E3-6762-D02BD77E9ED0}"/>
                  </a:ext>
                </a:extLst>
              </p:cNvPr>
              <p:cNvSpPr>
                <a:spLocks noChangeShapeType="1"/>
              </p:cNvSpPr>
              <p:nvPr/>
            </p:nvSpPr>
            <p:spPr bwMode="auto">
              <a:xfrm>
                <a:off x="851" y="1444"/>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3" name="Line 9">
                <a:extLst>
                  <a:ext uri="{FF2B5EF4-FFF2-40B4-BE49-F238E27FC236}">
                    <a16:creationId xmlns:a16="http://schemas.microsoft.com/office/drawing/2014/main" id="{6B71324A-FA75-6C06-D8F8-B393B47EA45C}"/>
                  </a:ext>
                </a:extLst>
              </p:cNvPr>
              <p:cNvSpPr>
                <a:spLocks noChangeShapeType="1"/>
              </p:cNvSpPr>
              <p:nvPr/>
            </p:nvSpPr>
            <p:spPr bwMode="auto">
              <a:xfrm>
                <a:off x="3039" y="1273"/>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4" name="Line 10">
                <a:extLst>
                  <a:ext uri="{FF2B5EF4-FFF2-40B4-BE49-F238E27FC236}">
                    <a16:creationId xmlns:a16="http://schemas.microsoft.com/office/drawing/2014/main" id="{A99708D2-AE0D-CB12-C4E0-B36185BBA5F4}"/>
                  </a:ext>
                </a:extLst>
              </p:cNvPr>
              <p:cNvSpPr>
                <a:spLocks noChangeShapeType="1"/>
              </p:cNvSpPr>
              <p:nvPr/>
            </p:nvSpPr>
            <p:spPr bwMode="auto">
              <a:xfrm>
                <a:off x="3102" y="1273"/>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5" name="Line 11">
                <a:extLst>
                  <a:ext uri="{FF2B5EF4-FFF2-40B4-BE49-F238E27FC236}">
                    <a16:creationId xmlns:a16="http://schemas.microsoft.com/office/drawing/2014/main" id="{ED8AC0F6-FA18-53D2-F7BE-19A5E5B86505}"/>
                  </a:ext>
                </a:extLst>
              </p:cNvPr>
              <p:cNvSpPr>
                <a:spLocks noChangeShapeType="1"/>
              </p:cNvSpPr>
              <p:nvPr/>
            </p:nvSpPr>
            <p:spPr bwMode="auto">
              <a:xfrm>
                <a:off x="3165" y="1265"/>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6" name="Line 12">
                <a:extLst>
                  <a:ext uri="{FF2B5EF4-FFF2-40B4-BE49-F238E27FC236}">
                    <a16:creationId xmlns:a16="http://schemas.microsoft.com/office/drawing/2014/main" id="{90D4DCB7-F24B-9032-DD0F-2AF75F6B622E}"/>
                  </a:ext>
                </a:extLst>
              </p:cNvPr>
              <p:cNvSpPr>
                <a:spLocks noChangeShapeType="1"/>
              </p:cNvSpPr>
              <p:nvPr/>
            </p:nvSpPr>
            <p:spPr bwMode="auto">
              <a:xfrm>
                <a:off x="3228" y="1273"/>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8927" name="Group 13">
                <a:extLst>
                  <a:ext uri="{FF2B5EF4-FFF2-40B4-BE49-F238E27FC236}">
                    <a16:creationId xmlns:a16="http://schemas.microsoft.com/office/drawing/2014/main" id="{1D1A0318-5BBD-B16D-9B38-9C10CCBADD0E}"/>
                  </a:ext>
                </a:extLst>
              </p:cNvPr>
              <p:cNvGrpSpPr>
                <a:grpSpLocks/>
              </p:cNvGrpSpPr>
              <p:nvPr/>
            </p:nvGrpSpPr>
            <p:grpSpPr bwMode="auto">
              <a:xfrm>
                <a:off x="3330" y="1279"/>
                <a:ext cx="129" cy="105"/>
                <a:chOff x="3615" y="11343"/>
                <a:chExt cx="419" cy="525"/>
              </a:xfrm>
            </p:grpSpPr>
            <p:sp>
              <p:nvSpPr>
                <p:cNvPr id="39157" name="Arc 14">
                  <a:extLst>
                    <a:ext uri="{FF2B5EF4-FFF2-40B4-BE49-F238E27FC236}">
                      <a16:creationId xmlns:a16="http://schemas.microsoft.com/office/drawing/2014/main" id="{CBF7934D-0DF3-8166-DE29-B2C07927D126}"/>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158" name="Line 15">
                  <a:extLst>
                    <a:ext uri="{FF2B5EF4-FFF2-40B4-BE49-F238E27FC236}">
                      <a16:creationId xmlns:a16="http://schemas.microsoft.com/office/drawing/2014/main" id="{C28E8922-6D4B-8B1F-A393-11A82C6ACEA4}"/>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59" name="Line 16">
                  <a:extLst>
                    <a:ext uri="{FF2B5EF4-FFF2-40B4-BE49-F238E27FC236}">
                      <a16:creationId xmlns:a16="http://schemas.microsoft.com/office/drawing/2014/main" id="{52E9819F-B92A-B5C0-B5D2-57483067BC0F}"/>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60" name="Line 17">
                  <a:extLst>
                    <a:ext uri="{FF2B5EF4-FFF2-40B4-BE49-F238E27FC236}">
                      <a16:creationId xmlns:a16="http://schemas.microsoft.com/office/drawing/2014/main" id="{B2585A17-1AEF-D94C-8EED-7611A449BC56}"/>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8928" name="Group 18">
                <a:extLst>
                  <a:ext uri="{FF2B5EF4-FFF2-40B4-BE49-F238E27FC236}">
                    <a16:creationId xmlns:a16="http://schemas.microsoft.com/office/drawing/2014/main" id="{A3D515CD-3142-FA51-83F5-807E4EAF52FF}"/>
                  </a:ext>
                </a:extLst>
              </p:cNvPr>
              <p:cNvGrpSpPr>
                <a:grpSpLocks/>
              </p:cNvGrpSpPr>
              <p:nvPr/>
            </p:nvGrpSpPr>
            <p:grpSpPr bwMode="auto">
              <a:xfrm>
                <a:off x="3333" y="1391"/>
                <a:ext cx="129" cy="104"/>
                <a:chOff x="3615" y="11343"/>
                <a:chExt cx="419" cy="525"/>
              </a:xfrm>
            </p:grpSpPr>
            <p:sp>
              <p:nvSpPr>
                <p:cNvPr id="39153" name="Arc 19">
                  <a:extLst>
                    <a:ext uri="{FF2B5EF4-FFF2-40B4-BE49-F238E27FC236}">
                      <a16:creationId xmlns:a16="http://schemas.microsoft.com/office/drawing/2014/main" id="{5842C0E7-DF81-CFA7-C6A4-01B60BC8F2B4}"/>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154" name="Line 20">
                  <a:extLst>
                    <a:ext uri="{FF2B5EF4-FFF2-40B4-BE49-F238E27FC236}">
                      <a16:creationId xmlns:a16="http://schemas.microsoft.com/office/drawing/2014/main" id="{54860569-B77B-2043-C943-079ED8CF070F}"/>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55" name="Line 21">
                  <a:extLst>
                    <a:ext uri="{FF2B5EF4-FFF2-40B4-BE49-F238E27FC236}">
                      <a16:creationId xmlns:a16="http://schemas.microsoft.com/office/drawing/2014/main" id="{A2978A5D-9B28-6C22-9443-05DE61341978}"/>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56" name="Line 22">
                  <a:extLst>
                    <a:ext uri="{FF2B5EF4-FFF2-40B4-BE49-F238E27FC236}">
                      <a16:creationId xmlns:a16="http://schemas.microsoft.com/office/drawing/2014/main" id="{B91DDB60-646A-A01D-B332-2D01FE4A7268}"/>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8929" name="Line 23">
                <a:extLst>
                  <a:ext uri="{FF2B5EF4-FFF2-40B4-BE49-F238E27FC236}">
                    <a16:creationId xmlns:a16="http://schemas.microsoft.com/office/drawing/2014/main" id="{FC668879-AA85-7B22-ED1B-26B9F526C805}"/>
                  </a:ext>
                </a:extLst>
              </p:cNvPr>
              <p:cNvSpPr>
                <a:spLocks noChangeShapeType="1"/>
              </p:cNvSpPr>
              <p:nvPr/>
            </p:nvSpPr>
            <p:spPr bwMode="auto">
              <a:xfrm>
                <a:off x="851" y="1544"/>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0" name="Line 24">
                <a:extLst>
                  <a:ext uri="{FF2B5EF4-FFF2-40B4-BE49-F238E27FC236}">
                    <a16:creationId xmlns:a16="http://schemas.microsoft.com/office/drawing/2014/main" id="{B159708B-5245-F30D-D939-DF38316A236F}"/>
                  </a:ext>
                </a:extLst>
              </p:cNvPr>
              <p:cNvSpPr>
                <a:spLocks noChangeShapeType="1"/>
              </p:cNvSpPr>
              <p:nvPr/>
            </p:nvSpPr>
            <p:spPr bwMode="auto">
              <a:xfrm>
                <a:off x="851" y="1658"/>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8931" name="Group 25">
                <a:extLst>
                  <a:ext uri="{FF2B5EF4-FFF2-40B4-BE49-F238E27FC236}">
                    <a16:creationId xmlns:a16="http://schemas.microsoft.com/office/drawing/2014/main" id="{E930B440-AA30-00D5-A3A0-D5885F6C129D}"/>
                  </a:ext>
                </a:extLst>
              </p:cNvPr>
              <p:cNvGrpSpPr>
                <a:grpSpLocks/>
              </p:cNvGrpSpPr>
              <p:nvPr/>
            </p:nvGrpSpPr>
            <p:grpSpPr bwMode="auto">
              <a:xfrm>
                <a:off x="3330" y="1493"/>
                <a:ext cx="129" cy="105"/>
                <a:chOff x="3615" y="11343"/>
                <a:chExt cx="419" cy="525"/>
              </a:xfrm>
            </p:grpSpPr>
            <p:sp>
              <p:nvSpPr>
                <p:cNvPr id="39149" name="Arc 26">
                  <a:extLst>
                    <a:ext uri="{FF2B5EF4-FFF2-40B4-BE49-F238E27FC236}">
                      <a16:creationId xmlns:a16="http://schemas.microsoft.com/office/drawing/2014/main" id="{E2D40EC7-17A5-1438-152F-164412C19A2C}"/>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150" name="Line 27">
                  <a:extLst>
                    <a:ext uri="{FF2B5EF4-FFF2-40B4-BE49-F238E27FC236}">
                      <a16:creationId xmlns:a16="http://schemas.microsoft.com/office/drawing/2014/main" id="{E4005C5B-1DFA-DFD7-8F44-E24E744B5AD0}"/>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51" name="Line 28">
                  <a:extLst>
                    <a:ext uri="{FF2B5EF4-FFF2-40B4-BE49-F238E27FC236}">
                      <a16:creationId xmlns:a16="http://schemas.microsoft.com/office/drawing/2014/main" id="{FD4BF3B3-8CB4-A45A-6CC4-7F855C226289}"/>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52" name="Line 29">
                  <a:extLst>
                    <a:ext uri="{FF2B5EF4-FFF2-40B4-BE49-F238E27FC236}">
                      <a16:creationId xmlns:a16="http://schemas.microsoft.com/office/drawing/2014/main" id="{42340D18-C086-3123-267D-9DBAB7000B7D}"/>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8932" name="Group 30">
                <a:extLst>
                  <a:ext uri="{FF2B5EF4-FFF2-40B4-BE49-F238E27FC236}">
                    <a16:creationId xmlns:a16="http://schemas.microsoft.com/office/drawing/2014/main" id="{724EC7D2-BAAA-B34C-8536-C8E45CD14BE8}"/>
                  </a:ext>
                </a:extLst>
              </p:cNvPr>
              <p:cNvGrpSpPr>
                <a:grpSpLocks/>
              </p:cNvGrpSpPr>
              <p:nvPr/>
            </p:nvGrpSpPr>
            <p:grpSpPr bwMode="auto">
              <a:xfrm>
                <a:off x="3333" y="1605"/>
                <a:ext cx="129" cy="104"/>
                <a:chOff x="3615" y="11343"/>
                <a:chExt cx="419" cy="525"/>
              </a:xfrm>
            </p:grpSpPr>
            <p:sp>
              <p:nvSpPr>
                <p:cNvPr id="39145" name="Arc 31">
                  <a:extLst>
                    <a:ext uri="{FF2B5EF4-FFF2-40B4-BE49-F238E27FC236}">
                      <a16:creationId xmlns:a16="http://schemas.microsoft.com/office/drawing/2014/main" id="{C9C0DC67-7020-7F17-ACC4-A2C5C16408A5}"/>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146" name="Line 32">
                  <a:extLst>
                    <a:ext uri="{FF2B5EF4-FFF2-40B4-BE49-F238E27FC236}">
                      <a16:creationId xmlns:a16="http://schemas.microsoft.com/office/drawing/2014/main" id="{B36A8AE9-F7BA-9A6A-F667-1BC376CC1847}"/>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47" name="Line 33">
                  <a:extLst>
                    <a:ext uri="{FF2B5EF4-FFF2-40B4-BE49-F238E27FC236}">
                      <a16:creationId xmlns:a16="http://schemas.microsoft.com/office/drawing/2014/main" id="{AB9E4285-D528-661D-C3D0-7DF64AE708C5}"/>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48" name="Line 34">
                  <a:extLst>
                    <a:ext uri="{FF2B5EF4-FFF2-40B4-BE49-F238E27FC236}">
                      <a16:creationId xmlns:a16="http://schemas.microsoft.com/office/drawing/2014/main" id="{F38416D0-86E6-810A-C33D-20561E918668}"/>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8933" name="Line 35">
                <a:extLst>
                  <a:ext uri="{FF2B5EF4-FFF2-40B4-BE49-F238E27FC236}">
                    <a16:creationId xmlns:a16="http://schemas.microsoft.com/office/drawing/2014/main" id="{7A819506-57CD-3ACE-8B92-8A10F6D86DE9}"/>
                  </a:ext>
                </a:extLst>
              </p:cNvPr>
              <p:cNvSpPr>
                <a:spLocks noChangeShapeType="1"/>
              </p:cNvSpPr>
              <p:nvPr/>
            </p:nvSpPr>
            <p:spPr bwMode="auto">
              <a:xfrm>
                <a:off x="851" y="1758"/>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4" name="Line 36">
                <a:extLst>
                  <a:ext uri="{FF2B5EF4-FFF2-40B4-BE49-F238E27FC236}">
                    <a16:creationId xmlns:a16="http://schemas.microsoft.com/office/drawing/2014/main" id="{427F0A92-296D-63D3-7C0D-9A62E059EBCA}"/>
                  </a:ext>
                </a:extLst>
              </p:cNvPr>
              <p:cNvSpPr>
                <a:spLocks noChangeShapeType="1"/>
              </p:cNvSpPr>
              <p:nvPr/>
            </p:nvSpPr>
            <p:spPr bwMode="auto">
              <a:xfrm>
                <a:off x="851" y="1873"/>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8935" name="Group 37">
                <a:extLst>
                  <a:ext uri="{FF2B5EF4-FFF2-40B4-BE49-F238E27FC236}">
                    <a16:creationId xmlns:a16="http://schemas.microsoft.com/office/drawing/2014/main" id="{331F0DB0-4B58-BBB5-E56B-0A9283F8F99C}"/>
                  </a:ext>
                </a:extLst>
              </p:cNvPr>
              <p:cNvGrpSpPr>
                <a:grpSpLocks/>
              </p:cNvGrpSpPr>
              <p:nvPr/>
            </p:nvGrpSpPr>
            <p:grpSpPr bwMode="auto">
              <a:xfrm>
                <a:off x="3330" y="1707"/>
                <a:ext cx="129" cy="105"/>
                <a:chOff x="3615" y="11343"/>
                <a:chExt cx="419" cy="525"/>
              </a:xfrm>
            </p:grpSpPr>
            <p:sp>
              <p:nvSpPr>
                <p:cNvPr id="39141" name="Arc 38">
                  <a:extLst>
                    <a:ext uri="{FF2B5EF4-FFF2-40B4-BE49-F238E27FC236}">
                      <a16:creationId xmlns:a16="http://schemas.microsoft.com/office/drawing/2014/main" id="{B0E3D365-B98B-19A1-328F-17ED014A3D8C}"/>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142" name="Line 39">
                  <a:extLst>
                    <a:ext uri="{FF2B5EF4-FFF2-40B4-BE49-F238E27FC236}">
                      <a16:creationId xmlns:a16="http://schemas.microsoft.com/office/drawing/2014/main" id="{1174232A-753F-2A5D-D92C-3C9242CF1C44}"/>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43" name="Line 40">
                  <a:extLst>
                    <a:ext uri="{FF2B5EF4-FFF2-40B4-BE49-F238E27FC236}">
                      <a16:creationId xmlns:a16="http://schemas.microsoft.com/office/drawing/2014/main" id="{649A0610-D387-13AB-0BB0-11E2D3F325C1}"/>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44" name="Line 41">
                  <a:extLst>
                    <a:ext uri="{FF2B5EF4-FFF2-40B4-BE49-F238E27FC236}">
                      <a16:creationId xmlns:a16="http://schemas.microsoft.com/office/drawing/2014/main" id="{8E1DB997-BD01-1673-2793-BD870ABF415E}"/>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8936" name="Group 42">
                <a:extLst>
                  <a:ext uri="{FF2B5EF4-FFF2-40B4-BE49-F238E27FC236}">
                    <a16:creationId xmlns:a16="http://schemas.microsoft.com/office/drawing/2014/main" id="{9CFE27A2-94EC-B280-D364-1C1C0024893C}"/>
                  </a:ext>
                </a:extLst>
              </p:cNvPr>
              <p:cNvGrpSpPr>
                <a:grpSpLocks/>
              </p:cNvGrpSpPr>
              <p:nvPr/>
            </p:nvGrpSpPr>
            <p:grpSpPr bwMode="auto">
              <a:xfrm>
                <a:off x="3333" y="1819"/>
                <a:ext cx="129" cy="105"/>
                <a:chOff x="3615" y="11343"/>
                <a:chExt cx="419" cy="525"/>
              </a:xfrm>
            </p:grpSpPr>
            <p:sp>
              <p:nvSpPr>
                <p:cNvPr id="39137" name="Arc 43">
                  <a:extLst>
                    <a:ext uri="{FF2B5EF4-FFF2-40B4-BE49-F238E27FC236}">
                      <a16:creationId xmlns:a16="http://schemas.microsoft.com/office/drawing/2014/main" id="{A1DAA818-FFDE-F847-DCD6-C243B395C07A}"/>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138" name="Line 44">
                  <a:extLst>
                    <a:ext uri="{FF2B5EF4-FFF2-40B4-BE49-F238E27FC236}">
                      <a16:creationId xmlns:a16="http://schemas.microsoft.com/office/drawing/2014/main" id="{84E3E695-5E76-4DCD-503F-08F0C47E98A5}"/>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39" name="Line 45">
                  <a:extLst>
                    <a:ext uri="{FF2B5EF4-FFF2-40B4-BE49-F238E27FC236}">
                      <a16:creationId xmlns:a16="http://schemas.microsoft.com/office/drawing/2014/main" id="{B35FB26D-CBE3-1D13-7A0C-ECFE28B1B6FE}"/>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40" name="Line 46">
                  <a:extLst>
                    <a:ext uri="{FF2B5EF4-FFF2-40B4-BE49-F238E27FC236}">
                      <a16:creationId xmlns:a16="http://schemas.microsoft.com/office/drawing/2014/main" id="{6F229D4E-8387-A2C1-36BB-4A1B23D8805F}"/>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8937" name="Line 47">
                <a:extLst>
                  <a:ext uri="{FF2B5EF4-FFF2-40B4-BE49-F238E27FC236}">
                    <a16:creationId xmlns:a16="http://schemas.microsoft.com/office/drawing/2014/main" id="{A2B1996A-ECEA-4595-AC3F-67A918CD02C0}"/>
                  </a:ext>
                </a:extLst>
              </p:cNvPr>
              <p:cNvSpPr>
                <a:spLocks noChangeShapeType="1"/>
              </p:cNvSpPr>
              <p:nvPr/>
            </p:nvSpPr>
            <p:spPr bwMode="auto">
              <a:xfrm>
                <a:off x="851" y="1972"/>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38" name="Line 48">
                <a:extLst>
                  <a:ext uri="{FF2B5EF4-FFF2-40B4-BE49-F238E27FC236}">
                    <a16:creationId xmlns:a16="http://schemas.microsoft.com/office/drawing/2014/main" id="{0D1D5DD9-1CB1-353B-FE59-2AA83E42D0D6}"/>
                  </a:ext>
                </a:extLst>
              </p:cNvPr>
              <p:cNvSpPr>
                <a:spLocks noChangeShapeType="1"/>
              </p:cNvSpPr>
              <p:nvPr/>
            </p:nvSpPr>
            <p:spPr bwMode="auto">
              <a:xfrm>
                <a:off x="851" y="2087"/>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8939" name="Group 49">
                <a:extLst>
                  <a:ext uri="{FF2B5EF4-FFF2-40B4-BE49-F238E27FC236}">
                    <a16:creationId xmlns:a16="http://schemas.microsoft.com/office/drawing/2014/main" id="{CD9FB96C-E71F-46BE-9A0D-FAEB440B0C13}"/>
                  </a:ext>
                </a:extLst>
              </p:cNvPr>
              <p:cNvGrpSpPr>
                <a:grpSpLocks/>
              </p:cNvGrpSpPr>
              <p:nvPr/>
            </p:nvGrpSpPr>
            <p:grpSpPr bwMode="auto">
              <a:xfrm>
                <a:off x="3330" y="1921"/>
                <a:ext cx="129" cy="105"/>
                <a:chOff x="3615" y="11343"/>
                <a:chExt cx="419" cy="525"/>
              </a:xfrm>
            </p:grpSpPr>
            <p:sp>
              <p:nvSpPr>
                <p:cNvPr id="39133" name="Arc 50">
                  <a:extLst>
                    <a:ext uri="{FF2B5EF4-FFF2-40B4-BE49-F238E27FC236}">
                      <a16:creationId xmlns:a16="http://schemas.microsoft.com/office/drawing/2014/main" id="{AAEFEAD9-DC77-8078-DED0-C14978242B25}"/>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134" name="Line 51">
                  <a:extLst>
                    <a:ext uri="{FF2B5EF4-FFF2-40B4-BE49-F238E27FC236}">
                      <a16:creationId xmlns:a16="http://schemas.microsoft.com/office/drawing/2014/main" id="{CB43D4A4-BE23-E1CB-CCA6-2E5DD84A924B}"/>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35" name="Line 52">
                  <a:extLst>
                    <a:ext uri="{FF2B5EF4-FFF2-40B4-BE49-F238E27FC236}">
                      <a16:creationId xmlns:a16="http://schemas.microsoft.com/office/drawing/2014/main" id="{73509220-5242-7523-898B-7537FCD43BE5}"/>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36" name="Line 53">
                  <a:extLst>
                    <a:ext uri="{FF2B5EF4-FFF2-40B4-BE49-F238E27FC236}">
                      <a16:creationId xmlns:a16="http://schemas.microsoft.com/office/drawing/2014/main" id="{17CD2819-3578-B51D-7904-8E1FC6F25AE6}"/>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8940" name="Group 54">
                <a:extLst>
                  <a:ext uri="{FF2B5EF4-FFF2-40B4-BE49-F238E27FC236}">
                    <a16:creationId xmlns:a16="http://schemas.microsoft.com/office/drawing/2014/main" id="{2D326B61-2048-C4D3-CBA0-055D363CFE10}"/>
                  </a:ext>
                </a:extLst>
              </p:cNvPr>
              <p:cNvGrpSpPr>
                <a:grpSpLocks/>
              </p:cNvGrpSpPr>
              <p:nvPr/>
            </p:nvGrpSpPr>
            <p:grpSpPr bwMode="auto">
              <a:xfrm>
                <a:off x="3333" y="2033"/>
                <a:ext cx="129" cy="105"/>
                <a:chOff x="3615" y="11343"/>
                <a:chExt cx="419" cy="525"/>
              </a:xfrm>
            </p:grpSpPr>
            <p:sp>
              <p:nvSpPr>
                <p:cNvPr id="39129" name="Arc 55">
                  <a:extLst>
                    <a:ext uri="{FF2B5EF4-FFF2-40B4-BE49-F238E27FC236}">
                      <a16:creationId xmlns:a16="http://schemas.microsoft.com/office/drawing/2014/main" id="{3B041AB9-CD90-D20B-3F52-C3B7AFA55C55}"/>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130" name="Line 56">
                  <a:extLst>
                    <a:ext uri="{FF2B5EF4-FFF2-40B4-BE49-F238E27FC236}">
                      <a16:creationId xmlns:a16="http://schemas.microsoft.com/office/drawing/2014/main" id="{17066702-644E-AC6E-AE32-3279647DBC82}"/>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31" name="Line 57">
                  <a:extLst>
                    <a:ext uri="{FF2B5EF4-FFF2-40B4-BE49-F238E27FC236}">
                      <a16:creationId xmlns:a16="http://schemas.microsoft.com/office/drawing/2014/main" id="{E7BA58E4-90B0-7B8D-391B-528FB825F945}"/>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32" name="Line 58">
                  <a:extLst>
                    <a:ext uri="{FF2B5EF4-FFF2-40B4-BE49-F238E27FC236}">
                      <a16:creationId xmlns:a16="http://schemas.microsoft.com/office/drawing/2014/main" id="{A9B81387-16A1-8ACC-650B-8FA99E50A46A}"/>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8941" name="AutoShape 59">
                <a:extLst>
                  <a:ext uri="{FF2B5EF4-FFF2-40B4-BE49-F238E27FC236}">
                    <a16:creationId xmlns:a16="http://schemas.microsoft.com/office/drawing/2014/main" id="{6517797E-28C0-BED8-720D-7B1E3A379C4E}"/>
                  </a:ext>
                </a:extLst>
              </p:cNvPr>
              <p:cNvSpPr>
                <a:spLocks noChangeArrowheads="1"/>
              </p:cNvSpPr>
              <p:nvPr/>
            </p:nvSpPr>
            <p:spPr bwMode="auto">
              <a:xfrm flipH="1">
                <a:off x="3550" y="1636"/>
                <a:ext cx="252" cy="271"/>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942" name="Arc 60">
                <a:extLst>
                  <a:ext uri="{FF2B5EF4-FFF2-40B4-BE49-F238E27FC236}">
                    <a16:creationId xmlns:a16="http://schemas.microsoft.com/office/drawing/2014/main" id="{EF7EA339-C10B-48B6-FB17-6DADB1C84355}"/>
                  </a:ext>
                </a:extLst>
              </p:cNvPr>
              <p:cNvSpPr>
                <a:spLocks/>
              </p:cNvSpPr>
              <p:nvPr/>
            </p:nvSpPr>
            <p:spPr bwMode="auto">
              <a:xfrm rot="2524206">
                <a:off x="3505" y="1436"/>
                <a:ext cx="127" cy="17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8943" name="Arc 61">
                <a:extLst>
                  <a:ext uri="{FF2B5EF4-FFF2-40B4-BE49-F238E27FC236}">
                    <a16:creationId xmlns:a16="http://schemas.microsoft.com/office/drawing/2014/main" id="{45B7B1B3-B445-57E0-391C-AC9AF979A6B5}"/>
                  </a:ext>
                </a:extLst>
              </p:cNvPr>
              <p:cNvSpPr>
                <a:spLocks/>
              </p:cNvSpPr>
              <p:nvPr/>
            </p:nvSpPr>
            <p:spPr bwMode="auto">
              <a:xfrm rot="2524206">
                <a:off x="3496" y="1932"/>
                <a:ext cx="101" cy="15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8944" name="Line 62">
                <a:extLst>
                  <a:ext uri="{FF2B5EF4-FFF2-40B4-BE49-F238E27FC236}">
                    <a16:creationId xmlns:a16="http://schemas.microsoft.com/office/drawing/2014/main" id="{1725ECC8-81DA-8B14-B327-F3DC3AC97608}"/>
                  </a:ext>
                </a:extLst>
              </p:cNvPr>
              <p:cNvSpPr>
                <a:spLocks noChangeShapeType="1"/>
              </p:cNvSpPr>
              <p:nvPr/>
            </p:nvSpPr>
            <p:spPr bwMode="auto">
              <a:xfrm>
                <a:off x="3459" y="1443"/>
                <a:ext cx="1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5" name="Line 63">
                <a:extLst>
                  <a:ext uri="{FF2B5EF4-FFF2-40B4-BE49-F238E27FC236}">
                    <a16:creationId xmlns:a16="http://schemas.microsoft.com/office/drawing/2014/main" id="{58C9B863-6779-B3B7-230C-C19E1D91BAFE}"/>
                  </a:ext>
                </a:extLst>
              </p:cNvPr>
              <p:cNvSpPr>
                <a:spLocks noChangeShapeType="1"/>
              </p:cNvSpPr>
              <p:nvPr/>
            </p:nvSpPr>
            <p:spPr bwMode="auto">
              <a:xfrm>
                <a:off x="3452" y="1964"/>
                <a:ext cx="1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6" name="Line 64">
                <a:extLst>
                  <a:ext uri="{FF2B5EF4-FFF2-40B4-BE49-F238E27FC236}">
                    <a16:creationId xmlns:a16="http://schemas.microsoft.com/office/drawing/2014/main" id="{8B428F5B-0DBB-F861-D93C-5F7CE819979F}"/>
                  </a:ext>
                </a:extLst>
              </p:cNvPr>
              <p:cNvSpPr>
                <a:spLocks noChangeShapeType="1"/>
              </p:cNvSpPr>
              <p:nvPr/>
            </p:nvSpPr>
            <p:spPr bwMode="auto">
              <a:xfrm>
                <a:off x="3459" y="1536"/>
                <a:ext cx="1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7" name="Line 65">
                <a:extLst>
                  <a:ext uri="{FF2B5EF4-FFF2-40B4-BE49-F238E27FC236}">
                    <a16:creationId xmlns:a16="http://schemas.microsoft.com/office/drawing/2014/main" id="{5B16DA0B-B66C-D147-9FD3-95164164D1FD}"/>
                  </a:ext>
                </a:extLst>
              </p:cNvPr>
              <p:cNvSpPr>
                <a:spLocks noChangeShapeType="1"/>
              </p:cNvSpPr>
              <p:nvPr/>
            </p:nvSpPr>
            <p:spPr bwMode="auto">
              <a:xfrm>
                <a:off x="3459" y="1873"/>
                <a:ext cx="10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8" name="Line 66">
                <a:extLst>
                  <a:ext uri="{FF2B5EF4-FFF2-40B4-BE49-F238E27FC236}">
                    <a16:creationId xmlns:a16="http://schemas.microsoft.com/office/drawing/2014/main" id="{2B6A7D46-3DED-D38D-8B86-C3D675A1448A}"/>
                  </a:ext>
                </a:extLst>
              </p:cNvPr>
              <p:cNvSpPr>
                <a:spLocks noChangeShapeType="1"/>
              </p:cNvSpPr>
              <p:nvPr/>
            </p:nvSpPr>
            <p:spPr bwMode="auto">
              <a:xfrm>
                <a:off x="3459" y="1657"/>
                <a:ext cx="10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9" name="Line 67">
                <a:extLst>
                  <a:ext uri="{FF2B5EF4-FFF2-40B4-BE49-F238E27FC236}">
                    <a16:creationId xmlns:a16="http://schemas.microsoft.com/office/drawing/2014/main" id="{11083452-AAAC-D094-60C5-E6E6A20EB63A}"/>
                  </a:ext>
                </a:extLst>
              </p:cNvPr>
              <p:cNvSpPr>
                <a:spLocks noChangeShapeType="1"/>
              </p:cNvSpPr>
              <p:nvPr/>
            </p:nvSpPr>
            <p:spPr bwMode="auto">
              <a:xfrm>
                <a:off x="3459" y="1750"/>
                <a:ext cx="1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50" name="Line 68">
                <a:extLst>
                  <a:ext uri="{FF2B5EF4-FFF2-40B4-BE49-F238E27FC236}">
                    <a16:creationId xmlns:a16="http://schemas.microsoft.com/office/drawing/2014/main" id="{66121814-ABC2-5370-309C-F973B77EB35D}"/>
                  </a:ext>
                </a:extLst>
              </p:cNvPr>
              <p:cNvSpPr>
                <a:spLocks noChangeShapeType="1"/>
              </p:cNvSpPr>
              <p:nvPr/>
            </p:nvSpPr>
            <p:spPr bwMode="auto">
              <a:xfrm>
                <a:off x="3466" y="2079"/>
                <a:ext cx="7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8951" name="Group 69">
                <a:extLst>
                  <a:ext uri="{FF2B5EF4-FFF2-40B4-BE49-F238E27FC236}">
                    <a16:creationId xmlns:a16="http://schemas.microsoft.com/office/drawing/2014/main" id="{66D107B6-42BE-25D4-576E-B2DD73F19DD6}"/>
                  </a:ext>
                </a:extLst>
              </p:cNvPr>
              <p:cNvGrpSpPr>
                <a:grpSpLocks/>
              </p:cNvGrpSpPr>
              <p:nvPr/>
            </p:nvGrpSpPr>
            <p:grpSpPr bwMode="auto">
              <a:xfrm>
                <a:off x="5011" y="1720"/>
                <a:ext cx="186" cy="178"/>
                <a:chOff x="3082" y="7704"/>
                <a:chExt cx="399" cy="404"/>
              </a:xfrm>
            </p:grpSpPr>
            <p:sp>
              <p:nvSpPr>
                <p:cNvPr id="39127" name="AutoShape 70">
                  <a:extLst>
                    <a:ext uri="{FF2B5EF4-FFF2-40B4-BE49-F238E27FC236}">
                      <a16:creationId xmlns:a16="http://schemas.microsoft.com/office/drawing/2014/main" id="{F9DE08BC-52AC-A60E-0D89-EF8E790BC69C}"/>
                    </a:ext>
                  </a:extLst>
                </p:cNvPr>
                <p:cNvSpPr>
                  <a:spLocks noChangeArrowheads="1"/>
                </p:cNvSpPr>
                <p:nvPr/>
              </p:nvSpPr>
              <p:spPr bwMode="auto">
                <a:xfrm rot="5435204">
                  <a:off x="3012" y="777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128" name="Oval 71">
                  <a:extLst>
                    <a:ext uri="{FF2B5EF4-FFF2-40B4-BE49-F238E27FC236}">
                      <a16:creationId xmlns:a16="http://schemas.microsoft.com/office/drawing/2014/main" id="{6AF8EA09-9AEA-EF60-CD97-A94048E39F90}"/>
                    </a:ext>
                  </a:extLst>
                </p:cNvPr>
                <p:cNvSpPr>
                  <a:spLocks noChangeArrowheads="1"/>
                </p:cNvSpPr>
                <p:nvPr/>
              </p:nvSpPr>
              <p:spPr bwMode="auto">
                <a:xfrm>
                  <a:off x="3345" y="7828"/>
                  <a:ext cx="136" cy="136"/>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sp>
            <p:nvSpPr>
              <p:cNvPr id="38952" name="Line 72">
                <a:extLst>
                  <a:ext uri="{FF2B5EF4-FFF2-40B4-BE49-F238E27FC236}">
                    <a16:creationId xmlns:a16="http://schemas.microsoft.com/office/drawing/2014/main" id="{52E0C3C0-8617-DCD5-D5F3-638BB37F3445}"/>
                  </a:ext>
                </a:extLst>
              </p:cNvPr>
              <p:cNvSpPr>
                <a:spLocks noChangeShapeType="1"/>
              </p:cNvSpPr>
              <p:nvPr/>
            </p:nvSpPr>
            <p:spPr bwMode="auto">
              <a:xfrm>
                <a:off x="3809" y="1773"/>
                <a:ext cx="16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53" name="Line 73">
                <a:extLst>
                  <a:ext uri="{FF2B5EF4-FFF2-40B4-BE49-F238E27FC236}">
                    <a16:creationId xmlns:a16="http://schemas.microsoft.com/office/drawing/2014/main" id="{3C1B752E-5139-8CCA-5DBD-293BDE0372E4}"/>
                  </a:ext>
                </a:extLst>
              </p:cNvPr>
              <p:cNvSpPr>
                <a:spLocks noChangeShapeType="1"/>
              </p:cNvSpPr>
              <p:nvPr/>
            </p:nvSpPr>
            <p:spPr bwMode="auto">
              <a:xfrm>
                <a:off x="5200" y="1804"/>
                <a:ext cx="22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54" name="AutoShape 74">
                <a:extLst>
                  <a:ext uri="{FF2B5EF4-FFF2-40B4-BE49-F238E27FC236}">
                    <a16:creationId xmlns:a16="http://schemas.microsoft.com/office/drawing/2014/main" id="{E3D16D6B-2177-17CA-1FC2-BD5BBF2D7E12}"/>
                  </a:ext>
                </a:extLst>
              </p:cNvPr>
              <p:cNvSpPr>
                <a:spLocks noChangeArrowheads="1"/>
              </p:cNvSpPr>
              <p:nvPr/>
            </p:nvSpPr>
            <p:spPr bwMode="auto">
              <a:xfrm rot="5435204">
                <a:off x="618" y="2265"/>
                <a:ext cx="206" cy="123"/>
              </a:xfrm>
              <a:prstGeom prst="triangle">
                <a:avLst>
                  <a:gd name="adj" fmla="val 50000"/>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nvGrpSpPr>
              <p:cNvPr id="38955" name="Group 75">
                <a:extLst>
                  <a:ext uri="{FF2B5EF4-FFF2-40B4-BE49-F238E27FC236}">
                    <a16:creationId xmlns:a16="http://schemas.microsoft.com/office/drawing/2014/main" id="{9B575301-21E6-EC5B-F46C-358944C14180}"/>
                  </a:ext>
                </a:extLst>
              </p:cNvPr>
              <p:cNvGrpSpPr>
                <a:grpSpLocks/>
              </p:cNvGrpSpPr>
              <p:nvPr/>
            </p:nvGrpSpPr>
            <p:grpSpPr bwMode="auto">
              <a:xfrm>
                <a:off x="3669" y="2226"/>
                <a:ext cx="123" cy="206"/>
                <a:chOff x="9291" y="3837"/>
                <a:chExt cx="264" cy="404"/>
              </a:xfrm>
            </p:grpSpPr>
            <p:sp>
              <p:nvSpPr>
                <p:cNvPr id="39125" name="AutoShape 76">
                  <a:extLst>
                    <a:ext uri="{FF2B5EF4-FFF2-40B4-BE49-F238E27FC236}">
                      <a16:creationId xmlns:a16="http://schemas.microsoft.com/office/drawing/2014/main" id="{245C0F41-FFA5-78B7-8C33-60843231CC37}"/>
                    </a:ext>
                  </a:extLst>
                </p:cNvPr>
                <p:cNvSpPr>
                  <a:spLocks noChangeArrowheads="1"/>
                </p:cNvSpPr>
                <p:nvPr/>
              </p:nvSpPr>
              <p:spPr bwMode="auto">
                <a:xfrm rot="-5400000">
                  <a:off x="9221" y="3907"/>
                  <a:ext cx="404" cy="264"/>
                </a:xfrm>
                <a:prstGeom prst="triangle">
                  <a:avLst>
                    <a:gd name="adj" fmla="val 50000"/>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126" name="Oval 77">
                  <a:extLst>
                    <a:ext uri="{FF2B5EF4-FFF2-40B4-BE49-F238E27FC236}">
                      <a16:creationId xmlns:a16="http://schemas.microsoft.com/office/drawing/2014/main" id="{67F5ADA3-67BE-AE3D-EDBF-DE6FE013EC07}"/>
                    </a:ext>
                  </a:extLst>
                </p:cNvPr>
                <p:cNvSpPr>
                  <a:spLocks noChangeArrowheads="1"/>
                </p:cNvSpPr>
                <p:nvPr/>
              </p:nvSpPr>
              <p:spPr bwMode="auto">
                <a:xfrm>
                  <a:off x="9321" y="4089"/>
                  <a:ext cx="113" cy="113"/>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sp>
            <p:nvSpPr>
              <p:cNvPr id="38956" name="Line 80">
                <a:extLst>
                  <a:ext uri="{FF2B5EF4-FFF2-40B4-BE49-F238E27FC236}">
                    <a16:creationId xmlns:a16="http://schemas.microsoft.com/office/drawing/2014/main" id="{32CA58C0-EB1F-CFC1-3544-3EC8BFF63BAA}"/>
                  </a:ext>
                </a:extLst>
              </p:cNvPr>
              <p:cNvSpPr>
                <a:spLocks noChangeShapeType="1"/>
              </p:cNvSpPr>
              <p:nvPr/>
            </p:nvSpPr>
            <p:spPr bwMode="auto">
              <a:xfrm>
                <a:off x="3795" y="2324"/>
                <a:ext cx="13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57" name="Line 81">
                <a:extLst>
                  <a:ext uri="{FF2B5EF4-FFF2-40B4-BE49-F238E27FC236}">
                    <a16:creationId xmlns:a16="http://schemas.microsoft.com/office/drawing/2014/main" id="{AED32357-E180-D477-4641-94EA0AB60E53}"/>
                  </a:ext>
                </a:extLst>
              </p:cNvPr>
              <p:cNvSpPr>
                <a:spLocks noChangeShapeType="1"/>
              </p:cNvSpPr>
              <p:nvPr/>
            </p:nvSpPr>
            <p:spPr bwMode="auto">
              <a:xfrm flipV="1">
                <a:off x="1078" y="2276"/>
                <a:ext cx="2653"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8958" name="Line 82">
                <a:extLst>
                  <a:ext uri="{FF2B5EF4-FFF2-40B4-BE49-F238E27FC236}">
                    <a16:creationId xmlns:a16="http://schemas.microsoft.com/office/drawing/2014/main" id="{9FE935B5-8C47-3BF9-B83C-1D3783C4DD94}"/>
                  </a:ext>
                </a:extLst>
              </p:cNvPr>
              <p:cNvSpPr>
                <a:spLocks noChangeShapeType="1"/>
              </p:cNvSpPr>
              <p:nvPr/>
            </p:nvSpPr>
            <p:spPr bwMode="auto">
              <a:xfrm>
                <a:off x="1141" y="2380"/>
                <a:ext cx="2537"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8959" name="Line 83">
                <a:extLst>
                  <a:ext uri="{FF2B5EF4-FFF2-40B4-BE49-F238E27FC236}">
                    <a16:creationId xmlns:a16="http://schemas.microsoft.com/office/drawing/2014/main" id="{840D04FA-4682-F0D4-6D8E-CA616FF6E7D0}"/>
                  </a:ext>
                </a:extLst>
              </p:cNvPr>
              <p:cNvSpPr>
                <a:spLocks noChangeShapeType="1"/>
              </p:cNvSpPr>
              <p:nvPr/>
            </p:nvSpPr>
            <p:spPr bwMode="auto">
              <a:xfrm>
                <a:off x="2738"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60" name="Line 84">
                <a:extLst>
                  <a:ext uri="{FF2B5EF4-FFF2-40B4-BE49-F238E27FC236}">
                    <a16:creationId xmlns:a16="http://schemas.microsoft.com/office/drawing/2014/main" id="{1455BE99-E651-EB25-9A3F-180E79F43A29}"/>
                  </a:ext>
                </a:extLst>
              </p:cNvPr>
              <p:cNvSpPr>
                <a:spLocks noChangeShapeType="1"/>
              </p:cNvSpPr>
              <p:nvPr/>
            </p:nvSpPr>
            <p:spPr bwMode="auto">
              <a:xfrm>
                <a:off x="2801"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61" name="Line 85">
                <a:extLst>
                  <a:ext uri="{FF2B5EF4-FFF2-40B4-BE49-F238E27FC236}">
                    <a16:creationId xmlns:a16="http://schemas.microsoft.com/office/drawing/2014/main" id="{C125E285-4DCE-411C-0070-298714C6991C}"/>
                  </a:ext>
                </a:extLst>
              </p:cNvPr>
              <p:cNvSpPr>
                <a:spLocks noChangeShapeType="1"/>
              </p:cNvSpPr>
              <p:nvPr/>
            </p:nvSpPr>
            <p:spPr bwMode="auto">
              <a:xfrm>
                <a:off x="2864" y="1269"/>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62" name="Line 86">
                <a:extLst>
                  <a:ext uri="{FF2B5EF4-FFF2-40B4-BE49-F238E27FC236}">
                    <a16:creationId xmlns:a16="http://schemas.microsoft.com/office/drawing/2014/main" id="{A0861082-107F-8CE6-4A44-627333EA51F6}"/>
                  </a:ext>
                </a:extLst>
              </p:cNvPr>
              <p:cNvSpPr>
                <a:spLocks noChangeShapeType="1"/>
              </p:cNvSpPr>
              <p:nvPr/>
            </p:nvSpPr>
            <p:spPr bwMode="auto">
              <a:xfrm>
                <a:off x="2927"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63" name="Line 87">
                <a:extLst>
                  <a:ext uri="{FF2B5EF4-FFF2-40B4-BE49-F238E27FC236}">
                    <a16:creationId xmlns:a16="http://schemas.microsoft.com/office/drawing/2014/main" id="{BBCB50D1-2A1D-EDDC-8A69-17C2A9A11F1E}"/>
                  </a:ext>
                </a:extLst>
              </p:cNvPr>
              <p:cNvSpPr>
                <a:spLocks noChangeShapeType="1"/>
              </p:cNvSpPr>
              <p:nvPr/>
            </p:nvSpPr>
            <p:spPr bwMode="auto">
              <a:xfrm>
                <a:off x="2444"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64" name="Line 88">
                <a:extLst>
                  <a:ext uri="{FF2B5EF4-FFF2-40B4-BE49-F238E27FC236}">
                    <a16:creationId xmlns:a16="http://schemas.microsoft.com/office/drawing/2014/main" id="{17193A88-DF96-6DA4-A2C4-58022AAEE0BC}"/>
                  </a:ext>
                </a:extLst>
              </p:cNvPr>
              <p:cNvSpPr>
                <a:spLocks noChangeShapeType="1"/>
              </p:cNvSpPr>
              <p:nvPr/>
            </p:nvSpPr>
            <p:spPr bwMode="auto">
              <a:xfrm>
                <a:off x="2507"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65" name="Line 89">
                <a:extLst>
                  <a:ext uri="{FF2B5EF4-FFF2-40B4-BE49-F238E27FC236}">
                    <a16:creationId xmlns:a16="http://schemas.microsoft.com/office/drawing/2014/main" id="{4865CEDA-7CDC-583F-05DE-24B246C0DAAB}"/>
                  </a:ext>
                </a:extLst>
              </p:cNvPr>
              <p:cNvSpPr>
                <a:spLocks noChangeShapeType="1"/>
              </p:cNvSpPr>
              <p:nvPr/>
            </p:nvSpPr>
            <p:spPr bwMode="auto">
              <a:xfrm>
                <a:off x="2570" y="1269"/>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66" name="Line 90">
                <a:extLst>
                  <a:ext uri="{FF2B5EF4-FFF2-40B4-BE49-F238E27FC236}">
                    <a16:creationId xmlns:a16="http://schemas.microsoft.com/office/drawing/2014/main" id="{2A89A3E5-F921-4FD0-962B-490EE9E6D0E0}"/>
                  </a:ext>
                </a:extLst>
              </p:cNvPr>
              <p:cNvSpPr>
                <a:spLocks noChangeShapeType="1"/>
              </p:cNvSpPr>
              <p:nvPr/>
            </p:nvSpPr>
            <p:spPr bwMode="auto">
              <a:xfrm>
                <a:off x="2633"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67" name="Line 91">
                <a:extLst>
                  <a:ext uri="{FF2B5EF4-FFF2-40B4-BE49-F238E27FC236}">
                    <a16:creationId xmlns:a16="http://schemas.microsoft.com/office/drawing/2014/main" id="{5CFDDC8F-A019-AA0F-38DF-460982D26EDB}"/>
                  </a:ext>
                </a:extLst>
              </p:cNvPr>
              <p:cNvSpPr>
                <a:spLocks noChangeShapeType="1"/>
              </p:cNvSpPr>
              <p:nvPr/>
            </p:nvSpPr>
            <p:spPr bwMode="auto">
              <a:xfrm>
                <a:off x="2143" y="1280"/>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68" name="Line 92">
                <a:extLst>
                  <a:ext uri="{FF2B5EF4-FFF2-40B4-BE49-F238E27FC236}">
                    <a16:creationId xmlns:a16="http://schemas.microsoft.com/office/drawing/2014/main" id="{12F46675-F13F-BEEA-F3C0-73C6E9FB4A29}"/>
                  </a:ext>
                </a:extLst>
              </p:cNvPr>
              <p:cNvSpPr>
                <a:spLocks noChangeShapeType="1"/>
              </p:cNvSpPr>
              <p:nvPr/>
            </p:nvSpPr>
            <p:spPr bwMode="auto">
              <a:xfrm>
                <a:off x="2206" y="1280"/>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69" name="Line 93">
                <a:extLst>
                  <a:ext uri="{FF2B5EF4-FFF2-40B4-BE49-F238E27FC236}">
                    <a16:creationId xmlns:a16="http://schemas.microsoft.com/office/drawing/2014/main" id="{7ECBF55D-080A-00F7-EB64-773334F6C85E}"/>
                  </a:ext>
                </a:extLst>
              </p:cNvPr>
              <p:cNvSpPr>
                <a:spLocks noChangeShapeType="1"/>
              </p:cNvSpPr>
              <p:nvPr/>
            </p:nvSpPr>
            <p:spPr bwMode="auto">
              <a:xfrm>
                <a:off x="2269" y="1272"/>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70" name="Line 94">
                <a:extLst>
                  <a:ext uri="{FF2B5EF4-FFF2-40B4-BE49-F238E27FC236}">
                    <a16:creationId xmlns:a16="http://schemas.microsoft.com/office/drawing/2014/main" id="{F6A751C0-364A-2580-58F5-77C2AE10CE04}"/>
                  </a:ext>
                </a:extLst>
              </p:cNvPr>
              <p:cNvSpPr>
                <a:spLocks noChangeShapeType="1"/>
              </p:cNvSpPr>
              <p:nvPr/>
            </p:nvSpPr>
            <p:spPr bwMode="auto">
              <a:xfrm>
                <a:off x="2332" y="1280"/>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71" name="Line 95">
                <a:extLst>
                  <a:ext uri="{FF2B5EF4-FFF2-40B4-BE49-F238E27FC236}">
                    <a16:creationId xmlns:a16="http://schemas.microsoft.com/office/drawing/2014/main" id="{1A08FD2B-3039-BBD4-CA1E-95544553C65C}"/>
                  </a:ext>
                </a:extLst>
              </p:cNvPr>
              <p:cNvSpPr>
                <a:spLocks noChangeShapeType="1"/>
              </p:cNvSpPr>
              <p:nvPr/>
            </p:nvSpPr>
            <p:spPr bwMode="auto">
              <a:xfrm>
                <a:off x="1849" y="1269"/>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72" name="Line 96">
                <a:extLst>
                  <a:ext uri="{FF2B5EF4-FFF2-40B4-BE49-F238E27FC236}">
                    <a16:creationId xmlns:a16="http://schemas.microsoft.com/office/drawing/2014/main" id="{5E0B5849-4BB2-902C-F03F-56DC9C1F1C26}"/>
                  </a:ext>
                </a:extLst>
              </p:cNvPr>
              <p:cNvSpPr>
                <a:spLocks noChangeShapeType="1"/>
              </p:cNvSpPr>
              <p:nvPr/>
            </p:nvSpPr>
            <p:spPr bwMode="auto">
              <a:xfrm>
                <a:off x="1912" y="1269"/>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73" name="Line 97">
                <a:extLst>
                  <a:ext uri="{FF2B5EF4-FFF2-40B4-BE49-F238E27FC236}">
                    <a16:creationId xmlns:a16="http://schemas.microsoft.com/office/drawing/2014/main" id="{EA9C9B2D-9527-0FB3-5ED0-06C45B938CB9}"/>
                  </a:ext>
                </a:extLst>
              </p:cNvPr>
              <p:cNvSpPr>
                <a:spLocks noChangeShapeType="1"/>
              </p:cNvSpPr>
              <p:nvPr/>
            </p:nvSpPr>
            <p:spPr bwMode="auto">
              <a:xfrm>
                <a:off x="1975" y="1261"/>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74" name="Line 98">
                <a:extLst>
                  <a:ext uri="{FF2B5EF4-FFF2-40B4-BE49-F238E27FC236}">
                    <a16:creationId xmlns:a16="http://schemas.microsoft.com/office/drawing/2014/main" id="{7D72D177-4AF7-5726-CEE5-5984A47E8CE7}"/>
                  </a:ext>
                </a:extLst>
              </p:cNvPr>
              <p:cNvSpPr>
                <a:spLocks noChangeShapeType="1"/>
              </p:cNvSpPr>
              <p:nvPr/>
            </p:nvSpPr>
            <p:spPr bwMode="auto">
              <a:xfrm>
                <a:off x="2038" y="1269"/>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75" name="Line 99">
                <a:extLst>
                  <a:ext uri="{FF2B5EF4-FFF2-40B4-BE49-F238E27FC236}">
                    <a16:creationId xmlns:a16="http://schemas.microsoft.com/office/drawing/2014/main" id="{90D3895D-A41E-ADD8-B8B6-27B8F3E96AA1}"/>
                  </a:ext>
                </a:extLst>
              </p:cNvPr>
              <p:cNvSpPr>
                <a:spLocks noChangeShapeType="1"/>
              </p:cNvSpPr>
              <p:nvPr/>
            </p:nvSpPr>
            <p:spPr bwMode="auto">
              <a:xfrm>
                <a:off x="1548" y="1272"/>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76" name="Line 100">
                <a:extLst>
                  <a:ext uri="{FF2B5EF4-FFF2-40B4-BE49-F238E27FC236}">
                    <a16:creationId xmlns:a16="http://schemas.microsoft.com/office/drawing/2014/main" id="{D0944268-ECED-2B83-FD77-4536AE42AB1E}"/>
                  </a:ext>
                </a:extLst>
              </p:cNvPr>
              <p:cNvSpPr>
                <a:spLocks noChangeShapeType="1"/>
              </p:cNvSpPr>
              <p:nvPr/>
            </p:nvSpPr>
            <p:spPr bwMode="auto">
              <a:xfrm>
                <a:off x="1611" y="1272"/>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77" name="Line 101">
                <a:extLst>
                  <a:ext uri="{FF2B5EF4-FFF2-40B4-BE49-F238E27FC236}">
                    <a16:creationId xmlns:a16="http://schemas.microsoft.com/office/drawing/2014/main" id="{13433EAF-2327-8A34-D707-ADD3D6B55FEA}"/>
                  </a:ext>
                </a:extLst>
              </p:cNvPr>
              <p:cNvSpPr>
                <a:spLocks noChangeShapeType="1"/>
              </p:cNvSpPr>
              <p:nvPr/>
            </p:nvSpPr>
            <p:spPr bwMode="auto">
              <a:xfrm>
                <a:off x="1674" y="1264"/>
                <a:ext cx="0" cy="256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78" name="Line 102">
                <a:extLst>
                  <a:ext uri="{FF2B5EF4-FFF2-40B4-BE49-F238E27FC236}">
                    <a16:creationId xmlns:a16="http://schemas.microsoft.com/office/drawing/2014/main" id="{711EEC0C-DB1A-A06E-389D-74783AA0EF50}"/>
                  </a:ext>
                </a:extLst>
              </p:cNvPr>
              <p:cNvSpPr>
                <a:spLocks noChangeShapeType="1"/>
              </p:cNvSpPr>
              <p:nvPr/>
            </p:nvSpPr>
            <p:spPr bwMode="auto">
              <a:xfrm>
                <a:off x="1737" y="1272"/>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79" name="Line 103">
                <a:extLst>
                  <a:ext uri="{FF2B5EF4-FFF2-40B4-BE49-F238E27FC236}">
                    <a16:creationId xmlns:a16="http://schemas.microsoft.com/office/drawing/2014/main" id="{377FAF84-E104-CB23-9272-4A0D09753C87}"/>
                  </a:ext>
                </a:extLst>
              </p:cNvPr>
              <p:cNvSpPr>
                <a:spLocks noChangeShapeType="1"/>
              </p:cNvSpPr>
              <p:nvPr/>
            </p:nvSpPr>
            <p:spPr bwMode="auto">
              <a:xfrm>
                <a:off x="1254" y="1272"/>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80" name="Line 104">
                <a:extLst>
                  <a:ext uri="{FF2B5EF4-FFF2-40B4-BE49-F238E27FC236}">
                    <a16:creationId xmlns:a16="http://schemas.microsoft.com/office/drawing/2014/main" id="{2DC7C32A-BEF9-74A6-9FB9-F7B2C8F6A7FF}"/>
                  </a:ext>
                </a:extLst>
              </p:cNvPr>
              <p:cNvSpPr>
                <a:spLocks noChangeShapeType="1"/>
              </p:cNvSpPr>
              <p:nvPr/>
            </p:nvSpPr>
            <p:spPr bwMode="auto">
              <a:xfrm>
                <a:off x="1317" y="1272"/>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81" name="Line 105">
                <a:extLst>
                  <a:ext uri="{FF2B5EF4-FFF2-40B4-BE49-F238E27FC236}">
                    <a16:creationId xmlns:a16="http://schemas.microsoft.com/office/drawing/2014/main" id="{4525A0D0-877D-12E0-8930-68696BA2908E}"/>
                  </a:ext>
                </a:extLst>
              </p:cNvPr>
              <p:cNvSpPr>
                <a:spLocks noChangeShapeType="1"/>
              </p:cNvSpPr>
              <p:nvPr/>
            </p:nvSpPr>
            <p:spPr bwMode="auto">
              <a:xfrm>
                <a:off x="1380" y="1264"/>
                <a:ext cx="0" cy="256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82" name="Line 106">
                <a:extLst>
                  <a:ext uri="{FF2B5EF4-FFF2-40B4-BE49-F238E27FC236}">
                    <a16:creationId xmlns:a16="http://schemas.microsoft.com/office/drawing/2014/main" id="{EC48A084-B626-DFFE-4E88-7913F97EC1E3}"/>
                  </a:ext>
                </a:extLst>
              </p:cNvPr>
              <p:cNvSpPr>
                <a:spLocks noChangeShapeType="1"/>
              </p:cNvSpPr>
              <p:nvPr/>
            </p:nvSpPr>
            <p:spPr bwMode="auto">
              <a:xfrm>
                <a:off x="1443" y="1272"/>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83" name="Line 107">
                <a:extLst>
                  <a:ext uri="{FF2B5EF4-FFF2-40B4-BE49-F238E27FC236}">
                    <a16:creationId xmlns:a16="http://schemas.microsoft.com/office/drawing/2014/main" id="{FDEFDD75-67F0-A5D8-25CC-78917C0F1691}"/>
                  </a:ext>
                </a:extLst>
              </p:cNvPr>
              <p:cNvSpPr>
                <a:spLocks noChangeShapeType="1"/>
              </p:cNvSpPr>
              <p:nvPr/>
            </p:nvSpPr>
            <p:spPr bwMode="auto">
              <a:xfrm>
                <a:off x="953"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84" name="Line 108">
                <a:extLst>
                  <a:ext uri="{FF2B5EF4-FFF2-40B4-BE49-F238E27FC236}">
                    <a16:creationId xmlns:a16="http://schemas.microsoft.com/office/drawing/2014/main" id="{713A5376-CC78-8CF5-B7E2-5143FA7F3476}"/>
                  </a:ext>
                </a:extLst>
              </p:cNvPr>
              <p:cNvSpPr>
                <a:spLocks noChangeShapeType="1"/>
              </p:cNvSpPr>
              <p:nvPr/>
            </p:nvSpPr>
            <p:spPr bwMode="auto">
              <a:xfrm>
                <a:off x="1016"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85" name="Line 109">
                <a:extLst>
                  <a:ext uri="{FF2B5EF4-FFF2-40B4-BE49-F238E27FC236}">
                    <a16:creationId xmlns:a16="http://schemas.microsoft.com/office/drawing/2014/main" id="{20DCF034-D19B-E310-4ECD-B44361475152}"/>
                  </a:ext>
                </a:extLst>
              </p:cNvPr>
              <p:cNvSpPr>
                <a:spLocks noChangeShapeType="1"/>
              </p:cNvSpPr>
              <p:nvPr/>
            </p:nvSpPr>
            <p:spPr bwMode="auto">
              <a:xfrm>
                <a:off x="1079" y="1268"/>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86" name="Line 110">
                <a:extLst>
                  <a:ext uri="{FF2B5EF4-FFF2-40B4-BE49-F238E27FC236}">
                    <a16:creationId xmlns:a16="http://schemas.microsoft.com/office/drawing/2014/main" id="{512855AE-C1FC-6E71-F702-E49B1750016A}"/>
                  </a:ext>
                </a:extLst>
              </p:cNvPr>
              <p:cNvSpPr>
                <a:spLocks noChangeShapeType="1"/>
              </p:cNvSpPr>
              <p:nvPr/>
            </p:nvSpPr>
            <p:spPr bwMode="auto">
              <a:xfrm>
                <a:off x="1142" y="1276"/>
                <a:ext cx="0" cy="25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87" name="Line 111">
                <a:extLst>
                  <a:ext uri="{FF2B5EF4-FFF2-40B4-BE49-F238E27FC236}">
                    <a16:creationId xmlns:a16="http://schemas.microsoft.com/office/drawing/2014/main" id="{A02868F8-438D-6895-6BB2-FBD8E7289A8B}"/>
                  </a:ext>
                </a:extLst>
              </p:cNvPr>
              <p:cNvSpPr>
                <a:spLocks noChangeShapeType="1"/>
              </p:cNvSpPr>
              <p:nvPr/>
            </p:nvSpPr>
            <p:spPr bwMode="auto">
              <a:xfrm flipH="1">
                <a:off x="728" y="2278"/>
                <a:ext cx="225" cy="0"/>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8988" name="Oval 112">
                <a:extLst>
                  <a:ext uri="{FF2B5EF4-FFF2-40B4-BE49-F238E27FC236}">
                    <a16:creationId xmlns:a16="http://schemas.microsoft.com/office/drawing/2014/main" id="{846EE482-FF80-9A65-5358-6BC3C0A08D6F}"/>
                  </a:ext>
                </a:extLst>
              </p:cNvPr>
              <p:cNvSpPr>
                <a:spLocks noChangeArrowheads="1"/>
              </p:cNvSpPr>
              <p:nvPr/>
            </p:nvSpPr>
            <p:spPr bwMode="auto">
              <a:xfrm>
                <a:off x="715" y="2354"/>
                <a:ext cx="53" cy="58"/>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8989" name="Line 113">
                <a:extLst>
                  <a:ext uri="{FF2B5EF4-FFF2-40B4-BE49-F238E27FC236}">
                    <a16:creationId xmlns:a16="http://schemas.microsoft.com/office/drawing/2014/main" id="{52E2A2D4-6E1B-67F7-9FB9-089134BF61E9}"/>
                  </a:ext>
                </a:extLst>
              </p:cNvPr>
              <p:cNvSpPr>
                <a:spLocks noChangeShapeType="1"/>
              </p:cNvSpPr>
              <p:nvPr/>
            </p:nvSpPr>
            <p:spPr bwMode="auto">
              <a:xfrm>
                <a:off x="764" y="2385"/>
                <a:ext cx="252"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38990" name="Line 114">
                <a:extLst>
                  <a:ext uri="{FF2B5EF4-FFF2-40B4-BE49-F238E27FC236}">
                    <a16:creationId xmlns:a16="http://schemas.microsoft.com/office/drawing/2014/main" id="{BD373C04-2ECE-1B02-BFE3-059EFE4F896C}"/>
                  </a:ext>
                </a:extLst>
              </p:cNvPr>
              <p:cNvSpPr>
                <a:spLocks noChangeShapeType="1"/>
              </p:cNvSpPr>
              <p:nvPr/>
            </p:nvSpPr>
            <p:spPr bwMode="auto">
              <a:xfrm>
                <a:off x="491" y="2324"/>
                <a:ext cx="16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91" name="Line 115">
                <a:extLst>
                  <a:ext uri="{FF2B5EF4-FFF2-40B4-BE49-F238E27FC236}">
                    <a16:creationId xmlns:a16="http://schemas.microsoft.com/office/drawing/2014/main" id="{E324D6AF-C9C4-514F-C856-DE9D6228A0FC}"/>
                  </a:ext>
                </a:extLst>
              </p:cNvPr>
              <p:cNvSpPr>
                <a:spLocks noChangeShapeType="1"/>
              </p:cNvSpPr>
              <p:nvPr/>
            </p:nvSpPr>
            <p:spPr bwMode="auto">
              <a:xfrm>
                <a:off x="3459" y="1322"/>
                <a:ext cx="1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92" name="Line 116">
                <a:extLst>
                  <a:ext uri="{FF2B5EF4-FFF2-40B4-BE49-F238E27FC236}">
                    <a16:creationId xmlns:a16="http://schemas.microsoft.com/office/drawing/2014/main" id="{5C7F04AF-6713-2949-177F-0B72EB0BB953}"/>
                  </a:ext>
                </a:extLst>
              </p:cNvPr>
              <p:cNvSpPr>
                <a:spLocks noChangeShapeType="1"/>
              </p:cNvSpPr>
              <p:nvPr/>
            </p:nvSpPr>
            <p:spPr bwMode="auto">
              <a:xfrm>
                <a:off x="5081" y="1330"/>
                <a:ext cx="0" cy="43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93" name="Line 117">
                <a:extLst>
                  <a:ext uri="{FF2B5EF4-FFF2-40B4-BE49-F238E27FC236}">
                    <a16:creationId xmlns:a16="http://schemas.microsoft.com/office/drawing/2014/main" id="{80A55479-BB6A-E776-113F-B2ED6DDB97E4}"/>
                  </a:ext>
                </a:extLst>
              </p:cNvPr>
              <p:cNvSpPr>
                <a:spLocks noChangeShapeType="1"/>
              </p:cNvSpPr>
              <p:nvPr/>
            </p:nvSpPr>
            <p:spPr bwMode="auto">
              <a:xfrm>
                <a:off x="852" y="2672"/>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94" name="Line 118">
                <a:extLst>
                  <a:ext uri="{FF2B5EF4-FFF2-40B4-BE49-F238E27FC236}">
                    <a16:creationId xmlns:a16="http://schemas.microsoft.com/office/drawing/2014/main" id="{512DCA24-8245-7B0F-E255-1062899F8C28}"/>
                  </a:ext>
                </a:extLst>
              </p:cNvPr>
              <p:cNvSpPr>
                <a:spLocks noChangeShapeType="1"/>
              </p:cNvSpPr>
              <p:nvPr/>
            </p:nvSpPr>
            <p:spPr bwMode="auto">
              <a:xfrm>
                <a:off x="852" y="2787"/>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8995" name="Group 119">
                <a:extLst>
                  <a:ext uri="{FF2B5EF4-FFF2-40B4-BE49-F238E27FC236}">
                    <a16:creationId xmlns:a16="http://schemas.microsoft.com/office/drawing/2014/main" id="{11B3D113-0CA3-6752-AEA0-BF2326488728}"/>
                  </a:ext>
                </a:extLst>
              </p:cNvPr>
              <p:cNvGrpSpPr>
                <a:grpSpLocks/>
              </p:cNvGrpSpPr>
              <p:nvPr/>
            </p:nvGrpSpPr>
            <p:grpSpPr bwMode="auto">
              <a:xfrm>
                <a:off x="3332" y="2622"/>
                <a:ext cx="128" cy="104"/>
                <a:chOff x="3615" y="11343"/>
                <a:chExt cx="419" cy="525"/>
              </a:xfrm>
            </p:grpSpPr>
            <p:sp>
              <p:nvSpPr>
                <p:cNvPr id="39121" name="Arc 120">
                  <a:extLst>
                    <a:ext uri="{FF2B5EF4-FFF2-40B4-BE49-F238E27FC236}">
                      <a16:creationId xmlns:a16="http://schemas.microsoft.com/office/drawing/2014/main" id="{624635CC-37FD-860E-0E16-A025B39205D2}"/>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122" name="Line 121">
                  <a:extLst>
                    <a:ext uri="{FF2B5EF4-FFF2-40B4-BE49-F238E27FC236}">
                      <a16:creationId xmlns:a16="http://schemas.microsoft.com/office/drawing/2014/main" id="{2237BDF4-8775-D051-2A77-42CA8C1C2C4F}"/>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23" name="Line 122">
                  <a:extLst>
                    <a:ext uri="{FF2B5EF4-FFF2-40B4-BE49-F238E27FC236}">
                      <a16:creationId xmlns:a16="http://schemas.microsoft.com/office/drawing/2014/main" id="{E3E72FA1-E784-E650-BA35-45B32BF455BA}"/>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24" name="Line 123">
                  <a:extLst>
                    <a:ext uri="{FF2B5EF4-FFF2-40B4-BE49-F238E27FC236}">
                      <a16:creationId xmlns:a16="http://schemas.microsoft.com/office/drawing/2014/main" id="{B82F05FD-7F32-A68F-928C-A9B2FD1A999A}"/>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8996" name="Group 124">
                <a:extLst>
                  <a:ext uri="{FF2B5EF4-FFF2-40B4-BE49-F238E27FC236}">
                    <a16:creationId xmlns:a16="http://schemas.microsoft.com/office/drawing/2014/main" id="{85677A10-145D-ABBE-095A-9C181C8D6FF8}"/>
                  </a:ext>
                </a:extLst>
              </p:cNvPr>
              <p:cNvGrpSpPr>
                <a:grpSpLocks/>
              </p:cNvGrpSpPr>
              <p:nvPr/>
            </p:nvGrpSpPr>
            <p:grpSpPr bwMode="auto">
              <a:xfrm>
                <a:off x="3334" y="2733"/>
                <a:ext cx="129" cy="105"/>
                <a:chOff x="3615" y="11343"/>
                <a:chExt cx="419" cy="525"/>
              </a:xfrm>
            </p:grpSpPr>
            <p:sp>
              <p:nvSpPr>
                <p:cNvPr id="39117" name="Arc 125">
                  <a:extLst>
                    <a:ext uri="{FF2B5EF4-FFF2-40B4-BE49-F238E27FC236}">
                      <a16:creationId xmlns:a16="http://schemas.microsoft.com/office/drawing/2014/main" id="{84ECAECE-3295-3396-238D-B84F1DE7A8FC}"/>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118" name="Line 126">
                  <a:extLst>
                    <a:ext uri="{FF2B5EF4-FFF2-40B4-BE49-F238E27FC236}">
                      <a16:creationId xmlns:a16="http://schemas.microsoft.com/office/drawing/2014/main" id="{8BE57843-3967-AA6A-E326-6CECCD49932B}"/>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19" name="Line 127">
                  <a:extLst>
                    <a:ext uri="{FF2B5EF4-FFF2-40B4-BE49-F238E27FC236}">
                      <a16:creationId xmlns:a16="http://schemas.microsoft.com/office/drawing/2014/main" id="{49AAC833-9A5D-2FE5-13E0-14DA8E0769ED}"/>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20" name="Line 128">
                  <a:extLst>
                    <a:ext uri="{FF2B5EF4-FFF2-40B4-BE49-F238E27FC236}">
                      <a16:creationId xmlns:a16="http://schemas.microsoft.com/office/drawing/2014/main" id="{FC781425-9C84-4A24-1579-0EE67DBD2044}"/>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8997" name="Line 129">
                <a:extLst>
                  <a:ext uri="{FF2B5EF4-FFF2-40B4-BE49-F238E27FC236}">
                    <a16:creationId xmlns:a16="http://schemas.microsoft.com/office/drawing/2014/main" id="{7B85A177-A6B8-8FA6-0F38-CD5685472D50}"/>
                  </a:ext>
                </a:extLst>
              </p:cNvPr>
              <p:cNvSpPr>
                <a:spLocks noChangeShapeType="1"/>
              </p:cNvSpPr>
              <p:nvPr/>
            </p:nvSpPr>
            <p:spPr bwMode="auto">
              <a:xfrm>
                <a:off x="852" y="2886"/>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98" name="Line 130">
                <a:extLst>
                  <a:ext uri="{FF2B5EF4-FFF2-40B4-BE49-F238E27FC236}">
                    <a16:creationId xmlns:a16="http://schemas.microsoft.com/office/drawing/2014/main" id="{B7791226-14DD-CAE4-3BDA-4BA504E373CE}"/>
                  </a:ext>
                </a:extLst>
              </p:cNvPr>
              <p:cNvSpPr>
                <a:spLocks noChangeShapeType="1"/>
              </p:cNvSpPr>
              <p:nvPr/>
            </p:nvSpPr>
            <p:spPr bwMode="auto">
              <a:xfrm>
                <a:off x="852" y="3001"/>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8999" name="Group 131">
                <a:extLst>
                  <a:ext uri="{FF2B5EF4-FFF2-40B4-BE49-F238E27FC236}">
                    <a16:creationId xmlns:a16="http://schemas.microsoft.com/office/drawing/2014/main" id="{E665642F-6983-B829-1BB3-459452412BDB}"/>
                  </a:ext>
                </a:extLst>
              </p:cNvPr>
              <p:cNvGrpSpPr>
                <a:grpSpLocks/>
              </p:cNvGrpSpPr>
              <p:nvPr/>
            </p:nvGrpSpPr>
            <p:grpSpPr bwMode="auto">
              <a:xfrm>
                <a:off x="3332" y="2836"/>
                <a:ext cx="128" cy="104"/>
                <a:chOff x="3615" y="11343"/>
                <a:chExt cx="419" cy="525"/>
              </a:xfrm>
            </p:grpSpPr>
            <p:sp>
              <p:nvSpPr>
                <p:cNvPr id="39113" name="Arc 132">
                  <a:extLst>
                    <a:ext uri="{FF2B5EF4-FFF2-40B4-BE49-F238E27FC236}">
                      <a16:creationId xmlns:a16="http://schemas.microsoft.com/office/drawing/2014/main" id="{FE96D2C6-0770-6679-656F-5B6FD7364848}"/>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114" name="Line 133">
                  <a:extLst>
                    <a:ext uri="{FF2B5EF4-FFF2-40B4-BE49-F238E27FC236}">
                      <a16:creationId xmlns:a16="http://schemas.microsoft.com/office/drawing/2014/main" id="{7239864D-C785-F509-0D7E-0291BF9954D7}"/>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15" name="Line 134">
                  <a:extLst>
                    <a:ext uri="{FF2B5EF4-FFF2-40B4-BE49-F238E27FC236}">
                      <a16:creationId xmlns:a16="http://schemas.microsoft.com/office/drawing/2014/main" id="{0C05221A-E29C-33BB-F0F0-015A2B00C13B}"/>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16" name="Line 135">
                  <a:extLst>
                    <a:ext uri="{FF2B5EF4-FFF2-40B4-BE49-F238E27FC236}">
                      <a16:creationId xmlns:a16="http://schemas.microsoft.com/office/drawing/2014/main" id="{1827969C-4F88-DFD7-83C1-FBAB94F620AF}"/>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9000" name="Group 136">
                <a:extLst>
                  <a:ext uri="{FF2B5EF4-FFF2-40B4-BE49-F238E27FC236}">
                    <a16:creationId xmlns:a16="http://schemas.microsoft.com/office/drawing/2014/main" id="{DFE1F24B-DDCB-663E-D7B4-9EFB566C247B}"/>
                  </a:ext>
                </a:extLst>
              </p:cNvPr>
              <p:cNvGrpSpPr>
                <a:grpSpLocks/>
              </p:cNvGrpSpPr>
              <p:nvPr/>
            </p:nvGrpSpPr>
            <p:grpSpPr bwMode="auto">
              <a:xfrm>
                <a:off x="3334" y="2948"/>
                <a:ext cx="129" cy="104"/>
                <a:chOff x="3615" y="11343"/>
                <a:chExt cx="419" cy="525"/>
              </a:xfrm>
            </p:grpSpPr>
            <p:sp>
              <p:nvSpPr>
                <p:cNvPr id="39109" name="Arc 137">
                  <a:extLst>
                    <a:ext uri="{FF2B5EF4-FFF2-40B4-BE49-F238E27FC236}">
                      <a16:creationId xmlns:a16="http://schemas.microsoft.com/office/drawing/2014/main" id="{F0592498-1417-4D77-11C4-280DBDB8C219}"/>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110" name="Line 138">
                  <a:extLst>
                    <a:ext uri="{FF2B5EF4-FFF2-40B4-BE49-F238E27FC236}">
                      <a16:creationId xmlns:a16="http://schemas.microsoft.com/office/drawing/2014/main" id="{EDC70002-FEB2-E11C-764F-2C9F32764125}"/>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11" name="Line 139">
                  <a:extLst>
                    <a:ext uri="{FF2B5EF4-FFF2-40B4-BE49-F238E27FC236}">
                      <a16:creationId xmlns:a16="http://schemas.microsoft.com/office/drawing/2014/main" id="{C0FF286B-1011-12CC-C5F7-CD050CF59BBF}"/>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12" name="Line 140">
                  <a:extLst>
                    <a:ext uri="{FF2B5EF4-FFF2-40B4-BE49-F238E27FC236}">
                      <a16:creationId xmlns:a16="http://schemas.microsoft.com/office/drawing/2014/main" id="{9E9B4134-48B7-1FC8-18A3-BBA3E48D0AAB}"/>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9001" name="Line 141">
                <a:extLst>
                  <a:ext uri="{FF2B5EF4-FFF2-40B4-BE49-F238E27FC236}">
                    <a16:creationId xmlns:a16="http://schemas.microsoft.com/office/drawing/2014/main" id="{4F04E7CF-9B91-ECDF-57E6-6A12CA5EC883}"/>
                  </a:ext>
                </a:extLst>
              </p:cNvPr>
              <p:cNvSpPr>
                <a:spLocks noChangeShapeType="1"/>
              </p:cNvSpPr>
              <p:nvPr/>
            </p:nvSpPr>
            <p:spPr bwMode="auto">
              <a:xfrm>
                <a:off x="852" y="3100"/>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02" name="Line 142">
                <a:extLst>
                  <a:ext uri="{FF2B5EF4-FFF2-40B4-BE49-F238E27FC236}">
                    <a16:creationId xmlns:a16="http://schemas.microsoft.com/office/drawing/2014/main" id="{5077CBC2-0C37-84CB-D2D8-E070BED9B763}"/>
                  </a:ext>
                </a:extLst>
              </p:cNvPr>
              <p:cNvSpPr>
                <a:spLocks noChangeShapeType="1"/>
              </p:cNvSpPr>
              <p:nvPr/>
            </p:nvSpPr>
            <p:spPr bwMode="auto">
              <a:xfrm>
                <a:off x="852" y="3215"/>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9003" name="Group 143">
                <a:extLst>
                  <a:ext uri="{FF2B5EF4-FFF2-40B4-BE49-F238E27FC236}">
                    <a16:creationId xmlns:a16="http://schemas.microsoft.com/office/drawing/2014/main" id="{1DFC7964-8D76-13F0-FFAA-9D6C67BFDCE9}"/>
                  </a:ext>
                </a:extLst>
              </p:cNvPr>
              <p:cNvGrpSpPr>
                <a:grpSpLocks/>
              </p:cNvGrpSpPr>
              <p:nvPr/>
            </p:nvGrpSpPr>
            <p:grpSpPr bwMode="auto">
              <a:xfrm>
                <a:off x="3332" y="3050"/>
                <a:ext cx="128" cy="104"/>
                <a:chOff x="3615" y="11343"/>
                <a:chExt cx="419" cy="525"/>
              </a:xfrm>
            </p:grpSpPr>
            <p:sp>
              <p:nvSpPr>
                <p:cNvPr id="39105" name="Arc 144">
                  <a:extLst>
                    <a:ext uri="{FF2B5EF4-FFF2-40B4-BE49-F238E27FC236}">
                      <a16:creationId xmlns:a16="http://schemas.microsoft.com/office/drawing/2014/main" id="{73E38177-C454-6A64-CC4D-061F9AE23A63}"/>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106" name="Line 145">
                  <a:extLst>
                    <a:ext uri="{FF2B5EF4-FFF2-40B4-BE49-F238E27FC236}">
                      <a16:creationId xmlns:a16="http://schemas.microsoft.com/office/drawing/2014/main" id="{A8A0316B-724B-B534-D103-39416638FF91}"/>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07" name="Line 146">
                  <a:extLst>
                    <a:ext uri="{FF2B5EF4-FFF2-40B4-BE49-F238E27FC236}">
                      <a16:creationId xmlns:a16="http://schemas.microsoft.com/office/drawing/2014/main" id="{E64A4E65-658D-9C37-8DB0-FED64DAF46A4}"/>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08" name="Line 147">
                  <a:extLst>
                    <a:ext uri="{FF2B5EF4-FFF2-40B4-BE49-F238E27FC236}">
                      <a16:creationId xmlns:a16="http://schemas.microsoft.com/office/drawing/2014/main" id="{4AA6740D-B902-3C27-CEA2-7F9F8A16AB4F}"/>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9004" name="Group 148">
                <a:extLst>
                  <a:ext uri="{FF2B5EF4-FFF2-40B4-BE49-F238E27FC236}">
                    <a16:creationId xmlns:a16="http://schemas.microsoft.com/office/drawing/2014/main" id="{CD07F9C6-B808-8E40-3DC6-637DCA6D82C8}"/>
                  </a:ext>
                </a:extLst>
              </p:cNvPr>
              <p:cNvGrpSpPr>
                <a:grpSpLocks/>
              </p:cNvGrpSpPr>
              <p:nvPr/>
            </p:nvGrpSpPr>
            <p:grpSpPr bwMode="auto">
              <a:xfrm>
                <a:off x="3334" y="3162"/>
                <a:ext cx="129" cy="104"/>
                <a:chOff x="3615" y="11343"/>
                <a:chExt cx="419" cy="525"/>
              </a:xfrm>
            </p:grpSpPr>
            <p:sp>
              <p:nvSpPr>
                <p:cNvPr id="39101" name="Arc 149">
                  <a:extLst>
                    <a:ext uri="{FF2B5EF4-FFF2-40B4-BE49-F238E27FC236}">
                      <a16:creationId xmlns:a16="http://schemas.microsoft.com/office/drawing/2014/main" id="{C0580D4D-499D-E9FD-1877-944C4D1D7BF2}"/>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102" name="Line 150">
                  <a:extLst>
                    <a:ext uri="{FF2B5EF4-FFF2-40B4-BE49-F238E27FC236}">
                      <a16:creationId xmlns:a16="http://schemas.microsoft.com/office/drawing/2014/main" id="{8EB2CC56-E796-5D35-7DD7-562FB738D8BB}"/>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03" name="Line 151">
                  <a:extLst>
                    <a:ext uri="{FF2B5EF4-FFF2-40B4-BE49-F238E27FC236}">
                      <a16:creationId xmlns:a16="http://schemas.microsoft.com/office/drawing/2014/main" id="{AE08E85A-BF68-8E23-8EF0-AD682A659D6A}"/>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04" name="Line 152">
                  <a:extLst>
                    <a:ext uri="{FF2B5EF4-FFF2-40B4-BE49-F238E27FC236}">
                      <a16:creationId xmlns:a16="http://schemas.microsoft.com/office/drawing/2014/main" id="{0D3336CE-528D-31CB-43E6-2B319688AEAD}"/>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9005" name="Line 153">
                <a:extLst>
                  <a:ext uri="{FF2B5EF4-FFF2-40B4-BE49-F238E27FC236}">
                    <a16:creationId xmlns:a16="http://schemas.microsoft.com/office/drawing/2014/main" id="{A7E59E91-0F81-B156-333E-04021BAFBD62}"/>
                  </a:ext>
                </a:extLst>
              </p:cNvPr>
              <p:cNvSpPr>
                <a:spLocks noChangeShapeType="1"/>
              </p:cNvSpPr>
              <p:nvPr/>
            </p:nvSpPr>
            <p:spPr bwMode="auto">
              <a:xfrm>
                <a:off x="852" y="3314"/>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06" name="Line 154">
                <a:extLst>
                  <a:ext uri="{FF2B5EF4-FFF2-40B4-BE49-F238E27FC236}">
                    <a16:creationId xmlns:a16="http://schemas.microsoft.com/office/drawing/2014/main" id="{9DD37866-D633-A72D-2A9F-C7CDD245B9DC}"/>
                  </a:ext>
                </a:extLst>
              </p:cNvPr>
              <p:cNvSpPr>
                <a:spLocks noChangeShapeType="1"/>
              </p:cNvSpPr>
              <p:nvPr/>
            </p:nvSpPr>
            <p:spPr bwMode="auto">
              <a:xfrm>
                <a:off x="852" y="3429"/>
                <a:ext cx="24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9007" name="Group 155">
                <a:extLst>
                  <a:ext uri="{FF2B5EF4-FFF2-40B4-BE49-F238E27FC236}">
                    <a16:creationId xmlns:a16="http://schemas.microsoft.com/office/drawing/2014/main" id="{3FFCB268-86AA-FD0F-092B-E2ACFBBCDAD9}"/>
                  </a:ext>
                </a:extLst>
              </p:cNvPr>
              <p:cNvGrpSpPr>
                <a:grpSpLocks/>
              </p:cNvGrpSpPr>
              <p:nvPr/>
            </p:nvGrpSpPr>
            <p:grpSpPr bwMode="auto">
              <a:xfrm>
                <a:off x="3332" y="3264"/>
                <a:ext cx="128" cy="105"/>
                <a:chOff x="3615" y="11343"/>
                <a:chExt cx="419" cy="525"/>
              </a:xfrm>
            </p:grpSpPr>
            <p:sp>
              <p:nvSpPr>
                <p:cNvPr id="39097" name="Arc 156">
                  <a:extLst>
                    <a:ext uri="{FF2B5EF4-FFF2-40B4-BE49-F238E27FC236}">
                      <a16:creationId xmlns:a16="http://schemas.microsoft.com/office/drawing/2014/main" id="{A4ED6309-BE9E-204C-D15B-A1F183EC2AD7}"/>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098" name="Line 157">
                  <a:extLst>
                    <a:ext uri="{FF2B5EF4-FFF2-40B4-BE49-F238E27FC236}">
                      <a16:creationId xmlns:a16="http://schemas.microsoft.com/office/drawing/2014/main" id="{D8C8533E-38BD-6E6A-FF1F-28E0A64C8920}"/>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99" name="Line 158">
                  <a:extLst>
                    <a:ext uri="{FF2B5EF4-FFF2-40B4-BE49-F238E27FC236}">
                      <a16:creationId xmlns:a16="http://schemas.microsoft.com/office/drawing/2014/main" id="{643DD7A6-6167-4E9A-580C-394B0580751C}"/>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00" name="Line 159">
                  <a:extLst>
                    <a:ext uri="{FF2B5EF4-FFF2-40B4-BE49-F238E27FC236}">
                      <a16:creationId xmlns:a16="http://schemas.microsoft.com/office/drawing/2014/main" id="{B3392A13-267A-19F2-7B4A-2043C0FF72E1}"/>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9008" name="Group 160">
                <a:extLst>
                  <a:ext uri="{FF2B5EF4-FFF2-40B4-BE49-F238E27FC236}">
                    <a16:creationId xmlns:a16="http://schemas.microsoft.com/office/drawing/2014/main" id="{D90A6147-56E1-B733-7D76-6A3F69848913}"/>
                  </a:ext>
                </a:extLst>
              </p:cNvPr>
              <p:cNvGrpSpPr>
                <a:grpSpLocks/>
              </p:cNvGrpSpPr>
              <p:nvPr/>
            </p:nvGrpSpPr>
            <p:grpSpPr bwMode="auto">
              <a:xfrm>
                <a:off x="3334" y="3376"/>
                <a:ext cx="129" cy="104"/>
                <a:chOff x="3615" y="11343"/>
                <a:chExt cx="419" cy="525"/>
              </a:xfrm>
            </p:grpSpPr>
            <p:sp>
              <p:nvSpPr>
                <p:cNvPr id="39093" name="Arc 161">
                  <a:extLst>
                    <a:ext uri="{FF2B5EF4-FFF2-40B4-BE49-F238E27FC236}">
                      <a16:creationId xmlns:a16="http://schemas.microsoft.com/office/drawing/2014/main" id="{F1857D02-F619-D26C-B500-2183B0A7C0D6}"/>
                    </a:ext>
                  </a:extLst>
                </p:cNvPr>
                <p:cNvSpPr>
                  <a:spLocks/>
                </p:cNvSpPr>
                <p:nvPr/>
              </p:nvSpPr>
              <p:spPr bwMode="auto">
                <a:xfrm>
                  <a:off x="3786" y="11343"/>
                  <a:ext cx="248" cy="518"/>
                </a:xfrm>
                <a:custGeom>
                  <a:avLst/>
                  <a:gdLst>
                    <a:gd name="T0" fmla="*/ 0 w 22632"/>
                    <a:gd name="T1" fmla="*/ 0 h 43200"/>
                    <a:gd name="T2" fmla="*/ 0 w 22632"/>
                    <a:gd name="T3" fmla="*/ 0 h 43200"/>
                    <a:gd name="T4" fmla="*/ 0 w 22632"/>
                    <a:gd name="T5" fmla="*/ 0 h 43200"/>
                    <a:gd name="T6" fmla="*/ 0 60000 65536"/>
                    <a:gd name="T7" fmla="*/ 0 60000 65536"/>
                    <a:gd name="T8" fmla="*/ 0 60000 65536"/>
                    <a:gd name="T9" fmla="*/ 0 w 22632"/>
                    <a:gd name="T10" fmla="*/ 0 h 43200"/>
                    <a:gd name="T11" fmla="*/ 22632 w 22632"/>
                    <a:gd name="T12" fmla="*/ 43200 h 43200"/>
                  </a:gdLst>
                  <a:ahLst/>
                  <a:cxnLst>
                    <a:cxn ang="T6">
                      <a:pos x="T0" y="T1"/>
                    </a:cxn>
                    <a:cxn ang="T7">
                      <a:pos x="T2" y="T3"/>
                    </a:cxn>
                    <a:cxn ang="T8">
                      <a:pos x="T4" y="T5"/>
                    </a:cxn>
                  </a:cxnLst>
                  <a:rect l="T9" t="T10" r="T11" b="T12"/>
                  <a:pathLst>
                    <a:path w="22632" h="43200" fill="none" extrusionOk="0">
                      <a:moveTo>
                        <a:pt x="1031" y="0"/>
                      </a:moveTo>
                      <a:cubicBezTo>
                        <a:pt x="12961" y="0"/>
                        <a:pt x="22632" y="9670"/>
                        <a:pt x="22632" y="21600"/>
                      </a:cubicBezTo>
                      <a:cubicBezTo>
                        <a:pt x="22632" y="33529"/>
                        <a:pt x="12961" y="43200"/>
                        <a:pt x="1032" y="43200"/>
                      </a:cubicBezTo>
                      <a:cubicBezTo>
                        <a:pt x="687" y="43200"/>
                        <a:pt x="343" y="43191"/>
                        <a:pt x="-1" y="43175"/>
                      </a:cubicBezTo>
                    </a:path>
                    <a:path w="22632" h="43200" stroke="0" extrusionOk="0">
                      <a:moveTo>
                        <a:pt x="1031" y="0"/>
                      </a:moveTo>
                      <a:cubicBezTo>
                        <a:pt x="12961" y="0"/>
                        <a:pt x="22632" y="9670"/>
                        <a:pt x="22632" y="21600"/>
                      </a:cubicBezTo>
                      <a:cubicBezTo>
                        <a:pt x="22632" y="33529"/>
                        <a:pt x="12961" y="43200"/>
                        <a:pt x="1032" y="43200"/>
                      </a:cubicBezTo>
                      <a:cubicBezTo>
                        <a:pt x="687" y="43200"/>
                        <a:pt x="343" y="43191"/>
                        <a:pt x="-1" y="43175"/>
                      </a:cubicBezTo>
                      <a:lnTo>
                        <a:pt x="1032" y="21600"/>
                      </a:lnTo>
                      <a:lnTo>
                        <a:pt x="103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9094" name="Line 162">
                  <a:extLst>
                    <a:ext uri="{FF2B5EF4-FFF2-40B4-BE49-F238E27FC236}">
                      <a16:creationId xmlns:a16="http://schemas.microsoft.com/office/drawing/2014/main" id="{B295AD9A-1A31-F7EA-04F4-9B9A0A24336F}"/>
                    </a:ext>
                  </a:extLst>
                </p:cNvPr>
                <p:cNvSpPr>
                  <a:spLocks noChangeShapeType="1"/>
                </p:cNvSpPr>
                <p:nvPr/>
              </p:nvSpPr>
              <p:spPr bwMode="auto">
                <a:xfrm>
                  <a:off x="3629" y="11343"/>
                  <a:ext cx="1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95" name="Line 163">
                  <a:extLst>
                    <a:ext uri="{FF2B5EF4-FFF2-40B4-BE49-F238E27FC236}">
                      <a16:creationId xmlns:a16="http://schemas.microsoft.com/office/drawing/2014/main" id="{94566305-5A8A-20D4-D767-5D736621A7FD}"/>
                    </a:ext>
                  </a:extLst>
                </p:cNvPr>
                <p:cNvSpPr>
                  <a:spLocks noChangeShapeType="1"/>
                </p:cNvSpPr>
                <p:nvPr/>
              </p:nvSpPr>
              <p:spPr bwMode="auto">
                <a:xfrm>
                  <a:off x="3615" y="11868"/>
                  <a:ext cx="1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96" name="Line 164">
                  <a:extLst>
                    <a:ext uri="{FF2B5EF4-FFF2-40B4-BE49-F238E27FC236}">
                      <a16:creationId xmlns:a16="http://schemas.microsoft.com/office/drawing/2014/main" id="{EC03B270-91FB-1243-7FF5-F00C537D175E}"/>
                    </a:ext>
                  </a:extLst>
                </p:cNvPr>
                <p:cNvSpPr>
                  <a:spLocks noChangeShapeType="1"/>
                </p:cNvSpPr>
                <p:nvPr/>
              </p:nvSpPr>
              <p:spPr bwMode="auto">
                <a:xfrm flipV="1">
                  <a:off x="3615" y="11343"/>
                  <a:ext cx="0" cy="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9009" name="AutoShape 165">
                <a:extLst>
                  <a:ext uri="{FF2B5EF4-FFF2-40B4-BE49-F238E27FC236}">
                    <a16:creationId xmlns:a16="http://schemas.microsoft.com/office/drawing/2014/main" id="{28755323-B098-B02C-5D04-FE57ABC96B05}"/>
                  </a:ext>
                </a:extLst>
              </p:cNvPr>
              <p:cNvSpPr>
                <a:spLocks noChangeArrowheads="1"/>
              </p:cNvSpPr>
              <p:nvPr/>
            </p:nvSpPr>
            <p:spPr bwMode="auto">
              <a:xfrm flipH="1">
                <a:off x="3551" y="2978"/>
                <a:ext cx="252" cy="272"/>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10" name="Arc 166">
                <a:extLst>
                  <a:ext uri="{FF2B5EF4-FFF2-40B4-BE49-F238E27FC236}">
                    <a16:creationId xmlns:a16="http://schemas.microsoft.com/office/drawing/2014/main" id="{FDA5DDE6-61F2-892F-299C-DFA48EC22E70}"/>
                  </a:ext>
                </a:extLst>
              </p:cNvPr>
              <p:cNvSpPr>
                <a:spLocks/>
              </p:cNvSpPr>
              <p:nvPr/>
            </p:nvSpPr>
            <p:spPr bwMode="auto">
              <a:xfrm rot="2524206">
                <a:off x="3507" y="2778"/>
                <a:ext cx="127" cy="17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011" name="Arc 167">
                <a:extLst>
                  <a:ext uri="{FF2B5EF4-FFF2-40B4-BE49-F238E27FC236}">
                    <a16:creationId xmlns:a16="http://schemas.microsoft.com/office/drawing/2014/main" id="{AE43783F-F961-C5EF-FE3D-ADE7714C8019}"/>
                  </a:ext>
                </a:extLst>
              </p:cNvPr>
              <p:cNvSpPr>
                <a:spLocks/>
              </p:cNvSpPr>
              <p:nvPr/>
            </p:nvSpPr>
            <p:spPr bwMode="auto">
              <a:xfrm rot="2524206">
                <a:off x="3498" y="3274"/>
                <a:ext cx="100" cy="15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012" name="Line 168">
                <a:extLst>
                  <a:ext uri="{FF2B5EF4-FFF2-40B4-BE49-F238E27FC236}">
                    <a16:creationId xmlns:a16="http://schemas.microsoft.com/office/drawing/2014/main" id="{54C62E75-6870-D8A8-C717-AEE5DAF07EF8}"/>
                  </a:ext>
                </a:extLst>
              </p:cNvPr>
              <p:cNvSpPr>
                <a:spLocks noChangeShapeType="1"/>
              </p:cNvSpPr>
              <p:nvPr/>
            </p:nvSpPr>
            <p:spPr bwMode="auto">
              <a:xfrm>
                <a:off x="3460" y="2785"/>
                <a:ext cx="11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13" name="Line 169">
                <a:extLst>
                  <a:ext uri="{FF2B5EF4-FFF2-40B4-BE49-F238E27FC236}">
                    <a16:creationId xmlns:a16="http://schemas.microsoft.com/office/drawing/2014/main" id="{8F9C1407-9BE2-F9DD-4AF5-58C306D18B93}"/>
                  </a:ext>
                </a:extLst>
              </p:cNvPr>
              <p:cNvSpPr>
                <a:spLocks noChangeShapeType="1"/>
              </p:cNvSpPr>
              <p:nvPr/>
            </p:nvSpPr>
            <p:spPr bwMode="auto">
              <a:xfrm>
                <a:off x="3453" y="3307"/>
                <a:ext cx="11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14" name="Line 170">
                <a:extLst>
                  <a:ext uri="{FF2B5EF4-FFF2-40B4-BE49-F238E27FC236}">
                    <a16:creationId xmlns:a16="http://schemas.microsoft.com/office/drawing/2014/main" id="{9DA95A77-5F19-1DBB-10C9-F9A309E0EEA8}"/>
                  </a:ext>
                </a:extLst>
              </p:cNvPr>
              <p:cNvSpPr>
                <a:spLocks noChangeShapeType="1"/>
              </p:cNvSpPr>
              <p:nvPr/>
            </p:nvSpPr>
            <p:spPr bwMode="auto">
              <a:xfrm>
                <a:off x="3460" y="2879"/>
                <a:ext cx="11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15" name="Line 171">
                <a:extLst>
                  <a:ext uri="{FF2B5EF4-FFF2-40B4-BE49-F238E27FC236}">
                    <a16:creationId xmlns:a16="http://schemas.microsoft.com/office/drawing/2014/main" id="{A4517002-649D-1BDA-D19C-CB8B7496C6DB}"/>
                  </a:ext>
                </a:extLst>
              </p:cNvPr>
              <p:cNvSpPr>
                <a:spLocks noChangeShapeType="1"/>
              </p:cNvSpPr>
              <p:nvPr/>
            </p:nvSpPr>
            <p:spPr bwMode="auto">
              <a:xfrm>
                <a:off x="3460" y="3215"/>
                <a:ext cx="10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16" name="Line 172">
                <a:extLst>
                  <a:ext uri="{FF2B5EF4-FFF2-40B4-BE49-F238E27FC236}">
                    <a16:creationId xmlns:a16="http://schemas.microsoft.com/office/drawing/2014/main" id="{F384E97D-6396-6FCA-F33C-004DA91E39C3}"/>
                  </a:ext>
                </a:extLst>
              </p:cNvPr>
              <p:cNvSpPr>
                <a:spLocks noChangeShapeType="1"/>
              </p:cNvSpPr>
              <p:nvPr/>
            </p:nvSpPr>
            <p:spPr bwMode="auto">
              <a:xfrm>
                <a:off x="3460" y="2999"/>
                <a:ext cx="10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17" name="Line 173">
                <a:extLst>
                  <a:ext uri="{FF2B5EF4-FFF2-40B4-BE49-F238E27FC236}">
                    <a16:creationId xmlns:a16="http://schemas.microsoft.com/office/drawing/2014/main" id="{A54B27FA-09C4-A967-942F-00CD8BAA014B}"/>
                  </a:ext>
                </a:extLst>
              </p:cNvPr>
              <p:cNvSpPr>
                <a:spLocks noChangeShapeType="1"/>
              </p:cNvSpPr>
              <p:nvPr/>
            </p:nvSpPr>
            <p:spPr bwMode="auto">
              <a:xfrm>
                <a:off x="3460" y="3093"/>
                <a:ext cx="11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18" name="Line 174">
                <a:extLst>
                  <a:ext uri="{FF2B5EF4-FFF2-40B4-BE49-F238E27FC236}">
                    <a16:creationId xmlns:a16="http://schemas.microsoft.com/office/drawing/2014/main" id="{3D206A77-28AD-D519-92C6-D7DB9B1B5326}"/>
                  </a:ext>
                </a:extLst>
              </p:cNvPr>
              <p:cNvSpPr>
                <a:spLocks noChangeShapeType="1"/>
              </p:cNvSpPr>
              <p:nvPr/>
            </p:nvSpPr>
            <p:spPr bwMode="auto">
              <a:xfrm>
                <a:off x="3467" y="3422"/>
                <a:ext cx="7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9019" name="Group 175">
                <a:extLst>
                  <a:ext uri="{FF2B5EF4-FFF2-40B4-BE49-F238E27FC236}">
                    <a16:creationId xmlns:a16="http://schemas.microsoft.com/office/drawing/2014/main" id="{FE3F6D6A-1789-4A87-6D41-C5A27B1BCD8F}"/>
                  </a:ext>
                </a:extLst>
              </p:cNvPr>
              <p:cNvGrpSpPr>
                <a:grpSpLocks/>
              </p:cNvGrpSpPr>
              <p:nvPr/>
            </p:nvGrpSpPr>
            <p:grpSpPr bwMode="auto">
              <a:xfrm>
                <a:off x="5012" y="3062"/>
                <a:ext cx="187" cy="179"/>
                <a:chOff x="3082" y="7704"/>
                <a:chExt cx="399" cy="404"/>
              </a:xfrm>
            </p:grpSpPr>
            <p:sp>
              <p:nvSpPr>
                <p:cNvPr id="39091" name="AutoShape 176">
                  <a:extLst>
                    <a:ext uri="{FF2B5EF4-FFF2-40B4-BE49-F238E27FC236}">
                      <a16:creationId xmlns:a16="http://schemas.microsoft.com/office/drawing/2014/main" id="{61B5716F-5F70-17D3-0378-7F9C52F49DF0}"/>
                    </a:ext>
                  </a:extLst>
                </p:cNvPr>
                <p:cNvSpPr>
                  <a:spLocks noChangeArrowheads="1"/>
                </p:cNvSpPr>
                <p:nvPr/>
              </p:nvSpPr>
              <p:spPr bwMode="auto">
                <a:xfrm rot="5435204">
                  <a:off x="3012" y="7774"/>
                  <a:ext cx="404" cy="264"/>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92" name="Oval 177">
                  <a:extLst>
                    <a:ext uri="{FF2B5EF4-FFF2-40B4-BE49-F238E27FC236}">
                      <a16:creationId xmlns:a16="http://schemas.microsoft.com/office/drawing/2014/main" id="{8B2B4877-D94F-A694-93BC-3F72F79CB472}"/>
                    </a:ext>
                  </a:extLst>
                </p:cNvPr>
                <p:cNvSpPr>
                  <a:spLocks noChangeArrowheads="1"/>
                </p:cNvSpPr>
                <p:nvPr/>
              </p:nvSpPr>
              <p:spPr bwMode="auto">
                <a:xfrm>
                  <a:off x="3345" y="7828"/>
                  <a:ext cx="136" cy="136"/>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sp>
            <p:nvSpPr>
              <p:cNvPr id="39020" name="Line 178">
                <a:extLst>
                  <a:ext uri="{FF2B5EF4-FFF2-40B4-BE49-F238E27FC236}">
                    <a16:creationId xmlns:a16="http://schemas.microsoft.com/office/drawing/2014/main" id="{E644C9DE-E9F3-45DA-B3F0-F53B477133E4}"/>
                  </a:ext>
                </a:extLst>
              </p:cNvPr>
              <p:cNvSpPr>
                <a:spLocks noChangeShapeType="1"/>
              </p:cNvSpPr>
              <p:nvPr/>
            </p:nvSpPr>
            <p:spPr bwMode="auto">
              <a:xfrm>
                <a:off x="3810" y="3116"/>
                <a:ext cx="16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21" name="Line 179">
                <a:extLst>
                  <a:ext uri="{FF2B5EF4-FFF2-40B4-BE49-F238E27FC236}">
                    <a16:creationId xmlns:a16="http://schemas.microsoft.com/office/drawing/2014/main" id="{360CF737-4189-CA0B-5C86-4CDF4ABFC368}"/>
                  </a:ext>
                </a:extLst>
              </p:cNvPr>
              <p:cNvSpPr>
                <a:spLocks noChangeShapeType="1"/>
              </p:cNvSpPr>
              <p:nvPr/>
            </p:nvSpPr>
            <p:spPr bwMode="auto">
              <a:xfrm>
                <a:off x="5201" y="3146"/>
                <a:ext cx="22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22" name="AutoShape 180">
                <a:extLst>
                  <a:ext uri="{FF2B5EF4-FFF2-40B4-BE49-F238E27FC236}">
                    <a16:creationId xmlns:a16="http://schemas.microsoft.com/office/drawing/2014/main" id="{A0C0A478-DE36-9B4F-2638-4A0CA1266959}"/>
                  </a:ext>
                </a:extLst>
              </p:cNvPr>
              <p:cNvSpPr>
                <a:spLocks noChangeArrowheads="1"/>
              </p:cNvSpPr>
              <p:nvPr/>
            </p:nvSpPr>
            <p:spPr bwMode="auto">
              <a:xfrm rot="5435204">
                <a:off x="619" y="3608"/>
                <a:ext cx="206" cy="124"/>
              </a:xfrm>
              <a:prstGeom prst="triangle">
                <a:avLst>
                  <a:gd name="adj" fmla="val 50000"/>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nvGrpSpPr>
              <p:cNvPr id="39023" name="Group 181">
                <a:extLst>
                  <a:ext uri="{FF2B5EF4-FFF2-40B4-BE49-F238E27FC236}">
                    <a16:creationId xmlns:a16="http://schemas.microsoft.com/office/drawing/2014/main" id="{A09192D0-15CE-088C-1EF4-E9439C7BE190}"/>
                  </a:ext>
                </a:extLst>
              </p:cNvPr>
              <p:cNvGrpSpPr>
                <a:grpSpLocks/>
              </p:cNvGrpSpPr>
              <p:nvPr/>
            </p:nvGrpSpPr>
            <p:grpSpPr bwMode="auto">
              <a:xfrm>
                <a:off x="3670" y="3568"/>
                <a:ext cx="124" cy="206"/>
                <a:chOff x="9291" y="3837"/>
                <a:chExt cx="264" cy="404"/>
              </a:xfrm>
            </p:grpSpPr>
            <p:sp>
              <p:nvSpPr>
                <p:cNvPr id="39089" name="AutoShape 182">
                  <a:extLst>
                    <a:ext uri="{FF2B5EF4-FFF2-40B4-BE49-F238E27FC236}">
                      <a16:creationId xmlns:a16="http://schemas.microsoft.com/office/drawing/2014/main" id="{30F10EA0-3B57-0DFC-2471-3062E6B55358}"/>
                    </a:ext>
                  </a:extLst>
                </p:cNvPr>
                <p:cNvSpPr>
                  <a:spLocks noChangeArrowheads="1"/>
                </p:cNvSpPr>
                <p:nvPr/>
              </p:nvSpPr>
              <p:spPr bwMode="auto">
                <a:xfrm rot="-5400000">
                  <a:off x="9221" y="3907"/>
                  <a:ext cx="404" cy="264"/>
                </a:xfrm>
                <a:prstGeom prst="triangle">
                  <a:avLst>
                    <a:gd name="adj" fmla="val 50000"/>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90" name="Oval 183">
                  <a:extLst>
                    <a:ext uri="{FF2B5EF4-FFF2-40B4-BE49-F238E27FC236}">
                      <a16:creationId xmlns:a16="http://schemas.microsoft.com/office/drawing/2014/main" id="{CCA04700-0C1B-56C8-21AF-4BB9CB71181C}"/>
                    </a:ext>
                  </a:extLst>
                </p:cNvPr>
                <p:cNvSpPr>
                  <a:spLocks noChangeArrowheads="1"/>
                </p:cNvSpPr>
                <p:nvPr/>
              </p:nvSpPr>
              <p:spPr bwMode="auto">
                <a:xfrm>
                  <a:off x="9321" y="4089"/>
                  <a:ext cx="113" cy="113"/>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sp>
            <p:nvSpPr>
              <p:cNvPr id="39024" name="Line 185">
                <a:extLst>
                  <a:ext uri="{FF2B5EF4-FFF2-40B4-BE49-F238E27FC236}">
                    <a16:creationId xmlns:a16="http://schemas.microsoft.com/office/drawing/2014/main" id="{12981FE4-DCE7-F2C3-ABEA-AD2FBA3873D8}"/>
                  </a:ext>
                </a:extLst>
              </p:cNvPr>
              <p:cNvSpPr>
                <a:spLocks noChangeShapeType="1"/>
              </p:cNvSpPr>
              <p:nvPr/>
            </p:nvSpPr>
            <p:spPr bwMode="auto">
              <a:xfrm>
                <a:off x="3795" y="3666"/>
                <a:ext cx="147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25" name="Line 186">
                <a:extLst>
                  <a:ext uri="{FF2B5EF4-FFF2-40B4-BE49-F238E27FC236}">
                    <a16:creationId xmlns:a16="http://schemas.microsoft.com/office/drawing/2014/main" id="{2E22332B-9C80-0858-893E-9B320BE31FF7}"/>
                  </a:ext>
                </a:extLst>
              </p:cNvPr>
              <p:cNvSpPr>
                <a:spLocks noChangeShapeType="1"/>
              </p:cNvSpPr>
              <p:nvPr/>
            </p:nvSpPr>
            <p:spPr bwMode="auto">
              <a:xfrm flipV="1">
                <a:off x="1380" y="3619"/>
                <a:ext cx="2336"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9026" name="Line 187">
                <a:extLst>
                  <a:ext uri="{FF2B5EF4-FFF2-40B4-BE49-F238E27FC236}">
                    <a16:creationId xmlns:a16="http://schemas.microsoft.com/office/drawing/2014/main" id="{07124EFA-5AC0-CEAD-471E-87DC82502D0E}"/>
                  </a:ext>
                </a:extLst>
              </p:cNvPr>
              <p:cNvSpPr>
                <a:spLocks noChangeShapeType="1"/>
              </p:cNvSpPr>
              <p:nvPr/>
            </p:nvSpPr>
            <p:spPr bwMode="auto">
              <a:xfrm>
                <a:off x="1444" y="3723"/>
                <a:ext cx="2246"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39027" name="Line 188">
                <a:extLst>
                  <a:ext uri="{FF2B5EF4-FFF2-40B4-BE49-F238E27FC236}">
                    <a16:creationId xmlns:a16="http://schemas.microsoft.com/office/drawing/2014/main" id="{6C9E788F-F19F-4E86-AAC6-CA3D4BB66897}"/>
                  </a:ext>
                </a:extLst>
              </p:cNvPr>
              <p:cNvSpPr>
                <a:spLocks noChangeShapeType="1"/>
              </p:cNvSpPr>
              <p:nvPr/>
            </p:nvSpPr>
            <p:spPr bwMode="auto">
              <a:xfrm flipH="1">
                <a:off x="728" y="3620"/>
                <a:ext cx="526" cy="0"/>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9028" name="Oval 189">
                <a:extLst>
                  <a:ext uri="{FF2B5EF4-FFF2-40B4-BE49-F238E27FC236}">
                    <a16:creationId xmlns:a16="http://schemas.microsoft.com/office/drawing/2014/main" id="{9BA481AC-F603-F165-85AA-792D26021552}"/>
                  </a:ext>
                </a:extLst>
              </p:cNvPr>
              <p:cNvSpPr>
                <a:spLocks noChangeArrowheads="1"/>
              </p:cNvSpPr>
              <p:nvPr/>
            </p:nvSpPr>
            <p:spPr bwMode="auto">
              <a:xfrm>
                <a:off x="716" y="3697"/>
                <a:ext cx="53" cy="57"/>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29" name="Line 190">
                <a:extLst>
                  <a:ext uri="{FF2B5EF4-FFF2-40B4-BE49-F238E27FC236}">
                    <a16:creationId xmlns:a16="http://schemas.microsoft.com/office/drawing/2014/main" id="{8864A891-9EF1-A6E1-9CA0-25D63BB8DE94}"/>
                  </a:ext>
                </a:extLst>
              </p:cNvPr>
              <p:cNvSpPr>
                <a:spLocks noChangeShapeType="1"/>
              </p:cNvSpPr>
              <p:nvPr/>
            </p:nvSpPr>
            <p:spPr bwMode="auto">
              <a:xfrm>
                <a:off x="765" y="3726"/>
                <a:ext cx="543"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39030" name="Line 191">
                <a:extLst>
                  <a:ext uri="{FF2B5EF4-FFF2-40B4-BE49-F238E27FC236}">
                    <a16:creationId xmlns:a16="http://schemas.microsoft.com/office/drawing/2014/main" id="{782822BF-FDE0-73EF-5C61-27B65131DE60}"/>
                  </a:ext>
                </a:extLst>
              </p:cNvPr>
              <p:cNvSpPr>
                <a:spLocks noChangeShapeType="1"/>
              </p:cNvSpPr>
              <p:nvPr/>
            </p:nvSpPr>
            <p:spPr bwMode="auto">
              <a:xfrm>
                <a:off x="492" y="3666"/>
                <a:ext cx="16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31" name="Line 192">
                <a:extLst>
                  <a:ext uri="{FF2B5EF4-FFF2-40B4-BE49-F238E27FC236}">
                    <a16:creationId xmlns:a16="http://schemas.microsoft.com/office/drawing/2014/main" id="{25D7FB1E-9760-62C2-A745-95C95379760C}"/>
                  </a:ext>
                </a:extLst>
              </p:cNvPr>
              <p:cNvSpPr>
                <a:spLocks noChangeShapeType="1"/>
              </p:cNvSpPr>
              <p:nvPr/>
            </p:nvSpPr>
            <p:spPr bwMode="auto">
              <a:xfrm>
                <a:off x="3462" y="2665"/>
                <a:ext cx="1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32" name="Line 193">
                <a:extLst>
                  <a:ext uri="{FF2B5EF4-FFF2-40B4-BE49-F238E27FC236}">
                    <a16:creationId xmlns:a16="http://schemas.microsoft.com/office/drawing/2014/main" id="{F16C044A-12FF-C872-1EDF-B8049949508B}"/>
                  </a:ext>
                </a:extLst>
              </p:cNvPr>
              <p:cNvSpPr>
                <a:spLocks noChangeShapeType="1"/>
              </p:cNvSpPr>
              <p:nvPr/>
            </p:nvSpPr>
            <p:spPr bwMode="auto">
              <a:xfrm>
                <a:off x="5082" y="2665"/>
                <a:ext cx="0" cy="43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33" name="Text Box 194">
                <a:extLst>
                  <a:ext uri="{FF2B5EF4-FFF2-40B4-BE49-F238E27FC236}">
                    <a16:creationId xmlns:a16="http://schemas.microsoft.com/office/drawing/2014/main" id="{964133F9-8886-2132-5A70-08F1B08F088E}"/>
                  </a:ext>
                </a:extLst>
              </p:cNvPr>
              <p:cNvSpPr txBox="1">
                <a:spLocks noChangeArrowheads="1"/>
              </p:cNvSpPr>
              <p:nvPr/>
            </p:nvSpPr>
            <p:spPr bwMode="auto">
              <a:xfrm>
                <a:off x="213" y="1056"/>
                <a:ext cx="459"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CLK</a:t>
                </a:r>
                <a:endParaRPr lang="ru-RU" altLang="en-US" sz="1200" b="0" u="none"/>
              </a:p>
            </p:txBody>
          </p:sp>
          <p:sp>
            <p:nvSpPr>
              <p:cNvPr id="39034" name="Text Box 195">
                <a:extLst>
                  <a:ext uri="{FF2B5EF4-FFF2-40B4-BE49-F238E27FC236}">
                    <a16:creationId xmlns:a16="http://schemas.microsoft.com/office/drawing/2014/main" id="{09EAA281-DD7D-F786-D8AD-2188C3FA8F48}"/>
                  </a:ext>
                </a:extLst>
              </p:cNvPr>
              <p:cNvSpPr txBox="1">
                <a:spLocks noChangeArrowheads="1"/>
              </p:cNvSpPr>
              <p:nvPr/>
            </p:nvSpPr>
            <p:spPr bwMode="auto">
              <a:xfrm>
                <a:off x="201" y="2217"/>
                <a:ext cx="365"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a:t>
                </a:r>
                <a:endParaRPr lang="ru-RU" altLang="en-US" sz="1200" b="0" u="none"/>
              </a:p>
            </p:txBody>
          </p:sp>
          <p:sp>
            <p:nvSpPr>
              <p:cNvPr id="39035" name="Text Box 196">
                <a:extLst>
                  <a:ext uri="{FF2B5EF4-FFF2-40B4-BE49-F238E27FC236}">
                    <a16:creationId xmlns:a16="http://schemas.microsoft.com/office/drawing/2014/main" id="{7B6D71BE-245B-E6EB-5930-D24DDC986EF1}"/>
                  </a:ext>
                </a:extLst>
              </p:cNvPr>
              <p:cNvSpPr txBox="1">
                <a:spLocks noChangeArrowheads="1"/>
              </p:cNvSpPr>
              <p:nvPr/>
            </p:nvSpPr>
            <p:spPr bwMode="auto">
              <a:xfrm>
                <a:off x="171" y="3555"/>
                <a:ext cx="40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EN</a:t>
                </a:r>
                <a:endParaRPr lang="ru-RU" altLang="en-US" sz="1200" b="0" u="none"/>
              </a:p>
            </p:txBody>
          </p:sp>
          <p:sp>
            <p:nvSpPr>
              <p:cNvPr id="39036" name="Text Box 197">
                <a:extLst>
                  <a:ext uri="{FF2B5EF4-FFF2-40B4-BE49-F238E27FC236}">
                    <a16:creationId xmlns:a16="http://schemas.microsoft.com/office/drawing/2014/main" id="{F2DA9B1D-7486-7CBA-0165-F54469BD4B6A}"/>
                  </a:ext>
                </a:extLst>
              </p:cNvPr>
              <p:cNvSpPr txBox="1">
                <a:spLocks noChangeArrowheads="1"/>
              </p:cNvSpPr>
              <p:nvPr/>
            </p:nvSpPr>
            <p:spPr bwMode="auto">
              <a:xfrm>
                <a:off x="5376" y="1670"/>
                <a:ext cx="336"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O1</a:t>
                </a:r>
                <a:endParaRPr lang="ru-RU" altLang="en-US" sz="1200" b="0" u="none"/>
              </a:p>
            </p:txBody>
          </p:sp>
          <p:sp>
            <p:nvSpPr>
              <p:cNvPr id="39037" name="AutoShape 199">
                <a:extLst>
                  <a:ext uri="{FF2B5EF4-FFF2-40B4-BE49-F238E27FC236}">
                    <a16:creationId xmlns:a16="http://schemas.microsoft.com/office/drawing/2014/main" id="{5186C50E-3EAB-3414-31B8-AD3DE75A56C2}"/>
                  </a:ext>
                </a:extLst>
              </p:cNvPr>
              <p:cNvSpPr>
                <a:spLocks noChangeArrowheads="1"/>
              </p:cNvSpPr>
              <p:nvPr/>
            </p:nvSpPr>
            <p:spPr bwMode="auto">
              <a:xfrm flipH="1">
                <a:off x="3991" y="1691"/>
                <a:ext cx="200" cy="242"/>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38" name="Arc 200">
                <a:extLst>
                  <a:ext uri="{FF2B5EF4-FFF2-40B4-BE49-F238E27FC236}">
                    <a16:creationId xmlns:a16="http://schemas.microsoft.com/office/drawing/2014/main" id="{F89EB114-49F9-A77F-46FA-24108D710526}"/>
                  </a:ext>
                </a:extLst>
              </p:cNvPr>
              <p:cNvSpPr>
                <a:spLocks/>
              </p:cNvSpPr>
              <p:nvPr/>
            </p:nvSpPr>
            <p:spPr bwMode="auto">
              <a:xfrm rot="2524206">
                <a:off x="3865" y="1729"/>
                <a:ext cx="140" cy="183"/>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039" name="Line 201">
                <a:extLst>
                  <a:ext uri="{FF2B5EF4-FFF2-40B4-BE49-F238E27FC236}">
                    <a16:creationId xmlns:a16="http://schemas.microsoft.com/office/drawing/2014/main" id="{C9FE2C04-2BBC-51FD-085D-3C5DF7A5AFB3}"/>
                  </a:ext>
                </a:extLst>
              </p:cNvPr>
              <p:cNvSpPr>
                <a:spLocks noChangeShapeType="1"/>
              </p:cNvSpPr>
              <p:nvPr/>
            </p:nvSpPr>
            <p:spPr bwMode="auto">
              <a:xfrm>
                <a:off x="4186" y="1804"/>
                <a:ext cx="20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40" name="Line 202">
                <a:extLst>
                  <a:ext uri="{FF2B5EF4-FFF2-40B4-BE49-F238E27FC236}">
                    <a16:creationId xmlns:a16="http://schemas.microsoft.com/office/drawing/2014/main" id="{CDD52E01-8D7F-77D0-9F4F-880A538DBC42}"/>
                  </a:ext>
                </a:extLst>
              </p:cNvPr>
              <p:cNvSpPr>
                <a:spLocks noChangeShapeType="1"/>
              </p:cNvSpPr>
              <p:nvPr/>
            </p:nvSpPr>
            <p:spPr bwMode="auto">
              <a:xfrm>
                <a:off x="3872" y="1882"/>
                <a:ext cx="8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41" name="Line 203">
                <a:extLst>
                  <a:ext uri="{FF2B5EF4-FFF2-40B4-BE49-F238E27FC236}">
                    <a16:creationId xmlns:a16="http://schemas.microsoft.com/office/drawing/2014/main" id="{21D2ADFA-6422-F1AE-1A22-0048858D35B1}"/>
                  </a:ext>
                </a:extLst>
              </p:cNvPr>
              <p:cNvSpPr>
                <a:spLocks noChangeShapeType="1"/>
              </p:cNvSpPr>
              <p:nvPr/>
            </p:nvSpPr>
            <p:spPr bwMode="auto">
              <a:xfrm>
                <a:off x="3865" y="1882"/>
                <a:ext cx="0" cy="1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42" name="AutoShape 207">
                <a:extLst>
                  <a:ext uri="{FF2B5EF4-FFF2-40B4-BE49-F238E27FC236}">
                    <a16:creationId xmlns:a16="http://schemas.microsoft.com/office/drawing/2014/main" id="{BC8A6AE8-DB85-CA1B-DBDA-0460A9BE5F6F}"/>
                  </a:ext>
                </a:extLst>
              </p:cNvPr>
              <p:cNvSpPr>
                <a:spLocks noChangeArrowheads="1"/>
              </p:cNvSpPr>
              <p:nvPr/>
            </p:nvSpPr>
            <p:spPr bwMode="auto">
              <a:xfrm flipH="1">
                <a:off x="4005" y="3036"/>
                <a:ext cx="200" cy="243"/>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43" name="Arc 208">
                <a:extLst>
                  <a:ext uri="{FF2B5EF4-FFF2-40B4-BE49-F238E27FC236}">
                    <a16:creationId xmlns:a16="http://schemas.microsoft.com/office/drawing/2014/main" id="{7E42E654-7AD5-044C-1D16-9294115A8BA3}"/>
                  </a:ext>
                </a:extLst>
              </p:cNvPr>
              <p:cNvSpPr>
                <a:spLocks/>
              </p:cNvSpPr>
              <p:nvPr/>
            </p:nvSpPr>
            <p:spPr bwMode="auto">
              <a:xfrm rot="2524206">
                <a:off x="3879" y="3074"/>
                <a:ext cx="140" cy="1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044" name="Line 209">
                <a:extLst>
                  <a:ext uri="{FF2B5EF4-FFF2-40B4-BE49-F238E27FC236}">
                    <a16:creationId xmlns:a16="http://schemas.microsoft.com/office/drawing/2014/main" id="{09006E27-F157-A515-5FAF-19D1A0D12276}"/>
                  </a:ext>
                </a:extLst>
              </p:cNvPr>
              <p:cNvSpPr>
                <a:spLocks noChangeShapeType="1"/>
              </p:cNvSpPr>
              <p:nvPr/>
            </p:nvSpPr>
            <p:spPr bwMode="auto">
              <a:xfrm>
                <a:off x="3886" y="3227"/>
                <a:ext cx="8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45" name="Line 210">
                <a:extLst>
                  <a:ext uri="{FF2B5EF4-FFF2-40B4-BE49-F238E27FC236}">
                    <a16:creationId xmlns:a16="http://schemas.microsoft.com/office/drawing/2014/main" id="{1C43D768-C001-E137-2303-B2B0154C5CB7}"/>
                  </a:ext>
                </a:extLst>
              </p:cNvPr>
              <p:cNvSpPr>
                <a:spLocks noChangeShapeType="1"/>
              </p:cNvSpPr>
              <p:nvPr/>
            </p:nvSpPr>
            <p:spPr bwMode="auto">
              <a:xfrm>
                <a:off x="3879" y="3227"/>
                <a:ext cx="0" cy="15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46" name="Line 212">
                <a:extLst>
                  <a:ext uri="{FF2B5EF4-FFF2-40B4-BE49-F238E27FC236}">
                    <a16:creationId xmlns:a16="http://schemas.microsoft.com/office/drawing/2014/main" id="{0A262B83-F264-795C-1A41-E90A8C13C642}"/>
                  </a:ext>
                </a:extLst>
              </p:cNvPr>
              <p:cNvSpPr>
                <a:spLocks noChangeShapeType="1"/>
              </p:cNvSpPr>
              <p:nvPr/>
            </p:nvSpPr>
            <p:spPr bwMode="auto">
              <a:xfrm>
                <a:off x="4215" y="3151"/>
                <a:ext cx="17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47" name="Text Box 213">
                <a:extLst>
                  <a:ext uri="{FF2B5EF4-FFF2-40B4-BE49-F238E27FC236}">
                    <a16:creationId xmlns:a16="http://schemas.microsoft.com/office/drawing/2014/main" id="{9FEADBC1-DFCA-FC7B-1893-8893A6D7C470}"/>
                  </a:ext>
                </a:extLst>
              </p:cNvPr>
              <p:cNvSpPr txBox="1">
                <a:spLocks noChangeArrowheads="1"/>
              </p:cNvSpPr>
              <p:nvPr/>
            </p:nvSpPr>
            <p:spPr bwMode="auto">
              <a:xfrm>
                <a:off x="3648" y="3322"/>
                <a:ext cx="62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u="none"/>
                  <a:t>XOR=1</a:t>
                </a:r>
                <a:endParaRPr lang="ru-RU" altLang="en-US" sz="1200" b="0" u="none"/>
              </a:p>
            </p:txBody>
          </p:sp>
          <p:sp>
            <p:nvSpPr>
              <p:cNvPr id="39048" name="Rectangle 214">
                <a:extLst>
                  <a:ext uri="{FF2B5EF4-FFF2-40B4-BE49-F238E27FC236}">
                    <a16:creationId xmlns:a16="http://schemas.microsoft.com/office/drawing/2014/main" id="{4F56B21D-7E50-8D97-CB15-AF0F006C3B50}"/>
                  </a:ext>
                </a:extLst>
              </p:cNvPr>
              <p:cNvSpPr>
                <a:spLocks noChangeArrowheads="1"/>
              </p:cNvSpPr>
              <p:nvPr/>
            </p:nvSpPr>
            <p:spPr bwMode="auto">
              <a:xfrm>
                <a:off x="1047" y="2649"/>
                <a:ext cx="57" cy="57"/>
              </a:xfrm>
              <a:prstGeom prst="rect">
                <a:avLst/>
              </a:prstGeom>
              <a:solidFill>
                <a:schemeClr val="accent1"/>
              </a:solidFill>
              <a:ln w="95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49" name="Rectangle 215">
                <a:extLst>
                  <a:ext uri="{FF2B5EF4-FFF2-40B4-BE49-F238E27FC236}">
                    <a16:creationId xmlns:a16="http://schemas.microsoft.com/office/drawing/2014/main" id="{143C6366-438D-54BC-E49F-3EC3F4E9A8E3}"/>
                  </a:ext>
                </a:extLst>
              </p:cNvPr>
              <p:cNvSpPr>
                <a:spLocks noChangeArrowheads="1"/>
              </p:cNvSpPr>
              <p:nvPr/>
            </p:nvSpPr>
            <p:spPr bwMode="auto">
              <a:xfrm>
                <a:off x="930" y="2754"/>
                <a:ext cx="57" cy="57"/>
              </a:xfrm>
              <a:prstGeom prst="rect">
                <a:avLst/>
              </a:prstGeom>
              <a:solidFill>
                <a:schemeClr val="accent1"/>
              </a:solidFill>
              <a:ln w="95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50" name="Rectangle 216">
                <a:extLst>
                  <a:ext uri="{FF2B5EF4-FFF2-40B4-BE49-F238E27FC236}">
                    <a16:creationId xmlns:a16="http://schemas.microsoft.com/office/drawing/2014/main" id="{BC03CA59-33BE-1D24-6F95-D7742ACA9581}"/>
                  </a:ext>
                </a:extLst>
              </p:cNvPr>
              <p:cNvSpPr>
                <a:spLocks noChangeArrowheads="1"/>
              </p:cNvSpPr>
              <p:nvPr/>
            </p:nvSpPr>
            <p:spPr bwMode="auto">
              <a:xfrm>
                <a:off x="1218" y="2757"/>
                <a:ext cx="57" cy="57"/>
              </a:xfrm>
              <a:prstGeom prst="rect">
                <a:avLst/>
              </a:prstGeom>
              <a:solidFill>
                <a:schemeClr val="accent1"/>
              </a:solidFill>
              <a:ln w="95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51" name="Rectangle 217">
                <a:extLst>
                  <a:ext uri="{FF2B5EF4-FFF2-40B4-BE49-F238E27FC236}">
                    <a16:creationId xmlns:a16="http://schemas.microsoft.com/office/drawing/2014/main" id="{147C4EE4-501C-0F80-D6A2-F1DC0173B570}"/>
                  </a:ext>
                </a:extLst>
              </p:cNvPr>
              <p:cNvSpPr>
                <a:spLocks noChangeArrowheads="1"/>
              </p:cNvSpPr>
              <p:nvPr/>
            </p:nvSpPr>
            <p:spPr bwMode="auto">
              <a:xfrm>
                <a:off x="1353" y="2859"/>
                <a:ext cx="48" cy="48"/>
              </a:xfrm>
              <a:prstGeom prst="rect">
                <a:avLst/>
              </a:prstGeom>
              <a:solidFill>
                <a:schemeClr val="accent1"/>
              </a:solidFill>
              <a:ln w="95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52" name="Rectangle 218">
                <a:extLst>
                  <a:ext uri="{FF2B5EF4-FFF2-40B4-BE49-F238E27FC236}">
                    <a16:creationId xmlns:a16="http://schemas.microsoft.com/office/drawing/2014/main" id="{3A5C1805-D3D7-3E4E-9B06-A3CC5B500CC7}"/>
                  </a:ext>
                </a:extLst>
              </p:cNvPr>
              <p:cNvSpPr>
                <a:spLocks noChangeArrowheads="1"/>
              </p:cNvSpPr>
              <p:nvPr/>
            </p:nvSpPr>
            <p:spPr bwMode="auto">
              <a:xfrm>
                <a:off x="1426" y="2859"/>
                <a:ext cx="48" cy="48"/>
              </a:xfrm>
              <a:prstGeom prst="rect">
                <a:avLst/>
              </a:prstGeom>
              <a:solidFill>
                <a:schemeClr val="accent1"/>
              </a:solidFill>
              <a:ln w="95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53" name="Rectangle 219">
                <a:extLst>
                  <a:ext uri="{FF2B5EF4-FFF2-40B4-BE49-F238E27FC236}">
                    <a16:creationId xmlns:a16="http://schemas.microsoft.com/office/drawing/2014/main" id="{52062106-4071-32CD-7ADA-DFD7E1795C41}"/>
                  </a:ext>
                </a:extLst>
              </p:cNvPr>
              <p:cNvSpPr>
                <a:spLocks noChangeArrowheads="1"/>
              </p:cNvSpPr>
              <p:nvPr/>
            </p:nvSpPr>
            <p:spPr bwMode="auto">
              <a:xfrm>
                <a:off x="4404" y="1630"/>
                <a:ext cx="369" cy="514"/>
              </a:xfrm>
              <a:prstGeom prst="rect">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nvGrpSpPr>
              <p:cNvPr id="39054" name="Group 220">
                <a:extLst>
                  <a:ext uri="{FF2B5EF4-FFF2-40B4-BE49-F238E27FC236}">
                    <a16:creationId xmlns:a16="http://schemas.microsoft.com/office/drawing/2014/main" id="{A73A1A5D-452C-AFE7-6BD1-8A66594776EF}"/>
                  </a:ext>
                </a:extLst>
              </p:cNvPr>
              <p:cNvGrpSpPr>
                <a:grpSpLocks/>
              </p:cNvGrpSpPr>
              <p:nvPr/>
            </p:nvGrpSpPr>
            <p:grpSpPr bwMode="auto">
              <a:xfrm>
                <a:off x="4404" y="1959"/>
                <a:ext cx="101" cy="76"/>
                <a:chOff x="6801" y="12039"/>
                <a:chExt cx="194" cy="215"/>
              </a:xfrm>
            </p:grpSpPr>
            <p:sp>
              <p:nvSpPr>
                <p:cNvPr id="39084" name="Line 221">
                  <a:extLst>
                    <a:ext uri="{FF2B5EF4-FFF2-40B4-BE49-F238E27FC236}">
                      <a16:creationId xmlns:a16="http://schemas.microsoft.com/office/drawing/2014/main" id="{5DBD6A62-D550-99A5-050C-672B1BFC92E0}"/>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85" name="Line 222">
                  <a:extLst>
                    <a:ext uri="{FF2B5EF4-FFF2-40B4-BE49-F238E27FC236}">
                      <a16:creationId xmlns:a16="http://schemas.microsoft.com/office/drawing/2014/main" id="{E3954CD3-10FA-525B-3394-4A2A1338A595}"/>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86" name="Line 223">
                  <a:extLst>
                    <a:ext uri="{FF2B5EF4-FFF2-40B4-BE49-F238E27FC236}">
                      <a16:creationId xmlns:a16="http://schemas.microsoft.com/office/drawing/2014/main" id="{A431F3F4-BBFE-2528-4B7C-9779F798872B}"/>
                    </a:ext>
                  </a:extLst>
                </p:cNvPr>
                <p:cNvSpPr>
                  <a:spLocks noChangeShapeType="1"/>
                </p:cNvSpPr>
                <p:nvPr/>
              </p:nvSpPr>
              <p:spPr bwMode="auto">
                <a:xfrm>
                  <a:off x="6921" y="12114"/>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87" name="Line 224">
                  <a:extLst>
                    <a:ext uri="{FF2B5EF4-FFF2-40B4-BE49-F238E27FC236}">
                      <a16:creationId xmlns:a16="http://schemas.microsoft.com/office/drawing/2014/main" id="{CA21191C-E235-BCAB-6048-1ECC54EEA7F0}"/>
                    </a:ext>
                  </a:extLst>
                </p:cNvPr>
                <p:cNvSpPr>
                  <a:spLocks noChangeShapeType="1"/>
                </p:cNvSpPr>
                <p:nvPr/>
              </p:nvSpPr>
              <p:spPr bwMode="auto">
                <a:xfrm>
                  <a:off x="6831" y="12039"/>
                  <a:ext cx="164" cy="11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88" name="Line 225">
                  <a:extLst>
                    <a:ext uri="{FF2B5EF4-FFF2-40B4-BE49-F238E27FC236}">
                      <a16:creationId xmlns:a16="http://schemas.microsoft.com/office/drawing/2014/main" id="{9959FF8A-2E27-8BCE-4713-A12DA57F9D03}"/>
                    </a:ext>
                  </a:extLst>
                </p:cNvPr>
                <p:cNvSpPr>
                  <a:spLocks noChangeShapeType="1"/>
                </p:cNvSpPr>
                <p:nvPr/>
              </p:nvSpPr>
              <p:spPr bwMode="auto">
                <a:xfrm flipV="1">
                  <a:off x="6801" y="12156"/>
                  <a:ext cx="183" cy="9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9055" name="Text Box 226">
                <a:extLst>
                  <a:ext uri="{FF2B5EF4-FFF2-40B4-BE49-F238E27FC236}">
                    <a16:creationId xmlns:a16="http://schemas.microsoft.com/office/drawing/2014/main" id="{CE8D62BE-6999-EAD6-EABF-9030EEC4CBC2}"/>
                  </a:ext>
                </a:extLst>
              </p:cNvPr>
              <p:cNvSpPr txBox="1">
                <a:spLocks noChangeArrowheads="1"/>
              </p:cNvSpPr>
              <p:nvPr/>
            </p:nvSpPr>
            <p:spPr bwMode="auto">
              <a:xfrm>
                <a:off x="4407" y="1710"/>
                <a:ext cx="27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a:t>D</a:t>
                </a:r>
                <a:endParaRPr lang="ru-RU" altLang="en-US" sz="1100" b="0" u="none"/>
              </a:p>
            </p:txBody>
          </p:sp>
          <p:sp>
            <p:nvSpPr>
              <p:cNvPr id="39056" name="Oval 228">
                <a:extLst>
                  <a:ext uri="{FF2B5EF4-FFF2-40B4-BE49-F238E27FC236}">
                    <a16:creationId xmlns:a16="http://schemas.microsoft.com/office/drawing/2014/main" id="{8256DEDE-04F4-4D17-C565-F3DC5210151C}"/>
                  </a:ext>
                </a:extLst>
              </p:cNvPr>
              <p:cNvSpPr>
                <a:spLocks noChangeArrowheads="1"/>
              </p:cNvSpPr>
              <p:nvPr/>
            </p:nvSpPr>
            <p:spPr bwMode="auto">
              <a:xfrm>
                <a:off x="4770" y="1977"/>
                <a:ext cx="61" cy="61"/>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57" name="Line 229">
                <a:extLst>
                  <a:ext uri="{FF2B5EF4-FFF2-40B4-BE49-F238E27FC236}">
                    <a16:creationId xmlns:a16="http://schemas.microsoft.com/office/drawing/2014/main" id="{E7F859B0-8608-6B8C-EA0D-31192E2C9EC2}"/>
                  </a:ext>
                </a:extLst>
              </p:cNvPr>
              <p:cNvSpPr>
                <a:spLocks noChangeShapeType="1"/>
              </p:cNvSpPr>
              <p:nvPr/>
            </p:nvSpPr>
            <p:spPr bwMode="auto">
              <a:xfrm>
                <a:off x="4770" y="1803"/>
                <a:ext cx="2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58" name="Rectangle 230">
                <a:extLst>
                  <a:ext uri="{FF2B5EF4-FFF2-40B4-BE49-F238E27FC236}">
                    <a16:creationId xmlns:a16="http://schemas.microsoft.com/office/drawing/2014/main" id="{6485464A-1FAB-5340-1465-76DCF4D41114}"/>
                  </a:ext>
                </a:extLst>
              </p:cNvPr>
              <p:cNvSpPr>
                <a:spLocks noChangeArrowheads="1"/>
              </p:cNvSpPr>
              <p:nvPr/>
            </p:nvSpPr>
            <p:spPr bwMode="auto">
              <a:xfrm>
                <a:off x="4404" y="2976"/>
                <a:ext cx="369" cy="514"/>
              </a:xfrm>
              <a:prstGeom prst="rect">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grpSp>
            <p:nvGrpSpPr>
              <p:cNvPr id="39059" name="Group 231">
                <a:extLst>
                  <a:ext uri="{FF2B5EF4-FFF2-40B4-BE49-F238E27FC236}">
                    <a16:creationId xmlns:a16="http://schemas.microsoft.com/office/drawing/2014/main" id="{D310544E-1087-6C60-60C2-E176482F5956}"/>
                  </a:ext>
                </a:extLst>
              </p:cNvPr>
              <p:cNvGrpSpPr>
                <a:grpSpLocks/>
              </p:cNvGrpSpPr>
              <p:nvPr/>
            </p:nvGrpSpPr>
            <p:grpSpPr bwMode="auto">
              <a:xfrm>
                <a:off x="4404" y="3305"/>
                <a:ext cx="101" cy="76"/>
                <a:chOff x="6801" y="12039"/>
                <a:chExt cx="194" cy="215"/>
              </a:xfrm>
            </p:grpSpPr>
            <p:sp>
              <p:nvSpPr>
                <p:cNvPr id="39079" name="Line 232">
                  <a:extLst>
                    <a:ext uri="{FF2B5EF4-FFF2-40B4-BE49-F238E27FC236}">
                      <a16:creationId xmlns:a16="http://schemas.microsoft.com/office/drawing/2014/main" id="{1F4D324A-1322-E2CC-96FC-1C2C1FFA3C8F}"/>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80" name="Line 233">
                  <a:extLst>
                    <a:ext uri="{FF2B5EF4-FFF2-40B4-BE49-F238E27FC236}">
                      <a16:creationId xmlns:a16="http://schemas.microsoft.com/office/drawing/2014/main" id="{1EFF8E12-E5CD-AAE2-4C56-5E30ADA8EC33}"/>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81" name="Line 234">
                  <a:extLst>
                    <a:ext uri="{FF2B5EF4-FFF2-40B4-BE49-F238E27FC236}">
                      <a16:creationId xmlns:a16="http://schemas.microsoft.com/office/drawing/2014/main" id="{EF40BBDA-12E1-EC08-8351-764605CDC627}"/>
                    </a:ext>
                  </a:extLst>
                </p:cNvPr>
                <p:cNvSpPr>
                  <a:spLocks noChangeShapeType="1"/>
                </p:cNvSpPr>
                <p:nvPr/>
              </p:nvSpPr>
              <p:spPr bwMode="auto">
                <a:xfrm>
                  <a:off x="6921" y="12114"/>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82" name="Line 235">
                  <a:extLst>
                    <a:ext uri="{FF2B5EF4-FFF2-40B4-BE49-F238E27FC236}">
                      <a16:creationId xmlns:a16="http://schemas.microsoft.com/office/drawing/2014/main" id="{DCDBB596-3A4B-6008-6770-1908F6ADEFEF}"/>
                    </a:ext>
                  </a:extLst>
                </p:cNvPr>
                <p:cNvSpPr>
                  <a:spLocks noChangeShapeType="1"/>
                </p:cNvSpPr>
                <p:nvPr/>
              </p:nvSpPr>
              <p:spPr bwMode="auto">
                <a:xfrm>
                  <a:off x="6831" y="12039"/>
                  <a:ext cx="164" cy="11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83" name="Line 236">
                  <a:extLst>
                    <a:ext uri="{FF2B5EF4-FFF2-40B4-BE49-F238E27FC236}">
                      <a16:creationId xmlns:a16="http://schemas.microsoft.com/office/drawing/2014/main" id="{8C0D09BA-FC2F-3EC1-DC70-D516DC04EF24}"/>
                    </a:ext>
                  </a:extLst>
                </p:cNvPr>
                <p:cNvSpPr>
                  <a:spLocks noChangeShapeType="1"/>
                </p:cNvSpPr>
                <p:nvPr/>
              </p:nvSpPr>
              <p:spPr bwMode="auto">
                <a:xfrm flipV="1">
                  <a:off x="6801" y="12156"/>
                  <a:ext cx="183" cy="9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9060" name="Text Box 237">
                <a:extLst>
                  <a:ext uri="{FF2B5EF4-FFF2-40B4-BE49-F238E27FC236}">
                    <a16:creationId xmlns:a16="http://schemas.microsoft.com/office/drawing/2014/main" id="{3A8F93D2-897B-1712-EF4B-F03E02042784}"/>
                  </a:ext>
                </a:extLst>
              </p:cNvPr>
              <p:cNvSpPr txBox="1">
                <a:spLocks noChangeArrowheads="1"/>
              </p:cNvSpPr>
              <p:nvPr/>
            </p:nvSpPr>
            <p:spPr bwMode="auto">
              <a:xfrm>
                <a:off x="4407" y="3056"/>
                <a:ext cx="27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100" b="0" u="none"/>
                  <a:t>D</a:t>
                </a:r>
                <a:endParaRPr lang="ru-RU" altLang="en-US" sz="1100" b="0" u="none"/>
              </a:p>
            </p:txBody>
          </p:sp>
          <p:sp>
            <p:nvSpPr>
              <p:cNvPr id="39061" name="Oval 238">
                <a:extLst>
                  <a:ext uri="{FF2B5EF4-FFF2-40B4-BE49-F238E27FC236}">
                    <a16:creationId xmlns:a16="http://schemas.microsoft.com/office/drawing/2014/main" id="{9A1AA2D3-2F0F-5BC9-022A-90ED8A2FEE5A}"/>
                  </a:ext>
                </a:extLst>
              </p:cNvPr>
              <p:cNvSpPr>
                <a:spLocks noChangeArrowheads="1"/>
              </p:cNvSpPr>
              <p:nvPr/>
            </p:nvSpPr>
            <p:spPr bwMode="auto">
              <a:xfrm>
                <a:off x="4770" y="3323"/>
                <a:ext cx="61" cy="61"/>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62" name="Line 239">
                <a:extLst>
                  <a:ext uri="{FF2B5EF4-FFF2-40B4-BE49-F238E27FC236}">
                    <a16:creationId xmlns:a16="http://schemas.microsoft.com/office/drawing/2014/main" id="{871DC4D5-C802-98B2-1800-764FCDAE2716}"/>
                  </a:ext>
                </a:extLst>
              </p:cNvPr>
              <p:cNvSpPr>
                <a:spLocks noChangeShapeType="1"/>
              </p:cNvSpPr>
              <p:nvPr/>
            </p:nvSpPr>
            <p:spPr bwMode="auto">
              <a:xfrm>
                <a:off x="4770" y="3149"/>
                <a:ext cx="2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63" name="Arc 240">
                <a:extLst>
                  <a:ext uri="{FF2B5EF4-FFF2-40B4-BE49-F238E27FC236}">
                    <a16:creationId xmlns:a16="http://schemas.microsoft.com/office/drawing/2014/main" id="{DA4867F2-747D-D59D-B16D-B79ADDBA40C4}"/>
                  </a:ext>
                </a:extLst>
              </p:cNvPr>
              <p:cNvSpPr>
                <a:spLocks/>
              </p:cNvSpPr>
              <p:nvPr/>
            </p:nvSpPr>
            <p:spPr bwMode="auto">
              <a:xfrm rot="2524206">
                <a:off x="3468" y="1277"/>
                <a:ext cx="125" cy="193"/>
              </a:xfrm>
              <a:custGeom>
                <a:avLst/>
                <a:gdLst>
                  <a:gd name="T0" fmla="*/ 0 w 19543"/>
                  <a:gd name="T1" fmla="*/ 0 h 20716"/>
                  <a:gd name="T2" fmla="*/ 0 w 19543"/>
                  <a:gd name="T3" fmla="*/ 0 h 20716"/>
                  <a:gd name="T4" fmla="*/ 0 w 19543"/>
                  <a:gd name="T5" fmla="*/ 0 h 20716"/>
                  <a:gd name="T6" fmla="*/ 0 60000 65536"/>
                  <a:gd name="T7" fmla="*/ 0 60000 65536"/>
                  <a:gd name="T8" fmla="*/ 0 60000 65536"/>
                  <a:gd name="T9" fmla="*/ 0 w 19543"/>
                  <a:gd name="T10" fmla="*/ 0 h 20716"/>
                  <a:gd name="T11" fmla="*/ 19543 w 19543"/>
                  <a:gd name="T12" fmla="*/ 20716 h 20716"/>
                </a:gdLst>
                <a:ahLst/>
                <a:cxnLst>
                  <a:cxn ang="T6">
                    <a:pos x="T0" y="T1"/>
                  </a:cxn>
                  <a:cxn ang="T7">
                    <a:pos x="T2" y="T3"/>
                  </a:cxn>
                  <a:cxn ang="T8">
                    <a:pos x="T4" y="T5"/>
                  </a:cxn>
                </a:cxnLst>
                <a:rect l="T9" t="T10" r="T11" b="T12"/>
                <a:pathLst>
                  <a:path w="19543" h="20716" fill="none" extrusionOk="0">
                    <a:moveTo>
                      <a:pt x="6117" y="0"/>
                    </a:moveTo>
                    <a:cubicBezTo>
                      <a:pt x="12031" y="1747"/>
                      <a:pt x="16917" y="5937"/>
                      <a:pt x="19543" y="11516"/>
                    </a:cubicBezTo>
                  </a:path>
                  <a:path w="19543" h="20716" stroke="0" extrusionOk="0">
                    <a:moveTo>
                      <a:pt x="6117" y="0"/>
                    </a:moveTo>
                    <a:cubicBezTo>
                      <a:pt x="12031" y="1747"/>
                      <a:pt x="16917" y="5937"/>
                      <a:pt x="19543" y="11516"/>
                    </a:cubicBezTo>
                    <a:lnTo>
                      <a:pt x="0" y="20716"/>
                    </a:lnTo>
                    <a:lnTo>
                      <a:pt x="6117"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064" name="Arc 241">
                <a:extLst>
                  <a:ext uri="{FF2B5EF4-FFF2-40B4-BE49-F238E27FC236}">
                    <a16:creationId xmlns:a16="http://schemas.microsoft.com/office/drawing/2014/main" id="{93E4445C-D0E4-978F-80A2-6F2A27A214A6}"/>
                  </a:ext>
                </a:extLst>
              </p:cNvPr>
              <p:cNvSpPr>
                <a:spLocks/>
              </p:cNvSpPr>
              <p:nvPr/>
            </p:nvSpPr>
            <p:spPr bwMode="auto">
              <a:xfrm rot="2524206">
                <a:off x="3477" y="2619"/>
                <a:ext cx="125" cy="193"/>
              </a:xfrm>
              <a:custGeom>
                <a:avLst/>
                <a:gdLst>
                  <a:gd name="T0" fmla="*/ 0 w 19543"/>
                  <a:gd name="T1" fmla="*/ 0 h 20716"/>
                  <a:gd name="T2" fmla="*/ 0 w 19543"/>
                  <a:gd name="T3" fmla="*/ 0 h 20716"/>
                  <a:gd name="T4" fmla="*/ 0 w 19543"/>
                  <a:gd name="T5" fmla="*/ 0 h 20716"/>
                  <a:gd name="T6" fmla="*/ 0 60000 65536"/>
                  <a:gd name="T7" fmla="*/ 0 60000 65536"/>
                  <a:gd name="T8" fmla="*/ 0 60000 65536"/>
                  <a:gd name="T9" fmla="*/ 0 w 19543"/>
                  <a:gd name="T10" fmla="*/ 0 h 20716"/>
                  <a:gd name="T11" fmla="*/ 19543 w 19543"/>
                  <a:gd name="T12" fmla="*/ 20716 h 20716"/>
                </a:gdLst>
                <a:ahLst/>
                <a:cxnLst>
                  <a:cxn ang="T6">
                    <a:pos x="T0" y="T1"/>
                  </a:cxn>
                  <a:cxn ang="T7">
                    <a:pos x="T2" y="T3"/>
                  </a:cxn>
                  <a:cxn ang="T8">
                    <a:pos x="T4" y="T5"/>
                  </a:cxn>
                </a:cxnLst>
                <a:rect l="T9" t="T10" r="T11" b="T12"/>
                <a:pathLst>
                  <a:path w="19543" h="20716" fill="none" extrusionOk="0">
                    <a:moveTo>
                      <a:pt x="6117" y="0"/>
                    </a:moveTo>
                    <a:cubicBezTo>
                      <a:pt x="12031" y="1747"/>
                      <a:pt x="16917" y="5937"/>
                      <a:pt x="19543" y="11516"/>
                    </a:cubicBezTo>
                  </a:path>
                  <a:path w="19543" h="20716" stroke="0" extrusionOk="0">
                    <a:moveTo>
                      <a:pt x="6117" y="0"/>
                    </a:moveTo>
                    <a:cubicBezTo>
                      <a:pt x="12031" y="1747"/>
                      <a:pt x="16917" y="5937"/>
                      <a:pt x="19543" y="11516"/>
                    </a:cubicBezTo>
                    <a:lnTo>
                      <a:pt x="0" y="20716"/>
                    </a:lnTo>
                    <a:lnTo>
                      <a:pt x="6117" y="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065" name="Line 242">
                <a:extLst>
                  <a:ext uri="{FF2B5EF4-FFF2-40B4-BE49-F238E27FC236}">
                    <a16:creationId xmlns:a16="http://schemas.microsoft.com/office/drawing/2014/main" id="{BC756A48-E1DD-5D14-742B-E0377F34F7B3}"/>
                  </a:ext>
                </a:extLst>
              </p:cNvPr>
              <p:cNvSpPr>
                <a:spLocks noChangeShapeType="1"/>
              </p:cNvSpPr>
              <p:nvPr/>
            </p:nvSpPr>
            <p:spPr bwMode="auto">
              <a:xfrm>
                <a:off x="4272" y="1152"/>
                <a:ext cx="0" cy="218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66" name="Line 243">
                <a:extLst>
                  <a:ext uri="{FF2B5EF4-FFF2-40B4-BE49-F238E27FC236}">
                    <a16:creationId xmlns:a16="http://schemas.microsoft.com/office/drawing/2014/main" id="{8EA8FE40-B86C-C8AD-B868-2C6075FF66DD}"/>
                  </a:ext>
                </a:extLst>
              </p:cNvPr>
              <p:cNvSpPr>
                <a:spLocks noChangeShapeType="1"/>
              </p:cNvSpPr>
              <p:nvPr/>
            </p:nvSpPr>
            <p:spPr bwMode="auto">
              <a:xfrm>
                <a:off x="4263" y="3342"/>
                <a:ext cx="14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67" name="Line 244">
                <a:extLst>
                  <a:ext uri="{FF2B5EF4-FFF2-40B4-BE49-F238E27FC236}">
                    <a16:creationId xmlns:a16="http://schemas.microsoft.com/office/drawing/2014/main" id="{62F1B320-C746-F55C-262A-DB709FD43465}"/>
                  </a:ext>
                </a:extLst>
              </p:cNvPr>
              <p:cNvSpPr>
                <a:spLocks noChangeShapeType="1"/>
              </p:cNvSpPr>
              <p:nvPr/>
            </p:nvSpPr>
            <p:spPr bwMode="auto">
              <a:xfrm>
                <a:off x="4272" y="1989"/>
                <a:ext cx="144" cy="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9068" name="Text Box 245">
                <a:extLst>
                  <a:ext uri="{FF2B5EF4-FFF2-40B4-BE49-F238E27FC236}">
                    <a16:creationId xmlns:a16="http://schemas.microsoft.com/office/drawing/2014/main" id="{A815C499-343C-D5B4-434E-737D2FD0EEE4}"/>
                  </a:ext>
                </a:extLst>
              </p:cNvPr>
              <p:cNvSpPr txBox="1">
                <a:spLocks noChangeArrowheads="1"/>
              </p:cNvSpPr>
              <p:nvPr/>
            </p:nvSpPr>
            <p:spPr bwMode="auto">
              <a:xfrm>
                <a:off x="5424" y="2976"/>
                <a:ext cx="336"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O1</a:t>
                </a:r>
                <a:endParaRPr lang="ru-RU" altLang="en-US" sz="1200" b="0" u="none"/>
              </a:p>
            </p:txBody>
          </p:sp>
          <p:sp>
            <p:nvSpPr>
              <p:cNvPr id="39069" name="Line 251">
                <a:extLst>
                  <a:ext uri="{FF2B5EF4-FFF2-40B4-BE49-F238E27FC236}">
                    <a16:creationId xmlns:a16="http://schemas.microsoft.com/office/drawing/2014/main" id="{D8701704-D395-34F4-601C-107E3A293374}"/>
                  </a:ext>
                </a:extLst>
              </p:cNvPr>
              <p:cNvSpPr>
                <a:spLocks noChangeShapeType="1"/>
              </p:cNvSpPr>
              <p:nvPr/>
            </p:nvSpPr>
            <p:spPr bwMode="auto">
              <a:xfrm flipH="1" flipV="1">
                <a:off x="4915" y="1000"/>
                <a:ext cx="0" cy="281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70" name="Line 252">
                <a:extLst>
                  <a:ext uri="{FF2B5EF4-FFF2-40B4-BE49-F238E27FC236}">
                    <a16:creationId xmlns:a16="http://schemas.microsoft.com/office/drawing/2014/main" id="{AD15719F-A0EE-24F8-DE2D-A6D3DBA243B2}"/>
                  </a:ext>
                </a:extLst>
              </p:cNvPr>
              <p:cNvSpPr>
                <a:spLocks noChangeShapeType="1"/>
              </p:cNvSpPr>
              <p:nvPr/>
            </p:nvSpPr>
            <p:spPr bwMode="auto">
              <a:xfrm flipH="1">
                <a:off x="4917" y="1332"/>
                <a:ext cx="156" cy="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9071" name="Line 253">
                <a:extLst>
                  <a:ext uri="{FF2B5EF4-FFF2-40B4-BE49-F238E27FC236}">
                    <a16:creationId xmlns:a16="http://schemas.microsoft.com/office/drawing/2014/main" id="{7D61BA4A-C1D0-9A0D-8E84-84442232FE77}"/>
                  </a:ext>
                </a:extLst>
              </p:cNvPr>
              <p:cNvSpPr>
                <a:spLocks noChangeShapeType="1"/>
              </p:cNvSpPr>
              <p:nvPr/>
            </p:nvSpPr>
            <p:spPr bwMode="auto">
              <a:xfrm flipH="1">
                <a:off x="4918" y="2676"/>
                <a:ext cx="156" cy="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9072" name="AutoShape 255">
                <a:extLst>
                  <a:ext uri="{FF2B5EF4-FFF2-40B4-BE49-F238E27FC236}">
                    <a16:creationId xmlns:a16="http://schemas.microsoft.com/office/drawing/2014/main" id="{C8FFA04C-606B-F565-CAA3-344160CF4802}"/>
                  </a:ext>
                </a:extLst>
              </p:cNvPr>
              <p:cNvSpPr>
                <a:spLocks noChangeArrowheads="1"/>
              </p:cNvSpPr>
              <p:nvPr/>
            </p:nvSpPr>
            <p:spPr bwMode="auto">
              <a:xfrm rot="-5400000">
                <a:off x="5109" y="3750"/>
                <a:ext cx="178" cy="123"/>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73" name="Oval 256">
                <a:extLst>
                  <a:ext uri="{FF2B5EF4-FFF2-40B4-BE49-F238E27FC236}">
                    <a16:creationId xmlns:a16="http://schemas.microsoft.com/office/drawing/2014/main" id="{2B718CF3-AA84-0E88-90CE-30682CB3385E}"/>
                  </a:ext>
                </a:extLst>
              </p:cNvPr>
              <p:cNvSpPr>
                <a:spLocks noChangeArrowheads="1"/>
              </p:cNvSpPr>
              <p:nvPr/>
            </p:nvSpPr>
            <p:spPr bwMode="auto">
              <a:xfrm>
                <a:off x="5088" y="3771"/>
                <a:ext cx="63" cy="60"/>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39074" name="Line 257">
                <a:extLst>
                  <a:ext uri="{FF2B5EF4-FFF2-40B4-BE49-F238E27FC236}">
                    <a16:creationId xmlns:a16="http://schemas.microsoft.com/office/drawing/2014/main" id="{358D3713-1366-BFB2-5266-04AF2E8A36F5}"/>
                  </a:ext>
                </a:extLst>
              </p:cNvPr>
              <p:cNvSpPr>
                <a:spLocks noChangeShapeType="1"/>
              </p:cNvSpPr>
              <p:nvPr/>
            </p:nvSpPr>
            <p:spPr bwMode="auto">
              <a:xfrm>
                <a:off x="5262" y="3801"/>
                <a:ext cx="19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75" name="Line 258">
                <a:extLst>
                  <a:ext uri="{FF2B5EF4-FFF2-40B4-BE49-F238E27FC236}">
                    <a16:creationId xmlns:a16="http://schemas.microsoft.com/office/drawing/2014/main" id="{60FBCEFB-46F6-5929-0970-6E256EF71AE9}"/>
                  </a:ext>
                </a:extLst>
              </p:cNvPr>
              <p:cNvSpPr>
                <a:spLocks noChangeShapeType="1"/>
              </p:cNvSpPr>
              <p:nvPr/>
            </p:nvSpPr>
            <p:spPr bwMode="auto">
              <a:xfrm>
                <a:off x="4929" y="3801"/>
                <a:ext cx="1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76" name="Line 259">
                <a:extLst>
                  <a:ext uri="{FF2B5EF4-FFF2-40B4-BE49-F238E27FC236}">
                    <a16:creationId xmlns:a16="http://schemas.microsoft.com/office/drawing/2014/main" id="{7F27C3AE-AF56-165D-0C9C-DF62BCDA9BBA}"/>
                  </a:ext>
                </a:extLst>
              </p:cNvPr>
              <p:cNvSpPr>
                <a:spLocks noChangeShapeType="1"/>
              </p:cNvSpPr>
              <p:nvPr/>
            </p:nvSpPr>
            <p:spPr bwMode="auto">
              <a:xfrm flipV="1">
                <a:off x="5271" y="3144"/>
                <a:ext cx="0" cy="526"/>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9077" name="Line 261">
                <a:extLst>
                  <a:ext uri="{FF2B5EF4-FFF2-40B4-BE49-F238E27FC236}">
                    <a16:creationId xmlns:a16="http://schemas.microsoft.com/office/drawing/2014/main" id="{AE36AF0B-18D2-D3CC-B339-19B2B3664574}"/>
                  </a:ext>
                </a:extLst>
              </p:cNvPr>
              <p:cNvSpPr>
                <a:spLocks noChangeShapeType="1"/>
              </p:cNvSpPr>
              <p:nvPr/>
            </p:nvSpPr>
            <p:spPr bwMode="auto">
              <a:xfrm>
                <a:off x="4827" y="2007"/>
                <a:ext cx="26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78" name="Line 262">
                <a:extLst>
                  <a:ext uri="{FF2B5EF4-FFF2-40B4-BE49-F238E27FC236}">
                    <a16:creationId xmlns:a16="http://schemas.microsoft.com/office/drawing/2014/main" id="{60DD5558-4491-D026-0362-66998468A1D0}"/>
                  </a:ext>
                </a:extLst>
              </p:cNvPr>
              <p:cNvSpPr>
                <a:spLocks noChangeShapeType="1"/>
              </p:cNvSpPr>
              <p:nvPr/>
            </p:nvSpPr>
            <p:spPr bwMode="auto">
              <a:xfrm>
                <a:off x="5097" y="2007"/>
                <a:ext cx="0" cy="31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2">
            <a:extLst>
              <a:ext uri="{FF2B5EF4-FFF2-40B4-BE49-F238E27FC236}">
                <a16:creationId xmlns:a16="http://schemas.microsoft.com/office/drawing/2014/main" id="{93A5A273-4C6E-356E-33D5-F252CCEB9036}"/>
              </a:ext>
            </a:extLst>
          </p:cNvPr>
          <p:cNvSpPr>
            <a:spLocks noGrp="1" noChangeArrowheads="1"/>
          </p:cNvSpPr>
          <p:nvPr>
            <p:ph type="title"/>
          </p:nvPr>
        </p:nvSpPr>
        <p:spPr/>
        <p:txBody>
          <a:bodyPr/>
          <a:lstStyle/>
          <a:p>
            <a:r>
              <a:rPr lang="en-US" altLang="en-US"/>
              <a:t>CPLD</a:t>
            </a:r>
          </a:p>
        </p:txBody>
      </p:sp>
      <p:sp>
        <p:nvSpPr>
          <p:cNvPr id="39939" name="Content Placeholder 3">
            <a:extLst>
              <a:ext uri="{FF2B5EF4-FFF2-40B4-BE49-F238E27FC236}">
                <a16:creationId xmlns:a16="http://schemas.microsoft.com/office/drawing/2014/main" id="{6CC8F8D7-44C3-CF99-96B6-393B85831F5F}"/>
              </a:ext>
            </a:extLst>
          </p:cNvPr>
          <p:cNvSpPr>
            <a:spLocks noGrp="1" noChangeArrowheads="1"/>
          </p:cNvSpPr>
          <p:nvPr>
            <p:ph type="body" sz="quarter" idx="10"/>
          </p:nvPr>
        </p:nvSpPr>
        <p:spPr/>
        <p:txBody>
          <a:bodyPr/>
          <a:lstStyle/>
          <a:p>
            <a:r>
              <a:rPr lang="en-US" altLang="en-US" sz="2200" dirty="0"/>
              <a:t>CPLD – Complex Programmable Logic Device</a:t>
            </a:r>
          </a:p>
          <a:p>
            <a:r>
              <a:rPr lang="en-US" altLang="en-US" sz="2200" dirty="0"/>
              <a:t>CPLD comprises multiple PLA or PAL blocks. These blocks are connected to a set of interconnection wires. </a:t>
            </a:r>
          </a:p>
          <a:p>
            <a:r>
              <a:rPr lang="en-US" altLang="en-US" sz="2200" dirty="0"/>
              <a:t>PAL – blocks implement logic conversions.</a:t>
            </a:r>
          </a:p>
          <a:p>
            <a:r>
              <a:rPr lang="en-US" altLang="en-US" sz="2200" dirty="0"/>
              <a:t>Programmable Interconnection Array – PIA is programmable.</a:t>
            </a:r>
          </a:p>
          <a:p>
            <a:r>
              <a:rPr lang="en-US" altLang="en-US" sz="2200" dirty="0"/>
              <a:t>A</a:t>
            </a:r>
            <a:r>
              <a:rPr lang="ru-RU" altLang="en-US" sz="2200" dirty="0"/>
              <a:t>ll the connections are identical in CPLD</a:t>
            </a:r>
            <a:r>
              <a:rPr lang="en-US" altLang="en-US" sz="2200" dirty="0"/>
              <a:t>.</a:t>
            </a:r>
            <a:endParaRPr lang="ru-RU" altLang="en-US" sz="2200" dirty="0"/>
          </a:p>
          <a:p>
            <a:r>
              <a:rPr lang="ru-RU" altLang="en-US" sz="2200" dirty="0"/>
              <a:t>PIA allows connect</a:t>
            </a:r>
            <a:r>
              <a:rPr lang="en-US" altLang="en-US" sz="2200" dirty="0" err="1"/>
              <a:t>ing</a:t>
            </a:r>
            <a:r>
              <a:rPr lang="ru-RU" altLang="en-US" sz="2200" dirty="0"/>
              <a:t> the output of any functional unit with any other input blocks</a:t>
            </a:r>
            <a:r>
              <a:rPr lang="en-US" altLang="en-US" sz="2200" dirty="0"/>
              <a:t>.</a:t>
            </a:r>
            <a:r>
              <a:rPr lang="ru-RU" altLang="en-US" sz="2200" dirty="0"/>
              <a:t> </a:t>
            </a:r>
            <a:endParaRPr lang="en-US" altLang="en-US" sz="2200" dirty="0"/>
          </a:p>
          <a:p>
            <a:r>
              <a:rPr lang="ru-RU" altLang="en-US" sz="2200" dirty="0"/>
              <a:t>The inputs of blocks </a:t>
            </a:r>
            <a:r>
              <a:rPr lang="en-US" altLang="en-US" sz="2200" dirty="0"/>
              <a:t>are </a:t>
            </a:r>
            <a:r>
              <a:rPr lang="ru-RU" altLang="en-US" sz="2200" dirty="0"/>
              <a:t>associated with the horizontal lines that cross all vertical lines of the matrix. </a:t>
            </a:r>
            <a:endParaRPr lang="en-US" altLang="en-US" sz="2200" dirty="0"/>
          </a:p>
          <a:p>
            <a:r>
              <a:rPr lang="en-US" altLang="en-US" sz="2200" dirty="0"/>
              <a:t>A configuration memory cell is floating gate MOS transistor (EEPROM or Flash).</a:t>
            </a:r>
            <a:endParaRPr lang="ru-RU" altLang="en-US" sz="2200" dirty="0"/>
          </a:p>
          <a:p>
            <a:endParaRPr lang="en-US" altLang="en-US" sz="2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a:extLst>
              <a:ext uri="{FF2B5EF4-FFF2-40B4-BE49-F238E27FC236}">
                <a16:creationId xmlns:a16="http://schemas.microsoft.com/office/drawing/2014/main" id="{599E62B6-DAA6-C601-45E7-33790E4B64EC}"/>
              </a:ext>
            </a:extLst>
          </p:cNvPr>
          <p:cNvSpPr>
            <a:spLocks noGrp="1" noChangeArrowheads="1"/>
          </p:cNvSpPr>
          <p:nvPr>
            <p:ph type="title"/>
          </p:nvPr>
        </p:nvSpPr>
        <p:spPr>
          <a:xfrm>
            <a:off x="0" y="183401"/>
            <a:ext cx="11612880" cy="704088"/>
          </a:xfrm>
        </p:spPr>
        <p:txBody>
          <a:bodyPr/>
          <a:lstStyle/>
          <a:p>
            <a:r>
              <a:rPr lang="en-US" altLang="en-US"/>
              <a:t>CPLD</a:t>
            </a:r>
            <a:endParaRPr lang="ru-RU" altLang="en-US"/>
          </a:p>
        </p:txBody>
      </p:sp>
      <p:grpSp>
        <p:nvGrpSpPr>
          <p:cNvPr id="2" name="Group 55">
            <a:extLst>
              <a:ext uri="{FF2B5EF4-FFF2-40B4-BE49-F238E27FC236}">
                <a16:creationId xmlns:a16="http://schemas.microsoft.com/office/drawing/2014/main" id="{358859EC-8B79-4D02-89DB-13230E8D2413}"/>
              </a:ext>
            </a:extLst>
          </p:cNvPr>
          <p:cNvGrpSpPr>
            <a:grpSpLocks/>
          </p:cNvGrpSpPr>
          <p:nvPr/>
        </p:nvGrpSpPr>
        <p:grpSpPr bwMode="auto">
          <a:xfrm>
            <a:off x="2743200" y="1524001"/>
            <a:ext cx="6858000" cy="3419475"/>
            <a:chOff x="423" y="960"/>
            <a:chExt cx="4698" cy="2538"/>
          </a:xfrm>
          <a:solidFill>
            <a:schemeClr val="accent1"/>
          </a:solidFill>
        </p:grpSpPr>
        <p:sp>
          <p:nvSpPr>
            <p:cNvPr id="41989" name="Rectangle 5">
              <a:extLst>
                <a:ext uri="{FF2B5EF4-FFF2-40B4-BE49-F238E27FC236}">
                  <a16:creationId xmlns:a16="http://schemas.microsoft.com/office/drawing/2014/main" id="{BA7B8D1C-A7C9-4396-BD43-57FFE22A9DBE}"/>
                </a:ext>
              </a:extLst>
            </p:cNvPr>
            <p:cNvSpPr>
              <a:spLocks noChangeArrowheads="1"/>
            </p:cNvSpPr>
            <p:nvPr/>
          </p:nvSpPr>
          <p:spPr bwMode="auto">
            <a:xfrm>
              <a:off x="423" y="1002"/>
              <a:ext cx="528" cy="2496"/>
            </a:xfrm>
            <a:prstGeom prst="rect">
              <a:avLst/>
            </a:prstGeom>
            <a:grpFill/>
            <a:ln w="25400">
              <a:solidFill>
                <a:schemeClr val="tx1"/>
              </a:solidFill>
              <a:miter lim="800000"/>
              <a:headEnd/>
              <a:tailEnd/>
            </a:ln>
          </p:spPr>
          <p:txBody>
            <a:bodyPr wrap="none" anchor="ctr"/>
            <a:lstStyle/>
            <a:p>
              <a:pPr algn="ctr" eaLnBrk="1" hangingPunct="1">
                <a:defRPr/>
              </a:pPr>
              <a:r>
                <a:rPr lang="en-US" sz="2000">
                  <a:solidFill>
                    <a:schemeClr val="bg2"/>
                  </a:solidFill>
                  <a:latin typeface="Arial" charset="0"/>
                  <a:cs typeface="Arial" charset="0"/>
                </a:rPr>
                <a:t>IOB</a:t>
              </a:r>
              <a:endParaRPr lang="ru-RU" sz="2000">
                <a:solidFill>
                  <a:schemeClr val="bg2"/>
                </a:solidFill>
                <a:latin typeface="Arial" charset="0"/>
                <a:cs typeface="Arial" charset="0"/>
              </a:endParaRPr>
            </a:p>
          </p:txBody>
        </p:sp>
        <p:sp>
          <p:nvSpPr>
            <p:cNvPr id="41990" name="Rectangle 6">
              <a:extLst>
                <a:ext uri="{FF2B5EF4-FFF2-40B4-BE49-F238E27FC236}">
                  <a16:creationId xmlns:a16="http://schemas.microsoft.com/office/drawing/2014/main" id="{87576C12-7B3E-466C-A880-E0C67FD07A1D}"/>
                </a:ext>
              </a:extLst>
            </p:cNvPr>
            <p:cNvSpPr>
              <a:spLocks noChangeArrowheads="1"/>
            </p:cNvSpPr>
            <p:nvPr/>
          </p:nvSpPr>
          <p:spPr bwMode="auto">
            <a:xfrm>
              <a:off x="2517" y="975"/>
              <a:ext cx="528" cy="2523"/>
            </a:xfrm>
            <a:prstGeom prst="rect">
              <a:avLst/>
            </a:prstGeom>
            <a:grpFill/>
            <a:ln w="25400">
              <a:solidFill>
                <a:schemeClr val="tx1"/>
              </a:solidFill>
              <a:miter lim="800000"/>
              <a:headEnd/>
              <a:tailEnd/>
            </a:ln>
          </p:spPr>
          <p:txBody>
            <a:bodyPr wrap="none" anchor="ctr"/>
            <a:lstStyle/>
            <a:p>
              <a:pPr algn="ctr" eaLnBrk="1" hangingPunct="1">
                <a:defRPr/>
              </a:pPr>
              <a:r>
                <a:rPr lang="en-US" sz="2000">
                  <a:solidFill>
                    <a:schemeClr val="bg2"/>
                  </a:solidFill>
                  <a:latin typeface="Arial" charset="0"/>
                  <a:cs typeface="Arial" charset="0"/>
                </a:rPr>
                <a:t>PIA</a:t>
              </a:r>
              <a:endParaRPr lang="ru-RU" sz="2000">
                <a:solidFill>
                  <a:schemeClr val="bg2"/>
                </a:solidFill>
                <a:latin typeface="Arial" charset="0"/>
                <a:cs typeface="Arial" charset="0"/>
              </a:endParaRPr>
            </a:p>
          </p:txBody>
        </p:sp>
        <p:sp>
          <p:nvSpPr>
            <p:cNvPr id="41991" name="Rectangle 7">
              <a:extLst>
                <a:ext uri="{FF2B5EF4-FFF2-40B4-BE49-F238E27FC236}">
                  <a16:creationId xmlns:a16="http://schemas.microsoft.com/office/drawing/2014/main" id="{9518FACB-28B4-432B-9F77-F138DDC6B4D6}"/>
                </a:ext>
              </a:extLst>
            </p:cNvPr>
            <p:cNvSpPr>
              <a:spLocks noChangeArrowheads="1"/>
            </p:cNvSpPr>
            <p:nvPr/>
          </p:nvSpPr>
          <p:spPr bwMode="auto">
            <a:xfrm>
              <a:off x="4593" y="960"/>
              <a:ext cx="528" cy="2490"/>
            </a:xfrm>
            <a:prstGeom prst="rect">
              <a:avLst/>
            </a:prstGeom>
            <a:grpFill/>
            <a:ln w="25400">
              <a:solidFill>
                <a:schemeClr val="tx1"/>
              </a:solidFill>
              <a:miter lim="800000"/>
              <a:headEnd/>
              <a:tailEnd/>
            </a:ln>
          </p:spPr>
          <p:txBody>
            <a:bodyPr wrap="none" anchor="ctr"/>
            <a:lstStyle/>
            <a:p>
              <a:pPr algn="ctr" eaLnBrk="1" hangingPunct="1">
                <a:defRPr/>
              </a:pPr>
              <a:r>
                <a:rPr lang="en-US" sz="2000">
                  <a:solidFill>
                    <a:schemeClr val="bg2"/>
                  </a:solidFill>
                  <a:latin typeface="Arial" charset="0"/>
                  <a:cs typeface="Arial" charset="0"/>
                </a:rPr>
                <a:t>IOB</a:t>
              </a:r>
              <a:endParaRPr lang="ru-RU" sz="2000">
                <a:solidFill>
                  <a:schemeClr val="bg2"/>
                </a:solidFill>
                <a:latin typeface="Arial" charset="0"/>
                <a:cs typeface="Arial" charset="0"/>
              </a:endParaRPr>
            </a:p>
          </p:txBody>
        </p:sp>
        <p:sp>
          <p:nvSpPr>
            <p:cNvPr id="41992" name="Rectangle 8">
              <a:extLst>
                <a:ext uri="{FF2B5EF4-FFF2-40B4-BE49-F238E27FC236}">
                  <a16:creationId xmlns:a16="http://schemas.microsoft.com/office/drawing/2014/main" id="{E6C9B6EC-EE45-4A84-A4C7-10437099CD7F}"/>
                </a:ext>
              </a:extLst>
            </p:cNvPr>
            <p:cNvSpPr>
              <a:spLocks noChangeArrowheads="1"/>
            </p:cNvSpPr>
            <p:nvPr/>
          </p:nvSpPr>
          <p:spPr bwMode="auto">
            <a:xfrm>
              <a:off x="3615" y="1005"/>
              <a:ext cx="381" cy="336"/>
            </a:xfrm>
            <a:prstGeom prst="rect">
              <a:avLst/>
            </a:prstGeom>
            <a:grpFill/>
            <a:ln w="25400">
              <a:solidFill>
                <a:schemeClr val="tx1"/>
              </a:solidFill>
              <a:miter lim="800000"/>
              <a:headEnd/>
              <a:tailEnd/>
            </a:ln>
          </p:spPr>
          <p:txBody>
            <a:bodyPr wrap="none" anchor="ctr"/>
            <a:lstStyle/>
            <a:p>
              <a:pPr algn="ctr" eaLnBrk="1" hangingPunct="1">
                <a:defRPr/>
              </a:pPr>
              <a:r>
                <a:rPr lang="en-US" sz="2000">
                  <a:solidFill>
                    <a:schemeClr val="bg2"/>
                  </a:solidFill>
                  <a:latin typeface="Arial" charset="0"/>
                  <a:cs typeface="Arial" charset="0"/>
                </a:rPr>
                <a:t>PAL</a:t>
              </a:r>
              <a:endParaRPr lang="ru-RU" sz="2000">
                <a:solidFill>
                  <a:schemeClr val="bg2"/>
                </a:solidFill>
                <a:latin typeface="Arial" charset="0"/>
                <a:cs typeface="Arial" charset="0"/>
              </a:endParaRPr>
            </a:p>
          </p:txBody>
        </p:sp>
        <p:sp>
          <p:nvSpPr>
            <p:cNvPr id="41993" name="Rectangle 9">
              <a:extLst>
                <a:ext uri="{FF2B5EF4-FFF2-40B4-BE49-F238E27FC236}">
                  <a16:creationId xmlns:a16="http://schemas.microsoft.com/office/drawing/2014/main" id="{6166882C-A0E9-4359-A4E4-F6BDAC984AA1}"/>
                </a:ext>
              </a:extLst>
            </p:cNvPr>
            <p:cNvSpPr>
              <a:spLocks noChangeArrowheads="1"/>
            </p:cNvSpPr>
            <p:nvPr/>
          </p:nvSpPr>
          <p:spPr bwMode="auto">
            <a:xfrm>
              <a:off x="3624" y="1641"/>
              <a:ext cx="381" cy="336"/>
            </a:xfrm>
            <a:prstGeom prst="rect">
              <a:avLst/>
            </a:prstGeom>
            <a:grpFill/>
            <a:ln w="25400">
              <a:solidFill>
                <a:schemeClr val="tx1"/>
              </a:solidFill>
              <a:miter lim="800000"/>
              <a:headEnd/>
              <a:tailEnd/>
            </a:ln>
          </p:spPr>
          <p:txBody>
            <a:bodyPr wrap="none" anchor="ctr"/>
            <a:lstStyle/>
            <a:p>
              <a:pPr algn="ctr" eaLnBrk="1" hangingPunct="1">
                <a:defRPr/>
              </a:pPr>
              <a:r>
                <a:rPr lang="en-US" sz="2000">
                  <a:solidFill>
                    <a:schemeClr val="bg2"/>
                  </a:solidFill>
                  <a:latin typeface="Arial" charset="0"/>
                  <a:cs typeface="Arial" charset="0"/>
                </a:rPr>
                <a:t>PAL</a:t>
              </a:r>
              <a:endParaRPr lang="ru-RU" sz="2000">
                <a:solidFill>
                  <a:schemeClr val="bg2"/>
                </a:solidFill>
                <a:latin typeface="Arial" charset="0"/>
                <a:cs typeface="Arial" charset="0"/>
              </a:endParaRPr>
            </a:p>
          </p:txBody>
        </p:sp>
        <p:sp>
          <p:nvSpPr>
            <p:cNvPr id="41994" name="Rectangle 10">
              <a:extLst>
                <a:ext uri="{FF2B5EF4-FFF2-40B4-BE49-F238E27FC236}">
                  <a16:creationId xmlns:a16="http://schemas.microsoft.com/office/drawing/2014/main" id="{436DB0AA-99E5-4486-951C-81EA8193833F}"/>
                </a:ext>
              </a:extLst>
            </p:cNvPr>
            <p:cNvSpPr>
              <a:spLocks noChangeArrowheads="1"/>
            </p:cNvSpPr>
            <p:nvPr/>
          </p:nvSpPr>
          <p:spPr bwMode="auto">
            <a:xfrm>
              <a:off x="3615" y="2313"/>
              <a:ext cx="381" cy="336"/>
            </a:xfrm>
            <a:prstGeom prst="rect">
              <a:avLst/>
            </a:prstGeom>
            <a:grpFill/>
            <a:ln w="25400">
              <a:solidFill>
                <a:schemeClr val="tx1"/>
              </a:solidFill>
              <a:miter lim="800000"/>
              <a:headEnd/>
              <a:tailEnd/>
            </a:ln>
          </p:spPr>
          <p:txBody>
            <a:bodyPr wrap="none" anchor="ctr"/>
            <a:lstStyle/>
            <a:p>
              <a:pPr algn="ctr" eaLnBrk="1" hangingPunct="1">
                <a:defRPr/>
              </a:pPr>
              <a:r>
                <a:rPr lang="en-US" sz="2000">
                  <a:solidFill>
                    <a:schemeClr val="bg2"/>
                  </a:solidFill>
                  <a:latin typeface="Arial" charset="0"/>
                  <a:cs typeface="Arial" charset="0"/>
                </a:rPr>
                <a:t>PAL</a:t>
              </a:r>
              <a:endParaRPr lang="ru-RU" sz="2000">
                <a:solidFill>
                  <a:schemeClr val="bg2"/>
                </a:solidFill>
                <a:latin typeface="Arial" charset="0"/>
                <a:cs typeface="Arial" charset="0"/>
              </a:endParaRPr>
            </a:p>
          </p:txBody>
        </p:sp>
        <p:sp>
          <p:nvSpPr>
            <p:cNvPr id="41995" name="Rectangle 11">
              <a:extLst>
                <a:ext uri="{FF2B5EF4-FFF2-40B4-BE49-F238E27FC236}">
                  <a16:creationId xmlns:a16="http://schemas.microsoft.com/office/drawing/2014/main" id="{0F1E89F5-9432-4B06-9F26-29CC43EDC4E9}"/>
                </a:ext>
              </a:extLst>
            </p:cNvPr>
            <p:cNvSpPr>
              <a:spLocks noChangeArrowheads="1"/>
            </p:cNvSpPr>
            <p:nvPr/>
          </p:nvSpPr>
          <p:spPr bwMode="auto">
            <a:xfrm>
              <a:off x="3624" y="2925"/>
              <a:ext cx="381" cy="336"/>
            </a:xfrm>
            <a:prstGeom prst="rect">
              <a:avLst/>
            </a:prstGeom>
            <a:grpFill/>
            <a:ln w="25400">
              <a:solidFill>
                <a:schemeClr val="tx1"/>
              </a:solidFill>
              <a:miter lim="800000"/>
              <a:headEnd/>
              <a:tailEnd/>
            </a:ln>
          </p:spPr>
          <p:txBody>
            <a:bodyPr wrap="none" anchor="ctr"/>
            <a:lstStyle/>
            <a:p>
              <a:pPr algn="ctr" eaLnBrk="1" hangingPunct="1">
                <a:defRPr/>
              </a:pPr>
              <a:r>
                <a:rPr lang="en-US" sz="2000">
                  <a:solidFill>
                    <a:schemeClr val="bg2"/>
                  </a:solidFill>
                  <a:latin typeface="Arial" charset="0"/>
                  <a:cs typeface="Arial" charset="0"/>
                </a:rPr>
                <a:t>PAL</a:t>
              </a:r>
              <a:endParaRPr lang="ru-RU" sz="2000">
                <a:solidFill>
                  <a:schemeClr val="bg2"/>
                </a:solidFill>
                <a:latin typeface="Arial" charset="0"/>
                <a:cs typeface="Arial" charset="0"/>
              </a:endParaRPr>
            </a:p>
          </p:txBody>
        </p:sp>
        <p:sp>
          <p:nvSpPr>
            <p:cNvPr id="41996" name="Line 12">
              <a:extLst>
                <a:ext uri="{FF2B5EF4-FFF2-40B4-BE49-F238E27FC236}">
                  <a16:creationId xmlns:a16="http://schemas.microsoft.com/office/drawing/2014/main" id="{409BD063-46B7-406F-A997-0F33596F8578}"/>
                </a:ext>
              </a:extLst>
            </p:cNvPr>
            <p:cNvSpPr>
              <a:spLocks noChangeShapeType="1"/>
            </p:cNvSpPr>
            <p:nvPr/>
          </p:nvSpPr>
          <p:spPr bwMode="auto">
            <a:xfrm>
              <a:off x="3039" y="1167"/>
              <a:ext cx="576"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1997" name="Line 13">
              <a:extLst>
                <a:ext uri="{FF2B5EF4-FFF2-40B4-BE49-F238E27FC236}">
                  <a16:creationId xmlns:a16="http://schemas.microsoft.com/office/drawing/2014/main" id="{B3B3DF94-A52B-4A2D-A697-50CD5049A44F}"/>
                </a:ext>
              </a:extLst>
            </p:cNvPr>
            <p:cNvSpPr>
              <a:spLocks noChangeShapeType="1"/>
            </p:cNvSpPr>
            <p:nvPr/>
          </p:nvSpPr>
          <p:spPr bwMode="auto">
            <a:xfrm>
              <a:off x="3996" y="1146"/>
              <a:ext cx="576"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1998" name="Line 14">
              <a:extLst>
                <a:ext uri="{FF2B5EF4-FFF2-40B4-BE49-F238E27FC236}">
                  <a16:creationId xmlns:a16="http://schemas.microsoft.com/office/drawing/2014/main" id="{BF31AE94-20BB-4BFB-B3BD-A373366FB276}"/>
                </a:ext>
              </a:extLst>
            </p:cNvPr>
            <p:cNvSpPr>
              <a:spLocks noChangeShapeType="1"/>
            </p:cNvSpPr>
            <p:nvPr/>
          </p:nvSpPr>
          <p:spPr bwMode="auto">
            <a:xfrm>
              <a:off x="4293" y="1146"/>
              <a:ext cx="0" cy="313"/>
            </a:xfrm>
            <a:prstGeom prst="line">
              <a:avLst/>
            </a:prstGeom>
            <a:grpFill/>
            <a:ln w="25400">
              <a:solidFill>
                <a:schemeClr val="tx1"/>
              </a:solidFill>
              <a:round/>
              <a:headEnd type="oval" w="med" len="med"/>
              <a:tailEnd/>
            </a:ln>
          </p:spPr>
          <p:txBody>
            <a:bodyPr/>
            <a:lstStyle/>
            <a:p>
              <a:pPr eaLnBrk="1" hangingPunct="1">
                <a:defRPr/>
              </a:pPr>
              <a:endParaRPr lang="en-GB" sz="2000">
                <a:solidFill>
                  <a:schemeClr val="bg2"/>
                </a:solidFill>
                <a:latin typeface="Arial" charset="0"/>
                <a:cs typeface="Arial" charset="0"/>
              </a:endParaRPr>
            </a:p>
          </p:txBody>
        </p:sp>
        <p:sp>
          <p:nvSpPr>
            <p:cNvPr id="41999" name="Line 15">
              <a:extLst>
                <a:ext uri="{FF2B5EF4-FFF2-40B4-BE49-F238E27FC236}">
                  <a16:creationId xmlns:a16="http://schemas.microsoft.com/office/drawing/2014/main" id="{716FEF44-7CD2-4CA8-AC58-AF89C8700DC7}"/>
                </a:ext>
              </a:extLst>
            </p:cNvPr>
            <p:cNvSpPr>
              <a:spLocks noChangeShapeType="1"/>
            </p:cNvSpPr>
            <p:nvPr/>
          </p:nvSpPr>
          <p:spPr bwMode="auto">
            <a:xfrm flipH="1">
              <a:off x="3048" y="1464"/>
              <a:ext cx="1245"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00" name="Line 18">
              <a:extLst>
                <a:ext uri="{FF2B5EF4-FFF2-40B4-BE49-F238E27FC236}">
                  <a16:creationId xmlns:a16="http://schemas.microsoft.com/office/drawing/2014/main" id="{32A1391E-4952-47FF-AE50-0325F5E7A7C5}"/>
                </a:ext>
              </a:extLst>
            </p:cNvPr>
            <p:cNvSpPr>
              <a:spLocks noChangeShapeType="1"/>
            </p:cNvSpPr>
            <p:nvPr/>
          </p:nvSpPr>
          <p:spPr bwMode="auto">
            <a:xfrm>
              <a:off x="3039" y="1797"/>
              <a:ext cx="576"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01" name="Line 19">
              <a:extLst>
                <a:ext uri="{FF2B5EF4-FFF2-40B4-BE49-F238E27FC236}">
                  <a16:creationId xmlns:a16="http://schemas.microsoft.com/office/drawing/2014/main" id="{45068CA9-6FF9-4587-8A57-7BE52EC3A104}"/>
                </a:ext>
              </a:extLst>
            </p:cNvPr>
            <p:cNvSpPr>
              <a:spLocks noChangeShapeType="1"/>
            </p:cNvSpPr>
            <p:nvPr/>
          </p:nvSpPr>
          <p:spPr bwMode="auto">
            <a:xfrm>
              <a:off x="3996" y="1788"/>
              <a:ext cx="576"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02" name="Line 20">
              <a:extLst>
                <a:ext uri="{FF2B5EF4-FFF2-40B4-BE49-F238E27FC236}">
                  <a16:creationId xmlns:a16="http://schemas.microsoft.com/office/drawing/2014/main" id="{901A746A-D3C3-41E8-8C48-47C4C43FF4D8}"/>
                </a:ext>
              </a:extLst>
            </p:cNvPr>
            <p:cNvSpPr>
              <a:spLocks noChangeShapeType="1"/>
            </p:cNvSpPr>
            <p:nvPr/>
          </p:nvSpPr>
          <p:spPr bwMode="auto">
            <a:xfrm>
              <a:off x="4305" y="1788"/>
              <a:ext cx="0" cy="313"/>
            </a:xfrm>
            <a:prstGeom prst="line">
              <a:avLst/>
            </a:prstGeom>
            <a:grpFill/>
            <a:ln w="25400">
              <a:solidFill>
                <a:schemeClr val="tx1"/>
              </a:solidFill>
              <a:round/>
              <a:headEnd type="oval" w="med" len="med"/>
              <a:tailEnd/>
            </a:ln>
          </p:spPr>
          <p:txBody>
            <a:bodyPr/>
            <a:lstStyle/>
            <a:p>
              <a:pPr eaLnBrk="1" hangingPunct="1">
                <a:defRPr/>
              </a:pPr>
              <a:endParaRPr lang="en-GB" sz="2000">
                <a:solidFill>
                  <a:schemeClr val="bg2"/>
                </a:solidFill>
                <a:latin typeface="Arial" charset="0"/>
                <a:cs typeface="Arial" charset="0"/>
              </a:endParaRPr>
            </a:p>
          </p:txBody>
        </p:sp>
        <p:sp>
          <p:nvSpPr>
            <p:cNvPr id="42003" name="Line 21">
              <a:extLst>
                <a:ext uri="{FF2B5EF4-FFF2-40B4-BE49-F238E27FC236}">
                  <a16:creationId xmlns:a16="http://schemas.microsoft.com/office/drawing/2014/main" id="{346629C8-53FD-46FA-8A22-6E9EF272A50C}"/>
                </a:ext>
              </a:extLst>
            </p:cNvPr>
            <p:cNvSpPr>
              <a:spLocks noChangeShapeType="1"/>
            </p:cNvSpPr>
            <p:nvPr/>
          </p:nvSpPr>
          <p:spPr bwMode="auto">
            <a:xfrm flipH="1">
              <a:off x="3057" y="2106"/>
              <a:ext cx="1245"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04" name="Line 22">
              <a:extLst>
                <a:ext uri="{FF2B5EF4-FFF2-40B4-BE49-F238E27FC236}">
                  <a16:creationId xmlns:a16="http://schemas.microsoft.com/office/drawing/2014/main" id="{4622726E-6E6D-49AE-AE5B-AC2ECF829DBF}"/>
                </a:ext>
              </a:extLst>
            </p:cNvPr>
            <p:cNvSpPr>
              <a:spLocks noChangeShapeType="1"/>
            </p:cNvSpPr>
            <p:nvPr/>
          </p:nvSpPr>
          <p:spPr bwMode="auto">
            <a:xfrm flipH="1">
              <a:off x="3039" y="2202"/>
              <a:ext cx="1488"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05" name="Line 23">
              <a:extLst>
                <a:ext uri="{FF2B5EF4-FFF2-40B4-BE49-F238E27FC236}">
                  <a16:creationId xmlns:a16="http://schemas.microsoft.com/office/drawing/2014/main" id="{90EA01B8-F9A8-425A-88E6-4F5D3CFA5AFB}"/>
                </a:ext>
              </a:extLst>
            </p:cNvPr>
            <p:cNvSpPr>
              <a:spLocks noChangeShapeType="1"/>
            </p:cNvSpPr>
            <p:nvPr/>
          </p:nvSpPr>
          <p:spPr bwMode="auto">
            <a:xfrm>
              <a:off x="3039" y="2490"/>
              <a:ext cx="576"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06" name="Line 24">
              <a:extLst>
                <a:ext uri="{FF2B5EF4-FFF2-40B4-BE49-F238E27FC236}">
                  <a16:creationId xmlns:a16="http://schemas.microsoft.com/office/drawing/2014/main" id="{5D8B61A1-C2B2-445B-89C0-39EB0B38DA5C}"/>
                </a:ext>
              </a:extLst>
            </p:cNvPr>
            <p:cNvSpPr>
              <a:spLocks noChangeShapeType="1"/>
            </p:cNvSpPr>
            <p:nvPr/>
          </p:nvSpPr>
          <p:spPr bwMode="auto">
            <a:xfrm>
              <a:off x="4002" y="2469"/>
              <a:ext cx="576"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07" name="Line 25">
              <a:extLst>
                <a:ext uri="{FF2B5EF4-FFF2-40B4-BE49-F238E27FC236}">
                  <a16:creationId xmlns:a16="http://schemas.microsoft.com/office/drawing/2014/main" id="{4CB6EF2A-9B5A-4E28-913D-D5240BD6871D}"/>
                </a:ext>
              </a:extLst>
            </p:cNvPr>
            <p:cNvSpPr>
              <a:spLocks noChangeShapeType="1"/>
            </p:cNvSpPr>
            <p:nvPr/>
          </p:nvSpPr>
          <p:spPr bwMode="auto">
            <a:xfrm>
              <a:off x="4305" y="2472"/>
              <a:ext cx="0" cy="313"/>
            </a:xfrm>
            <a:prstGeom prst="line">
              <a:avLst/>
            </a:prstGeom>
            <a:grpFill/>
            <a:ln w="25400">
              <a:solidFill>
                <a:schemeClr val="tx1"/>
              </a:solidFill>
              <a:round/>
              <a:headEnd type="oval" w="med" len="med"/>
              <a:tailEnd/>
            </a:ln>
          </p:spPr>
          <p:txBody>
            <a:bodyPr/>
            <a:lstStyle/>
            <a:p>
              <a:pPr eaLnBrk="1" hangingPunct="1">
                <a:defRPr/>
              </a:pPr>
              <a:endParaRPr lang="en-GB" sz="2000">
                <a:solidFill>
                  <a:schemeClr val="bg2"/>
                </a:solidFill>
                <a:latin typeface="Arial" charset="0"/>
                <a:cs typeface="Arial" charset="0"/>
              </a:endParaRPr>
            </a:p>
          </p:txBody>
        </p:sp>
        <p:sp>
          <p:nvSpPr>
            <p:cNvPr id="42008" name="Line 26">
              <a:extLst>
                <a:ext uri="{FF2B5EF4-FFF2-40B4-BE49-F238E27FC236}">
                  <a16:creationId xmlns:a16="http://schemas.microsoft.com/office/drawing/2014/main" id="{F6F5A2E5-0843-4974-885A-EE027D9783EC}"/>
                </a:ext>
              </a:extLst>
            </p:cNvPr>
            <p:cNvSpPr>
              <a:spLocks noChangeShapeType="1"/>
            </p:cNvSpPr>
            <p:nvPr/>
          </p:nvSpPr>
          <p:spPr bwMode="auto">
            <a:xfrm flipH="1">
              <a:off x="3060" y="2787"/>
              <a:ext cx="1245"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09" name="Line 27">
              <a:extLst>
                <a:ext uri="{FF2B5EF4-FFF2-40B4-BE49-F238E27FC236}">
                  <a16:creationId xmlns:a16="http://schemas.microsoft.com/office/drawing/2014/main" id="{A8E45987-3C39-4715-83D2-3D2CDC302A00}"/>
                </a:ext>
              </a:extLst>
            </p:cNvPr>
            <p:cNvSpPr>
              <a:spLocks noChangeShapeType="1"/>
            </p:cNvSpPr>
            <p:nvPr/>
          </p:nvSpPr>
          <p:spPr bwMode="auto">
            <a:xfrm>
              <a:off x="3039" y="3084"/>
              <a:ext cx="576"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10" name="Line 28">
              <a:extLst>
                <a:ext uri="{FF2B5EF4-FFF2-40B4-BE49-F238E27FC236}">
                  <a16:creationId xmlns:a16="http://schemas.microsoft.com/office/drawing/2014/main" id="{9E6B577A-73B3-4A32-AD10-EE15134224DC}"/>
                </a:ext>
              </a:extLst>
            </p:cNvPr>
            <p:cNvSpPr>
              <a:spLocks noChangeShapeType="1"/>
            </p:cNvSpPr>
            <p:nvPr/>
          </p:nvSpPr>
          <p:spPr bwMode="auto">
            <a:xfrm>
              <a:off x="3996" y="3075"/>
              <a:ext cx="576"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11" name="Line 29">
              <a:extLst>
                <a:ext uri="{FF2B5EF4-FFF2-40B4-BE49-F238E27FC236}">
                  <a16:creationId xmlns:a16="http://schemas.microsoft.com/office/drawing/2014/main" id="{CE40BC19-7FB9-4B70-8CFE-AAFEA36A4666}"/>
                </a:ext>
              </a:extLst>
            </p:cNvPr>
            <p:cNvSpPr>
              <a:spLocks noChangeShapeType="1"/>
            </p:cNvSpPr>
            <p:nvPr/>
          </p:nvSpPr>
          <p:spPr bwMode="auto">
            <a:xfrm>
              <a:off x="4314" y="3075"/>
              <a:ext cx="0" cy="290"/>
            </a:xfrm>
            <a:prstGeom prst="line">
              <a:avLst/>
            </a:prstGeom>
            <a:grpFill/>
            <a:ln w="25400">
              <a:solidFill>
                <a:schemeClr val="tx1"/>
              </a:solidFill>
              <a:round/>
              <a:headEnd type="oval" w="med" len="med"/>
              <a:tailEnd/>
            </a:ln>
          </p:spPr>
          <p:txBody>
            <a:bodyPr/>
            <a:lstStyle/>
            <a:p>
              <a:pPr eaLnBrk="1" hangingPunct="1">
                <a:defRPr/>
              </a:pPr>
              <a:endParaRPr lang="en-GB" sz="2000">
                <a:solidFill>
                  <a:schemeClr val="bg2"/>
                </a:solidFill>
                <a:latin typeface="Arial" charset="0"/>
                <a:cs typeface="Arial" charset="0"/>
              </a:endParaRPr>
            </a:p>
          </p:txBody>
        </p:sp>
        <p:sp>
          <p:nvSpPr>
            <p:cNvPr id="42012" name="Line 30">
              <a:extLst>
                <a:ext uri="{FF2B5EF4-FFF2-40B4-BE49-F238E27FC236}">
                  <a16:creationId xmlns:a16="http://schemas.microsoft.com/office/drawing/2014/main" id="{9345C8D1-C297-48FE-AA72-8AA642CA5327}"/>
                </a:ext>
              </a:extLst>
            </p:cNvPr>
            <p:cNvSpPr>
              <a:spLocks noChangeShapeType="1"/>
            </p:cNvSpPr>
            <p:nvPr/>
          </p:nvSpPr>
          <p:spPr bwMode="auto">
            <a:xfrm flipH="1">
              <a:off x="3048" y="3375"/>
              <a:ext cx="1272"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13" name="Rectangle 31">
              <a:extLst>
                <a:ext uri="{FF2B5EF4-FFF2-40B4-BE49-F238E27FC236}">
                  <a16:creationId xmlns:a16="http://schemas.microsoft.com/office/drawing/2014/main" id="{FAA75889-E83F-4161-9275-255BB0C38851}"/>
                </a:ext>
              </a:extLst>
            </p:cNvPr>
            <p:cNvSpPr>
              <a:spLocks noChangeArrowheads="1"/>
            </p:cNvSpPr>
            <p:nvPr/>
          </p:nvSpPr>
          <p:spPr bwMode="auto">
            <a:xfrm>
              <a:off x="1548" y="1044"/>
              <a:ext cx="381" cy="336"/>
            </a:xfrm>
            <a:prstGeom prst="rect">
              <a:avLst/>
            </a:prstGeom>
            <a:grpFill/>
            <a:ln w="25400">
              <a:solidFill>
                <a:schemeClr val="tx1"/>
              </a:solidFill>
              <a:miter lim="800000"/>
              <a:headEnd/>
              <a:tailEnd/>
            </a:ln>
          </p:spPr>
          <p:txBody>
            <a:bodyPr wrap="none" anchor="ctr"/>
            <a:lstStyle/>
            <a:p>
              <a:pPr algn="ctr" eaLnBrk="1" hangingPunct="1">
                <a:defRPr/>
              </a:pPr>
              <a:r>
                <a:rPr lang="en-US" sz="2000">
                  <a:solidFill>
                    <a:schemeClr val="bg2"/>
                  </a:solidFill>
                  <a:latin typeface="Arial" charset="0"/>
                  <a:cs typeface="Arial" charset="0"/>
                </a:rPr>
                <a:t>PAL</a:t>
              </a:r>
              <a:endParaRPr lang="ru-RU" sz="2000">
                <a:solidFill>
                  <a:schemeClr val="bg2"/>
                </a:solidFill>
                <a:latin typeface="Arial" charset="0"/>
                <a:cs typeface="Arial" charset="0"/>
              </a:endParaRPr>
            </a:p>
          </p:txBody>
        </p:sp>
        <p:sp>
          <p:nvSpPr>
            <p:cNvPr id="42014" name="Rectangle 32">
              <a:extLst>
                <a:ext uri="{FF2B5EF4-FFF2-40B4-BE49-F238E27FC236}">
                  <a16:creationId xmlns:a16="http://schemas.microsoft.com/office/drawing/2014/main" id="{7E94799A-B163-498E-9D42-F47B3CA04F4F}"/>
                </a:ext>
              </a:extLst>
            </p:cNvPr>
            <p:cNvSpPr>
              <a:spLocks noChangeArrowheads="1"/>
            </p:cNvSpPr>
            <p:nvPr/>
          </p:nvSpPr>
          <p:spPr bwMode="auto">
            <a:xfrm>
              <a:off x="1548" y="1662"/>
              <a:ext cx="381" cy="336"/>
            </a:xfrm>
            <a:prstGeom prst="rect">
              <a:avLst/>
            </a:prstGeom>
            <a:grpFill/>
            <a:ln w="25400">
              <a:solidFill>
                <a:schemeClr val="tx1"/>
              </a:solidFill>
              <a:miter lim="800000"/>
              <a:headEnd/>
              <a:tailEnd/>
            </a:ln>
          </p:spPr>
          <p:txBody>
            <a:bodyPr wrap="none" anchor="ctr"/>
            <a:lstStyle/>
            <a:p>
              <a:pPr algn="ctr" eaLnBrk="1" hangingPunct="1">
                <a:defRPr/>
              </a:pPr>
              <a:r>
                <a:rPr lang="en-US" sz="2000">
                  <a:solidFill>
                    <a:schemeClr val="bg2"/>
                  </a:solidFill>
                  <a:latin typeface="Arial" charset="0"/>
                  <a:cs typeface="Arial" charset="0"/>
                </a:rPr>
                <a:t>PAL</a:t>
              </a:r>
              <a:endParaRPr lang="ru-RU" sz="2000">
                <a:solidFill>
                  <a:schemeClr val="bg2"/>
                </a:solidFill>
                <a:latin typeface="Arial" charset="0"/>
                <a:cs typeface="Arial" charset="0"/>
              </a:endParaRPr>
            </a:p>
          </p:txBody>
        </p:sp>
        <p:sp>
          <p:nvSpPr>
            <p:cNvPr id="42015" name="Rectangle 33">
              <a:extLst>
                <a:ext uri="{FF2B5EF4-FFF2-40B4-BE49-F238E27FC236}">
                  <a16:creationId xmlns:a16="http://schemas.microsoft.com/office/drawing/2014/main" id="{A70CCEB3-C3CC-4919-B07C-A932604E16B8}"/>
                </a:ext>
              </a:extLst>
            </p:cNvPr>
            <p:cNvSpPr>
              <a:spLocks noChangeArrowheads="1"/>
            </p:cNvSpPr>
            <p:nvPr/>
          </p:nvSpPr>
          <p:spPr bwMode="auto">
            <a:xfrm>
              <a:off x="1548" y="2352"/>
              <a:ext cx="381" cy="336"/>
            </a:xfrm>
            <a:prstGeom prst="rect">
              <a:avLst/>
            </a:prstGeom>
            <a:grpFill/>
            <a:ln w="25400">
              <a:solidFill>
                <a:schemeClr val="tx1"/>
              </a:solidFill>
              <a:miter lim="800000"/>
              <a:headEnd/>
              <a:tailEnd/>
            </a:ln>
          </p:spPr>
          <p:txBody>
            <a:bodyPr wrap="none" anchor="ctr"/>
            <a:lstStyle/>
            <a:p>
              <a:pPr algn="ctr" eaLnBrk="1" hangingPunct="1">
                <a:defRPr/>
              </a:pPr>
              <a:r>
                <a:rPr lang="en-US" sz="2000">
                  <a:solidFill>
                    <a:schemeClr val="bg2"/>
                  </a:solidFill>
                  <a:latin typeface="Arial" charset="0"/>
                  <a:cs typeface="Arial" charset="0"/>
                </a:rPr>
                <a:t>PAL</a:t>
              </a:r>
              <a:endParaRPr lang="ru-RU" sz="2000">
                <a:solidFill>
                  <a:schemeClr val="bg2"/>
                </a:solidFill>
                <a:latin typeface="Arial" charset="0"/>
                <a:cs typeface="Arial" charset="0"/>
              </a:endParaRPr>
            </a:p>
          </p:txBody>
        </p:sp>
        <p:sp>
          <p:nvSpPr>
            <p:cNvPr id="42016" name="Rectangle 34">
              <a:extLst>
                <a:ext uri="{FF2B5EF4-FFF2-40B4-BE49-F238E27FC236}">
                  <a16:creationId xmlns:a16="http://schemas.microsoft.com/office/drawing/2014/main" id="{6AFDFF2E-86B6-45DD-A2E8-076940DF4AB4}"/>
                </a:ext>
              </a:extLst>
            </p:cNvPr>
            <p:cNvSpPr>
              <a:spLocks noChangeArrowheads="1"/>
            </p:cNvSpPr>
            <p:nvPr/>
          </p:nvSpPr>
          <p:spPr bwMode="auto">
            <a:xfrm>
              <a:off x="1548" y="2937"/>
              <a:ext cx="381" cy="336"/>
            </a:xfrm>
            <a:prstGeom prst="rect">
              <a:avLst/>
            </a:prstGeom>
            <a:grpFill/>
            <a:ln w="25400">
              <a:solidFill>
                <a:schemeClr val="tx1"/>
              </a:solidFill>
              <a:miter lim="800000"/>
              <a:headEnd/>
              <a:tailEnd/>
            </a:ln>
          </p:spPr>
          <p:txBody>
            <a:bodyPr wrap="none" anchor="ctr"/>
            <a:lstStyle/>
            <a:p>
              <a:pPr algn="ctr" eaLnBrk="1" hangingPunct="1">
                <a:defRPr/>
              </a:pPr>
              <a:r>
                <a:rPr lang="en-US" sz="2000">
                  <a:solidFill>
                    <a:schemeClr val="bg2"/>
                  </a:solidFill>
                  <a:latin typeface="Arial" charset="0"/>
                  <a:cs typeface="Arial" charset="0"/>
                </a:rPr>
                <a:t>PAL</a:t>
              </a:r>
              <a:endParaRPr lang="ru-RU" sz="2000">
                <a:solidFill>
                  <a:schemeClr val="bg2"/>
                </a:solidFill>
                <a:latin typeface="Arial" charset="0"/>
                <a:cs typeface="Arial" charset="0"/>
              </a:endParaRPr>
            </a:p>
          </p:txBody>
        </p:sp>
        <p:sp>
          <p:nvSpPr>
            <p:cNvPr id="42017" name="Line 35">
              <a:extLst>
                <a:ext uri="{FF2B5EF4-FFF2-40B4-BE49-F238E27FC236}">
                  <a16:creationId xmlns:a16="http://schemas.microsoft.com/office/drawing/2014/main" id="{ACD4CF26-3545-4569-B725-13E53347FB93}"/>
                </a:ext>
              </a:extLst>
            </p:cNvPr>
            <p:cNvSpPr>
              <a:spLocks noChangeShapeType="1"/>
            </p:cNvSpPr>
            <p:nvPr/>
          </p:nvSpPr>
          <p:spPr bwMode="auto">
            <a:xfrm>
              <a:off x="972" y="1206"/>
              <a:ext cx="576" cy="0"/>
            </a:xfrm>
            <a:prstGeom prst="line">
              <a:avLst/>
            </a:prstGeom>
            <a:grpFill/>
            <a:ln w="25400">
              <a:solidFill>
                <a:schemeClr val="tx1"/>
              </a:solidFill>
              <a:round/>
              <a:headEnd type="triangle" w="med" len="med"/>
              <a:tailEnd/>
            </a:ln>
          </p:spPr>
          <p:txBody>
            <a:bodyPr/>
            <a:lstStyle/>
            <a:p>
              <a:pPr eaLnBrk="1" hangingPunct="1">
                <a:defRPr/>
              </a:pPr>
              <a:endParaRPr lang="en-GB" sz="2000">
                <a:solidFill>
                  <a:schemeClr val="bg2"/>
                </a:solidFill>
                <a:latin typeface="Arial" charset="0"/>
                <a:cs typeface="Arial" charset="0"/>
              </a:endParaRPr>
            </a:p>
          </p:txBody>
        </p:sp>
        <p:sp>
          <p:nvSpPr>
            <p:cNvPr id="42018" name="Line 36">
              <a:extLst>
                <a:ext uri="{FF2B5EF4-FFF2-40B4-BE49-F238E27FC236}">
                  <a16:creationId xmlns:a16="http://schemas.microsoft.com/office/drawing/2014/main" id="{51957CE1-B9D3-4BCE-A850-F6EE9A77F2B1}"/>
                </a:ext>
              </a:extLst>
            </p:cNvPr>
            <p:cNvSpPr>
              <a:spLocks noChangeShapeType="1"/>
            </p:cNvSpPr>
            <p:nvPr/>
          </p:nvSpPr>
          <p:spPr bwMode="auto">
            <a:xfrm>
              <a:off x="972" y="1818"/>
              <a:ext cx="576" cy="0"/>
            </a:xfrm>
            <a:prstGeom prst="line">
              <a:avLst/>
            </a:prstGeom>
            <a:grpFill/>
            <a:ln w="25400">
              <a:solidFill>
                <a:schemeClr val="tx1"/>
              </a:solidFill>
              <a:round/>
              <a:headEnd type="triangle" w="med" len="med"/>
              <a:tailEnd/>
            </a:ln>
          </p:spPr>
          <p:txBody>
            <a:bodyPr/>
            <a:lstStyle/>
            <a:p>
              <a:pPr eaLnBrk="1" hangingPunct="1">
                <a:defRPr/>
              </a:pPr>
              <a:endParaRPr lang="en-GB" sz="2000">
                <a:solidFill>
                  <a:schemeClr val="bg2"/>
                </a:solidFill>
                <a:latin typeface="Arial" charset="0"/>
                <a:cs typeface="Arial" charset="0"/>
              </a:endParaRPr>
            </a:p>
          </p:txBody>
        </p:sp>
        <p:sp>
          <p:nvSpPr>
            <p:cNvPr id="42019" name="Line 37">
              <a:extLst>
                <a:ext uri="{FF2B5EF4-FFF2-40B4-BE49-F238E27FC236}">
                  <a16:creationId xmlns:a16="http://schemas.microsoft.com/office/drawing/2014/main" id="{0C1E1FD8-200B-4E39-906E-5B3EEC05D6C8}"/>
                </a:ext>
              </a:extLst>
            </p:cNvPr>
            <p:cNvSpPr>
              <a:spLocks noChangeShapeType="1"/>
            </p:cNvSpPr>
            <p:nvPr/>
          </p:nvSpPr>
          <p:spPr bwMode="auto">
            <a:xfrm>
              <a:off x="972" y="2529"/>
              <a:ext cx="576" cy="0"/>
            </a:xfrm>
            <a:prstGeom prst="line">
              <a:avLst/>
            </a:prstGeom>
            <a:grpFill/>
            <a:ln w="25400">
              <a:solidFill>
                <a:schemeClr val="tx1"/>
              </a:solidFill>
              <a:round/>
              <a:headEnd type="triangle" w="med" len="med"/>
              <a:tailEnd/>
            </a:ln>
          </p:spPr>
          <p:txBody>
            <a:bodyPr/>
            <a:lstStyle/>
            <a:p>
              <a:pPr eaLnBrk="1" hangingPunct="1">
                <a:defRPr/>
              </a:pPr>
              <a:endParaRPr lang="en-GB" sz="2000">
                <a:solidFill>
                  <a:schemeClr val="bg2"/>
                </a:solidFill>
                <a:latin typeface="Arial" charset="0"/>
                <a:cs typeface="Arial" charset="0"/>
              </a:endParaRPr>
            </a:p>
          </p:txBody>
        </p:sp>
        <p:sp>
          <p:nvSpPr>
            <p:cNvPr id="42020" name="Line 38">
              <a:extLst>
                <a:ext uri="{FF2B5EF4-FFF2-40B4-BE49-F238E27FC236}">
                  <a16:creationId xmlns:a16="http://schemas.microsoft.com/office/drawing/2014/main" id="{17236A46-3340-4AC6-8FDA-D883E67F7FA6}"/>
                </a:ext>
              </a:extLst>
            </p:cNvPr>
            <p:cNvSpPr>
              <a:spLocks noChangeShapeType="1"/>
            </p:cNvSpPr>
            <p:nvPr/>
          </p:nvSpPr>
          <p:spPr bwMode="auto">
            <a:xfrm>
              <a:off x="963" y="3105"/>
              <a:ext cx="576" cy="0"/>
            </a:xfrm>
            <a:prstGeom prst="line">
              <a:avLst/>
            </a:prstGeom>
            <a:grpFill/>
            <a:ln w="25400">
              <a:solidFill>
                <a:schemeClr val="tx1"/>
              </a:solidFill>
              <a:round/>
              <a:headEnd type="triangle" w="med" len="med"/>
              <a:tailEnd/>
            </a:ln>
          </p:spPr>
          <p:txBody>
            <a:bodyPr/>
            <a:lstStyle/>
            <a:p>
              <a:pPr eaLnBrk="1" hangingPunct="1">
                <a:defRPr/>
              </a:pPr>
              <a:endParaRPr lang="en-GB" sz="2000">
                <a:solidFill>
                  <a:schemeClr val="bg2"/>
                </a:solidFill>
                <a:latin typeface="Arial" charset="0"/>
                <a:cs typeface="Arial" charset="0"/>
              </a:endParaRPr>
            </a:p>
          </p:txBody>
        </p:sp>
        <p:sp>
          <p:nvSpPr>
            <p:cNvPr id="42021" name="Line 40">
              <a:extLst>
                <a:ext uri="{FF2B5EF4-FFF2-40B4-BE49-F238E27FC236}">
                  <a16:creationId xmlns:a16="http://schemas.microsoft.com/office/drawing/2014/main" id="{0E241560-FFA6-4716-871C-F310CFEC923C}"/>
                </a:ext>
              </a:extLst>
            </p:cNvPr>
            <p:cNvSpPr>
              <a:spLocks noChangeShapeType="1"/>
            </p:cNvSpPr>
            <p:nvPr/>
          </p:nvSpPr>
          <p:spPr bwMode="auto">
            <a:xfrm>
              <a:off x="1935" y="1188"/>
              <a:ext cx="576" cy="0"/>
            </a:xfrm>
            <a:prstGeom prst="line">
              <a:avLst/>
            </a:prstGeom>
            <a:grpFill/>
            <a:ln w="25400">
              <a:solidFill>
                <a:schemeClr val="tx1"/>
              </a:solidFill>
              <a:round/>
              <a:headEnd type="triangle" w="med" len="med"/>
              <a:tailEnd/>
            </a:ln>
          </p:spPr>
          <p:txBody>
            <a:bodyPr/>
            <a:lstStyle/>
            <a:p>
              <a:pPr eaLnBrk="1" hangingPunct="1">
                <a:defRPr/>
              </a:pPr>
              <a:endParaRPr lang="en-GB" sz="2000">
                <a:solidFill>
                  <a:schemeClr val="bg2"/>
                </a:solidFill>
                <a:latin typeface="Arial" charset="0"/>
                <a:cs typeface="Arial" charset="0"/>
              </a:endParaRPr>
            </a:p>
          </p:txBody>
        </p:sp>
        <p:sp>
          <p:nvSpPr>
            <p:cNvPr id="42022" name="Line 41">
              <a:extLst>
                <a:ext uri="{FF2B5EF4-FFF2-40B4-BE49-F238E27FC236}">
                  <a16:creationId xmlns:a16="http://schemas.microsoft.com/office/drawing/2014/main" id="{C2C2E50C-2F30-42E4-8E3E-648EF45027B9}"/>
                </a:ext>
              </a:extLst>
            </p:cNvPr>
            <p:cNvSpPr>
              <a:spLocks noChangeShapeType="1"/>
            </p:cNvSpPr>
            <p:nvPr/>
          </p:nvSpPr>
          <p:spPr bwMode="auto">
            <a:xfrm>
              <a:off x="1927" y="1810"/>
              <a:ext cx="576" cy="0"/>
            </a:xfrm>
            <a:prstGeom prst="line">
              <a:avLst/>
            </a:prstGeom>
            <a:grpFill/>
            <a:ln w="25400">
              <a:solidFill>
                <a:schemeClr val="tx1"/>
              </a:solidFill>
              <a:round/>
              <a:headEnd type="triangle" w="med" len="med"/>
              <a:tailEnd/>
            </a:ln>
          </p:spPr>
          <p:txBody>
            <a:bodyPr/>
            <a:lstStyle/>
            <a:p>
              <a:pPr eaLnBrk="1" hangingPunct="1">
                <a:defRPr/>
              </a:pPr>
              <a:endParaRPr lang="en-GB" sz="2000">
                <a:solidFill>
                  <a:schemeClr val="bg2"/>
                </a:solidFill>
                <a:latin typeface="Arial" charset="0"/>
                <a:cs typeface="Arial" charset="0"/>
              </a:endParaRPr>
            </a:p>
          </p:txBody>
        </p:sp>
        <p:sp>
          <p:nvSpPr>
            <p:cNvPr id="42023" name="Line 42">
              <a:extLst>
                <a:ext uri="{FF2B5EF4-FFF2-40B4-BE49-F238E27FC236}">
                  <a16:creationId xmlns:a16="http://schemas.microsoft.com/office/drawing/2014/main" id="{D89EE19B-96B4-436F-8C2D-E9C715E6E157}"/>
                </a:ext>
              </a:extLst>
            </p:cNvPr>
            <p:cNvSpPr>
              <a:spLocks noChangeShapeType="1"/>
            </p:cNvSpPr>
            <p:nvPr/>
          </p:nvSpPr>
          <p:spPr bwMode="auto">
            <a:xfrm>
              <a:off x="1936" y="2514"/>
              <a:ext cx="576" cy="0"/>
            </a:xfrm>
            <a:prstGeom prst="line">
              <a:avLst/>
            </a:prstGeom>
            <a:grpFill/>
            <a:ln w="25400">
              <a:solidFill>
                <a:schemeClr val="tx1"/>
              </a:solidFill>
              <a:round/>
              <a:headEnd type="triangle" w="med" len="med"/>
              <a:tailEnd/>
            </a:ln>
          </p:spPr>
          <p:txBody>
            <a:bodyPr/>
            <a:lstStyle/>
            <a:p>
              <a:pPr eaLnBrk="1" hangingPunct="1">
                <a:defRPr/>
              </a:pPr>
              <a:endParaRPr lang="en-GB" sz="2000">
                <a:solidFill>
                  <a:schemeClr val="bg2"/>
                </a:solidFill>
                <a:latin typeface="Arial" charset="0"/>
                <a:cs typeface="Arial" charset="0"/>
              </a:endParaRPr>
            </a:p>
          </p:txBody>
        </p:sp>
        <p:sp>
          <p:nvSpPr>
            <p:cNvPr id="42024" name="Line 43">
              <a:extLst>
                <a:ext uri="{FF2B5EF4-FFF2-40B4-BE49-F238E27FC236}">
                  <a16:creationId xmlns:a16="http://schemas.microsoft.com/office/drawing/2014/main" id="{EECC93A8-ED8B-4930-99ED-ACC071D8D60F}"/>
                </a:ext>
              </a:extLst>
            </p:cNvPr>
            <p:cNvSpPr>
              <a:spLocks noChangeShapeType="1"/>
            </p:cNvSpPr>
            <p:nvPr/>
          </p:nvSpPr>
          <p:spPr bwMode="auto">
            <a:xfrm>
              <a:off x="1945" y="3100"/>
              <a:ext cx="576" cy="0"/>
            </a:xfrm>
            <a:prstGeom prst="line">
              <a:avLst/>
            </a:prstGeom>
            <a:grpFill/>
            <a:ln w="25400">
              <a:solidFill>
                <a:schemeClr val="tx1"/>
              </a:solidFill>
              <a:round/>
              <a:headEnd type="triangle" w="med" len="med"/>
              <a:tailEnd/>
            </a:ln>
          </p:spPr>
          <p:txBody>
            <a:bodyPr/>
            <a:lstStyle/>
            <a:p>
              <a:pPr eaLnBrk="1" hangingPunct="1">
                <a:defRPr/>
              </a:pPr>
              <a:endParaRPr lang="en-GB" sz="2000">
                <a:solidFill>
                  <a:schemeClr val="bg2"/>
                </a:solidFill>
                <a:latin typeface="Arial" charset="0"/>
                <a:cs typeface="Arial" charset="0"/>
              </a:endParaRPr>
            </a:p>
          </p:txBody>
        </p:sp>
        <p:sp>
          <p:nvSpPr>
            <p:cNvPr id="42025" name="Line 44">
              <a:extLst>
                <a:ext uri="{FF2B5EF4-FFF2-40B4-BE49-F238E27FC236}">
                  <a16:creationId xmlns:a16="http://schemas.microsoft.com/office/drawing/2014/main" id="{A0C7F780-FBBA-4878-BB13-26C8CA5D5B57}"/>
                </a:ext>
              </a:extLst>
            </p:cNvPr>
            <p:cNvSpPr>
              <a:spLocks noChangeShapeType="1"/>
            </p:cNvSpPr>
            <p:nvPr/>
          </p:nvSpPr>
          <p:spPr bwMode="auto">
            <a:xfrm>
              <a:off x="1254" y="3102"/>
              <a:ext cx="0" cy="313"/>
            </a:xfrm>
            <a:prstGeom prst="line">
              <a:avLst/>
            </a:prstGeom>
            <a:grpFill/>
            <a:ln w="25400">
              <a:solidFill>
                <a:schemeClr val="tx1"/>
              </a:solidFill>
              <a:round/>
              <a:headEnd type="oval" w="med" len="med"/>
              <a:tailEnd/>
            </a:ln>
          </p:spPr>
          <p:txBody>
            <a:bodyPr/>
            <a:lstStyle/>
            <a:p>
              <a:pPr eaLnBrk="1" hangingPunct="1">
                <a:defRPr/>
              </a:pPr>
              <a:endParaRPr lang="en-GB" sz="2000">
                <a:solidFill>
                  <a:schemeClr val="bg2"/>
                </a:solidFill>
                <a:latin typeface="Arial" charset="0"/>
                <a:cs typeface="Arial" charset="0"/>
              </a:endParaRPr>
            </a:p>
          </p:txBody>
        </p:sp>
        <p:sp>
          <p:nvSpPr>
            <p:cNvPr id="42026" name="Line 45">
              <a:extLst>
                <a:ext uri="{FF2B5EF4-FFF2-40B4-BE49-F238E27FC236}">
                  <a16:creationId xmlns:a16="http://schemas.microsoft.com/office/drawing/2014/main" id="{E418B8C1-2996-415D-A147-9E566D2C4933}"/>
                </a:ext>
              </a:extLst>
            </p:cNvPr>
            <p:cNvSpPr>
              <a:spLocks noChangeShapeType="1"/>
            </p:cNvSpPr>
            <p:nvPr/>
          </p:nvSpPr>
          <p:spPr bwMode="auto">
            <a:xfrm>
              <a:off x="1227" y="2526"/>
              <a:ext cx="0" cy="313"/>
            </a:xfrm>
            <a:prstGeom prst="line">
              <a:avLst/>
            </a:prstGeom>
            <a:grpFill/>
            <a:ln w="25400">
              <a:solidFill>
                <a:schemeClr val="tx1"/>
              </a:solidFill>
              <a:round/>
              <a:headEnd type="oval" w="med" len="med"/>
              <a:tailEnd/>
            </a:ln>
          </p:spPr>
          <p:txBody>
            <a:bodyPr/>
            <a:lstStyle/>
            <a:p>
              <a:pPr eaLnBrk="1" hangingPunct="1">
                <a:defRPr/>
              </a:pPr>
              <a:endParaRPr lang="en-GB" sz="2000">
                <a:solidFill>
                  <a:schemeClr val="bg2"/>
                </a:solidFill>
                <a:latin typeface="Arial" charset="0"/>
                <a:cs typeface="Arial" charset="0"/>
              </a:endParaRPr>
            </a:p>
          </p:txBody>
        </p:sp>
        <p:sp>
          <p:nvSpPr>
            <p:cNvPr id="42027" name="Line 46">
              <a:extLst>
                <a:ext uri="{FF2B5EF4-FFF2-40B4-BE49-F238E27FC236}">
                  <a16:creationId xmlns:a16="http://schemas.microsoft.com/office/drawing/2014/main" id="{DD896663-A82D-44EC-BCE9-B73E2C2ADC33}"/>
                </a:ext>
              </a:extLst>
            </p:cNvPr>
            <p:cNvSpPr>
              <a:spLocks noChangeShapeType="1"/>
            </p:cNvSpPr>
            <p:nvPr/>
          </p:nvSpPr>
          <p:spPr bwMode="auto">
            <a:xfrm>
              <a:off x="1236" y="1831"/>
              <a:ext cx="0" cy="313"/>
            </a:xfrm>
            <a:prstGeom prst="line">
              <a:avLst/>
            </a:prstGeom>
            <a:grpFill/>
            <a:ln w="25400">
              <a:solidFill>
                <a:schemeClr val="tx1"/>
              </a:solidFill>
              <a:round/>
              <a:headEnd type="oval" w="med" len="med"/>
              <a:tailEnd/>
            </a:ln>
          </p:spPr>
          <p:txBody>
            <a:bodyPr/>
            <a:lstStyle/>
            <a:p>
              <a:pPr eaLnBrk="1" hangingPunct="1">
                <a:defRPr/>
              </a:pPr>
              <a:endParaRPr lang="en-GB" sz="2000">
                <a:solidFill>
                  <a:schemeClr val="bg2"/>
                </a:solidFill>
                <a:latin typeface="Arial" charset="0"/>
                <a:cs typeface="Arial" charset="0"/>
              </a:endParaRPr>
            </a:p>
          </p:txBody>
        </p:sp>
        <p:sp>
          <p:nvSpPr>
            <p:cNvPr id="42028" name="Line 47">
              <a:extLst>
                <a:ext uri="{FF2B5EF4-FFF2-40B4-BE49-F238E27FC236}">
                  <a16:creationId xmlns:a16="http://schemas.microsoft.com/office/drawing/2014/main" id="{4FF77323-BADD-4CED-A6E2-96498C7DEDB3}"/>
                </a:ext>
              </a:extLst>
            </p:cNvPr>
            <p:cNvSpPr>
              <a:spLocks noChangeShapeType="1"/>
            </p:cNvSpPr>
            <p:nvPr/>
          </p:nvSpPr>
          <p:spPr bwMode="auto">
            <a:xfrm>
              <a:off x="1236" y="1218"/>
              <a:ext cx="0" cy="313"/>
            </a:xfrm>
            <a:prstGeom prst="line">
              <a:avLst/>
            </a:prstGeom>
            <a:grpFill/>
            <a:ln w="25400">
              <a:solidFill>
                <a:schemeClr val="tx1"/>
              </a:solidFill>
              <a:round/>
              <a:headEnd type="oval" w="med" len="med"/>
              <a:tailEnd/>
            </a:ln>
          </p:spPr>
          <p:txBody>
            <a:bodyPr/>
            <a:lstStyle/>
            <a:p>
              <a:pPr eaLnBrk="1" hangingPunct="1">
                <a:defRPr/>
              </a:pPr>
              <a:endParaRPr lang="en-GB" sz="2000">
                <a:solidFill>
                  <a:schemeClr val="bg2"/>
                </a:solidFill>
                <a:latin typeface="Arial" charset="0"/>
                <a:cs typeface="Arial" charset="0"/>
              </a:endParaRPr>
            </a:p>
          </p:txBody>
        </p:sp>
        <p:sp>
          <p:nvSpPr>
            <p:cNvPr id="42029" name="Line 48">
              <a:extLst>
                <a:ext uri="{FF2B5EF4-FFF2-40B4-BE49-F238E27FC236}">
                  <a16:creationId xmlns:a16="http://schemas.microsoft.com/office/drawing/2014/main" id="{A0EF54DC-A348-4959-A408-DF164BB28FD1}"/>
                </a:ext>
              </a:extLst>
            </p:cNvPr>
            <p:cNvSpPr>
              <a:spLocks noChangeShapeType="1"/>
            </p:cNvSpPr>
            <p:nvPr/>
          </p:nvSpPr>
          <p:spPr bwMode="auto">
            <a:xfrm>
              <a:off x="1248" y="1521"/>
              <a:ext cx="1267"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30" name="Line 49">
              <a:extLst>
                <a:ext uri="{FF2B5EF4-FFF2-40B4-BE49-F238E27FC236}">
                  <a16:creationId xmlns:a16="http://schemas.microsoft.com/office/drawing/2014/main" id="{EEBADC32-5DF4-45B0-B865-00ECA0198435}"/>
                </a:ext>
              </a:extLst>
            </p:cNvPr>
            <p:cNvSpPr>
              <a:spLocks noChangeShapeType="1"/>
            </p:cNvSpPr>
            <p:nvPr/>
          </p:nvSpPr>
          <p:spPr bwMode="auto">
            <a:xfrm>
              <a:off x="1240" y="2151"/>
              <a:ext cx="1267"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31" name="Line 50">
              <a:extLst>
                <a:ext uri="{FF2B5EF4-FFF2-40B4-BE49-F238E27FC236}">
                  <a16:creationId xmlns:a16="http://schemas.microsoft.com/office/drawing/2014/main" id="{03120F10-6171-469C-B4A3-04C3141A7BA5}"/>
                </a:ext>
              </a:extLst>
            </p:cNvPr>
            <p:cNvSpPr>
              <a:spLocks noChangeShapeType="1"/>
            </p:cNvSpPr>
            <p:nvPr/>
          </p:nvSpPr>
          <p:spPr bwMode="auto">
            <a:xfrm>
              <a:off x="1232" y="2837"/>
              <a:ext cx="1267"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32" name="Line 51">
              <a:extLst>
                <a:ext uri="{FF2B5EF4-FFF2-40B4-BE49-F238E27FC236}">
                  <a16:creationId xmlns:a16="http://schemas.microsoft.com/office/drawing/2014/main" id="{BF1C1B41-8582-4DE0-A44F-A6067674972F}"/>
                </a:ext>
              </a:extLst>
            </p:cNvPr>
            <p:cNvSpPr>
              <a:spLocks noChangeShapeType="1"/>
            </p:cNvSpPr>
            <p:nvPr/>
          </p:nvSpPr>
          <p:spPr bwMode="auto">
            <a:xfrm>
              <a:off x="1259" y="3413"/>
              <a:ext cx="1267"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sp>
          <p:nvSpPr>
            <p:cNvPr id="42033" name="Line 52">
              <a:extLst>
                <a:ext uri="{FF2B5EF4-FFF2-40B4-BE49-F238E27FC236}">
                  <a16:creationId xmlns:a16="http://schemas.microsoft.com/office/drawing/2014/main" id="{407B64FC-9011-4535-8B96-6C9CE1E185BB}"/>
                </a:ext>
              </a:extLst>
            </p:cNvPr>
            <p:cNvSpPr>
              <a:spLocks noChangeShapeType="1"/>
            </p:cNvSpPr>
            <p:nvPr/>
          </p:nvSpPr>
          <p:spPr bwMode="auto">
            <a:xfrm>
              <a:off x="1023" y="2250"/>
              <a:ext cx="1488" cy="0"/>
            </a:xfrm>
            <a:prstGeom prst="line">
              <a:avLst/>
            </a:prstGeom>
            <a:grpFill/>
            <a:ln w="25400">
              <a:solidFill>
                <a:schemeClr val="tx1"/>
              </a:solidFill>
              <a:round/>
              <a:headEnd/>
              <a:tailEnd type="triangle" w="med" len="med"/>
            </a:ln>
          </p:spPr>
          <p:txBody>
            <a:bodyPr/>
            <a:lstStyle/>
            <a:p>
              <a:pPr eaLnBrk="1" hangingPunct="1">
                <a:defRPr/>
              </a:pPr>
              <a:endParaRPr lang="en-GB" sz="2000">
                <a:solidFill>
                  <a:schemeClr val="bg2"/>
                </a:solidFill>
                <a:latin typeface="Arial" charset="0"/>
                <a:cs typeface="Arial" charset="0"/>
              </a:endParaRPr>
            </a:p>
          </p:txBody>
        </p:sp>
      </p:grpSp>
      <p:sp>
        <p:nvSpPr>
          <p:cNvPr id="40964" name="Text Box 54">
            <a:extLst>
              <a:ext uri="{FF2B5EF4-FFF2-40B4-BE49-F238E27FC236}">
                <a16:creationId xmlns:a16="http://schemas.microsoft.com/office/drawing/2014/main" id="{4B675154-ECC3-8C29-21F3-0C97BCEAB436}"/>
              </a:ext>
            </a:extLst>
          </p:cNvPr>
          <p:cNvSpPr txBox="1">
            <a:spLocks noChangeArrowheads="1"/>
          </p:cNvSpPr>
          <p:nvPr/>
        </p:nvSpPr>
        <p:spPr bwMode="auto">
          <a:xfrm>
            <a:off x="2057400" y="5029201"/>
            <a:ext cx="7086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IOB – Input/Output Block</a:t>
            </a:r>
          </a:p>
          <a:p>
            <a:pPr eaLnBrk="1" hangingPunct="1"/>
            <a:r>
              <a:rPr lang="en-US" altLang="en-US" sz="2000" b="0" u="none"/>
              <a:t>PIA – Programmable Interconnect Array</a:t>
            </a:r>
            <a:endParaRPr lang="ru-RU" altLang="en-US" sz="2000" b="0" u="none"/>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4EED955-2C72-A164-1A9C-057D3A39D85B}"/>
              </a:ext>
            </a:extLst>
          </p:cNvPr>
          <p:cNvSpPr>
            <a:spLocks noGrp="1" noChangeArrowheads="1"/>
          </p:cNvSpPr>
          <p:nvPr>
            <p:ph type="title"/>
          </p:nvPr>
        </p:nvSpPr>
        <p:spPr>
          <a:xfrm>
            <a:off x="0" y="183401"/>
            <a:ext cx="11612880" cy="704088"/>
          </a:xfrm>
        </p:spPr>
        <p:txBody>
          <a:bodyPr/>
          <a:lstStyle/>
          <a:p>
            <a:r>
              <a:rPr lang="en-US" altLang="en-US"/>
              <a:t>Interconnection Wires</a:t>
            </a:r>
            <a:endParaRPr lang="ru-RU" altLang="en-US"/>
          </a:p>
        </p:txBody>
      </p:sp>
      <p:grpSp>
        <p:nvGrpSpPr>
          <p:cNvPr id="41987" name="Group 82">
            <a:extLst>
              <a:ext uri="{FF2B5EF4-FFF2-40B4-BE49-F238E27FC236}">
                <a16:creationId xmlns:a16="http://schemas.microsoft.com/office/drawing/2014/main" id="{CDA42B00-D7B0-767A-AA87-8A3F89F439E9}"/>
              </a:ext>
            </a:extLst>
          </p:cNvPr>
          <p:cNvGrpSpPr>
            <a:grpSpLocks/>
          </p:cNvGrpSpPr>
          <p:nvPr/>
        </p:nvGrpSpPr>
        <p:grpSpPr bwMode="auto">
          <a:xfrm>
            <a:off x="2514601" y="1371600"/>
            <a:ext cx="7000875" cy="4262438"/>
            <a:chOff x="771525" y="1443038"/>
            <a:chExt cx="7613650" cy="4953000"/>
          </a:xfrm>
        </p:grpSpPr>
        <p:sp>
          <p:nvSpPr>
            <p:cNvPr id="41988" name="Line 4">
              <a:extLst>
                <a:ext uri="{FF2B5EF4-FFF2-40B4-BE49-F238E27FC236}">
                  <a16:creationId xmlns:a16="http://schemas.microsoft.com/office/drawing/2014/main" id="{9C587B9C-49D5-BD64-F4E0-190C36C3F9B7}"/>
                </a:ext>
              </a:extLst>
            </p:cNvPr>
            <p:cNvSpPr>
              <a:spLocks noChangeShapeType="1"/>
            </p:cNvSpPr>
            <p:nvPr/>
          </p:nvSpPr>
          <p:spPr bwMode="auto">
            <a:xfrm>
              <a:off x="2438400" y="1595438"/>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89" name="Line 5">
              <a:extLst>
                <a:ext uri="{FF2B5EF4-FFF2-40B4-BE49-F238E27FC236}">
                  <a16:creationId xmlns:a16="http://schemas.microsoft.com/office/drawing/2014/main" id="{2AA6EE94-F128-A348-EE72-7B7054E85BA3}"/>
                </a:ext>
              </a:extLst>
            </p:cNvPr>
            <p:cNvSpPr>
              <a:spLocks noChangeShapeType="1"/>
            </p:cNvSpPr>
            <p:nvPr/>
          </p:nvSpPr>
          <p:spPr bwMode="auto">
            <a:xfrm>
              <a:off x="2641600" y="1595438"/>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0" name="Line 6">
              <a:extLst>
                <a:ext uri="{FF2B5EF4-FFF2-40B4-BE49-F238E27FC236}">
                  <a16:creationId xmlns:a16="http://schemas.microsoft.com/office/drawing/2014/main" id="{D680AE59-6527-0EAA-1B84-164E50554E42}"/>
                </a:ext>
              </a:extLst>
            </p:cNvPr>
            <p:cNvSpPr>
              <a:spLocks noChangeShapeType="1"/>
            </p:cNvSpPr>
            <p:nvPr/>
          </p:nvSpPr>
          <p:spPr bwMode="auto">
            <a:xfrm>
              <a:off x="2874963" y="1595438"/>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1" name="Line 7">
              <a:extLst>
                <a:ext uri="{FF2B5EF4-FFF2-40B4-BE49-F238E27FC236}">
                  <a16:creationId xmlns:a16="http://schemas.microsoft.com/office/drawing/2014/main" id="{553BB357-8806-8682-9D41-64268DDF8A45}"/>
                </a:ext>
              </a:extLst>
            </p:cNvPr>
            <p:cNvSpPr>
              <a:spLocks noChangeShapeType="1"/>
            </p:cNvSpPr>
            <p:nvPr/>
          </p:nvSpPr>
          <p:spPr bwMode="auto">
            <a:xfrm>
              <a:off x="3092450" y="1595438"/>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2" name="Line 8">
              <a:extLst>
                <a:ext uri="{FF2B5EF4-FFF2-40B4-BE49-F238E27FC236}">
                  <a16:creationId xmlns:a16="http://schemas.microsoft.com/office/drawing/2014/main" id="{4310C222-DB92-421F-B65A-E92930CD3A3A}"/>
                </a:ext>
              </a:extLst>
            </p:cNvPr>
            <p:cNvSpPr>
              <a:spLocks noChangeShapeType="1"/>
            </p:cNvSpPr>
            <p:nvPr/>
          </p:nvSpPr>
          <p:spPr bwMode="auto">
            <a:xfrm>
              <a:off x="3324225" y="1609725"/>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3" name="Line 9">
              <a:extLst>
                <a:ext uri="{FF2B5EF4-FFF2-40B4-BE49-F238E27FC236}">
                  <a16:creationId xmlns:a16="http://schemas.microsoft.com/office/drawing/2014/main" id="{2FFC7922-CE96-6C8C-59AB-5F06A0D901ED}"/>
                </a:ext>
              </a:extLst>
            </p:cNvPr>
            <p:cNvSpPr>
              <a:spLocks noChangeShapeType="1"/>
            </p:cNvSpPr>
            <p:nvPr/>
          </p:nvSpPr>
          <p:spPr bwMode="auto">
            <a:xfrm>
              <a:off x="3527425" y="1609725"/>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4" name="Line 10">
              <a:extLst>
                <a:ext uri="{FF2B5EF4-FFF2-40B4-BE49-F238E27FC236}">
                  <a16:creationId xmlns:a16="http://schemas.microsoft.com/office/drawing/2014/main" id="{151CDA3C-9BFE-E83B-491D-990FEF28FD52}"/>
                </a:ext>
              </a:extLst>
            </p:cNvPr>
            <p:cNvSpPr>
              <a:spLocks noChangeShapeType="1"/>
            </p:cNvSpPr>
            <p:nvPr/>
          </p:nvSpPr>
          <p:spPr bwMode="auto">
            <a:xfrm>
              <a:off x="3760788" y="1609725"/>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5" name="Line 11">
              <a:extLst>
                <a:ext uri="{FF2B5EF4-FFF2-40B4-BE49-F238E27FC236}">
                  <a16:creationId xmlns:a16="http://schemas.microsoft.com/office/drawing/2014/main" id="{FC058E14-84EC-7D34-956F-554B42B4BD31}"/>
                </a:ext>
              </a:extLst>
            </p:cNvPr>
            <p:cNvSpPr>
              <a:spLocks noChangeShapeType="1"/>
            </p:cNvSpPr>
            <p:nvPr/>
          </p:nvSpPr>
          <p:spPr bwMode="auto">
            <a:xfrm>
              <a:off x="3978275" y="1609725"/>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6" name="Line 12">
              <a:extLst>
                <a:ext uri="{FF2B5EF4-FFF2-40B4-BE49-F238E27FC236}">
                  <a16:creationId xmlns:a16="http://schemas.microsoft.com/office/drawing/2014/main" id="{3D5456B6-1562-1630-C797-2D8C0953B7DC}"/>
                </a:ext>
              </a:extLst>
            </p:cNvPr>
            <p:cNvSpPr>
              <a:spLocks noChangeShapeType="1"/>
            </p:cNvSpPr>
            <p:nvPr/>
          </p:nvSpPr>
          <p:spPr bwMode="auto">
            <a:xfrm>
              <a:off x="5181600" y="1566863"/>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7" name="Line 13">
              <a:extLst>
                <a:ext uri="{FF2B5EF4-FFF2-40B4-BE49-F238E27FC236}">
                  <a16:creationId xmlns:a16="http://schemas.microsoft.com/office/drawing/2014/main" id="{D2169A25-BC5E-27B7-4088-D23F84502F32}"/>
                </a:ext>
              </a:extLst>
            </p:cNvPr>
            <p:cNvSpPr>
              <a:spLocks noChangeShapeType="1"/>
            </p:cNvSpPr>
            <p:nvPr/>
          </p:nvSpPr>
          <p:spPr bwMode="auto">
            <a:xfrm>
              <a:off x="5384800" y="1566863"/>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8" name="Line 14">
              <a:extLst>
                <a:ext uri="{FF2B5EF4-FFF2-40B4-BE49-F238E27FC236}">
                  <a16:creationId xmlns:a16="http://schemas.microsoft.com/office/drawing/2014/main" id="{A4892B53-A14A-79E3-B203-63E4CE380069}"/>
                </a:ext>
              </a:extLst>
            </p:cNvPr>
            <p:cNvSpPr>
              <a:spLocks noChangeShapeType="1"/>
            </p:cNvSpPr>
            <p:nvPr/>
          </p:nvSpPr>
          <p:spPr bwMode="auto">
            <a:xfrm>
              <a:off x="5618163" y="1566863"/>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9" name="Line 15">
              <a:extLst>
                <a:ext uri="{FF2B5EF4-FFF2-40B4-BE49-F238E27FC236}">
                  <a16:creationId xmlns:a16="http://schemas.microsoft.com/office/drawing/2014/main" id="{132B11D7-3706-70FC-159D-A9969EAA943E}"/>
                </a:ext>
              </a:extLst>
            </p:cNvPr>
            <p:cNvSpPr>
              <a:spLocks noChangeShapeType="1"/>
            </p:cNvSpPr>
            <p:nvPr/>
          </p:nvSpPr>
          <p:spPr bwMode="auto">
            <a:xfrm>
              <a:off x="5835650" y="1566863"/>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0" name="Line 16">
              <a:extLst>
                <a:ext uri="{FF2B5EF4-FFF2-40B4-BE49-F238E27FC236}">
                  <a16:creationId xmlns:a16="http://schemas.microsoft.com/office/drawing/2014/main" id="{13CC446F-138E-FAB4-4F5E-4CF996DC844C}"/>
                </a:ext>
              </a:extLst>
            </p:cNvPr>
            <p:cNvSpPr>
              <a:spLocks noChangeShapeType="1"/>
            </p:cNvSpPr>
            <p:nvPr/>
          </p:nvSpPr>
          <p:spPr bwMode="auto">
            <a:xfrm>
              <a:off x="6067425" y="1581150"/>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1" name="Line 17">
              <a:extLst>
                <a:ext uri="{FF2B5EF4-FFF2-40B4-BE49-F238E27FC236}">
                  <a16:creationId xmlns:a16="http://schemas.microsoft.com/office/drawing/2014/main" id="{AFC6BE23-3AA7-83F8-1B64-2E4C1D5134AF}"/>
                </a:ext>
              </a:extLst>
            </p:cNvPr>
            <p:cNvSpPr>
              <a:spLocks noChangeShapeType="1"/>
            </p:cNvSpPr>
            <p:nvPr/>
          </p:nvSpPr>
          <p:spPr bwMode="auto">
            <a:xfrm>
              <a:off x="6270625" y="1581150"/>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2" name="Line 18">
              <a:extLst>
                <a:ext uri="{FF2B5EF4-FFF2-40B4-BE49-F238E27FC236}">
                  <a16:creationId xmlns:a16="http://schemas.microsoft.com/office/drawing/2014/main" id="{9DD85A69-96BD-09C4-82CE-7ABC810F9481}"/>
                </a:ext>
              </a:extLst>
            </p:cNvPr>
            <p:cNvSpPr>
              <a:spLocks noChangeShapeType="1"/>
            </p:cNvSpPr>
            <p:nvPr/>
          </p:nvSpPr>
          <p:spPr bwMode="auto">
            <a:xfrm>
              <a:off x="6503988" y="1581150"/>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3" name="Line 19">
              <a:extLst>
                <a:ext uri="{FF2B5EF4-FFF2-40B4-BE49-F238E27FC236}">
                  <a16:creationId xmlns:a16="http://schemas.microsoft.com/office/drawing/2014/main" id="{01E480DC-A980-6657-0372-36F44B6B0177}"/>
                </a:ext>
              </a:extLst>
            </p:cNvPr>
            <p:cNvSpPr>
              <a:spLocks noChangeShapeType="1"/>
            </p:cNvSpPr>
            <p:nvPr/>
          </p:nvSpPr>
          <p:spPr bwMode="auto">
            <a:xfrm>
              <a:off x="6721475" y="1581150"/>
              <a:ext cx="0" cy="4606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8" name="Rectangle 20">
              <a:extLst>
                <a:ext uri="{FF2B5EF4-FFF2-40B4-BE49-F238E27FC236}">
                  <a16:creationId xmlns:a16="http://schemas.microsoft.com/office/drawing/2014/main" id="{8236557A-810B-481A-9A84-1C679831A6DD}"/>
                </a:ext>
              </a:extLst>
            </p:cNvPr>
            <p:cNvSpPr>
              <a:spLocks noChangeArrowheads="1"/>
            </p:cNvSpPr>
            <p:nvPr/>
          </p:nvSpPr>
          <p:spPr bwMode="auto">
            <a:xfrm>
              <a:off x="771525" y="1747413"/>
              <a:ext cx="916746" cy="1366917"/>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dirty="0">
                  <a:latin typeface="Arial" charset="0"/>
                  <a:cs typeface="Arial" charset="0"/>
                </a:rPr>
                <a:t>PAL</a:t>
              </a:r>
              <a:endParaRPr lang="ru-RU" sz="1600" dirty="0">
                <a:latin typeface="Arial" charset="0"/>
                <a:cs typeface="Arial" charset="0"/>
              </a:endParaRPr>
            </a:p>
          </p:txBody>
        </p:sp>
        <p:sp>
          <p:nvSpPr>
            <p:cNvPr id="43029" name="Rectangle 21">
              <a:extLst>
                <a:ext uri="{FF2B5EF4-FFF2-40B4-BE49-F238E27FC236}">
                  <a16:creationId xmlns:a16="http://schemas.microsoft.com/office/drawing/2014/main" id="{15E8155C-EA05-4049-AA8D-51CFF3E03652}"/>
                </a:ext>
              </a:extLst>
            </p:cNvPr>
            <p:cNvSpPr>
              <a:spLocks noChangeArrowheads="1"/>
            </p:cNvSpPr>
            <p:nvPr/>
          </p:nvSpPr>
          <p:spPr bwMode="auto">
            <a:xfrm>
              <a:off x="7406278" y="1690227"/>
              <a:ext cx="916745" cy="1366918"/>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dirty="0">
                  <a:latin typeface="Arial" charset="0"/>
                  <a:cs typeface="Arial" charset="0"/>
                </a:rPr>
                <a:t>PAL</a:t>
              </a:r>
              <a:endParaRPr lang="ru-RU" sz="1600" dirty="0">
                <a:latin typeface="Arial" charset="0"/>
                <a:cs typeface="Arial" charset="0"/>
              </a:endParaRPr>
            </a:p>
          </p:txBody>
        </p:sp>
        <p:sp>
          <p:nvSpPr>
            <p:cNvPr id="42006" name="Line 22">
              <a:extLst>
                <a:ext uri="{FF2B5EF4-FFF2-40B4-BE49-F238E27FC236}">
                  <a16:creationId xmlns:a16="http://schemas.microsoft.com/office/drawing/2014/main" id="{9AB4FD61-89BD-D72E-5210-B9A06425C966}"/>
                </a:ext>
              </a:extLst>
            </p:cNvPr>
            <p:cNvSpPr>
              <a:spLocks noChangeShapeType="1"/>
            </p:cNvSpPr>
            <p:nvPr/>
          </p:nvSpPr>
          <p:spPr bwMode="auto">
            <a:xfrm flipH="1">
              <a:off x="1676400" y="1824038"/>
              <a:ext cx="5181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07" name="Line 23">
              <a:extLst>
                <a:ext uri="{FF2B5EF4-FFF2-40B4-BE49-F238E27FC236}">
                  <a16:creationId xmlns:a16="http://schemas.microsoft.com/office/drawing/2014/main" id="{F7440947-70FE-1D00-1E9D-37103CCC6F62}"/>
                </a:ext>
              </a:extLst>
            </p:cNvPr>
            <p:cNvSpPr>
              <a:spLocks noChangeShapeType="1"/>
            </p:cNvSpPr>
            <p:nvPr/>
          </p:nvSpPr>
          <p:spPr bwMode="auto">
            <a:xfrm>
              <a:off x="2286000" y="1952625"/>
              <a:ext cx="5105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08" name="Line 24">
              <a:extLst>
                <a:ext uri="{FF2B5EF4-FFF2-40B4-BE49-F238E27FC236}">
                  <a16:creationId xmlns:a16="http://schemas.microsoft.com/office/drawing/2014/main" id="{2DE9A97A-52D2-E107-2CBE-BFEA3A75DE4A}"/>
                </a:ext>
              </a:extLst>
            </p:cNvPr>
            <p:cNvSpPr>
              <a:spLocks noChangeShapeType="1"/>
            </p:cNvSpPr>
            <p:nvPr/>
          </p:nvSpPr>
          <p:spPr bwMode="auto">
            <a:xfrm flipH="1">
              <a:off x="1704975" y="2087563"/>
              <a:ext cx="5181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09" name="Line 25">
              <a:extLst>
                <a:ext uri="{FF2B5EF4-FFF2-40B4-BE49-F238E27FC236}">
                  <a16:creationId xmlns:a16="http://schemas.microsoft.com/office/drawing/2014/main" id="{0FF1BCA3-937E-F240-43E6-CE4FAB0C2D9C}"/>
                </a:ext>
              </a:extLst>
            </p:cNvPr>
            <p:cNvSpPr>
              <a:spLocks noChangeShapeType="1"/>
            </p:cNvSpPr>
            <p:nvPr/>
          </p:nvSpPr>
          <p:spPr bwMode="auto">
            <a:xfrm>
              <a:off x="2271713" y="2201863"/>
              <a:ext cx="5105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0" name="Line 26">
              <a:extLst>
                <a:ext uri="{FF2B5EF4-FFF2-40B4-BE49-F238E27FC236}">
                  <a16:creationId xmlns:a16="http://schemas.microsoft.com/office/drawing/2014/main" id="{4DAE9F97-2F5C-5021-8739-E31ED5D74011}"/>
                </a:ext>
              </a:extLst>
            </p:cNvPr>
            <p:cNvSpPr>
              <a:spLocks noChangeShapeType="1"/>
            </p:cNvSpPr>
            <p:nvPr/>
          </p:nvSpPr>
          <p:spPr bwMode="auto">
            <a:xfrm flipH="1">
              <a:off x="1704975" y="2332038"/>
              <a:ext cx="5181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1" name="Line 27">
              <a:extLst>
                <a:ext uri="{FF2B5EF4-FFF2-40B4-BE49-F238E27FC236}">
                  <a16:creationId xmlns:a16="http://schemas.microsoft.com/office/drawing/2014/main" id="{1C2C58CB-26DF-2469-B6BA-433EDC4A3E15}"/>
                </a:ext>
              </a:extLst>
            </p:cNvPr>
            <p:cNvSpPr>
              <a:spLocks noChangeShapeType="1"/>
            </p:cNvSpPr>
            <p:nvPr/>
          </p:nvSpPr>
          <p:spPr bwMode="auto">
            <a:xfrm>
              <a:off x="2286000" y="2460625"/>
              <a:ext cx="5105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2" name="Line 28">
              <a:extLst>
                <a:ext uri="{FF2B5EF4-FFF2-40B4-BE49-F238E27FC236}">
                  <a16:creationId xmlns:a16="http://schemas.microsoft.com/office/drawing/2014/main" id="{6E075782-0ACC-71E8-F994-D1E9F44FA04A}"/>
                </a:ext>
              </a:extLst>
            </p:cNvPr>
            <p:cNvSpPr>
              <a:spLocks noChangeShapeType="1"/>
            </p:cNvSpPr>
            <p:nvPr/>
          </p:nvSpPr>
          <p:spPr bwMode="auto">
            <a:xfrm flipH="1">
              <a:off x="1704975" y="2595563"/>
              <a:ext cx="5181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3" name="Line 29">
              <a:extLst>
                <a:ext uri="{FF2B5EF4-FFF2-40B4-BE49-F238E27FC236}">
                  <a16:creationId xmlns:a16="http://schemas.microsoft.com/office/drawing/2014/main" id="{9601ED6D-4BB3-EC11-B64C-D4C4F9087ACB}"/>
                </a:ext>
              </a:extLst>
            </p:cNvPr>
            <p:cNvSpPr>
              <a:spLocks noChangeShapeType="1"/>
            </p:cNvSpPr>
            <p:nvPr/>
          </p:nvSpPr>
          <p:spPr bwMode="auto">
            <a:xfrm>
              <a:off x="2300288" y="2709863"/>
              <a:ext cx="5105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4" name="Line 30">
              <a:extLst>
                <a:ext uri="{FF2B5EF4-FFF2-40B4-BE49-F238E27FC236}">
                  <a16:creationId xmlns:a16="http://schemas.microsoft.com/office/drawing/2014/main" id="{9DC157D5-C96A-E1C8-B4D3-4D5D114CAAB4}"/>
                </a:ext>
              </a:extLst>
            </p:cNvPr>
            <p:cNvSpPr>
              <a:spLocks noChangeShapeType="1"/>
            </p:cNvSpPr>
            <p:nvPr/>
          </p:nvSpPr>
          <p:spPr bwMode="auto">
            <a:xfrm flipH="1">
              <a:off x="1704975" y="2855913"/>
              <a:ext cx="5181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5" name="Line 31">
              <a:extLst>
                <a:ext uri="{FF2B5EF4-FFF2-40B4-BE49-F238E27FC236}">
                  <a16:creationId xmlns:a16="http://schemas.microsoft.com/office/drawing/2014/main" id="{D49349FD-14A4-8D27-0663-F621763DFDFE}"/>
                </a:ext>
              </a:extLst>
            </p:cNvPr>
            <p:cNvSpPr>
              <a:spLocks noChangeShapeType="1"/>
            </p:cNvSpPr>
            <p:nvPr/>
          </p:nvSpPr>
          <p:spPr bwMode="auto">
            <a:xfrm>
              <a:off x="2300288" y="2970213"/>
              <a:ext cx="5105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6" name="Line 32">
              <a:extLst>
                <a:ext uri="{FF2B5EF4-FFF2-40B4-BE49-F238E27FC236}">
                  <a16:creationId xmlns:a16="http://schemas.microsoft.com/office/drawing/2014/main" id="{A9A7F0FC-A5AC-73ED-7D12-61748642AB22}"/>
                </a:ext>
              </a:extLst>
            </p:cNvPr>
            <p:cNvSpPr>
              <a:spLocks noChangeShapeType="1"/>
            </p:cNvSpPr>
            <p:nvPr/>
          </p:nvSpPr>
          <p:spPr bwMode="auto">
            <a:xfrm>
              <a:off x="6719888" y="3267075"/>
              <a:ext cx="806450"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2017" name="Line 33">
              <a:extLst>
                <a:ext uri="{FF2B5EF4-FFF2-40B4-BE49-F238E27FC236}">
                  <a16:creationId xmlns:a16="http://schemas.microsoft.com/office/drawing/2014/main" id="{BE6151D9-D3D4-46C4-11E3-F1726365DC7E}"/>
                </a:ext>
              </a:extLst>
            </p:cNvPr>
            <p:cNvSpPr>
              <a:spLocks noChangeShapeType="1"/>
            </p:cNvSpPr>
            <p:nvPr/>
          </p:nvSpPr>
          <p:spPr bwMode="auto">
            <a:xfrm>
              <a:off x="7543800" y="3057525"/>
              <a:ext cx="0" cy="228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18" name="Line 34">
              <a:extLst>
                <a:ext uri="{FF2B5EF4-FFF2-40B4-BE49-F238E27FC236}">
                  <a16:creationId xmlns:a16="http://schemas.microsoft.com/office/drawing/2014/main" id="{9BB7651D-E482-D710-B384-17DB2221A79E}"/>
                </a:ext>
              </a:extLst>
            </p:cNvPr>
            <p:cNvSpPr>
              <a:spLocks noChangeShapeType="1"/>
            </p:cNvSpPr>
            <p:nvPr/>
          </p:nvSpPr>
          <p:spPr bwMode="auto">
            <a:xfrm>
              <a:off x="1590675" y="3328988"/>
              <a:ext cx="841375"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2019" name="Line 35">
              <a:extLst>
                <a:ext uri="{FF2B5EF4-FFF2-40B4-BE49-F238E27FC236}">
                  <a16:creationId xmlns:a16="http://schemas.microsoft.com/office/drawing/2014/main" id="{70884B1B-24EA-3D4D-FE19-5808ABE218AB}"/>
                </a:ext>
              </a:extLst>
            </p:cNvPr>
            <p:cNvSpPr>
              <a:spLocks noChangeShapeType="1"/>
            </p:cNvSpPr>
            <p:nvPr/>
          </p:nvSpPr>
          <p:spPr bwMode="auto">
            <a:xfrm>
              <a:off x="1600200" y="3119438"/>
              <a:ext cx="0" cy="228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20" name="Line 36">
              <a:extLst>
                <a:ext uri="{FF2B5EF4-FFF2-40B4-BE49-F238E27FC236}">
                  <a16:creationId xmlns:a16="http://schemas.microsoft.com/office/drawing/2014/main" id="{FE0E657D-0730-8A1D-D18A-507C9CEAD340}"/>
                </a:ext>
              </a:extLst>
            </p:cNvPr>
            <p:cNvSpPr>
              <a:spLocks noChangeShapeType="1"/>
            </p:cNvSpPr>
            <p:nvPr/>
          </p:nvSpPr>
          <p:spPr bwMode="auto">
            <a:xfrm>
              <a:off x="1443038" y="3500438"/>
              <a:ext cx="1201737"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2021" name="Line 37">
              <a:extLst>
                <a:ext uri="{FF2B5EF4-FFF2-40B4-BE49-F238E27FC236}">
                  <a16:creationId xmlns:a16="http://schemas.microsoft.com/office/drawing/2014/main" id="{576AB23F-9E5E-15A5-660C-BCA374D0D02A}"/>
                </a:ext>
              </a:extLst>
            </p:cNvPr>
            <p:cNvSpPr>
              <a:spLocks noChangeShapeType="1"/>
            </p:cNvSpPr>
            <p:nvPr/>
          </p:nvSpPr>
          <p:spPr bwMode="auto">
            <a:xfrm>
              <a:off x="1438275" y="3119438"/>
              <a:ext cx="0" cy="40957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22" name="Line 38">
              <a:extLst>
                <a:ext uri="{FF2B5EF4-FFF2-40B4-BE49-F238E27FC236}">
                  <a16:creationId xmlns:a16="http://schemas.microsoft.com/office/drawing/2014/main" id="{33EA15F5-C4A0-4E16-9FE3-CD8FC369A3C4}"/>
                </a:ext>
              </a:extLst>
            </p:cNvPr>
            <p:cNvSpPr>
              <a:spLocks noChangeShapeType="1"/>
            </p:cNvSpPr>
            <p:nvPr/>
          </p:nvSpPr>
          <p:spPr bwMode="auto">
            <a:xfrm>
              <a:off x="6500813" y="3405188"/>
              <a:ext cx="1201737"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2023" name="Line 39">
              <a:extLst>
                <a:ext uri="{FF2B5EF4-FFF2-40B4-BE49-F238E27FC236}">
                  <a16:creationId xmlns:a16="http://schemas.microsoft.com/office/drawing/2014/main" id="{6D4D95CA-895F-E11B-A83A-DA46A0D18656}"/>
                </a:ext>
              </a:extLst>
            </p:cNvPr>
            <p:cNvSpPr>
              <a:spLocks noChangeShapeType="1"/>
            </p:cNvSpPr>
            <p:nvPr/>
          </p:nvSpPr>
          <p:spPr bwMode="auto">
            <a:xfrm>
              <a:off x="7696200" y="3057525"/>
              <a:ext cx="0" cy="3524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24" name="Line 40">
              <a:extLst>
                <a:ext uri="{FF2B5EF4-FFF2-40B4-BE49-F238E27FC236}">
                  <a16:creationId xmlns:a16="http://schemas.microsoft.com/office/drawing/2014/main" id="{8FEC383A-45A2-8336-838B-BD55BF62F765}"/>
                </a:ext>
              </a:extLst>
            </p:cNvPr>
            <p:cNvSpPr>
              <a:spLocks noChangeShapeType="1"/>
            </p:cNvSpPr>
            <p:nvPr/>
          </p:nvSpPr>
          <p:spPr bwMode="auto">
            <a:xfrm>
              <a:off x="6291263" y="3548063"/>
              <a:ext cx="1562100"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2025" name="Line 41">
              <a:extLst>
                <a:ext uri="{FF2B5EF4-FFF2-40B4-BE49-F238E27FC236}">
                  <a16:creationId xmlns:a16="http://schemas.microsoft.com/office/drawing/2014/main" id="{A5698EA3-93E9-10E9-5D95-B3603BD8C686}"/>
                </a:ext>
              </a:extLst>
            </p:cNvPr>
            <p:cNvSpPr>
              <a:spLocks noChangeShapeType="1"/>
            </p:cNvSpPr>
            <p:nvPr/>
          </p:nvSpPr>
          <p:spPr bwMode="auto">
            <a:xfrm>
              <a:off x="7862888" y="3043238"/>
              <a:ext cx="0" cy="52546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26" name="Line 42">
              <a:extLst>
                <a:ext uri="{FF2B5EF4-FFF2-40B4-BE49-F238E27FC236}">
                  <a16:creationId xmlns:a16="http://schemas.microsoft.com/office/drawing/2014/main" id="{25225F2F-2A1E-7508-0509-F45B02B19C38}"/>
                </a:ext>
              </a:extLst>
            </p:cNvPr>
            <p:cNvSpPr>
              <a:spLocks noChangeShapeType="1"/>
            </p:cNvSpPr>
            <p:nvPr/>
          </p:nvSpPr>
          <p:spPr bwMode="auto">
            <a:xfrm>
              <a:off x="1276350" y="3109913"/>
              <a:ext cx="0" cy="53975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27" name="Line 43">
              <a:extLst>
                <a:ext uri="{FF2B5EF4-FFF2-40B4-BE49-F238E27FC236}">
                  <a16:creationId xmlns:a16="http://schemas.microsoft.com/office/drawing/2014/main" id="{0E81D38D-5878-5FEF-C479-6E0067CC0626}"/>
                </a:ext>
              </a:extLst>
            </p:cNvPr>
            <p:cNvSpPr>
              <a:spLocks noChangeShapeType="1"/>
            </p:cNvSpPr>
            <p:nvPr/>
          </p:nvSpPr>
          <p:spPr bwMode="auto">
            <a:xfrm>
              <a:off x="1262063" y="3657600"/>
              <a:ext cx="1598612"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2028" name="Line 44">
              <a:extLst>
                <a:ext uri="{FF2B5EF4-FFF2-40B4-BE49-F238E27FC236}">
                  <a16:creationId xmlns:a16="http://schemas.microsoft.com/office/drawing/2014/main" id="{1A0AB939-8DF2-2B24-9828-794340D7CB34}"/>
                </a:ext>
              </a:extLst>
            </p:cNvPr>
            <p:cNvSpPr>
              <a:spLocks noChangeShapeType="1"/>
            </p:cNvSpPr>
            <p:nvPr/>
          </p:nvSpPr>
          <p:spPr bwMode="auto">
            <a:xfrm>
              <a:off x="8048625" y="3043238"/>
              <a:ext cx="0" cy="6699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29" name="Line 45">
              <a:extLst>
                <a:ext uri="{FF2B5EF4-FFF2-40B4-BE49-F238E27FC236}">
                  <a16:creationId xmlns:a16="http://schemas.microsoft.com/office/drawing/2014/main" id="{F1E88204-BA8E-14FF-EAFE-ABAED4423308}"/>
                </a:ext>
              </a:extLst>
            </p:cNvPr>
            <p:cNvSpPr>
              <a:spLocks noChangeShapeType="1"/>
            </p:cNvSpPr>
            <p:nvPr/>
          </p:nvSpPr>
          <p:spPr bwMode="auto">
            <a:xfrm>
              <a:off x="6096000" y="3700463"/>
              <a:ext cx="1946275"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2030" name="Line 46">
              <a:extLst>
                <a:ext uri="{FF2B5EF4-FFF2-40B4-BE49-F238E27FC236}">
                  <a16:creationId xmlns:a16="http://schemas.microsoft.com/office/drawing/2014/main" id="{F539081B-3E85-03A5-D27E-44B5B876F3FC}"/>
                </a:ext>
              </a:extLst>
            </p:cNvPr>
            <p:cNvSpPr>
              <a:spLocks noChangeShapeType="1"/>
            </p:cNvSpPr>
            <p:nvPr/>
          </p:nvSpPr>
          <p:spPr bwMode="auto">
            <a:xfrm>
              <a:off x="1052513" y="3119438"/>
              <a:ext cx="0" cy="71913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31" name="Line 47">
              <a:extLst>
                <a:ext uri="{FF2B5EF4-FFF2-40B4-BE49-F238E27FC236}">
                  <a16:creationId xmlns:a16="http://schemas.microsoft.com/office/drawing/2014/main" id="{38AFC460-1D10-ABCF-9A49-799B8D109485}"/>
                </a:ext>
              </a:extLst>
            </p:cNvPr>
            <p:cNvSpPr>
              <a:spLocks noChangeShapeType="1"/>
            </p:cNvSpPr>
            <p:nvPr/>
          </p:nvSpPr>
          <p:spPr bwMode="auto">
            <a:xfrm>
              <a:off x="1033463" y="3819525"/>
              <a:ext cx="2062162"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3056" name="Rectangle 48">
              <a:extLst>
                <a:ext uri="{FF2B5EF4-FFF2-40B4-BE49-F238E27FC236}">
                  <a16:creationId xmlns:a16="http://schemas.microsoft.com/office/drawing/2014/main" id="{E9F76558-87CD-4DBC-8FF5-363F6B3B0C5E}"/>
                </a:ext>
              </a:extLst>
            </p:cNvPr>
            <p:cNvSpPr>
              <a:spLocks noChangeArrowheads="1"/>
            </p:cNvSpPr>
            <p:nvPr/>
          </p:nvSpPr>
          <p:spPr bwMode="auto">
            <a:xfrm>
              <a:off x="833677" y="4014539"/>
              <a:ext cx="916746" cy="1366918"/>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dirty="0">
                  <a:latin typeface="Arial" charset="0"/>
                  <a:cs typeface="Arial" charset="0"/>
                </a:rPr>
                <a:t>PAL</a:t>
              </a:r>
              <a:endParaRPr lang="ru-RU" sz="1600" dirty="0">
                <a:latin typeface="Arial" charset="0"/>
                <a:cs typeface="Arial" charset="0"/>
              </a:endParaRPr>
            </a:p>
          </p:txBody>
        </p:sp>
        <p:sp>
          <p:nvSpPr>
            <p:cNvPr id="43057" name="Rectangle 49">
              <a:extLst>
                <a:ext uri="{FF2B5EF4-FFF2-40B4-BE49-F238E27FC236}">
                  <a16:creationId xmlns:a16="http://schemas.microsoft.com/office/drawing/2014/main" id="{5893E3A4-DA73-44F0-9151-8F39EFF24B68}"/>
                </a:ext>
              </a:extLst>
            </p:cNvPr>
            <p:cNvSpPr>
              <a:spLocks noChangeArrowheads="1"/>
            </p:cNvSpPr>
            <p:nvPr/>
          </p:nvSpPr>
          <p:spPr bwMode="auto">
            <a:xfrm>
              <a:off x="7468430" y="3957354"/>
              <a:ext cx="916745" cy="1366917"/>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dirty="0">
                  <a:latin typeface="Arial" charset="0"/>
                  <a:cs typeface="Arial" charset="0"/>
                </a:rPr>
                <a:t>PAL</a:t>
              </a:r>
              <a:endParaRPr lang="ru-RU" sz="1600" dirty="0">
                <a:latin typeface="Arial" charset="0"/>
                <a:cs typeface="Arial" charset="0"/>
              </a:endParaRPr>
            </a:p>
          </p:txBody>
        </p:sp>
        <p:sp>
          <p:nvSpPr>
            <p:cNvPr id="42034" name="Line 50">
              <a:extLst>
                <a:ext uri="{FF2B5EF4-FFF2-40B4-BE49-F238E27FC236}">
                  <a16:creationId xmlns:a16="http://schemas.microsoft.com/office/drawing/2014/main" id="{C915196A-C502-B87E-A954-D723A669A562}"/>
                </a:ext>
              </a:extLst>
            </p:cNvPr>
            <p:cNvSpPr>
              <a:spLocks noChangeShapeType="1"/>
            </p:cNvSpPr>
            <p:nvPr/>
          </p:nvSpPr>
          <p:spPr bwMode="auto">
            <a:xfrm flipH="1">
              <a:off x="1738313" y="4090988"/>
              <a:ext cx="5181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35" name="Line 51">
              <a:extLst>
                <a:ext uri="{FF2B5EF4-FFF2-40B4-BE49-F238E27FC236}">
                  <a16:creationId xmlns:a16="http://schemas.microsoft.com/office/drawing/2014/main" id="{30B3FD22-B7E6-7CD8-798A-BDD1C92B8153}"/>
                </a:ext>
              </a:extLst>
            </p:cNvPr>
            <p:cNvSpPr>
              <a:spLocks noChangeShapeType="1"/>
            </p:cNvSpPr>
            <p:nvPr/>
          </p:nvSpPr>
          <p:spPr bwMode="auto">
            <a:xfrm>
              <a:off x="2347913" y="4219575"/>
              <a:ext cx="5105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36" name="Line 52">
              <a:extLst>
                <a:ext uri="{FF2B5EF4-FFF2-40B4-BE49-F238E27FC236}">
                  <a16:creationId xmlns:a16="http://schemas.microsoft.com/office/drawing/2014/main" id="{5D6E8CB5-BB63-2359-1006-7AA41A961E6F}"/>
                </a:ext>
              </a:extLst>
            </p:cNvPr>
            <p:cNvSpPr>
              <a:spLocks noChangeShapeType="1"/>
            </p:cNvSpPr>
            <p:nvPr/>
          </p:nvSpPr>
          <p:spPr bwMode="auto">
            <a:xfrm flipH="1">
              <a:off x="1766888" y="4354513"/>
              <a:ext cx="5181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37" name="Line 53">
              <a:extLst>
                <a:ext uri="{FF2B5EF4-FFF2-40B4-BE49-F238E27FC236}">
                  <a16:creationId xmlns:a16="http://schemas.microsoft.com/office/drawing/2014/main" id="{4E3748CB-0151-6248-C098-1CFC8FFB4067}"/>
                </a:ext>
              </a:extLst>
            </p:cNvPr>
            <p:cNvSpPr>
              <a:spLocks noChangeShapeType="1"/>
            </p:cNvSpPr>
            <p:nvPr/>
          </p:nvSpPr>
          <p:spPr bwMode="auto">
            <a:xfrm>
              <a:off x="2333625" y="4468813"/>
              <a:ext cx="5105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38" name="Line 54">
              <a:extLst>
                <a:ext uri="{FF2B5EF4-FFF2-40B4-BE49-F238E27FC236}">
                  <a16:creationId xmlns:a16="http://schemas.microsoft.com/office/drawing/2014/main" id="{0DEEC9EE-8275-084C-B737-BC202B1846D4}"/>
                </a:ext>
              </a:extLst>
            </p:cNvPr>
            <p:cNvSpPr>
              <a:spLocks noChangeShapeType="1"/>
            </p:cNvSpPr>
            <p:nvPr/>
          </p:nvSpPr>
          <p:spPr bwMode="auto">
            <a:xfrm flipH="1">
              <a:off x="1766888" y="4598988"/>
              <a:ext cx="5181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39" name="Line 55">
              <a:extLst>
                <a:ext uri="{FF2B5EF4-FFF2-40B4-BE49-F238E27FC236}">
                  <a16:creationId xmlns:a16="http://schemas.microsoft.com/office/drawing/2014/main" id="{99787D9B-73E6-AA6E-0E95-119DD4BC15A5}"/>
                </a:ext>
              </a:extLst>
            </p:cNvPr>
            <p:cNvSpPr>
              <a:spLocks noChangeShapeType="1"/>
            </p:cNvSpPr>
            <p:nvPr/>
          </p:nvSpPr>
          <p:spPr bwMode="auto">
            <a:xfrm>
              <a:off x="2347913" y="4727575"/>
              <a:ext cx="5105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40" name="Line 56">
              <a:extLst>
                <a:ext uri="{FF2B5EF4-FFF2-40B4-BE49-F238E27FC236}">
                  <a16:creationId xmlns:a16="http://schemas.microsoft.com/office/drawing/2014/main" id="{94E8176B-4DA8-C368-6171-DAFCAE2B1B12}"/>
                </a:ext>
              </a:extLst>
            </p:cNvPr>
            <p:cNvSpPr>
              <a:spLocks noChangeShapeType="1"/>
            </p:cNvSpPr>
            <p:nvPr/>
          </p:nvSpPr>
          <p:spPr bwMode="auto">
            <a:xfrm flipH="1">
              <a:off x="1766888" y="4862513"/>
              <a:ext cx="5181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41" name="Line 57">
              <a:extLst>
                <a:ext uri="{FF2B5EF4-FFF2-40B4-BE49-F238E27FC236}">
                  <a16:creationId xmlns:a16="http://schemas.microsoft.com/office/drawing/2014/main" id="{F85FE63D-D4AD-9FE1-E49F-222B19BB7AD9}"/>
                </a:ext>
              </a:extLst>
            </p:cNvPr>
            <p:cNvSpPr>
              <a:spLocks noChangeShapeType="1"/>
            </p:cNvSpPr>
            <p:nvPr/>
          </p:nvSpPr>
          <p:spPr bwMode="auto">
            <a:xfrm>
              <a:off x="2362200" y="4976813"/>
              <a:ext cx="5105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42" name="Line 58">
              <a:extLst>
                <a:ext uri="{FF2B5EF4-FFF2-40B4-BE49-F238E27FC236}">
                  <a16:creationId xmlns:a16="http://schemas.microsoft.com/office/drawing/2014/main" id="{257403BC-9820-7673-375F-85D5566E1906}"/>
                </a:ext>
              </a:extLst>
            </p:cNvPr>
            <p:cNvSpPr>
              <a:spLocks noChangeShapeType="1"/>
            </p:cNvSpPr>
            <p:nvPr/>
          </p:nvSpPr>
          <p:spPr bwMode="auto">
            <a:xfrm flipH="1">
              <a:off x="1766888" y="5122863"/>
              <a:ext cx="51816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43" name="Line 59">
              <a:extLst>
                <a:ext uri="{FF2B5EF4-FFF2-40B4-BE49-F238E27FC236}">
                  <a16:creationId xmlns:a16="http://schemas.microsoft.com/office/drawing/2014/main" id="{1A2717A7-FDB8-D05E-8C30-384363389865}"/>
                </a:ext>
              </a:extLst>
            </p:cNvPr>
            <p:cNvSpPr>
              <a:spLocks noChangeShapeType="1"/>
            </p:cNvSpPr>
            <p:nvPr/>
          </p:nvSpPr>
          <p:spPr bwMode="auto">
            <a:xfrm>
              <a:off x="2362200" y="5237163"/>
              <a:ext cx="51054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44" name="Line 60">
              <a:extLst>
                <a:ext uri="{FF2B5EF4-FFF2-40B4-BE49-F238E27FC236}">
                  <a16:creationId xmlns:a16="http://schemas.microsoft.com/office/drawing/2014/main" id="{585ED0F6-89E0-25C2-8E55-243A9FFA8977}"/>
                </a:ext>
              </a:extLst>
            </p:cNvPr>
            <p:cNvSpPr>
              <a:spLocks noChangeShapeType="1"/>
            </p:cNvSpPr>
            <p:nvPr/>
          </p:nvSpPr>
          <p:spPr bwMode="auto">
            <a:xfrm flipV="1">
              <a:off x="5853113" y="5534025"/>
              <a:ext cx="1755775"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2045" name="Line 61">
              <a:extLst>
                <a:ext uri="{FF2B5EF4-FFF2-40B4-BE49-F238E27FC236}">
                  <a16:creationId xmlns:a16="http://schemas.microsoft.com/office/drawing/2014/main" id="{65F6ADEF-18AF-71ED-D67A-24371E343B5B}"/>
                </a:ext>
              </a:extLst>
            </p:cNvPr>
            <p:cNvSpPr>
              <a:spLocks noChangeShapeType="1"/>
            </p:cNvSpPr>
            <p:nvPr/>
          </p:nvSpPr>
          <p:spPr bwMode="auto">
            <a:xfrm>
              <a:off x="7605713" y="5324475"/>
              <a:ext cx="0" cy="228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46" name="Line 62">
              <a:extLst>
                <a:ext uri="{FF2B5EF4-FFF2-40B4-BE49-F238E27FC236}">
                  <a16:creationId xmlns:a16="http://schemas.microsoft.com/office/drawing/2014/main" id="{AF2D8316-7058-91CE-DC72-BFA9F472E8FD}"/>
                </a:ext>
              </a:extLst>
            </p:cNvPr>
            <p:cNvSpPr>
              <a:spLocks noChangeShapeType="1"/>
            </p:cNvSpPr>
            <p:nvPr/>
          </p:nvSpPr>
          <p:spPr bwMode="auto">
            <a:xfrm>
              <a:off x="1662113" y="5557838"/>
              <a:ext cx="1706562"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2047" name="Line 63">
              <a:extLst>
                <a:ext uri="{FF2B5EF4-FFF2-40B4-BE49-F238E27FC236}">
                  <a16:creationId xmlns:a16="http://schemas.microsoft.com/office/drawing/2014/main" id="{296388E1-1F9A-D1B4-3EDC-7171FD48FA2B}"/>
                </a:ext>
              </a:extLst>
            </p:cNvPr>
            <p:cNvSpPr>
              <a:spLocks noChangeShapeType="1"/>
            </p:cNvSpPr>
            <p:nvPr/>
          </p:nvSpPr>
          <p:spPr bwMode="auto">
            <a:xfrm>
              <a:off x="1662113" y="5386388"/>
              <a:ext cx="0" cy="228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48" name="Line 64">
              <a:extLst>
                <a:ext uri="{FF2B5EF4-FFF2-40B4-BE49-F238E27FC236}">
                  <a16:creationId xmlns:a16="http://schemas.microsoft.com/office/drawing/2014/main" id="{28F0EA5A-4F48-07CB-2926-6C65563FBAB1}"/>
                </a:ext>
              </a:extLst>
            </p:cNvPr>
            <p:cNvSpPr>
              <a:spLocks noChangeShapeType="1"/>
            </p:cNvSpPr>
            <p:nvPr/>
          </p:nvSpPr>
          <p:spPr bwMode="auto">
            <a:xfrm>
              <a:off x="1504950" y="5767388"/>
              <a:ext cx="2030413"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2049" name="Line 65">
              <a:extLst>
                <a:ext uri="{FF2B5EF4-FFF2-40B4-BE49-F238E27FC236}">
                  <a16:creationId xmlns:a16="http://schemas.microsoft.com/office/drawing/2014/main" id="{68D1DDAD-FD1F-E98D-2763-F6838EE36BB9}"/>
                </a:ext>
              </a:extLst>
            </p:cNvPr>
            <p:cNvSpPr>
              <a:spLocks noChangeShapeType="1"/>
            </p:cNvSpPr>
            <p:nvPr/>
          </p:nvSpPr>
          <p:spPr bwMode="auto">
            <a:xfrm>
              <a:off x="1500188" y="5386388"/>
              <a:ext cx="0" cy="40957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50" name="Line 66">
              <a:extLst>
                <a:ext uri="{FF2B5EF4-FFF2-40B4-BE49-F238E27FC236}">
                  <a16:creationId xmlns:a16="http://schemas.microsoft.com/office/drawing/2014/main" id="{685C3E1F-EB33-2D5D-EC7A-65CACB9D62AC}"/>
                </a:ext>
              </a:extLst>
            </p:cNvPr>
            <p:cNvSpPr>
              <a:spLocks noChangeShapeType="1"/>
            </p:cNvSpPr>
            <p:nvPr/>
          </p:nvSpPr>
          <p:spPr bwMode="auto">
            <a:xfrm>
              <a:off x="5619750" y="5672138"/>
              <a:ext cx="2138363"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2051" name="Line 67">
              <a:extLst>
                <a:ext uri="{FF2B5EF4-FFF2-40B4-BE49-F238E27FC236}">
                  <a16:creationId xmlns:a16="http://schemas.microsoft.com/office/drawing/2014/main" id="{F009CA17-9E15-1266-7FF1-A366D4F3E577}"/>
                </a:ext>
              </a:extLst>
            </p:cNvPr>
            <p:cNvSpPr>
              <a:spLocks noChangeShapeType="1"/>
            </p:cNvSpPr>
            <p:nvPr/>
          </p:nvSpPr>
          <p:spPr bwMode="auto">
            <a:xfrm>
              <a:off x="7758113" y="5324475"/>
              <a:ext cx="0" cy="3524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52" name="Line 68">
              <a:extLst>
                <a:ext uri="{FF2B5EF4-FFF2-40B4-BE49-F238E27FC236}">
                  <a16:creationId xmlns:a16="http://schemas.microsoft.com/office/drawing/2014/main" id="{74612373-63FD-0A89-E43F-411EF004D199}"/>
                </a:ext>
              </a:extLst>
            </p:cNvPr>
            <p:cNvSpPr>
              <a:spLocks noChangeShapeType="1"/>
            </p:cNvSpPr>
            <p:nvPr/>
          </p:nvSpPr>
          <p:spPr bwMode="auto">
            <a:xfrm>
              <a:off x="5410200" y="5815013"/>
              <a:ext cx="2505075"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2053" name="Line 69">
              <a:extLst>
                <a:ext uri="{FF2B5EF4-FFF2-40B4-BE49-F238E27FC236}">
                  <a16:creationId xmlns:a16="http://schemas.microsoft.com/office/drawing/2014/main" id="{C2BA4E88-D349-47C5-3415-240CA2389976}"/>
                </a:ext>
              </a:extLst>
            </p:cNvPr>
            <p:cNvSpPr>
              <a:spLocks noChangeShapeType="1"/>
            </p:cNvSpPr>
            <p:nvPr/>
          </p:nvSpPr>
          <p:spPr bwMode="auto">
            <a:xfrm>
              <a:off x="7924800" y="5310188"/>
              <a:ext cx="0" cy="52546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54" name="Line 70">
              <a:extLst>
                <a:ext uri="{FF2B5EF4-FFF2-40B4-BE49-F238E27FC236}">
                  <a16:creationId xmlns:a16="http://schemas.microsoft.com/office/drawing/2014/main" id="{3E561A20-F3BF-3C94-B0E2-1D15A979B681}"/>
                </a:ext>
              </a:extLst>
            </p:cNvPr>
            <p:cNvSpPr>
              <a:spLocks noChangeShapeType="1"/>
            </p:cNvSpPr>
            <p:nvPr/>
          </p:nvSpPr>
          <p:spPr bwMode="auto">
            <a:xfrm>
              <a:off x="1338263" y="5376863"/>
              <a:ext cx="0" cy="53975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55" name="Line 71">
              <a:extLst>
                <a:ext uri="{FF2B5EF4-FFF2-40B4-BE49-F238E27FC236}">
                  <a16:creationId xmlns:a16="http://schemas.microsoft.com/office/drawing/2014/main" id="{9516889F-AA33-F8CE-6381-A140E6A047F6}"/>
                </a:ext>
              </a:extLst>
            </p:cNvPr>
            <p:cNvSpPr>
              <a:spLocks noChangeShapeType="1"/>
            </p:cNvSpPr>
            <p:nvPr/>
          </p:nvSpPr>
          <p:spPr bwMode="auto">
            <a:xfrm>
              <a:off x="1323975" y="5924550"/>
              <a:ext cx="2425700"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2056" name="Line 72">
              <a:extLst>
                <a:ext uri="{FF2B5EF4-FFF2-40B4-BE49-F238E27FC236}">
                  <a16:creationId xmlns:a16="http://schemas.microsoft.com/office/drawing/2014/main" id="{9D6F012B-7F21-3814-6B37-1BA0ED9D58DC}"/>
                </a:ext>
              </a:extLst>
            </p:cNvPr>
            <p:cNvSpPr>
              <a:spLocks noChangeShapeType="1"/>
            </p:cNvSpPr>
            <p:nvPr/>
          </p:nvSpPr>
          <p:spPr bwMode="auto">
            <a:xfrm>
              <a:off x="8110538" y="5310188"/>
              <a:ext cx="0" cy="669925"/>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57" name="Line 73">
              <a:extLst>
                <a:ext uri="{FF2B5EF4-FFF2-40B4-BE49-F238E27FC236}">
                  <a16:creationId xmlns:a16="http://schemas.microsoft.com/office/drawing/2014/main" id="{775A9793-1A21-C282-DA58-695FD03FFF57}"/>
                </a:ext>
              </a:extLst>
            </p:cNvPr>
            <p:cNvSpPr>
              <a:spLocks noChangeShapeType="1"/>
            </p:cNvSpPr>
            <p:nvPr/>
          </p:nvSpPr>
          <p:spPr bwMode="auto">
            <a:xfrm>
              <a:off x="5181600" y="5953125"/>
              <a:ext cx="2922588"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2058" name="Line 74">
              <a:extLst>
                <a:ext uri="{FF2B5EF4-FFF2-40B4-BE49-F238E27FC236}">
                  <a16:creationId xmlns:a16="http://schemas.microsoft.com/office/drawing/2014/main" id="{76DF062B-7B36-FA3D-0507-559DF6B9D7D8}"/>
                </a:ext>
              </a:extLst>
            </p:cNvPr>
            <p:cNvSpPr>
              <a:spLocks noChangeShapeType="1"/>
            </p:cNvSpPr>
            <p:nvPr/>
          </p:nvSpPr>
          <p:spPr bwMode="auto">
            <a:xfrm>
              <a:off x="1114425" y="5386388"/>
              <a:ext cx="0" cy="71913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2059" name="Line 75">
              <a:extLst>
                <a:ext uri="{FF2B5EF4-FFF2-40B4-BE49-F238E27FC236}">
                  <a16:creationId xmlns:a16="http://schemas.microsoft.com/office/drawing/2014/main" id="{921B3324-58F2-9FC5-BBA3-851D5B8A0A72}"/>
                </a:ext>
              </a:extLst>
            </p:cNvPr>
            <p:cNvSpPr>
              <a:spLocks noChangeShapeType="1"/>
            </p:cNvSpPr>
            <p:nvPr/>
          </p:nvSpPr>
          <p:spPr bwMode="auto">
            <a:xfrm>
              <a:off x="1095375" y="6086475"/>
              <a:ext cx="2889250"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2060" name="Line 76">
              <a:extLst>
                <a:ext uri="{FF2B5EF4-FFF2-40B4-BE49-F238E27FC236}">
                  <a16:creationId xmlns:a16="http://schemas.microsoft.com/office/drawing/2014/main" id="{6059A72A-AE47-CF68-3D20-401C6EA188F9}"/>
                </a:ext>
              </a:extLst>
            </p:cNvPr>
            <p:cNvSpPr>
              <a:spLocks noChangeShapeType="1"/>
            </p:cNvSpPr>
            <p:nvPr/>
          </p:nvSpPr>
          <p:spPr bwMode="auto">
            <a:xfrm>
              <a:off x="2095500" y="1443038"/>
              <a:ext cx="4930775"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2061" name="Line 77">
              <a:extLst>
                <a:ext uri="{FF2B5EF4-FFF2-40B4-BE49-F238E27FC236}">
                  <a16:creationId xmlns:a16="http://schemas.microsoft.com/office/drawing/2014/main" id="{7503AB7A-59FE-A9F0-E6FF-EF54F488083F}"/>
                </a:ext>
              </a:extLst>
            </p:cNvPr>
            <p:cNvSpPr>
              <a:spLocks noChangeShapeType="1"/>
            </p:cNvSpPr>
            <p:nvPr/>
          </p:nvSpPr>
          <p:spPr bwMode="auto">
            <a:xfrm>
              <a:off x="2133600" y="1443038"/>
              <a:ext cx="0" cy="49530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2062" name="Line 78">
              <a:extLst>
                <a:ext uri="{FF2B5EF4-FFF2-40B4-BE49-F238E27FC236}">
                  <a16:creationId xmlns:a16="http://schemas.microsoft.com/office/drawing/2014/main" id="{94879076-D600-4708-110E-727B64945BBA}"/>
                </a:ext>
              </a:extLst>
            </p:cNvPr>
            <p:cNvSpPr>
              <a:spLocks noChangeShapeType="1"/>
            </p:cNvSpPr>
            <p:nvPr/>
          </p:nvSpPr>
          <p:spPr bwMode="auto">
            <a:xfrm>
              <a:off x="2133600" y="6396038"/>
              <a:ext cx="4991100"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2063" name="Line 79">
              <a:extLst>
                <a:ext uri="{FF2B5EF4-FFF2-40B4-BE49-F238E27FC236}">
                  <a16:creationId xmlns:a16="http://schemas.microsoft.com/office/drawing/2014/main" id="{D18E9062-8111-85D9-9930-08DD25F7A15A}"/>
                </a:ext>
              </a:extLst>
            </p:cNvPr>
            <p:cNvSpPr>
              <a:spLocks noChangeShapeType="1"/>
            </p:cNvSpPr>
            <p:nvPr/>
          </p:nvSpPr>
          <p:spPr bwMode="auto">
            <a:xfrm>
              <a:off x="7086600" y="1443038"/>
              <a:ext cx="0" cy="4911725"/>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2064" name="Text Box 80">
              <a:extLst>
                <a:ext uri="{FF2B5EF4-FFF2-40B4-BE49-F238E27FC236}">
                  <a16:creationId xmlns:a16="http://schemas.microsoft.com/office/drawing/2014/main" id="{1CE41D53-5DF7-7DCA-7873-6EDA837982F1}"/>
                </a:ext>
              </a:extLst>
            </p:cNvPr>
            <p:cNvSpPr txBox="1">
              <a:spLocks noChangeArrowheads="1"/>
            </p:cNvSpPr>
            <p:nvPr/>
          </p:nvSpPr>
          <p:spPr bwMode="auto">
            <a:xfrm>
              <a:off x="4267200" y="1471613"/>
              <a:ext cx="838201" cy="393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u="none"/>
                <a:t>PIA</a:t>
              </a:r>
              <a:endParaRPr lang="ru-RU" altLang="en-US" sz="1600" u="none"/>
            </a:p>
          </p:txBody>
        </p:sp>
        <p:sp>
          <p:nvSpPr>
            <p:cNvPr id="42065" name="Line 81">
              <a:extLst>
                <a:ext uri="{FF2B5EF4-FFF2-40B4-BE49-F238E27FC236}">
                  <a16:creationId xmlns:a16="http://schemas.microsoft.com/office/drawing/2014/main" id="{F3D0ED9E-F607-EF1F-4EC6-BAB0C6F901CB}"/>
                </a:ext>
              </a:extLst>
            </p:cNvPr>
            <p:cNvSpPr>
              <a:spLocks noChangeShapeType="1"/>
            </p:cNvSpPr>
            <p:nvPr/>
          </p:nvSpPr>
          <p:spPr bwMode="auto">
            <a:xfrm flipV="1">
              <a:off x="2362200" y="1747838"/>
              <a:ext cx="115888" cy="1158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66" name="Line 82">
              <a:extLst>
                <a:ext uri="{FF2B5EF4-FFF2-40B4-BE49-F238E27FC236}">
                  <a16:creationId xmlns:a16="http://schemas.microsoft.com/office/drawing/2014/main" id="{0440B107-8417-796B-5F7F-2FFB60195D89}"/>
                </a:ext>
              </a:extLst>
            </p:cNvPr>
            <p:cNvSpPr>
              <a:spLocks noChangeShapeType="1"/>
            </p:cNvSpPr>
            <p:nvPr/>
          </p:nvSpPr>
          <p:spPr bwMode="auto">
            <a:xfrm>
              <a:off x="2362200" y="1752600"/>
              <a:ext cx="115888" cy="115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a:extLst>
              <a:ext uri="{FF2B5EF4-FFF2-40B4-BE49-F238E27FC236}">
                <a16:creationId xmlns:a16="http://schemas.microsoft.com/office/drawing/2014/main" id="{609D443B-32F9-38E4-D825-13D4DEBAD5C4}"/>
              </a:ext>
            </a:extLst>
          </p:cNvPr>
          <p:cNvSpPr>
            <a:spLocks noGrp="1" noChangeArrowheads="1"/>
          </p:cNvSpPr>
          <p:nvPr>
            <p:ph type="title"/>
          </p:nvPr>
        </p:nvSpPr>
        <p:spPr>
          <a:xfrm>
            <a:off x="0" y="183401"/>
            <a:ext cx="11612880" cy="704088"/>
          </a:xfrm>
        </p:spPr>
        <p:txBody>
          <a:bodyPr/>
          <a:lstStyle/>
          <a:p>
            <a:r>
              <a:rPr lang="en-US" altLang="en-US"/>
              <a:t>Section CPLD</a:t>
            </a:r>
            <a:endParaRPr lang="ru-RU" altLang="en-US"/>
          </a:p>
        </p:txBody>
      </p:sp>
      <p:grpSp>
        <p:nvGrpSpPr>
          <p:cNvPr id="43011" name="Group 634">
            <a:extLst>
              <a:ext uri="{FF2B5EF4-FFF2-40B4-BE49-F238E27FC236}">
                <a16:creationId xmlns:a16="http://schemas.microsoft.com/office/drawing/2014/main" id="{DD525BFA-2D4E-36DC-FFDC-6D34193603C4}"/>
              </a:ext>
            </a:extLst>
          </p:cNvPr>
          <p:cNvGrpSpPr>
            <a:grpSpLocks/>
          </p:cNvGrpSpPr>
          <p:nvPr/>
        </p:nvGrpSpPr>
        <p:grpSpPr bwMode="auto">
          <a:xfrm>
            <a:off x="2895600" y="876300"/>
            <a:ext cx="6019800" cy="4776788"/>
            <a:chOff x="228600" y="385476"/>
            <a:chExt cx="7848600" cy="6182012"/>
          </a:xfrm>
        </p:grpSpPr>
        <p:sp>
          <p:nvSpPr>
            <p:cNvPr id="43012" name="Line 6">
              <a:extLst>
                <a:ext uri="{FF2B5EF4-FFF2-40B4-BE49-F238E27FC236}">
                  <a16:creationId xmlns:a16="http://schemas.microsoft.com/office/drawing/2014/main" id="{8CFBAB7E-6E88-4141-1ED5-9D206A9A6498}"/>
                </a:ext>
              </a:extLst>
            </p:cNvPr>
            <p:cNvSpPr>
              <a:spLocks noChangeShapeType="1"/>
            </p:cNvSpPr>
            <p:nvPr/>
          </p:nvSpPr>
          <p:spPr bwMode="auto">
            <a:xfrm>
              <a:off x="293688" y="533400"/>
              <a:ext cx="0" cy="2540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3" name="Line 7">
              <a:extLst>
                <a:ext uri="{FF2B5EF4-FFF2-40B4-BE49-F238E27FC236}">
                  <a16:creationId xmlns:a16="http://schemas.microsoft.com/office/drawing/2014/main" id="{381D8560-03AF-2C7C-5A24-BDB09974F090}"/>
                </a:ext>
              </a:extLst>
            </p:cNvPr>
            <p:cNvSpPr>
              <a:spLocks noChangeShapeType="1"/>
            </p:cNvSpPr>
            <p:nvPr/>
          </p:nvSpPr>
          <p:spPr bwMode="auto">
            <a:xfrm>
              <a:off x="293688" y="793750"/>
              <a:ext cx="73707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4" name="Line 8">
              <a:extLst>
                <a:ext uri="{FF2B5EF4-FFF2-40B4-BE49-F238E27FC236}">
                  <a16:creationId xmlns:a16="http://schemas.microsoft.com/office/drawing/2014/main" id="{B7CC85D8-3137-1339-75E5-460FCE830F34}"/>
                </a:ext>
              </a:extLst>
            </p:cNvPr>
            <p:cNvSpPr>
              <a:spLocks noChangeShapeType="1"/>
            </p:cNvSpPr>
            <p:nvPr/>
          </p:nvSpPr>
          <p:spPr bwMode="auto">
            <a:xfrm>
              <a:off x="250825" y="1054100"/>
              <a:ext cx="7161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5" name="Line 9">
              <a:extLst>
                <a:ext uri="{FF2B5EF4-FFF2-40B4-BE49-F238E27FC236}">
                  <a16:creationId xmlns:a16="http://schemas.microsoft.com/office/drawing/2014/main" id="{BE58163B-D8E5-E1B2-09C6-0CB0AA45AC64}"/>
                </a:ext>
              </a:extLst>
            </p:cNvPr>
            <p:cNvSpPr>
              <a:spLocks noChangeShapeType="1"/>
            </p:cNvSpPr>
            <p:nvPr/>
          </p:nvSpPr>
          <p:spPr bwMode="auto">
            <a:xfrm>
              <a:off x="257175" y="1524000"/>
              <a:ext cx="71612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6" name="Line 10">
              <a:extLst>
                <a:ext uri="{FF2B5EF4-FFF2-40B4-BE49-F238E27FC236}">
                  <a16:creationId xmlns:a16="http://schemas.microsoft.com/office/drawing/2014/main" id="{E0CB185F-E247-5FCE-D8B7-02AF63A8EAE8}"/>
                </a:ext>
              </a:extLst>
            </p:cNvPr>
            <p:cNvSpPr>
              <a:spLocks noChangeShapeType="1"/>
            </p:cNvSpPr>
            <p:nvPr/>
          </p:nvSpPr>
          <p:spPr bwMode="auto">
            <a:xfrm>
              <a:off x="282575" y="1755775"/>
              <a:ext cx="71596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7" name="Text Box 11">
              <a:extLst>
                <a:ext uri="{FF2B5EF4-FFF2-40B4-BE49-F238E27FC236}">
                  <a16:creationId xmlns:a16="http://schemas.microsoft.com/office/drawing/2014/main" id="{77258D03-15C5-37F0-9986-1CAD852C074F}"/>
                </a:ext>
              </a:extLst>
            </p:cNvPr>
            <p:cNvSpPr txBox="1">
              <a:spLocks noChangeArrowheads="1"/>
            </p:cNvSpPr>
            <p:nvPr/>
          </p:nvSpPr>
          <p:spPr bwMode="auto">
            <a:xfrm>
              <a:off x="228600" y="1054100"/>
              <a:ext cx="77946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endParaRPr lang="ru-RU" altLang="en-US" sz="1200" b="0" u="none"/>
            </a:p>
          </p:txBody>
        </p:sp>
        <p:sp>
          <p:nvSpPr>
            <p:cNvPr id="43018" name="Text Box 12">
              <a:extLst>
                <a:ext uri="{FF2B5EF4-FFF2-40B4-BE49-F238E27FC236}">
                  <a16:creationId xmlns:a16="http://schemas.microsoft.com/office/drawing/2014/main" id="{803EAC51-28DF-B566-C68B-2FA6E657ED17}"/>
                </a:ext>
              </a:extLst>
            </p:cNvPr>
            <p:cNvSpPr txBox="1">
              <a:spLocks noChangeArrowheads="1"/>
            </p:cNvSpPr>
            <p:nvPr/>
          </p:nvSpPr>
          <p:spPr bwMode="auto">
            <a:xfrm>
              <a:off x="2343150" y="1054100"/>
              <a:ext cx="7778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endParaRPr lang="ru-RU" altLang="en-US" sz="1200" b="0" u="none"/>
            </a:p>
          </p:txBody>
        </p:sp>
        <p:sp>
          <p:nvSpPr>
            <p:cNvPr id="43019" name="Line 13">
              <a:extLst>
                <a:ext uri="{FF2B5EF4-FFF2-40B4-BE49-F238E27FC236}">
                  <a16:creationId xmlns:a16="http://schemas.microsoft.com/office/drawing/2014/main" id="{7D107A54-ABC9-C76D-3656-0102A05A56C8}"/>
                </a:ext>
              </a:extLst>
            </p:cNvPr>
            <p:cNvSpPr>
              <a:spLocks noChangeShapeType="1"/>
            </p:cNvSpPr>
            <p:nvPr/>
          </p:nvSpPr>
          <p:spPr bwMode="auto">
            <a:xfrm>
              <a:off x="1747838" y="966788"/>
              <a:ext cx="0" cy="54340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20" name="Line 14">
              <a:extLst>
                <a:ext uri="{FF2B5EF4-FFF2-40B4-BE49-F238E27FC236}">
                  <a16:creationId xmlns:a16="http://schemas.microsoft.com/office/drawing/2014/main" id="{C45B5039-B9E1-F58E-D0D5-591133C89D60}"/>
                </a:ext>
              </a:extLst>
            </p:cNvPr>
            <p:cNvSpPr>
              <a:spLocks noChangeShapeType="1"/>
            </p:cNvSpPr>
            <p:nvPr/>
          </p:nvSpPr>
          <p:spPr bwMode="auto">
            <a:xfrm flipV="1">
              <a:off x="1979613" y="790575"/>
              <a:ext cx="0" cy="10572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3021" name="Group 15">
              <a:extLst>
                <a:ext uri="{FF2B5EF4-FFF2-40B4-BE49-F238E27FC236}">
                  <a16:creationId xmlns:a16="http://schemas.microsoft.com/office/drawing/2014/main" id="{FD189556-9A72-9B3F-4460-833D7AD3F0E3}"/>
                </a:ext>
              </a:extLst>
            </p:cNvPr>
            <p:cNvGrpSpPr>
              <a:grpSpLocks/>
            </p:cNvGrpSpPr>
            <p:nvPr/>
          </p:nvGrpSpPr>
          <p:grpSpPr bwMode="auto">
            <a:xfrm>
              <a:off x="1668463" y="995363"/>
              <a:ext cx="157162" cy="125412"/>
              <a:chOff x="2181" y="2484"/>
              <a:chExt cx="180" cy="192"/>
            </a:xfrm>
          </p:grpSpPr>
          <p:sp>
            <p:nvSpPr>
              <p:cNvPr id="43641" name="Line 16">
                <a:extLst>
                  <a:ext uri="{FF2B5EF4-FFF2-40B4-BE49-F238E27FC236}">
                    <a16:creationId xmlns:a16="http://schemas.microsoft.com/office/drawing/2014/main" id="{A68B9BB4-67BD-3CD3-0C67-A9E1C1216CB4}"/>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42" name="Line 17">
                <a:extLst>
                  <a:ext uri="{FF2B5EF4-FFF2-40B4-BE49-F238E27FC236}">
                    <a16:creationId xmlns:a16="http://schemas.microsoft.com/office/drawing/2014/main" id="{58792B1A-BA58-AF30-223E-6A4AAE7DF23C}"/>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43" name="Line 18">
                <a:extLst>
                  <a:ext uri="{FF2B5EF4-FFF2-40B4-BE49-F238E27FC236}">
                    <a16:creationId xmlns:a16="http://schemas.microsoft.com/office/drawing/2014/main" id="{E4D2E3D7-43BB-C351-91A4-DD384FB28F23}"/>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22" name="Group 19">
              <a:extLst>
                <a:ext uri="{FF2B5EF4-FFF2-40B4-BE49-F238E27FC236}">
                  <a16:creationId xmlns:a16="http://schemas.microsoft.com/office/drawing/2014/main" id="{45FB542B-89A9-78EF-9550-B73FC7AFA52B}"/>
                </a:ext>
              </a:extLst>
            </p:cNvPr>
            <p:cNvGrpSpPr>
              <a:grpSpLocks/>
            </p:cNvGrpSpPr>
            <p:nvPr/>
          </p:nvGrpSpPr>
          <p:grpSpPr bwMode="auto">
            <a:xfrm>
              <a:off x="1911350" y="990600"/>
              <a:ext cx="153988" cy="125413"/>
              <a:chOff x="2181" y="2484"/>
              <a:chExt cx="180" cy="192"/>
            </a:xfrm>
          </p:grpSpPr>
          <p:sp>
            <p:nvSpPr>
              <p:cNvPr id="43638" name="Line 20">
                <a:extLst>
                  <a:ext uri="{FF2B5EF4-FFF2-40B4-BE49-F238E27FC236}">
                    <a16:creationId xmlns:a16="http://schemas.microsoft.com/office/drawing/2014/main" id="{B2625F17-1ED7-DCA3-CB4E-E75BB4A7E23B}"/>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39" name="Line 21">
                <a:extLst>
                  <a:ext uri="{FF2B5EF4-FFF2-40B4-BE49-F238E27FC236}">
                    <a16:creationId xmlns:a16="http://schemas.microsoft.com/office/drawing/2014/main" id="{D9B1C04F-B50A-5650-8DC5-6B8AB26D2556}"/>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40" name="Line 22">
                <a:extLst>
                  <a:ext uri="{FF2B5EF4-FFF2-40B4-BE49-F238E27FC236}">
                    <a16:creationId xmlns:a16="http://schemas.microsoft.com/office/drawing/2014/main" id="{E37D938C-B7F1-4179-D42F-A6DFAFD73F8B}"/>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23" name="Line 23">
              <a:extLst>
                <a:ext uri="{FF2B5EF4-FFF2-40B4-BE49-F238E27FC236}">
                  <a16:creationId xmlns:a16="http://schemas.microsoft.com/office/drawing/2014/main" id="{CA84450C-D029-D45A-4FAC-A934676C54FD}"/>
                </a:ext>
              </a:extLst>
            </p:cNvPr>
            <p:cNvSpPr>
              <a:spLocks noChangeShapeType="1"/>
            </p:cNvSpPr>
            <p:nvPr/>
          </p:nvSpPr>
          <p:spPr bwMode="auto">
            <a:xfrm flipV="1">
              <a:off x="6950075" y="989013"/>
              <a:ext cx="0" cy="1839912"/>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3024" name="Line 24">
              <a:extLst>
                <a:ext uri="{FF2B5EF4-FFF2-40B4-BE49-F238E27FC236}">
                  <a16:creationId xmlns:a16="http://schemas.microsoft.com/office/drawing/2014/main" id="{D032B9D7-E72B-B563-57E4-DF4A6DC7D7D1}"/>
                </a:ext>
              </a:extLst>
            </p:cNvPr>
            <p:cNvSpPr>
              <a:spLocks noChangeShapeType="1"/>
            </p:cNvSpPr>
            <p:nvPr/>
          </p:nvSpPr>
          <p:spPr bwMode="auto">
            <a:xfrm flipV="1">
              <a:off x="6561138" y="969963"/>
              <a:ext cx="0" cy="3205162"/>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3025" name="Line 25">
              <a:extLst>
                <a:ext uri="{FF2B5EF4-FFF2-40B4-BE49-F238E27FC236}">
                  <a16:creationId xmlns:a16="http://schemas.microsoft.com/office/drawing/2014/main" id="{24949077-AB1B-2149-C429-80DE618D5944}"/>
                </a:ext>
              </a:extLst>
            </p:cNvPr>
            <p:cNvSpPr>
              <a:spLocks noChangeShapeType="1"/>
            </p:cNvSpPr>
            <p:nvPr/>
          </p:nvSpPr>
          <p:spPr bwMode="auto">
            <a:xfrm flipV="1">
              <a:off x="6184900" y="995363"/>
              <a:ext cx="0" cy="4500562"/>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3026" name="Line 26">
              <a:extLst>
                <a:ext uri="{FF2B5EF4-FFF2-40B4-BE49-F238E27FC236}">
                  <a16:creationId xmlns:a16="http://schemas.microsoft.com/office/drawing/2014/main" id="{0EDE5D2E-4AE2-8742-1644-F50C692A6748}"/>
                </a:ext>
              </a:extLst>
            </p:cNvPr>
            <p:cNvSpPr>
              <a:spLocks noChangeShapeType="1"/>
            </p:cNvSpPr>
            <p:nvPr/>
          </p:nvSpPr>
          <p:spPr bwMode="auto">
            <a:xfrm>
              <a:off x="7326313" y="976313"/>
              <a:ext cx="0" cy="1174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3027" name="Group 27">
              <a:extLst>
                <a:ext uri="{FF2B5EF4-FFF2-40B4-BE49-F238E27FC236}">
                  <a16:creationId xmlns:a16="http://schemas.microsoft.com/office/drawing/2014/main" id="{3FA75850-0215-19FA-8314-36DC81A3C84D}"/>
                </a:ext>
              </a:extLst>
            </p:cNvPr>
            <p:cNvGrpSpPr>
              <a:grpSpLocks/>
            </p:cNvGrpSpPr>
            <p:nvPr/>
          </p:nvGrpSpPr>
          <p:grpSpPr bwMode="auto">
            <a:xfrm>
              <a:off x="1681163" y="1455738"/>
              <a:ext cx="157162" cy="125412"/>
              <a:chOff x="2181" y="2484"/>
              <a:chExt cx="180" cy="192"/>
            </a:xfrm>
          </p:grpSpPr>
          <p:sp>
            <p:nvSpPr>
              <p:cNvPr id="43635" name="Line 28">
                <a:extLst>
                  <a:ext uri="{FF2B5EF4-FFF2-40B4-BE49-F238E27FC236}">
                    <a16:creationId xmlns:a16="http://schemas.microsoft.com/office/drawing/2014/main" id="{0E06F69D-0DF0-36C5-0EED-89E6741DF429}"/>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36" name="Line 29">
                <a:extLst>
                  <a:ext uri="{FF2B5EF4-FFF2-40B4-BE49-F238E27FC236}">
                    <a16:creationId xmlns:a16="http://schemas.microsoft.com/office/drawing/2014/main" id="{786368B3-6E06-80DF-F8B3-3C2F68222D38}"/>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37" name="Line 30">
                <a:extLst>
                  <a:ext uri="{FF2B5EF4-FFF2-40B4-BE49-F238E27FC236}">
                    <a16:creationId xmlns:a16="http://schemas.microsoft.com/office/drawing/2014/main" id="{6E9D7621-57AC-EB7E-A7F1-7DD9657CB1B8}"/>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28" name="Group 31">
              <a:extLst>
                <a:ext uri="{FF2B5EF4-FFF2-40B4-BE49-F238E27FC236}">
                  <a16:creationId xmlns:a16="http://schemas.microsoft.com/office/drawing/2014/main" id="{2E8A3CF8-F036-6917-06B3-4022D6140C94}"/>
                </a:ext>
              </a:extLst>
            </p:cNvPr>
            <p:cNvGrpSpPr>
              <a:grpSpLocks/>
            </p:cNvGrpSpPr>
            <p:nvPr/>
          </p:nvGrpSpPr>
          <p:grpSpPr bwMode="auto">
            <a:xfrm>
              <a:off x="1901825" y="1455738"/>
              <a:ext cx="157163" cy="125412"/>
              <a:chOff x="2181" y="2484"/>
              <a:chExt cx="180" cy="192"/>
            </a:xfrm>
          </p:grpSpPr>
          <p:sp>
            <p:nvSpPr>
              <p:cNvPr id="43632" name="Line 32">
                <a:extLst>
                  <a:ext uri="{FF2B5EF4-FFF2-40B4-BE49-F238E27FC236}">
                    <a16:creationId xmlns:a16="http://schemas.microsoft.com/office/drawing/2014/main" id="{5A9FAE55-4928-5529-9EBE-532213E1A3BA}"/>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33" name="Line 33">
                <a:extLst>
                  <a:ext uri="{FF2B5EF4-FFF2-40B4-BE49-F238E27FC236}">
                    <a16:creationId xmlns:a16="http://schemas.microsoft.com/office/drawing/2014/main" id="{915EB8C6-BC5A-4907-59D4-9205720BA072}"/>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34" name="Line 34">
                <a:extLst>
                  <a:ext uri="{FF2B5EF4-FFF2-40B4-BE49-F238E27FC236}">
                    <a16:creationId xmlns:a16="http://schemas.microsoft.com/office/drawing/2014/main" id="{DD221B4E-C402-356E-C497-81895CD11FA6}"/>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29" name="Group 35">
              <a:extLst>
                <a:ext uri="{FF2B5EF4-FFF2-40B4-BE49-F238E27FC236}">
                  <a16:creationId xmlns:a16="http://schemas.microsoft.com/office/drawing/2014/main" id="{2D1D2089-E39C-538A-A2D2-575AB608AB67}"/>
                </a:ext>
              </a:extLst>
            </p:cNvPr>
            <p:cNvGrpSpPr>
              <a:grpSpLocks/>
            </p:cNvGrpSpPr>
            <p:nvPr/>
          </p:nvGrpSpPr>
          <p:grpSpPr bwMode="auto">
            <a:xfrm>
              <a:off x="6119813" y="995363"/>
              <a:ext cx="155575" cy="125412"/>
              <a:chOff x="2181" y="2484"/>
              <a:chExt cx="180" cy="192"/>
            </a:xfrm>
          </p:grpSpPr>
          <p:sp>
            <p:nvSpPr>
              <p:cNvPr id="43629" name="Line 36">
                <a:extLst>
                  <a:ext uri="{FF2B5EF4-FFF2-40B4-BE49-F238E27FC236}">
                    <a16:creationId xmlns:a16="http://schemas.microsoft.com/office/drawing/2014/main" id="{0A8801EC-B1D2-03C8-1801-D97FEDC3D564}"/>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30" name="Line 37">
                <a:extLst>
                  <a:ext uri="{FF2B5EF4-FFF2-40B4-BE49-F238E27FC236}">
                    <a16:creationId xmlns:a16="http://schemas.microsoft.com/office/drawing/2014/main" id="{F0725A6B-6B60-06B0-AF52-8CE0542C7FAC}"/>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31" name="Line 38">
                <a:extLst>
                  <a:ext uri="{FF2B5EF4-FFF2-40B4-BE49-F238E27FC236}">
                    <a16:creationId xmlns:a16="http://schemas.microsoft.com/office/drawing/2014/main" id="{935DC1C7-53FF-2A00-E166-124FC19E901B}"/>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30" name="Line 39">
              <a:extLst>
                <a:ext uri="{FF2B5EF4-FFF2-40B4-BE49-F238E27FC236}">
                  <a16:creationId xmlns:a16="http://schemas.microsoft.com/office/drawing/2014/main" id="{75C37E54-1D91-F925-E2F4-28C27D85DA1C}"/>
                </a:ext>
              </a:extLst>
            </p:cNvPr>
            <p:cNvSpPr>
              <a:spLocks noChangeShapeType="1"/>
            </p:cNvSpPr>
            <p:nvPr/>
          </p:nvSpPr>
          <p:spPr bwMode="auto">
            <a:xfrm>
              <a:off x="7145338" y="790575"/>
              <a:ext cx="0" cy="10572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3031" name="Group 40">
              <a:extLst>
                <a:ext uri="{FF2B5EF4-FFF2-40B4-BE49-F238E27FC236}">
                  <a16:creationId xmlns:a16="http://schemas.microsoft.com/office/drawing/2014/main" id="{B22B0BEA-7B7A-461F-6A89-923B5E5D08E7}"/>
                </a:ext>
              </a:extLst>
            </p:cNvPr>
            <p:cNvGrpSpPr>
              <a:grpSpLocks/>
            </p:cNvGrpSpPr>
            <p:nvPr/>
          </p:nvGrpSpPr>
          <p:grpSpPr bwMode="auto">
            <a:xfrm>
              <a:off x="6496050" y="985838"/>
              <a:ext cx="153988" cy="125412"/>
              <a:chOff x="2181" y="2484"/>
              <a:chExt cx="180" cy="192"/>
            </a:xfrm>
          </p:grpSpPr>
          <p:sp>
            <p:nvSpPr>
              <p:cNvPr id="43626" name="Line 41">
                <a:extLst>
                  <a:ext uri="{FF2B5EF4-FFF2-40B4-BE49-F238E27FC236}">
                    <a16:creationId xmlns:a16="http://schemas.microsoft.com/office/drawing/2014/main" id="{F9ABCB5E-9064-10D9-C12C-D8C001FD92CB}"/>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27" name="Line 42">
                <a:extLst>
                  <a:ext uri="{FF2B5EF4-FFF2-40B4-BE49-F238E27FC236}">
                    <a16:creationId xmlns:a16="http://schemas.microsoft.com/office/drawing/2014/main" id="{E29C7EEE-83D4-31F1-3A40-45CE8DDA56D1}"/>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28" name="Line 43">
                <a:extLst>
                  <a:ext uri="{FF2B5EF4-FFF2-40B4-BE49-F238E27FC236}">
                    <a16:creationId xmlns:a16="http://schemas.microsoft.com/office/drawing/2014/main" id="{DF71E197-5BAF-44AD-B9A9-00CAE7318F59}"/>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32" name="Group 44">
              <a:extLst>
                <a:ext uri="{FF2B5EF4-FFF2-40B4-BE49-F238E27FC236}">
                  <a16:creationId xmlns:a16="http://schemas.microsoft.com/office/drawing/2014/main" id="{486F7413-2149-66BA-1556-19C3443A4164}"/>
                </a:ext>
              </a:extLst>
            </p:cNvPr>
            <p:cNvGrpSpPr>
              <a:grpSpLocks/>
            </p:cNvGrpSpPr>
            <p:nvPr/>
          </p:nvGrpSpPr>
          <p:grpSpPr bwMode="auto">
            <a:xfrm>
              <a:off x="6691313" y="985838"/>
              <a:ext cx="153987" cy="125412"/>
              <a:chOff x="2181" y="2484"/>
              <a:chExt cx="180" cy="192"/>
            </a:xfrm>
          </p:grpSpPr>
          <p:sp>
            <p:nvSpPr>
              <p:cNvPr id="43623" name="Line 45">
                <a:extLst>
                  <a:ext uri="{FF2B5EF4-FFF2-40B4-BE49-F238E27FC236}">
                    <a16:creationId xmlns:a16="http://schemas.microsoft.com/office/drawing/2014/main" id="{3F55CDE5-48EE-D513-3CD5-3C2E78E158CF}"/>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24" name="Line 46">
                <a:extLst>
                  <a:ext uri="{FF2B5EF4-FFF2-40B4-BE49-F238E27FC236}">
                    <a16:creationId xmlns:a16="http://schemas.microsoft.com/office/drawing/2014/main" id="{3E570E40-D3B4-1BB2-28C7-96A006E738F7}"/>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25" name="Line 47">
                <a:extLst>
                  <a:ext uri="{FF2B5EF4-FFF2-40B4-BE49-F238E27FC236}">
                    <a16:creationId xmlns:a16="http://schemas.microsoft.com/office/drawing/2014/main" id="{0F436B8A-23DD-CD60-9430-A3A13F1668EA}"/>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33" name="Group 48">
              <a:extLst>
                <a:ext uri="{FF2B5EF4-FFF2-40B4-BE49-F238E27FC236}">
                  <a16:creationId xmlns:a16="http://schemas.microsoft.com/office/drawing/2014/main" id="{15B54A21-D6A5-3342-2205-4389315CE762}"/>
                </a:ext>
              </a:extLst>
            </p:cNvPr>
            <p:cNvGrpSpPr>
              <a:grpSpLocks/>
            </p:cNvGrpSpPr>
            <p:nvPr/>
          </p:nvGrpSpPr>
          <p:grpSpPr bwMode="auto">
            <a:xfrm>
              <a:off x="7065963" y="985838"/>
              <a:ext cx="157162" cy="125412"/>
              <a:chOff x="2181" y="2484"/>
              <a:chExt cx="180" cy="192"/>
            </a:xfrm>
          </p:grpSpPr>
          <p:sp>
            <p:nvSpPr>
              <p:cNvPr id="43620" name="Line 49">
                <a:extLst>
                  <a:ext uri="{FF2B5EF4-FFF2-40B4-BE49-F238E27FC236}">
                    <a16:creationId xmlns:a16="http://schemas.microsoft.com/office/drawing/2014/main" id="{77017DF3-499D-E6F3-0175-9503F0FB90E2}"/>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21" name="Line 50">
                <a:extLst>
                  <a:ext uri="{FF2B5EF4-FFF2-40B4-BE49-F238E27FC236}">
                    <a16:creationId xmlns:a16="http://schemas.microsoft.com/office/drawing/2014/main" id="{B0D4AE43-077B-80D2-DFBC-D980E5879826}"/>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22" name="Line 51">
                <a:extLst>
                  <a:ext uri="{FF2B5EF4-FFF2-40B4-BE49-F238E27FC236}">
                    <a16:creationId xmlns:a16="http://schemas.microsoft.com/office/drawing/2014/main" id="{D3B82462-C7BD-3BC4-19E6-77196A2298E2}"/>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34" name="Group 52">
              <a:extLst>
                <a:ext uri="{FF2B5EF4-FFF2-40B4-BE49-F238E27FC236}">
                  <a16:creationId xmlns:a16="http://schemas.microsoft.com/office/drawing/2014/main" id="{45F287F5-C365-5A59-FEBB-3C0641B027D8}"/>
                </a:ext>
              </a:extLst>
            </p:cNvPr>
            <p:cNvGrpSpPr>
              <a:grpSpLocks/>
            </p:cNvGrpSpPr>
            <p:nvPr/>
          </p:nvGrpSpPr>
          <p:grpSpPr bwMode="auto">
            <a:xfrm>
              <a:off x="7248525" y="985838"/>
              <a:ext cx="155575" cy="125412"/>
              <a:chOff x="2181" y="2484"/>
              <a:chExt cx="180" cy="192"/>
            </a:xfrm>
          </p:grpSpPr>
          <p:sp>
            <p:nvSpPr>
              <p:cNvPr id="43617" name="Line 53">
                <a:extLst>
                  <a:ext uri="{FF2B5EF4-FFF2-40B4-BE49-F238E27FC236}">
                    <a16:creationId xmlns:a16="http://schemas.microsoft.com/office/drawing/2014/main" id="{7430C35C-187D-9C9F-D12B-086487CA95B7}"/>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18" name="Line 54">
                <a:extLst>
                  <a:ext uri="{FF2B5EF4-FFF2-40B4-BE49-F238E27FC236}">
                    <a16:creationId xmlns:a16="http://schemas.microsoft.com/office/drawing/2014/main" id="{8D179085-3BA3-8FC2-3283-4CDE33E2AF7E}"/>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19" name="Line 55">
                <a:extLst>
                  <a:ext uri="{FF2B5EF4-FFF2-40B4-BE49-F238E27FC236}">
                    <a16:creationId xmlns:a16="http://schemas.microsoft.com/office/drawing/2014/main" id="{5ADB3D4D-6C42-516B-EACD-4B8E76F09EEB}"/>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35" name="Line 56">
              <a:extLst>
                <a:ext uri="{FF2B5EF4-FFF2-40B4-BE49-F238E27FC236}">
                  <a16:creationId xmlns:a16="http://schemas.microsoft.com/office/drawing/2014/main" id="{50A265F7-73EA-C66D-1F6C-9E9A5784158F}"/>
                </a:ext>
              </a:extLst>
            </p:cNvPr>
            <p:cNvSpPr>
              <a:spLocks noChangeShapeType="1"/>
            </p:cNvSpPr>
            <p:nvPr/>
          </p:nvSpPr>
          <p:spPr bwMode="auto">
            <a:xfrm>
              <a:off x="1123950" y="957263"/>
              <a:ext cx="0" cy="54340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6" name="Line 57">
              <a:extLst>
                <a:ext uri="{FF2B5EF4-FFF2-40B4-BE49-F238E27FC236}">
                  <a16:creationId xmlns:a16="http://schemas.microsoft.com/office/drawing/2014/main" id="{367CF88C-BB55-B4A2-F1B7-DCA72000D0C9}"/>
                </a:ext>
              </a:extLst>
            </p:cNvPr>
            <p:cNvSpPr>
              <a:spLocks noChangeShapeType="1"/>
            </p:cNvSpPr>
            <p:nvPr/>
          </p:nvSpPr>
          <p:spPr bwMode="auto">
            <a:xfrm flipV="1">
              <a:off x="1357313" y="781050"/>
              <a:ext cx="0" cy="10572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3037" name="Group 58">
              <a:extLst>
                <a:ext uri="{FF2B5EF4-FFF2-40B4-BE49-F238E27FC236}">
                  <a16:creationId xmlns:a16="http://schemas.microsoft.com/office/drawing/2014/main" id="{6EFCC2CC-7A64-645B-620D-8A2D664DA085}"/>
                </a:ext>
              </a:extLst>
            </p:cNvPr>
            <p:cNvGrpSpPr>
              <a:grpSpLocks/>
            </p:cNvGrpSpPr>
            <p:nvPr/>
          </p:nvGrpSpPr>
          <p:grpSpPr bwMode="auto">
            <a:xfrm>
              <a:off x="1046163" y="985838"/>
              <a:ext cx="155575" cy="125412"/>
              <a:chOff x="2181" y="2484"/>
              <a:chExt cx="180" cy="192"/>
            </a:xfrm>
          </p:grpSpPr>
          <p:sp>
            <p:nvSpPr>
              <p:cNvPr id="43614" name="Line 59">
                <a:extLst>
                  <a:ext uri="{FF2B5EF4-FFF2-40B4-BE49-F238E27FC236}">
                    <a16:creationId xmlns:a16="http://schemas.microsoft.com/office/drawing/2014/main" id="{EF6B2001-7C35-F13D-34EA-8758AA313B3D}"/>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15" name="Line 60">
                <a:extLst>
                  <a:ext uri="{FF2B5EF4-FFF2-40B4-BE49-F238E27FC236}">
                    <a16:creationId xmlns:a16="http://schemas.microsoft.com/office/drawing/2014/main" id="{87949EE3-50E0-0962-31AC-AB32BC5BF3A6}"/>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16" name="Line 61">
                <a:extLst>
                  <a:ext uri="{FF2B5EF4-FFF2-40B4-BE49-F238E27FC236}">
                    <a16:creationId xmlns:a16="http://schemas.microsoft.com/office/drawing/2014/main" id="{2DDC10A5-9667-0383-CFA6-EF065029D54A}"/>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38" name="Group 62">
              <a:extLst>
                <a:ext uri="{FF2B5EF4-FFF2-40B4-BE49-F238E27FC236}">
                  <a16:creationId xmlns:a16="http://schemas.microsoft.com/office/drawing/2014/main" id="{EBD2C99F-6D17-567C-F1C3-413483E63C47}"/>
                </a:ext>
              </a:extLst>
            </p:cNvPr>
            <p:cNvGrpSpPr>
              <a:grpSpLocks/>
            </p:cNvGrpSpPr>
            <p:nvPr/>
          </p:nvGrpSpPr>
          <p:grpSpPr bwMode="auto">
            <a:xfrm>
              <a:off x="1287463" y="981075"/>
              <a:ext cx="155575" cy="125413"/>
              <a:chOff x="2181" y="2484"/>
              <a:chExt cx="180" cy="192"/>
            </a:xfrm>
          </p:grpSpPr>
          <p:sp>
            <p:nvSpPr>
              <p:cNvPr id="43611" name="Line 63">
                <a:extLst>
                  <a:ext uri="{FF2B5EF4-FFF2-40B4-BE49-F238E27FC236}">
                    <a16:creationId xmlns:a16="http://schemas.microsoft.com/office/drawing/2014/main" id="{9AE43856-8EB4-BE43-418E-23B95B425ECC}"/>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12" name="Line 64">
                <a:extLst>
                  <a:ext uri="{FF2B5EF4-FFF2-40B4-BE49-F238E27FC236}">
                    <a16:creationId xmlns:a16="http://schemas.microsoft.com/office/drawing/2014/main" id="{BC3AFBCB-DD9F-6877-48E2-EE59032BDACF}"/>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13" name="Line 65">
                <a:extLst>
                  <a:ext uri="{FF2B5EF4-FFF2-40B4-BE49-F238E27FC236}">
                    <a16:creationId xmlns:a16="http://schemas.microsoft.com/office/drawing/2014/main" id="{357D52F9-9C13-BF7B-E44F-EE7490F86C9C}"/>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39" name="Group 66">
              <a:extLst>
                <a:ext uri="{FF2B5EF4-FFF2-40B4-BE49-F238E27FC236}">
                  <a16:creationId xmlns:a16="http://schemas.microsoft.com/office/drawing/2014/main" id="{4439F5C4-333E-7450-F00F-786CB6C537FA}"/>
                </a:ext>
              </a:extLst>
            </p:cNvPr>
            <p:cNvGrpSpPr>
              <a:grpSpLocks/>
            </p:cNvGrpSpPr>
            <p:nvPr/>
          </p:nvGrpSpPr>
          <p:grpSpPr bwMode="auto">
            <a:xfrm>
              <a:off x="1058863" y="1446213"/>
              <a:ext cx="155575" cy="125412"/>
              <a:chOff x="2181" y="2484"/>
              <a:chExt cx="180" cy="192"/>
            </a:xfrm>
          </p:grpSpPr>
          <p:sp>
            <p:nvSpPr>
              <p:cNvPr id="43608" name="Line 67">
                <a:extLst>
                  <a:ext uri="{FF2B5EF4-FFF2-40B4-BE49-F238E27FC236}">
                    <a16:creationId xmlns:a16="http://schemas.microsoft.com/office/drawing/2014/main" id="{6E541D86-99E3-60D6-B032-6F09F039D982}"/>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09" name="Line 68">
                <a:extLst>
                  <a:ext uri="{FF2B5EF4-FFF2-40B4-BE49-F238E27FC236}">
                    <a16:creationId xmlns:a16="http://schemas.microsoft.com/office/drawing/2014/main" id="{4962E4A7-8DC6-E795-2895-041614F84778}"/>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10" name="Line 69">
                <a:extLst>
                  <a:ext uri="{FF2B5EF4-FFF2-40B4-BE49-F238E27FC236}">
                    <a16:creationId xmlns:a16="http://schemas.microsoft.com/office/drawing/2014/main" id="{4D4D934B-2EE4-EF30-5F04-97FB86914777}"/>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40" name="Group 70">
              <a:extLst>
                <a:ext uri="{FF2B5EF4-FFF2-40B4-BE49-F238E27FC236}">
                  <a16:creationId xmlns:a16="http://schemas.microsoft.com/office/drawing/2014/main" id="{12E34356-D96A-1D74-7A93-84B3ADD6D53E}"/>
                </a:ext>
              </a:extLst>
            </p:cNvPr>
            <p:cNvGrpSpPr>
              <a:grpSpLocks/>
            </p:cNvGrpSpPr>
            <p:nvPr/>
          </p:nvGrpSpPr>
          <p:grpSpPr bwMode="auto">
            <a:xfrm>
              <a:off x="1279525" y="1446213"/>
              <a:ext cx="155575" cy="125412"/>
              <a:chOff x="2181" y="2484"/>
              <a:chExt cx="180" cy="192"/>
            </a:xfrm>
          </p:grpSpPr>
          <p:sp>
            <p:nvSpPr>
              <p:cNvPr id="43605" name="Line 71">
                <a:extLst>
                  <a:ext uri="{FF2B5EF4-FFF2-40B4-BE49-F238E27FC236}">
                    <a16:creationId xmlns:a16="http://schemas.microsoft.com/office/drawing/2014/main" id="{DE566235-8845-CFE1-647B-1CEC25BDF585}"/>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06" name="Line 72">
                <a:extLst>
                  <a:ext uri="{FF2B5EF4-FFF2-40B4-BE49-F238E27FC236}">
                    <a16:creationId xmlns:a16="http://schemas.microsoft.com/office/drawing/2014/main" id="{8EA68F54-C536-3536-12CA-767F01F525EE}"/>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07" name="Line 73">
                <a:extLst>
                  <a:ext uri="{FF2B5EF4-FFF2-40B4-BE49-F238E27FC236}">
                    <a16:creationId xmlns:a16="http://schemas.microsoft.com/office/drawing/2014/main" id="{48621F84-48B6-1F75-CC75-3F3F4BB63307}"/>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41" name="Line 74">
              <a:extLst>
                <a:ext uri="{FF2B5EF4-FFF2-40B4-BE49-F238E27FC236}">
                  <a16:creationId xmlns:a16="http://schemas.microsoft.com/office/drawing/2014/main" id="{362086ED-5A1F-08C1-DD40-0B05DA9547C1}"/>
                </a:ext>
              </a:extLst>
            </p:cNvPr>
            <p:cNvSpPr>
              <a:spLocks noChangeShapeType="1"/>
            </p:cNvSpPr>
            <p:nvPr/>
          </p:nvSpPr>
          <p:spPr bwMode="auto">
            <a:xfrm>
              <a:off x="706438" y="957263"/>
              <a:ext cx="0" cy="54340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42" name="Line 75">
              <a:extLst>
                <a:ext uri="{FF2B5EF4-FFF2-40B4-BE49-F238E27FC236}">
                  <a16:creationId xmlns:a16="http://schemas.microsoft.com/office/drawing/2014/main" id="{6199ED4C-C1F4-436B-A485-70B84F90A5A9}"/>
                </a:ext>
              </a:extLst>
            </p:cNvPr>
            <p:cNvSpPr>
              <a:spLocks noChangeShapeType="1"/>
            </p:cNvSpPr>
            <p:nvPr/>
          </p:nvSpPr>
          <p:spPr bwMode="auto">
            <a:xfrm flipV="1">
              <a:off x="939800" y="781050"/>
              <a:ext cx="0" cy="10572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3043" name="Group 76">
              <a:extLst>
                <a:ext uri="{FF2B5EF4-FFF2-40B4-BE49-F238E27FC236}">
                  <a16:creationId xmlns:a16="http://schemas.microsoft.com/office/drawing/2014/main" id="{EC6F131E-6535-29E6-22FD-EBD42302B421}"/>
                </a:ext>
              </a:extLst>
            </p:cNvPr>
            <p:cNvGrpSpPr>
              <a:grpSpLocks/>
            </p:cNvGrpSpPr>
            <p:nvPr/>
          </p:nvGrpSpPr>
          <p:grpSpPr bwMode="auto">
            <a:xfrm>
              <a:off x="628650" y="985838"/>
              <a:ext cx="155575" cy="125412"/>
              <a:chOff x="2181" y="2484"/>
              <a:chExt cx="180" cy="192"/>
            </a:xfrm>
          </p:grpSpPr>
          <p:sp>
            <p:nvSpPr>
              <p:cNvPr id="43602" name="Line 77">
                <a:extLst>
                  <a:ext uri="{FF2B5EF4-FFF2-40B4-BE49-F238E27FC236}">
                    <a16:creationId xmlns:a16="http://schemas.microsoft.com/office/drawing/2014/main" id="{92BEE317-710E-2B3D-B0EF-034C2745D464}"/>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03" name="Line 78">
                <a:extLst>
                  <a:ext uri="{FF2B5EF4-FFF2-40B4-BE49-F238E27FC236}">
                    <a16:creationId xmlns:a16="http://schemas.microsoft.com/office/drawing/2014/main" id="{B27D9411-0E30-5876-257E-02E80D9A010D}"/>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04" name="Line 79">
                <a:extLst>
                  <a:ext uri="{FF2B5EF4-FFF2-40B4-BE49-F238E27FC236}">
                    <a16:creationId xmlns:a16="http://schemas.microsoft.com/office/drawing/2014/main" id="{3813E4EB-7B0A-EDA9-EC64-CB1A4423386D}"/>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44" name="Group 80">
              <a:extLst>
                <a:ext uri="{FF2B5EF4-FFF2-40B4-BE49-F238E27FC236}">
                  <a16:creationId xmlns:a16="http://schemas.microsoft.com/office/drawing/2014/main" id="{AB512E92-FD41-16B0-AB68-5C4D8D06D568}"/>
                </a:ext>
              </a:extLst>
            </p:cNvPr>
            <p:cNvGrpSpPr>
              <a:grpSpLocks/>
            </p:cNvGrpSpPr>
            <p:nvPr/>
          </p:nvGrpSpPr>
          <p:grpSpPr bwMode="auto">
            <a:xfrm>
              <a:off x="868363" y="981075"/>
              <a:ext cx="157162" cy="125413"/>
              <a:chOff x="2181" y="2484"/>
              <a:chExt cx="180" cy="192"/>
            </a:xfrm>
          </p:grpSpPr>
          <p:sp>
            <p:nvSpPr>
              <p:cNvPr id="43599" name="Line 81">
                <a:extLst>
                  <a:ext uri="{FF2B5EF4-FFF2-40B4-BE49-F238E27FC236}">
                    <a16:creationId xmlns:a16="http://schemas.microsoft.com/office/drawing/2014/main" id="{0977DFAE-52C5-0284-198C-5BCBF39B07E9}"/>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00" name="Line 82">
                <a:extLst>
                  <a:ext uri="{FF2B5EF4-FFF2-40B4-BE49-F238E27FC236}">
                    <a16:creationId xmlns:a16="http://schemas.microsoft.com/office/drawing/2014/main" id="{B9623833-28EB-823A-BE5D-EAE8CEF9440E}"/>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601" name="Line 83">
                <a:extLst>
                  <a:ext uri="{FF2B5EF4-FFF2-40B4-BE49-F238E27FC236}">
                    <a16:creationId xmlns:a16="http://schemas.microsoft.com/office/drawing/2014/main" id="{C0BFCF26-C69C-B0AE-8458-5B012639C967}"/>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45" name="Group 84">
              <a:extLst>
                <a:ext uri="{FF2B5EF4-FFF2-40B4-BE49-F238E27FC236}">
                  <a16:creationId xmlns:a16="http://schemas.microsoft.com/office/drawing/2014/main" id="{8E33753F-FB1B-9566-BDAE-FFFF83093EB9}"/>
                </a:ext>
              </a:extLst>
            </p:cNvPr>
            <p:cNvGrpSpPr>
              <a:grpSpLocks/>
            </p:cNvGrpSpPr>
            <p:nvPr/>
          </p:nvGrpSpPr>
          <p:grpSpPr bwMode="auto">
            <a:xfrm>
              <a:off x="641350" y="1446213"/>
              <a:ext cx="155575" cy="125412"/>
              <a:chOff x="2181" y="2484"/>
              <a:chExt cx="180" cy="192"/>
            </a:xfrm>
          </p:grpSpPr>
          <p:sp>
            <p:nvSpPr>
              <p:cNvPr id="43596" name="Line 85">
                <a:extLst>
                  <a:ext uri="{FF2B5EF4-FFF2-40B4-BE49-F238E27FC236}">
                    <a16:creationId xmlns:a16="http://schemas.microsoft.com/office/drawing/2014/main" id="{D4D00FF2-0539-67AB-F195-A0F26CBEC537}"/>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97" name="Line 86">
                <a:extLst>
                  <a:ext uri="{FF2B5EF4-FFF2-40B4-BE49-F238E27FC236}">
                    <a16:creationId xmlns:a16="http://schemas.microsoft.com/office/drawing/2014/main" id="{97C5FFCA-080B-D79E-5A6C-A81F2E26FF06}"/>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98" name="Line 87">
                <a:extLst>
                  <a:ext uri="{FF2B5EF4-FFF2-40B4-BE49-F238E27FC236}">
                    <a16:creationId xmlns:a16="http://schemas.microsoft.com/office/drawing/2014/main" id="{F9D233CC-A10C-B05D-0C1D-83A3CB515C5A}"/>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46" name="Group 88">
              <a:extLst>
                <a:ext uri="{FF2B5EF4-FFF2-40B4-BE49-F238E27FC236}">
                  <a16:creationId xmlns:a16="http://schemas.microsoft.com/office/drawing/2014/main" id="{B862982A-A068-BAD1-8830-8228D6DCE6F4}"/>
                </a:ext>
              </a:extLst>
            </p:cNvPr>
            <p:cNvGrpSpPr>
              <a:grpSpLocks/>
            </p:cNvGrpSpPr>
            <p:nvPr/>
          </p:nvGrpSpPr>
          <p:grpSpPr bwMode="auto">
            <a:xfrm>
              <a:off x="862013" y="1446213"/>
              <a:ext cx="155575" cy="125412"/>
              <a:chOff x="2181" y="2484"/>
              <a:chExt cx="180" cy="192"/>
            </a:xfrm>
          </p:grpSpPr>
          <p:sp>
            <p:nvSpPr>
              <p:cNvPr id="43593" name="Line 89">
                <a:extLst>
                  <a:ext uri="{FF2B5EF4-FFF2-40B4-BE49-F238E27FC236}">
                    <a16:creationId xmlns:a16="http://schemas.microsoft.com/office/drawing/2014/main" id="{6746FA85-CEFF-FF4C-AB45-8B75C23C1535}"/>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94" name="Line 90">
                <a:extLst>
                  <a:ext uri="{FF2B5EF4-FFF2-40B4-BE49-F238E27FC236}">
                    <a16:creationId xmlns:a16="http://schemas.microsoft.com/office/drawing/2014/main" id="{37919255-0B1E-107F-098E-5E72B0CFE7CC}"/>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95" name="Line 91">
                <a:extLst>
                  <a:ext uri="{FF2B5EF4-FFF2-40B4-BE49-F238E27FC236}">
                    <a16:creationId xmlns:a16="http://schemas.microsoft.com/office/drawing/2014/main" id="{D50ADAEF-17AC-FFCB-3F1B-EC5908BEEFF7}"/>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47" name="Line 92">
              <a:extLst>
                <a:ext uri="{FF2B5EF4-FFF2-40B4-BE49-F238E27FC236}">
                  <a16:creationId xmlns:a16="http://schemas.microsoft.com/office/drawing/2014/main" id="{D67E1BDE-6411-6CCD-0849-3088D713DA54}"/>
                </a:ext>
              </a:extLst>
            </p:cNvPr>
            <p:cNvSpPr>
              <a:spLocks noChangeShapeType="1"/>
            </p:cNvSpPr>
            <p:nvPr/>
          </p:nvSpPr>
          <p:spPr bwMode="auto">
            <a:xfrm>
              <a:off x="6781800" y="790575"/>
              <a:ext cx="0" cy="10572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48" name="Line 93">
              <a:extLst>
                <a:ext uri="{FF2B5EF4-FFF2-40B4-BE49-F238E27FC236}">
                  <a16:creationId xmlns:a16="http://schemas.microsoft.com/office/drawing/2014/main" id="{70370DF9-5E35-8D0F-11D7-D608BB45C53C}"/>
                </a:ext>
              </a:extLst>
            </p:cNvPr>
            <p:cNvSpPr>
              <a:spLocks noChangeShapeType="1"/>
            </p:cNvSpPr>
            <p:nvPr/>
          </p:nvSpPr>
          <p:spPr bwMode="auto">
            <a:xfrm>
              <a:off x="6365875" y="790575"/>
              <a:ext cx="0" cy="10572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3049" name="Group 94">
              <a:extLst>
                <a:ext uri="{FF2B5EF4-FFF2-40B4-BE49-F238E27FC236}">
                  <a16:creationId xmlns:a16="http://schemas.microsoft.com/office/drawing/2014/main" id="{A1C8B5DA-AEFB-AFEC-9115-8F8495974AD4}"/>
                </a:ext>
              </a:extLst>
            </p:cNvPr>
            <p:cNvGrpSpPr>
              <a:grpSpLocks/>
            </p:cNvGrpSpPr>
            <p:nvPr/>
          </p:nvGrpSpPr>
          <p:grpSpPr bwMode="auto">
            <a:xfrm>
              <a:off x="6315075" y="985838"/>
              <a:ext cx="155575" cy="125412"/>
              <a:chOff x="2181" y="2484"/>
              <a:chExt cx="180" cy="192"/>
            </a:xfrm>
          </p:grpSpPr>
          <p:sp>
            <p:nvSpPr>
              <p:cNvPr id="43590" name="Line 95">
                <a:extLst>
                  <a:ext uri="{FF2B5EF4-FFF2-40B4-BE49-F238E27FC236}">
                    <a16:creationId xmlns:a16="http://schemas.microsoft.com/office/drawing/2014/main" id="{A891F24F-362E-CF9F-4005-83B18505F32D}"/>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91" name="Line 96">
                <a:extLst>
                  <a:ext uri="{FF2B5EF4-FFF2-40B4-BE49-F238E27FC236}">
                    <a16:creationId xmlns:a16="http://schemas.microsoft.com/office/drawing/2014/main" id="{20B84A28-3C99-E847-1387-816E86FAA036}"/>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92" name="Line 97">
                <a:extLst>
                  <a:ext uri="{FF2B5EF4-FFF2-40B4-BE49-F238E27FC236}">
                    <a16:creationId xmlns:a16="http://schemas.microsoft.com/office/drawing/2014/main" id="{F0705B20-53BF-5470-21B7-1A1D5D4FC0D3}"/>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50" name="Group 98">
              <a:extLst>
                <a:ext uri="{FF2B5EF4-FFF2-40B4-BE49-F238E27FC236}">
                  <a16:creationId xmlns:a16="http://schemas.microsoft.com/office/drawing/2014/main" id="{E7B3A158-A639-7B0F-1629-1B9F0C55B20B}"/>
                </a:ext>
              </a:extLst>
            </p:cNvPr>
            <p:cNvGrpSpPr>
              <a:grpSpLocks/>
            </p:cNvGrpSpPr>
            <p:nvPr/>
          </p:nvGrpSpPr>
          <p:grpSpPr bwMode="auto">
            <a:xfrm>
              <a:off x="6884988" y="995363"/>
              <a:ext cx="155575" cy="125412"/>
              <a:chOff x="2181" y="2484"/>
              <a:chExt cx="180" cy="192"/>
            </a:xfrm>
          </p:grpSpPr>
          <p:sp>
            <p:nvSpPr>
              <p:cNvPr id="43587" name="Line 99">
                <a:extLst>
                  <a:ext uri="{FF2B5EF4-FFF2-40B4-BE49-F238E27FC236}">
                    <a16:creationId xmlns:a16="http://schemas.microsoft.com/office/drawing/2014/main" id="{5D031EF6-A0B1-75EF-D73D-2A5895EF38AE}"/>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88" name="Line 100">
                <a:extLst>
                  <a:ext uri="{FF2B5EF4-FFF2-40B4-BE49-F238E27FC236}">
                    <a16:creationId xmlns:a16="http://schemas.microsoft.com/office/drawing/2014/main" id="{020C9A5D-054F-95C5-7AEA-FEA3EE836897}"/>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89" name="Line 101">
                <a:extLst>
                  <a:ext uri="{FF2B5EF4-FFF2-40B4-BE49-F238E27FC236}">
                    <a16:creationId xmlns:a16="http://schemas.microsoft.com/office/drawing/2014/main" id="{B4AA5372-55E6-CE01-9A91-6E069B961A04}"/>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51" name="Group 102">
              <a:extLst>
                <a:ext uri="{FF2B5EF4-FFF2-40B4-BE49-F238E27FC236}">
                  <a16:creationId xmlns:a16="http://schemas.microsoft.com/office/drawing/2014/main" id="{F31F6514-9881-D698-A3C7-87CEFF9B365D}"/>
                </a:ext>
              </a:extLst>
            </p:cNvPr>
            <p:cNvGrpSpPr>
              <a:grpSpLocks/>
            </p:cNvGrpSpPr>
            <p:nvPr/>
          </p:nvGrpSpPr>
          <p:grpSpPr bwMode="auto">
            <a:xfrm>
              <a:off x="6119813" y="1455738"/>
              <a:ext cx="155575" cy="125412"/>
              <a:chOff x="2181" y="2484"/>
              <a:chExt cx="180" cy="192"/>
            </a:xfrm>
          </p:grpSpPr>
          <p:sp>
            <p:nvSpPr>
              <p:cNvPr id="43584" name="Line 103">
                <a:extLst>
                  <a:ext uri="{FF2B5EF4-FFF2-40B4-BE49-F238E27FC236}">
                    <a16:creationId xmlns:a16="http://schemas.microsoft.com/office/drawing/2014/main" id="{C87691C7-A76C-9C7D-3697-FC8CC9363985}"/>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85" name="Line 104">
                <a:extLst>
                  <a:ext uri="{FF2B5EF4-FFF2-40B4-BE49-F238E27FC236}">
                    <a16:creationId xmlns:a16="http://schemas.microsoft.com/office/drawing/2014/main" id="{A5A46893-93F9-524E-C1B9-5E405B4CD018}"/>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86" name="Line 105">
                <a:extLst>
                  <a:ext uri="{FF2B5EF4-FFF2-40B4-BE49-F238E27FC236}">
                    <a16:creationId xmlns:a16="http://schemas.microsoft.com/office/drawing/2014/main" id="{E03F5EB4-F57D-6FCE-92EC-CD3A7C780A21}"/>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52" name="Group 106">
              <a:extLst>
                <a:ext uri="{FF2B5EF4-FFF2-40B4-BE49-F238E27FC236}">
                  <a16:creationId xmlns:a16="http://schemas.microsoft.com/office/drawing/2014/main" id="{31D65273-4FA0-AC58-779D-5BAE510B605A}"/>
                </a:ext>
              </a:extLst>
            </p:cNvPr>
            <p:cNvGrpSpPr>
              <a:grpSpLocks/>
            </p:cNvGrpSpPr>
            <p:nvPr/>
          </p:nvGrpSpPr>
          <p:grpSpPr bwMode="auto">
            <a:xfrm>
              <a:off x="6496050" y="1446213"/>
              <a:ext cx="153988" cy="125412"/>
              <a:chOff x="2181" y="2484"/>
              <a:chExt cx="180" cy="192"/>
            </a:xfrm>
          </p:grpSpPr>
          <p:sp>
            <p:nvSpPr>
              <p:cNvPr id="43581" name="Line 107">
                <a:extLst>
                  <a:ext uri="{FF2B5EF4-FFF2-40B4-BE49-F238E27FC236}">
                    <a16:creationId xmlns:a16="http://schemas.microsoft.com/office/drawing/2014/main" id="{7F09E1E2-E9A1-DC83-0E37-8C2DB18DEA03}"/>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82" name="Line 108">
                <a:extLst>
                  <a:ext uri="{FF2B5EF4-FFF2-40B4-BE49-F238E27FC236}">
                    <a16:creationId xmlns:a16="http://schemas.microsoft.com/office/drawing/2014/main" id="{8C8DF6F2-5685-8EA5-CA23-EB66D1E0FDF6}"/>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83" name="Line 109">
                <a:extLst>
                  <a:ext uri="{FF2B5EF4-FFF2-40B4-BE49-F238E27FC236}">
                    <a16:creationId xmlns:a16="http://schemas.microsoft.com/office/drawing/2014/main" id="{D22CD254-8366-6BC9-ECC3-6445DC74C7F6}"/>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53" name="Group 110">
              <a:extLst>
                <a:ext uri="{FF2B5EF4-FFF2-40B4-BE49-F238E27FC236}">
                  <a16:creationId xmlns:a16="http://schemas.microsoft.com/office/drawing/2014/main" id="{B3CBFFAA-394C-8835-BF60-46A1767350B6}"/>
                </a:ext>
              </a:extLst>
            </p:cNvPr>
            <p:cNvGrpSpPr>
              <a:grpSpLocks/>
            </p:cNvGrpSpPr>
            <p:nvPr/>
          </p:nvGrpSpPr>
          <p:grpSpPr bwMode="auto">
            <a:xfrm>
              <a:off x="6691313" y="1446213"/>
              <a:ext cx="153987" cy="125412"/>
              <a:chOff x="2181" y="2484"/>
              <a:chExt cx="180" cy="192"/>
            </a:xfrm>
          </p:grpSpPr>
          <p:sp>
            <p:nvSpPr>
              <p:cNvPr id="43578" name="Line 111">
                <a:extLst>
                  <a:ext uri="{FF2B5EF4-FFF2-40B4-BE49-F238E27FC236}">
                    <a16:creationId xmlns:a16="http://schemas.microsoft.com/office/drawing/2014/main" id="{3851F85C-1143-95EB-40D1-9029C2E621AF}"/>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79" name="Line 112">
                <a:extLst>
                  <a:ext uri="{FF2B5EF4-FFF2-40B4-BE49-F238E27FC236}">
                    <a16:creationId xmlns:a16="http://schemas.microsoft.com/office/drawing/2014/main" id="{DE85FB77-9EE4-6017-FE8A-1737289D3D3A}"/>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80" name="Line 113">
                <a:extLst>
                  <a:ext uri="{FF2B5EF4-FFF2-40B4-BE49-F238E27FC236}">
                    <a16:creationId xmlns:a16="http://schemas.microsoft.com/office/drawing/2014/main" id="{53C27AC4-6664-062D-C151-BBAF926D7FCF}"/>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54" name="Group 114">
              <a:extLst>
                <a:ext uri="{FF2B5EF4-FFF2-40B4-BE49-F238E27FC236}">
                  <a16:creationId xmlns:a16="http://schemas.microsoft.com/office/drawing/2014/main" id="{D3FEBB9E-6182-6614-C964-0741CB2768F8}"/>
                </a:ext>
              </a:extLst>
            </p:cNvPr>
            <p:cNvGrpSpPr>
              <a:grpSpLocks/>
            </p:cNvGrpSpPr>
            <p:nvPr/>
          </p:nvGrpSpPr>
          <p:grpSpPr bwMode="auto">
            <a:xfrm>
              <a:off x="7065963" y="1446213"/>
              <a:ext cx="157162" cy="125412"/>
              <a:chOff x="2181" y="2484"/>
              <a:chExt cx="180" cy="192"/>
            </a:xfrm>
          </p:grpSpPr>
          <p:sp>
            <p:nvSpPr>
              <p:cNvPr id="43575" name="Line 115">
                <a:extLst>
                  <a:ext uri="{FF2B5EF4-FFF2-40B4-BE49-F238E27FC236}">
                    <a16:creationId xmlns:a16="http://schemas.microsoft.com/office/drawing/2014/main" id="{9312C40E-B32F-689D-7B43-818D4379B584}"/>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76" name="Line 116">
                <a:extLst>
                  <a:ext uri="{FF2B5EF4-FFF2-40B4-BE49-F238E27FC236}">
                    <a16:creationId xmlns:a16="http://schemas.microsoft.com/office/drawing/2014/main" id="{1C6D23B0-1D13-7948-C157-53B192C691BD}"/>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77" name="Line 117">
                <a:extLst>
                  <a:ext uri="{FF2B5EF4-FFF2-40B4-BE49-F238E27FC236}">
                    <a16:creationId xmlns:a16="http://schemas.microsoft.com/office/drawing/2014/main" id="{B1717D29-6463-9B26-20E9-48591136C517}"/>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55" name="Group 118">
              <a:extLst>
                <a:ext uri="{FF2B5EF4-FFF2-40B4-BE49-F238E27FC236}">
                  <a16:creationId xmlns:a16="http://schemas.microsoft.com/office/drawing/2014/main" id="{5EBABEE0-5B80-7785-39EF-72CCA64F2650}"/>
                </a:ext>
              </a:extLst>
            </p:cNvPr>
            <p:cNvGrpSpPr>
              <a:grpSpLocks/>
            </p:cNvGrpSpPr>
            <p:nvPr/>
          </p:nvGrpSpPr>
          <p:grpSpPr bwMode="auto">
            <a:xfrm>
              <a:off x="7248525" y="1446213"/>
              <a:ext cx="155575" cy="125412"/>
              <a:chOff x="2181" y="2484"/>
              <a:chExt cx="180" cy="192"/>
            </a:xfrm>
          </p:grpSpPr>
          <p:sp>
            <p:nvSpPr>
              <p:cNvPr id="43572" name="Line 119">
                <a:extLst>
                  <a:ext uri="{FF2B5EF4-FFF2-40B4-BE49-F238E27FC236}">
                    <a16:creationId xmlns:a16="http://schemas.microsoft.com/office/drawing/2014/main" id="{845B3227-E1E2-DDDD-3E5A-32DEDD47A17D}"/>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73" name="Line 120">
                <a:extLst>
                  <a:ext uri="{FF2B5EF4-FFF2-40B4-BE49-F238E27FC236}">
                    <a16:creationId xmlns:a16="http://schemas.microsoft.com/office/drawing/2014/main" id="{1B105C07-6E0F-66E5-DCBB-266353B4F9EF}"/>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74" name="Line 121">
                <a:extLst>
                  <a:ext uri="{FF2B5EF4-FFF2-40B4-BE49-F238E27FC236}">
                    <a16:creationId xmlns:a16="http://schemas.microsoft.com/office/drawing/2014/main" id="{392F74B2-780F-907D-BCF5-8BAD60BB9602}"/>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56" name="Group 122">
              <a:extLst>
                <a:ext uri="{FF2B5EF4-FFF2-40B4-BE49-F238E27FC236}">
                  <a16:creationId xmlns:a16="http://schemas.microsoft.com/office/drawing/2014/main" id="{66C3B49F-70E5-64F6-DCB9-B19D8E7052E7}"/>
                </a:ext>
              </a:extLst>
            </p:cNvPr>
            <p:cNvGrpSpPr>
              <a:grpSpLocks/>
            </p:cNvGrpSpPr>
            <p:nvPr/>
          </p:nvGrpSpPr>
          <p:grpSpPr bwMode="auto">
            <a:xfrm>
              <a:off x="6315075" y="1446213"/>
              <a:ext cx="155575" cy="125412"/>
              <a:chOff x="2181" y="2484"/>
              <a:chExt cx="180" cy="192"/>
            </a:xfrm>
          </p:grpSpPr>
          <p:sp>
            <p:nvSpPr>
              <p:cNvPr id="43569" name="Line 123">
                <a:extLst>
                  <a:ext uri="{FF2B5EF4-FFF2-40B4-BE49-F238E27FC236}">
                    <a16:creationId xmlns:a16="http://schemas.microsoft.com/office/drawing/2014/main" id="{AE49396B-5B05-9B5A-DE7D-E7877090CE17}"/>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70" name="Line 124">
                <a:extLst>
                  <a:ext uri="{FF2B5EF4-FFF2-40B4-BE49-F238E27FC236}">
                    <a16:creationId xmlns:a16="http://schemas.microsoft.com/office/drawing/2014/main" id="{853E976E-E3F2-DB29-6A51-53BF1548E806}"/>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71" name="Line 125">
                <a:extLst>
                  <a:ext uri="{FF2B5EF4-FFF2-40B4-BE49-F238E27FC236}">
                    <a16:creationId xmlns:a16="http://schemas.microsoft.com/office/drawing/2014/main" id="{F70271A1-553C-1E92-2F26-FC0B5B3ED6B7}"/>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57" name="Group 126">
              <a:extLst>
                <a:ext uri="{FF2B5EF4-FFF2-40B4-BE49-F238E27FC236}">
                  <a16:creationId xmlns:a16="http://schemas.microsoft.com/office/drawing/2014/main" id="{868B511C-D3F7-C758-3789-A2C5AB089A00}"/>
                </a:ext>
              </a:extLst>
            </p:cNvPr>
            <p:cNvGrpSpPr>
              <a:grpSpLocks/>
            </p:cNvGrpSpPr>
            <p:nvPr/>
          </p:nvGrpSpPr>
          <p:grpSpPr bwMode="auto">
            <a:xfrm>
              <a:off x="6884988" y="1455738"/>
              <a:ext cx="155575" cy="125412"/>
              <a:chOff x="2181" y="2484"/>
              <a:chExt cx="180" cy="192"/>
            </a:xfrm>
          </p:grpSpPr>
          <p:sp>
            <p:nvSpPr>
              <p:cNvPr id="43566" name="Line 127">
                <a:extLst>
                  <a:ext uri="{FF2B5EF4-FFF2-40B4-BE49-F238E27FC236}">
                    <a16:creationId xmlns:a16="http://schemas.microsoft.com/office/drawing/2014/main" id="{8623984D-CB88-DBF4-33F4-9283D6FA1EBF}"/>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67" name="Line 128">
                <a:extLst>
                  <a:ext uri="{FF2B5EF4-FFF2-40B4-BE49-F238E27FC236}">
                    <a16:creationId xmlns:a16="http://schemas.microsoft.com/office/drawing/2014/main" id="{AF44E814-85F1-510F-4E60-2E29BFAB5766}"/>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68" name="Line 129">
                <a:extLst>
                  <a:ext uri="{FF2B5EF4-FFF2-40B4-BE49-F238E27FC236}">
                    <a16:creationId xmlns:a16="http://schemas.microsoft.com/office/drawing/2014/main" id="{CC5D62E5-A826-8752-BD13-828DD4322D29}"/>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58" name="Group 130">
              <a:extLst>
                <a:ext uri="{FF2B5EF4-FFF2-40B4-BE49-F238E27FC236}">
                  <a16:creationId xmlns:a16="http://schemas.microsoft.com/office/drawing/2014/main" id="{C0BF9C10-D821-BFE4-A9F9-D0E121941B3A}"/>
                </a:ext>
              </a:extLst>
            </p:cNvPr>
            <p:cNvGrpSpPr>
              <a:grpSpLocks/>
            </p:cNvGrpSpPr>
            <p:nvPr/>
          </p:nvGrpSpPr>
          <p:grpSpPr bwMode="auto">
            <a:xfrm>
              <a:off x="6119813" y="1690688"/>
              <a:ext cx="155575" cy="123825"/>
              <a:chOff x="2181" y="2484"/>
              <a:chExt cx="180" cy="192"/>
            </a:xfrm>
          </p:grpSpPr>
          <p:sp>
            <p:nvSpPr>
              <p:cNvPr id="43563" name="Line 131">
                <a:extLst>
                  <a:ext uri="{FF2B5EF4-FFF2-40B4-BE49-F238E27FC236}">
                    <a16:creationId xmlns:a16="http://schemas.microsoft.com/office/drawing/2014/main" id="{0FBF52D2-59C0-D847-7851-B90CBC5A28D3}"/>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64" name="Line 132">
                <a:extLst>
                  <a:ext uri="{FF2B5EF4-FFF2-40B4-BE49-F238E27FC236}">
                    <a16:creationId xmlns:a16="http://schemas.microsoft.com/office/drawing/2014/main" id="{EDFB8B28-3C8C-705C-4D9C-27FAC6B6344D}"/>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65" name="Line 133">
                <a:extLst>
                  <a:ext uri="{FF2B5EF4-FFF2-40B4-BE49-F238E27FC236}">
                    <a16:creationId xmlns:a16="http://schemas.microsoft.com/office/drawing/2014/main" id="{D1C48A2C-3159-5C4E-2B80-4214E8BCB0A9}"/>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59" name="Group 134">
              <a:extLst>
                <a:ext uri="{FF2B5EF4-FFF2-40B4-BE49-F238E27FC236}">
                  <a16:creationId xmlns:a16="http://schemas.microsoft.com/office/drawing/2014/main" id="{53CC6F33-279F-FEF6-B0F1-2D198DD9A71E}"/>
                </a:ext>
              </a:extLst>
            </p:cNvPr>
            <p:cNvGrpSpPr>
              <a:grpSpLocks/>
            </p:cNvGrpSpPr>
            <p:nvPr/>
          </p:nvGrpSpPr>
          <p:grpSpPr bwMode="auto">
            <a:xfrm>
              <a:off x="6496050" y="1681163"/>
              <a:ext cx="153988" cy="123825"/>
              <a:chOff x="2181" y="2484"/>
              <a:chExt cx="180" cy="192"/>
            </a:xfrm>
          </p:grpSpPr>
          <p:sp>
            <p:nvSpPr>
              <p:cNvPr id="43560" name="Line 135">
                <a:extLst>
                  <a:ext uri="{FF2B5EF4-FFF2-40B4-BE49-F238E27FC236}">
                    <a16:creationId xmlns:a16="http://schemas.microsoft.com/office/drawing/2014/main" id="{E6F718F3-74ED-F77D-9669-871984CEB775}"/>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61" name="Line 136">
                <a:extLst>
                  <a:ext uri="{FF2B5EF4-FFF2-40B4-BE49-F238E27FC236}">
                    <a16:creationId xmlns:a16="http://schemas.microsoft.com/office/drawing/2014/main" id="{B19808D2-1C53-6EC6-1D16-1E3E875A29B8}"/>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62" name="Line 137">
                <a:extLst>
                  <a:ext uri="{FF2B5EF4-FFF2-40B4-BE49-F238E27FC236}">
                    <a16:creationId xmlns:a16="http://schemas.microsoft.com/office/drawing/2014/main" id="{47F78170-EB67-E29C-6617-2CF6BC18A122}"/>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60" name="Group 138">
              <a:extLst>
                <a:ext uri="{FF2B5EF4-FFF2-40B4-BE49-F238E27FC236}">
                  <a16:creationId xmlns:a16="http://schemas.microsoft.com/office/drawing/2014/main" id="{EFC8E954-F9F8-0F02-6B77-F300A9CAD608}"/>
                </a:ext>
              </a:extLst>
            </p:cNvPr>
            <p:cNvGrpSpPr>
              <a:grpSpLocks/>
            </p:cNvGrpSpPr>
            <p:nvPr/>
          </p:nvGrpSpPr>
          <p:grpSpPr bwMode="auto">
            <a:xfrm>
              <a:off x="6691313" y="1681163"/>
              <a:ext cx="153987" cy="123825"/>
              <a:chOff x="2181" y="2484"/>
              <a:chExt cx="180" cy="192"/>
            </a:xfrm>
          </p:grpSpPr>
          <p:sp>
            <p:nvSpPr>
              <p:cNvPr id="43557" name="Line 139">
                <a:extLst>
                  <a:ext uri="{FF2B5EF4-FFF2-40B4-BE49-F238E27FC236}">
                    <a16:creationId xmlns:a16="http://schemas.microsoft.com/office/drawing/2014/main" id="{3B901FF7-DB80-F7ED-7449-97681A6453AD}"/>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58" name="Line 140">
                <a:extLst>
                  <a:ext uri="{FF2B5EF4-FFF2-40B4-BE49-F238E27FC236}">
                    <a16:creationId xmlns:a16="http://schemas.microsoft.com/office/drawing/2014/main" id="{D3F05900-258A-55B3-E041-D1058731A8BC}"/>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59" name="Line 141">
                <a:extLst>
                  <a:ext uri="{FF2B5EF4-FFF2-40B4-BE49-F238E27FC236}">
                    <a16:creationId xmlns:a16="http://schemas.microsoft.com/office/drawing/2014/main" id="{D5B80584-07EF-5268-6556-757E201C77F1}"/>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61" name="Group 142">
              <a:extLst>
                <a:ext uri="{FF2B5EF4-FFF2-40B4-BE49-F238E27FC236}">
                  <a16:creationId xmlns:a16="http://schemas.microsoft.com/office/drawing/2014/main" id="{229E2B58-237A-B3DE-7D8D-4D4C35140C8C}"/>
                </a:ext>
              </a:extLst>
            </p:cNvPr>
            <p:cNvGrpSpPr>
              <a:grpSpLocks/>
            </p:cNvGrpSpPr>
            <p:nvPr/>
          </p:nvGrpSpPr>
          <p:grpSpPr bwMode="auto">
            <a:xfrm>
              <a:off x="7065963" y="1681163"/>
              <a:ext cx="157162" cy="123825"/>
              <a:chOff x="2181" y="2484"/>
              <a:chExt cx="180" cy="192"/>
            </a:xfrm>
          </p:grpSpPr>
          <p:sp>
            <p:nvSpPr>
              <p:cNvPr id="43554" name="Line 143">
                <a:extLst>
                  <a:ext uri="{FF2B5EF4-FFF2-40B4-BE49-F238E27FC236}">
                    <a16:creationId xmlns:a16="http://schemas.microsoft.com/office/drawing/2014/main" id="{8978FA28-A42A-B116-E1A3-AEEDC1E0A609}"/>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55" name="Line 144">
                <a:extLst>
                  <a:ext uri="{FF2B5EF4-FFF2-40B4-BE49-F238E27FC236}">
                    <a16:creationId xmlns:a16="http://schemas.microsoft.com/office/drawing/2014/main" id="{388F06B8-49A3-425F-A1C5-BD541A900971}"/>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56" name="Line 145">
                <a:extLst>
                  <a:ext uri="{FF2B5EF4-FFF2-40B4-BE49-F238E27FC236}">
                    <a16:creationId xmlns:a16="http://schemas.microsoft.com/office/drawing/2014/main" id="{BFB3A4A4-3102-CCC5-112D-C37979AB094A}"/>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62" name="Group 146">
              <a:extLst>
                <a:ext uri="{FF2B5EF4-FFF2-40B4-BE49-F238E27FC236}">
                  <a16:creationId xmlns:a16="http://schemas.microsoft.com/office/drawing/2014/main" id="{E47B72E8-AC08-FC9C-1E77-95E805A33E9B}"/>
                </a:ext>
              </a:extLst>
            </p:cNvPr>
            <p:cNvGrpSpPr>
              <a:grpSpLocks/>
            </p:cNvGrpSpPr>
            <p:nvPr/>
          </p:nvGrpSpPr>
          <p:grpSpPr bwMode="auto">
            <a:xfrm>
              <a:off x="7248525" y="1681163"/>
              <a:ext cx="155575" cy="123825"/>
              <a:chOff x="2181" y="2484"/>
              <a:chExt cx="180" cy="192"/>
            </a:xfrm>
          </p:grpSpPr>
          <p:sp>
            <p:nvSpPr>
              <p:cNvPr id="43551" name="Line 147">
                <a:extLst>
                  <a:ext uri="{FF2B5EF4-FFF2-40B4-BE49-F238E27FC236}">
                    <a16:creationId xmlns:a16="http://schemas.microsoft.com/office/drawing/2014/main" id="{881650E9-6613-E3EE-B351-2873C507A135}"/>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52" name="Line 148">
                <a:extLst>
                  <a:ext uri="{FF2B5EF4-FFF2-40B4-BE49-F238E27FC236}">
                    <a16:creationId xmlns:a16="http://schemas.microsoft.com/office/drawing/2014/main" id="{69C5144A-EFF6-D845-5FE7-0540227B293E}"/>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53" name="Line 149">
                <a:extLst>
                  <a:ext uri="{FF2B5EF4-FFF2-40B4-BE49-F238E27FC236}">
                    <a16:creationId xmlns:a16="http://schemas.microsoft.com/office/drawing/2014/main" id="{EA39E580-D7E4-63E4-BFB6-27872C3CA515}"/>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63" name="Group 150">
              <a:extLst>
                <a:ext uri="{FF2B5EF4-FFF2-40B4-BE49-F238E27FC236}">
                  <a16:creationId xmlns:a16="http://schemas.microsoft.com/office/drawing/2014/main" id="{844DE1BE-F115-D933-A9FE-501ED501466C}"/>
                </a:ext>
              </a:extLst>
            </p:cNvPr>
            <p:cNvGrpSpPr>
              <a:grpSpLocks/>
            </p:cNvGrpSpPr>
            <p:nvPr/>
          </p:nvGrpSpPr>
          <p:grpSpPr bwMode="auto">
            <a:xfrm>
              <a:off x="6315075" y="1681163"/>
              <a:ext cx="155575" cy="123825"/>
              <a:chOff x="2181" y="2484"/>
              <a:chExt cx="180" cy="192"/>
            </a:xfrm>
          </p:grpSpPr>
          <p:sp>
            <p:nvSpPr>
              <p:cNvPr id="43548" name="Line 151">
                <a:extLst>
                  <a:ext uri="{FF2B5EF4-FFF2-40B4-BE49-F238E27FC236}">
                    <a16:creationId xmlns:a16="http://schemas.microsoft.com/office/drawing/2014/main" id="{C0E79149-BCDC-38CC-3BC3-0D4276C295D4}"/>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49" name="Line 152">
                <a:extLst>
                  <a:ext uri="{FF2B5EF4-FFF2-40B4-BE49-F238E27FC236}">
                    <a16:creationId xmlns:a16="http://schemas.microsoft.com/office/drawing/2014/main" id="{B438CEA0-C6BE-CB46-5162-D7DA35955D86}"/>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50" name="Line 153">
                <a:extLst>
                  <a:ext uri="{FF2B5EF4-FFF2-40B4-BE49-F238E27FC236}">
                    <a16:creationId xmlns:a16="http://schemas.microsoft.com/office/drawing/2014/main" id="{2B6161BE-ECDB-2D2F-B33B-5A5CDCDD7B05}"/>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64" name="Group 154">
              <a:extLst>
                <a:ext uri="{FF2B5EF4-FFF2-40B4-BE49-F238E27FC236}">
                  <a16:creationId xmlns:a16="http://schemas.microsoft.com/office/drawing/2014/main" id="{C369AA7E-0122-045D-B605-BF545B0216CF}"/>
                </a:ext>
              </a:extLst>
            </p:cNvPr>
            <p:cNvGrpSpPr>
              <a:grpSpLocks/>
            </p:cNvGrpSpPr>
            <p:nvPr/>
          </p:nvGrpSpPr>
          <p:grpSpPr bwMode="auto">
            <a:xfrm>
              <a:off x="6884988" y="1690688"/>
              <a:ext cx="155575" cy="123825"/>
              <a:chOff x="2181" y="2484"/>
              <a:chExt cx="180" cy="192"/>
            </a:xfrm>
          </p:grpSpPr>
          <p:sp>
            <p:nvSpPr>
              <p:cNvPr id="43545" name="Line 155">
                <a:extLst>
                  <a:ext uri="{FF2B5EF4-FFF2-40B4-BE49-F238E27FC236}">
                    <a16:creationId xmlns:a16="http://schemas.microsoft.com/office/drawing/2014/main" id="{9B017D44-C21C-335B-9915-61D7B4783E4E}"/>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46" name="Line 156">
                <a:extLst>
                  <a:ext uri="{FF2B5EF4-FFF2-40B4-BE49-F238E27FC236}">
                    <a16:creationId xmlns:a16="http://schemas.microsoft.com/office/drawing/2014/main" id="{E52D6381-97BD-D1FC-371C-77C792A0F370}"/>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47" name="Line 157">
                <a:extLst>
                  <a:ext uri="{FF2B5EF4-FFF2-40B4-BE49-F238E27FC236}">
                    <a16:creationId xmlns:a16="http://schemas.microsoft.com/office/drawing/2014/main" id="{F7E80AC9-AC5A-E96A-70AD-0E071E7D1FB7}"/>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65" name="Group 158">
              <a:extLst>
                <a:ext uri="{FF2B5EF4-FFF2-40B4-BE49-F238E27FC236}">
                  <a16:creationId xmlns:a16="http://schemas.microsoft.com/office/drawing/2014/main" id="{15CE1660-F052-258A-51C0-ACFA46C7A065}"/>
                </a:ext>
              </a:extLst>
            </p:cNvPr>
            <p:cNvGrpSpPr>
              <a:grpSpLocks/>
            </p:cNvGrpSpPr>
            <p:nvPr/>
          </p:nvGrpSpPr>
          <p:grpSpPr bwMode="auto">
            <a:xfrm>
              <a:off x="1668463" y="1701800"/>
              <a:ext cx="157162" cy="123825"/>
              <a:chOff x="2181" y="2484"/>
              <a:chExt cx="180" cy="192"/>
            </a:xfrm>
          </p:grpSpPr>
          <p:sp>
            <p:nvSpPr>
              <p:cNvPr id="43542" name="Line 159">
                <a:extLst>
                  <a:ext uri="{FF2B5EF4-FFF2-40B4-BE49-F238E27FC236}">
                    <a16:creationId xmlns:a16="http://schemas.microsoft.com/office/drawing/2014/main" id="{E326E438-9FAD-8356-1F60-238A5441B1AB}"/>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43" name="Line 160">
                <a:extLst>
                  <a:ext uri="{FF2B5EF4-FFF2-40B4-BE49-F238E27FC236}">
                    <a16:creationId xmlns:a16="http://schemas.microsoft.com/office/drawing/2014/main" id="{D89B0F92-ED72-ED30-2C5C-47CAB6FFEB3A}"/>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44" name="Line 161">
                <a:extLst>
                  <a:ext uri="{FF2B5EF4-FFF2-40B4-BE49-F238E27FC236}">
                    <a16:creationId xmlns:a16="http://schemas.microsoft.com/office/drawing/2014/main" id="{40BDE180-48AE-C1A0-39D3-DBC22DEC1C32}"/>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66" name="Group 162">
              <a:extLst>
                <a:ext uri="{FF2B5EF4-FFF2-40B4-BE49-F238E27FC236}">
                  <a16:creationId xmlns:a16="http://schemas.microsoft.com/office/drawing/2014/main" id="{825E57C8-81F6-7AF5-1B7A-744B3057D997}"/>
                </a:ext>
              </a:extLst>
            </p:cNvPr>
            <p:cNvGrpSpPr>
              <a:grpSpLocks/>
            </p:cNvGrpSpPr>
            <p:nvPr/>
          </p:nvGrpSpPr>
          <p:grpSpPr bwMode="auto">
            <a:xfrm>
              <a:off x="1889125" y="1701800"/>
              <a:ext cx="155575" cy="123825"/>
              <a:chOff x="2181" y="2484"/>
              <a:chExt cx="180" cy="192"/>
            </a:xfrm>
          </p:grpSpPr>
          <p:sp>
            <p:nvSpPr>
              <p:cNvPr id="43539" name="Line 163">
                <a:extLst>
                  <a:ext uri="{FF2B5EF4-FFF2-40B4-BE49-F238E27FC236}">
                    <a16:creationId xmlns:a16="http://schemas.microsoft.com/office/drawing/2014/main" id="{6D963C08-ADA7-0726-BFCA-423369C09F7A}"/>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40" name="Line 164">
                <a:extLst>
                  <a:ext uri="{FF2B5EF4-FFF2-40B4-BE49-F238E27FC236}">
                    <a16:creationId xmlns:a16="http://schemas.microsoft.com/office/drawing/2014/main" id="{53215B1D-063C-E6D0-29D4-4DCCAE205E31}"/>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41" name="Line 165">
                <a:extLst>
                  <a:ext uri="{FF2B5EF4-FFF2-40B4-BE49-F238E27FC236}">
                    <a16:creationId xmlns:a16="http://schemas.microsoft.com/office/drawing/2014/main" id="{B446D78B-D0DD-A671-78E4-34E82E42AE45}"/>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67" name="Group 166">
              <a:extLst>
                <a:ext uri="{FF2B5EF4-FFF2-40B4-BE49-F238E27FC236}">
                  <a16:creationId xmlns:a16="http://schemas.microsoft.com/office/drawing/2014/main" id="{2C211EF7-1653-6044-934B-64AAD68272C5}"/>
                </a:ext>
              </a:extLst>
            </p:cNvPr>
            <p:cNvGrpSpPr>
              <a:grpSpLocks/>
            </p:cNvGrpSpPr>
            <p:nvPr/>
          </p:nvGrpSpPr>
          <p:grpSpPr bwMode="auto">
            <a:xfrm>
              <a:off x="1046163" y="1690688"/>
              <a:ext cx="155575" cy="123825"/>
              <a:chOff x="2181" y="2484"/>
              <a:chExt cx="180" cy="192"/>
            </a:xfrm>
          </p:grpSpPr>
          <p:sp>
            <p:nvSpPr>
              <p:cNvPr id="43536" name="Line 167">
                <a:extLst>
                  <a:ext uri="{FF2B5EF4-FFF2-40B4-BE49-F238E27FC236}">
                    <a16:creationId xmlns:a16="http://schemas.microsoft.com/office/drawing/2014/main" id="{40E45912-9B69-1A9D-EEEC-066D2283ACF7}"/>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37" name="Line 168">
                <a:extLst>
                  <a:ext uri="{FF2B5EF4-FFF2-40B4-BE49-F238E27FC236}">
                    <a16:creationId xmlns:a16="http://schemas.microsoft.com/office/drawing/2014/main" id="{5E109FAD-9219-91D2-92CB-14645FC4C80C}"/>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38" name="Line 169">
                <a:extLst>
                  <a:ext uri="{FF2B5EF4-FFF2-40B4-BE49-F238E27FC236}">
                    <a16:creationId xmlns:a16="http://schemas.microsoft.com/office/drawing/2014/main" id="{895D57C4-1CD8-0BAA-EA0E-91006E9CC086}"/>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68" name="Group 170">
              <a:extLst>
                <a:ext uri="{FF2B5EF4-FFF2-40B4-BE49-F238E27FC236}">
                  <a16:creationId xmlns:a16="http://schemas.microsoft.com/office/drawing/2014/main" id="{21FBB775-FD14-E4BF-C780-C1C432D04D7A}"/>
                </a:ext>
              </a:extLst>
            </p:cNvPr>
            <p:cNvGrpSpPr>
              <a:grpSpLocks/>
            </p:cNvGrpSpPr>
            <p:nvPr/>
          </p:nvGrpSpPr>
          <p:grpSpPr bwMode="auto">
            <a:xfrm>
              <a:off x="1266825" y="1690688"/>
              <a:ext cx="155575" cy="123825"/>
              <a:chOff x="2181" y="2484"/>
              <a:chExt cx="180" cy="192"/>
            </a:xfrm>
          </p:grpSpPr>
          <p:sp>
            <p:nvSpPr>
              <p:cNvPr id="43533" name="Line 171">
                <a:extLst>
                  <a:ext uri="{FF2B5EF4-FFF2-40B4-BE49-F238E27FC236}">
                    <a16:creationId xmlns:a16="http://schemas.microsoft.com/office/drawing/2014/main" id="{807CD578-7D57-65BD-E411-55BABB848DCC}"/>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34" name="Line 172">
                <a:extLst>
                  <a:ext uri="{FF2B5EF4-FFF2-40B4-BE49-F238E27FC236}">
                    <a16:creationId xmlns:a16="http://schemas.microsoft.com/office/drawing/2014/main" id="{BD53CAB9-CC51-0887-3060-68868F9F6FA3}"/>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35" name="Line 173">
                <a:extLst>
                  <a:ext uri="{FF2B5EF4-FFF2-40B4-BE49-F238E27FC236}">
                    <a16:creationId xmlns:a16="http://schemas.microsoft.com/office/drawing/2014/main" id="{DEE3529A-B986-A7F2-0813-CB13C803BCEE}"/>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69" name="Group 174">
              <a:extLst>
                <a:ext uri="{FF2B5EF4-FFF2-40B4-BE49-F238E27FC236}">
                  <a16:creationId xmlns:a16="http://schemas.microsoft.com/office/drawing/2014/main" id="{8B45987D-F2B8-4534-C20E-64F8A1445D15}"/>
                </a:ext>
              </a:extLst>
            </p:cNvPr>
            <p:cNvGrpSpPr>
              <a:grpSpLocks/>
            </p:cNvGrpSpPr>
            <p:nvPr/>
          </p:nvGrpSpPr>
          <p:grpSpPr bwMode="auto">
            <a:xfrm>
              <a:off x="628650" y="1690688"/>
              <a:ext cx="155575" cy="123825"/>
              <a:chOff x="2181" y="2484"/>
              <a:chExt cx="180" cy="192"/>
            </a:xfrm>
          </p:grpSpPr>
          <p:sp>
            <p:nvSpPr>
              <p:cNvPr id="43530" name="Line 175">
                <a:extLst>
                  <a:ext uri="{FF2B5EF4-FFF2-40B4-BE49-F238E27FC236}">
                    <a16:creationId xmlns:a16="http://schemas.microsoft.com/office/drawing/2014/main" id="{A524B339-72E0-F7E6-FCB0-D0BCD939F5A7}"/>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31" name="Line 176">
                <a:extLst>
                  <a:ext uri="{FF2B5EF4-FFF2-40B4-BE49-F238E27FC236}">
                    <a16:creationId xmlns:a16="http://schemas.microsoft.com/office/drawing/2014/main" id="{8F37BAFB-ED9D-FB3E-C923-0C97CBE8CC8E}"/>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32" name="Line 177">
                <a:extLst>
                  <a:ext uri="{FF2B5EF4-FFF2-40B4-BE49-F238E27FC236}">
                    <a16:creationId xmlns:a16="http://schemas.microsoft.com/office/drawing/2014/main" id="{9E60CAB8-B6C8-0446-78AD-A184B1848E55}"/>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070" name="Group 178">
              <a:extLst>
                <a:ext uri="{FF2B5EF4-FFF2-40B4-BE49-F238E27FC236}">
                  <a16:creationId xmlns:a16="http://schemas.microsoft.com/office/drawing/2014/main" id="{61522588-6624-566E-9432-C1749BACDAE3}"/>
                </a:ext>
              </a:extLst>
            </p:cNvPr>
            <p:cNvGrpSpPr>
              <a:grpSpLocks/>
            </p:cNvGrpSpPr>
            <p:nvPr/>
          </p:nvGrpSpPr>
          <p:grpSpPr bwMode="auto">
            <a:xfrm>
              <a:off x="849313" y="1690688"/>
              <a:ext cx="155575" cy="123825"/>
              <a:chOff x="2181" y="2484"/>
              <a:chExt cx="180" cy="192"/>
            </a:xfrm>
          </p:grpSpPr>
          <p:sp>
            <p:nvSpPr>
              <p:cNvPr id="43527" name="Line 179">
                <a:extLst>
                  <a:ext uri="{FF2B5EF4-FFF2-40B4-BE49-F238E27FC236}">
                    <a16:creationId xmlns:a16="http://schemas.microsoft.com/office/drawing/2014/main" id="{DFB1CE25-8FE5-4CDC-9686-42035F54DFDC}"/>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28" name="Line 180">
                <a:extLst>
                  <a:ext uri="{FF2B5EF4-FFF2-40B4-BE49-F238E27FC236}">
                    <a16:creationId xmlns:a16="http://schemas.microsoft.com/office/drawing/2014/main" id="{3DEAB432-42EC-1E4D-0963-BDEB4D427922}"/>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29" name="Line 181">
                <a:extLst>
                  <a:ext uri="{FF2B5EF4-FFF2-40B4-BE49-F238E27FC236}">
                    <a16:creationId xmlns:a16="http://schemas.microsoft.com/office/drawing/2014/main" id="{61E554A8-75B8-80AE-16BE-163C10635801}"/>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71" name="Line 182">
              <a:extLst>
                <a:ext uri="{FF2B5EF4-FFF2-40B4-BE49-F238E27FC236}">
                  <a16:creationId xmlns:a16="http://schemas.microsoft.com/office/drawing/2014/main" id="{9DD218FF-31D5-FB05-3A8E-ECEF06C41775}"/>
                </a:ext>
              </a:extLst>
            </p:cNvPr>
            <p:cNvSpPr>
              <a:spLocks noChangeShapeType="1"/>
            </p:cNvSpPr>
            <p:nvPr/>
          </p:nvSpPr>
          <p:spPr bwMode="auto">
            <a:xfrm flipV="1">
              <a:off x="7662863" y="546100"/>
              <a:ext cx="0" cy="2349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72" name="AutoShape 183">
              <a:extLst>
                <a:ext uri="{FF2B5EF4-FFF2-40B4-BE49-F238E27FC236}">
                  <a16:creationId xmlns:a16="http://schemas.microsoft.com/office/drawing/2014/main" id="{178D680F-8800-F8ED-73A8-25769E21024C}"/>
                </a:ext>
              </a:extLst>
            </p:cNvPr>
            <p:cNvSpPr>
              <a:spLocks noChangeArrowheads="1"/>
            </p:cNvSpPr>
            <p:nvPr/>
          </p:nvSpPr>
          <p:spPr bwMode="auto">
            <a:xfrm flipH="1">
              <a:off x="3082925" y="3009900"/>
              <a:ext cx="417513" cy="354013"/>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073" name="Line 184">
              <a:extLst>
                <a:ext uri="{FF2B5EF4-FFF2-40B4-BE49-F238E27FC236}">
                  <a16:creationId xmlns:a16="http://schemas.microsoft.com/office/drawing/2014/main" id="{044C44FD-5607-4A8D-4533-D12A412EC9B7}"/>
                </a:ext>
              </a:extLst>
            </p:cNvPr>
            <p:cNvSpPr>
              <a:spLocks noChangeShapeType="1"/>
            </p:cNvSpPr>
            <p:nvPr/>
          </p:nvSpPr>
          <p:spPr bwMode="auto">
            <a:xfrm>
              <a:off x="487363" y="1984375"/>
              <a:ext cx="71596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3074" name="Group 185">
              <a:extLst>
                <a:ext uri="{FF2B5EF4-FFF2-40B4-BE49-F238E27FC236}">
                  <a16:creationId xmlns:a16="http://schemas.microsoft.com/office/drawing/2014/main" id="{EFB5831E-C63B-80F7-68D4-19726690C85C}"/>
                </a:ext>
              </a:extLst>
            </p:cNvPr>
            <p:cNvGrpSpPr>
              <a:grpSpLocks/>
            </p:cNvGrpSpPr>
            <p:nvPr/>
          </p:nvGrpSpPr>
          <p:grpSpPr bwMode="auto">
            <a:xfrm>
              <a:off x="1808163" y="2351088"/>
              <a:ext cx="298450" cy="220662"/>
              <a:chOff x="4352" y="4563"/>
              <a:chExt cx="346" cy="339"/>
            </a:xfrm>
          </p:grpSpPr>
          <p:sp>
            <p:nvSpPr>
              <p:cNvPr id="43525" name="AutoShape 186">
                <a:extLst>
                  <a:ext uri="{FF2B5EF4-FFF2-40B4-BE49-F238E27FC236}">
                    <a16:creationId xmlns:a16="http://schemas.microsoft.com/office/drawing/2014/main" id="{572DF79D-C778-3457-E80E-CFED6FFE2B59}"/>
                  </a:ext>
                </a:extLst>
              </p:cNvPr>
              <p:cNvSpPr>
                <a:spLocks noChangeArrowheads="1"/>
              </p:cNvSpPr>
              <p:nvPr/>
            </p:nvSpPr>
            <p:spPr bwMode="auto">
              <a:xfrm rot="10800000">
                <a:off x="4352" y="4563"/>
                <a:ext cx="346" cy="210"/>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526" name="Oval 187">
                <a:extLst>
                  <a:ext uri="{FF2B5EF4-FFF2-40B4-BE49-F238E27FC236}">
                    <a16:creationId xmlns:a16="http://schemas.microsoft.com/office/drawing/2014/main" id="{96B2A21B-3944-CDF1-748C-A8966A454701}"/>
                  </a:ext>
                </a:extLst>
              </p:cNvPr>
              <p:cNvSpPr>
                <a:spLocks noChangeArrowheads="1"/>
              </p:cNvSpPr>
              <p:nvPr/>
            </p:nvSpPr>
            <p:spPr bwMode="auto">
              <a:xfrm rot="5400000">
                <a:off x="4446" y="4772"/>
                <a:ext cx="130" cy="130"/>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grpSp>
        <p:sp>
          <p:nvSpPr>
            <p:cNvPr id="43075" name="Line 188">
              <a:extLst>
                <a:ext uri="{FF2B5EF4-FFF2-40B4-BE49-F238E27FC236}">
                  <a16:creationId xmlns:a16="http://schemas.microsoft.com/office/drawing/2014/main" id="{CA2257E9-CD89-C446-F223-6D352998A9BD}"/>
                </a:ext>
              </a:extLst>
            </p:cNvPr>
            <p:cNvSpPr>
              <a:spLocks noChangeShapeType="1"/>
            </p:cNvSpPr>
            <p:nvPr/>
          </p:nvSpPr>
          <p:spPr bwMode="auto">
            <a:xfrm>
              <a:off x="1747838" y="2111375"/>
              <a:ext cx="200025"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3076" name="Line 189">
              <a:extLst>
                <a:ext uri="{FF2B5EF4-FFF2-40B4-BE49-F238E27FC236}">
                  <a16:creationId xmlns:a16="http://schemas.microsoft.com/office/drawing/2014/main" id="{56A95848-C0F8-8487-0FD8-E2C9E6F3B842}"/>
                </a:ext>
              </a:extLst>
            </p:cNvPr>
            <p:cNvSpPr>
              <a:spLocks noChangeShapeType="1"/>
            </p:cNvSpPr>
            <p:nvPr/>
          </p:nvSpPr>
          <p:spPr bwMode="auto">
            <a:xfrm flipV="1">
              <a:off x="1954213" y="2111375"/>
              <a:ext cx="0" cy="2365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77" name="Line 190">
              <a:extLst>
                <a:ext uri="{FF2B5EF4-FFF2-40B4-BE49-F238E27FC236}">
                  <a16:creationId xmlns:a16="http://schemas.microsoft.com/office/drawing/2014/main" id="{F8D94025-A9D2-8DD3-D807-078C0C723F1D}"/>
                </a:ext>
              </a:extLst>
            </p:cNvPr>
            <p:cNvSpPr>
              <a:spLocks noChangeShapeType="1"/>
            </p:cNvSpPr>
            <p:nvPr/>
          </p:nvSpPr>
          <p:spPr bwMode="auto">
            <a:xfrm>
              <a:off x="1943100" y="2570163"/>
              <a:ext cx="0" cy="38227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78" name="Text Box 191">
              <a:extLst>
                <a:ext uri="{FF2B5EF4-FFF2-40B4-BE49-F238E27FC236}">
                  <a16:creationId xmlns:a16="http://schemas.microsoft.com/office/drawing/2014/main" id="{9158CF3E-E3F3-AD1E-3A7D-328C12819AFD}"/>
                </a:ext>
              </a:extLst>
            </p:cNvPr>
            <p:cNvSpPr txBox="1">
              <a:spLocks noChangeArrowheads="1"/>
            </p:cNvSpPr>
            <p:nvPr/>
          </p:nvSpPr>
          <p:spPr bwMode="auto">
            <a:xfrm>
              <a:off x="1098550" y="2414588"/>
              <a:ext cx="79057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endParaRPr lang="ru-RU" altLang="en-US" sz="1200" b="0" u="none"/>
            </a:p>
          </p:txBody>
        </p:sp>
        <p:sp>
          <p:nvSpPr>
            <p:cNvPr id="43079" name="AutoShape 192">
              <a:extLst>
                <a:ext uri="{FF2B5EF4-FFF2-40B4-BE49-F238E27FC236}">
                  <a16:creationId xmlns:a16="http://schemas.microsoft.com/office/drawing/2014/main" id="{4F636FDA-5B0B-919B-35FD-AD8482BB3A80}"/>
                </a:ext>
              </a:extLst>
            </p:cNvPr>
            <p:cNvSpPr>
              <a:spLocks noChangeArrowheads="1"/>
            </p:cNvSpPr>
            <p:nvPr/>
          </p:nvSpPr>
          <p:spPr bwMode="auto">
            <a:xfrm>
              <a:off x="2227263" y="2581275"/>
              <a:ext cx="319087" cy="238125"/>
            </a:xfrm>
            <a:prstGeom prst="flowChartDelay">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080" name="AutoShape 193">
              <a:extLst>
                <a:ext uri="{FF2B5EF4-FFF2-40B4-BE49-F238E27FC236}">
                  <a16:creationId xmlns:a16="http://schemas.microsoft.com/office/drawing/2014/main" id="{614DCDCC-C54C-3F86-F858-9B31F1505F7A}"/>
                </a:ext>
              </a:extLst>
            </p:cNvPr>
            <p:cNvSpPr>
              <a:spLocks noChangeArrowheads="1"/>
            </p:cNvSpPr>
            <p:nvPr/>
          </p:nvSpPr>
          <p:spPr bwMode="auto">
            <a:xfrm>
              <a:off x="2233613" y="2906713"/>
              <a:ext cx="320675" cy="241300"/>
            </a:xfrm>
            <a:prstGeom prst="flowChartDelay">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081" name="AutoShape 194">
              <a:extLst>
                <a:ext uri="{FF2B5EF4-FFF2-40B4-BE49-F238E27FC236}">
                  <a16:creationId xmlns:a16="http://schemas.microsoft.com/office/drawing/2014/main" id="{539EA5AA-F8EB-11E9-0EAA-C781867411AB}"/>
                </a:ext>
              </a:extLst>
            </p:cNvPr>
            <p:cNvSpPr>
              <a:spLocks noChangeArrowheads="1"/>
            </p:cNvSpPr>
            <p:nvPr/>
          </p:nvSpPr>
          <p:spPr bwMode="auto">
            <a:xfrm>
              <a:off x="2228850" y="3232150"/>
              <a:ext cx="320675" cy="241300"/>
            </a:xfrm>
            <a:prstGeom prst="flowChartDelay">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082" name="AutoShape 195">
              <a:extLst>
                <a:ext uri="{FF2B5EF4-FFF2-40B4-BE49-F238E27FC236}">
                  <a16:creationId xmlns:a16="http://schemas.microsoft.com/office/drawing/2014/main" id="{86228899-F0C6-1A10-6883-72501879C15C}"/>
                </a:ext>
              </a:extLst>
            </p:cNvPr>
            <p:cNvSpPr>
              <a:spLocks noChangeArrowheads="1"/>
            </p:cNvSpPr>
            <p:nvPr/>
          </p:nvSpPr>
          <p:spPr bwMode="auto">
            <a:xfrm>
              <a:off x="2224088" y="3559175"/>
              <a:ext cx="319087" cy="241300"/>
            </a:xfrm>
            <a:prstGeom prst="flowChartDelay">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083" name="Line 196">
              <a:extLst>
                <a:ext uri="{FF2B5EF4-FFF2-40B4-BE49-F238E27FC236}">
                  <a16:creationId xmlns:a16="http://schemas.microsoft.com/office/drawing/2014/main" id="{6E7A3851-ECB4-F279-7539-A147D3009211}"/>
                </a:ext>
              </a:extLst>
            </p:cNvPr>
            <p:cNvSpPr>
              <a:spLocks noChangeShapeType="1"/>
            </p:cNvSpPr>
            <p:nvPr/>
          </p:nvSpPr>
          <p:spPr bwMode="auto">
            <a:xfrm flipH="1">
              <a:off x="592138" y="2708275"/>
              <a:ext cx="16224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84" name="Line 197">
              <a:extLst>
                <a:ext uri="{FF2B5EF4-FFF2-40B4-BE49-F238E27FC236}">
                  <a16:creationId xmlns:a16="http://schemas.microsoft.com/office/drawing/2014/main" id="{CD76D986-5E4C-A19E-BF7B-5FF61F24A181}"/>
                </a:ext>
              </a:extLst>
            </p:cNvPr>
            <p:cNvSpPr>
              <a:spLocks noChangeShapeType="1"/>
            </p:cNvSpPr>
            <p:nvPr/>
          </p:nvSpPr>
          <p:spPr bwMode="auto">
            <a:xfrm flipH="1">
              <a:off x="598488" y="3013075"/>
              <a:ext cx="16256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85" name="Line 198">
              <a:extLst>
                <a:ext uri="{FF2B5EF4-FFF2-40B4-BE49-F238E27FC236}">
                  <a16:creationId xmlns:a16="http://schemas.microsoft.com/office/drawing/2014/main" id="{CF4B2192-149E-CE69-FAEB-7731A0CE691B}"/>
                </a:ext>
              </a:extLst>
            </p:cNvPr>
            <p:cNvSpPr>
              <a:spLocks noChangeShapeType="1"/>
            </p:cNvSpPr>
            <p:nvPr/>
          </p:nvSpPr>
          <p:spPr bwMode="auto">
            <a:xfrm flipH="1">
              <a:off x="596900" y="3349625"/>
              <a:ext cx="162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86" name="Line 199">
              <a:extLst>
                <a:ext uri="{FF2B5EF4-FFF2-40B4-BE49-F238E27FC236}">
                  <a16:creationId xmlns:a16="http://schemas.microsoft.com/office/drawing/2014/main" id="{9A844ED2-0DC6-109D-13D3-FA154EFE79F3}"/>
                </a:ext>
              </a:extLst>
            </p:cNvPr>
            <p:cNvSpPr>
              <a:spLocks noChangeShapeType="1"/>
            </p:cNvSpPr>
            <p:nvPr/>
          </p:nvSpPr>
          <p:spPr bwMode="auto">
            <a:xfrm flipH="1">
              <a:off x="587375" y="3675063"/>
              <a:ext cx="16224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87" name="Line 200">
              <a:extLst>
                <a:ext uri="{FF2B5EF4-FFF2-40B4-BE49-F238E27FC236}">
                  <a16:creationId xmlns:a16="http://schemas.microsoft.com/office/drawing/2014/main" id="{9DB48C64-C012-9283-6341-0A53DD247067}"/>
                </a:ext>
              </a:extLst>
            </p:cNvPr>
            <p:cNvSpPr>
              <a:spLocks noChangeShapeType="1"/>
            </p:cNvSpPr>
            <p:nvPr/>
          </p:nvSpPr>
          <p:spPr bwMode="auto">
            <a:xfrm>
              <a:off x="2551113" y="2708275"/>
              <a:ext cx="3524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88" name="Line 201">
              <a:extLst>
                <a:ext uri="{FF2B5EF4-FFF2-40B4-BE49-F238E27FC236}">
                  <a16:creationId xmlns:a16="http://schemas.microsoft.com/office/drawing/2014/main" id="{2D8FEB81-7B58-65D2-80A5-4D4A10A35163}"/>
                </a:ext>
              </a:extLst>
            </p:cNvPr>
            <p:cNvSpPr>
              <a:spLocks noChangeShapeType="1"/>
            </p:cNvSpPr>
            <p:nvPr/>
          </p:nvSpPr>
          <p:spPr bwMode="auto">
            <a:xfrm>
              <a:off x="2533650" y="3668713"/>
              <a:ext cx="3524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89" name="Line 202">
              <a:extLst>
                <a:ext uri="{FF2B5EF4-FFF2-40B4-BE49-F238E27FC236}">
                  <a16:creationId xmlns:a16="http://schemas.microsoft.com/office/drawing/2014/main" id="{206A52B3-2599-587F-DAA8-EA4894B014A4}"/>
                </a:ext>
              </a:extLst>
            </p:cNvPr>
            <p:cNvSpPr>
              <a:spLocks noChangeShapeType="1"/>
            </p:cNvSpPr>
            <p:nvPr/>
          </p:nvSpPr>
          <p:spPr bwMode="auto">
            <a:xfrm>
              <a:off x="2914650" y="2708275"/>
              <a:ext cx="0" cy="3667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90" name="Line 203">
              <a:extLst>
                <a:ext uri="{FF2B5EF4-FFF2-40B4-BE49-F238E27FC236}">
                  <a16:creationId xmlns:a16="http://schemas.microsoft.com/office/drawing/2014/main" id="{8595CD71-9F12-D724-EE93-6E32543BFCBD}"/>
                </a:ext>
              </a:extLst>
            </p:cNvPr>
            <p:cNvSpPr>
              <a:spLocks noChangeShapeType="1"/>
            </p:cNvSpPr>
            <p:nvPr/>
          </p:nvSpPr>
          <p:spPr bwMode="auto">
            <a:xfrm>
              <a:off x="2897188" y="3308350"/>
              <a:ext cx="0" cy="3524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91" name="Line 204">
              <a:extLst>
                <a:ext uri="{FF2B5EF4-FFF2-40B4-BE49-F238E27FC236}">
                  <a16:creationId xmlns:a16="http://schemas.microsoft.com/office/drawing/2014/main" id="{C2D9A693-E5EC-7ADA-080C-BA30043BB87E}"/>
                </a:ext>
              </a:extLst>
            </p:cNvPr>
            <p:cNvSpPr>
              <a:spLocks noChangeShapeType="1"/>
            </p:cNvSpPr>
            <p:nvPr/>
          </p:nvSpPr>
          <p:spPr bwMode="auto">
            <a:xfrm>
              <a:off x="2551113" y="3021013"/>
              <a:ext cx="2063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92" name="Line 205">
              <a:extLst>
                <a:ext uri="{FF2B5EF4-FFF2-40B4-BE49-F238E27FC236}">
                  <a16:creationId xmlns:a16="http://schemas.microsoft.com/office/drawing/2014/main" id="{D8A84BF8-CD75-7C81-A7EB-F5C18C4ABAA1}"/>
                </a:ext>
              </a:extLst>
            </p:cNvPr>
            <p:cNvSpPr>
              <a:spLocks noChangeShapeType="1"/>
            </p:cNvSpPr>
            <p:nvPr/>
          </p:nvSpPr>
          <p:spPr bwMode="auto">
            <a:xfrm>
              <a:off x="2546350" y="3355975"/>
              <a:ext cx="2063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93" name="Line 206">
              <a:extLst>
                <a:ext uri="{FF2B5EF4-FFF2-40B4-BE49-F238E27FC236}">
                  <a16:creationId xmlns:a16="http://schemas.microsoft.com/office/drawing/2014/main" id="{AF4FE14E-A4DB-1650-6E6A-5521AE116E2A}"/>
                </a:ext>
              </a:extLst>
            </p:cNvPr>
            <p:cNvSpPr>
              <a:spLocks noChangeShapeType="1"/>
            </p:cNvSpPr>
            <p:nvPr/>
          </p:nvSpPr>
          <p:spPr bwMode="auto">
            <a:xfrm>
              <a:off x="2914650" y="3089275"/>
              <a:ext cx="2047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94" name="Line 207">
              <a:extLst>
                <a:ext uri="{FF2B5EF4-FFF2-40B4-BE49-F238E27FC236}">
                  <a16:creationId xmlns:a16="http://schemas.microsoft.com/office/drawing/2014/main" id="{989AD0E8-A0F2-F508-5BD8-87FC24E4654F}"/>
                </a:ext>
              </a:extLst>
            </p:cNvPr>
            <p:cNvSpPr>
              <a:spLocks noChangeShapeType="1"/>
            </p:cNvSpPr>
            <p:nvPr/>
          </p:nvSpPr>
          <p:spPr bwMode="auto">
            <a:xfrm>
              <a:off x="2897188" y="3297238"/>
              <a:ext cx="2047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95" name="Line 208">
              <a:extLst>
                <a:ext uri="{FF2B5EF4-FFF2-40B4-BE49-F238E27FC236}">
                  <a16:creationId xmlns:a16="http://schemas.microsoft.com/office/drawing/2014/main" id="{6B9A1791-0491-C566-1232-65FDF6A01C60}"/>
                </a:ext>
              </a:extLst>
            </p:cNvPr>
            <p:cNvSpPr>
              <a:spLocks noChangeShapeType="1"/>
            </p:cNvSpPr>
            <p:nvPr/>
          </p:nvSpPr>
          <p:spPr bwMode="auto">
            <a:xfrm>
              <a:off x="2759075" y="3157538"/>
              <a:ext cx="3683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96" name="Line 209">
              <a:extLst>
                <a:ext uri="{FF2B5EF4-FFF2-40B4-BE49-F238E27FC236}">
                  <a16:creationId xmlns:a16="http://schemas.microsoft.com/office/drawing/2014/main" id="{0F4D1F3A-6829-892E-688A-4CCEF1DEE482}"/>
                </a:ext>
              </a:extLst>
            </p:cNvPr>
            <p:cNvSpPr>
              <a:spLocks noChangeShapeType="1"/>
            </p:cNvSpPr>
            <p:nvPr/>
          </p:nvSpPr>
          <p:spPr bwMode="auto">
            <a:xfrm>
              <a:off x="2767013" y="3228975"/>
              <a:ext cx="366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97" name="Line 210">
              <a:extLst>
                <a:ext uri="{FF2B5EF4-FFF2-40B4-BE49-F238E27FC236}">
                  <a16:creationId xmlns:a16="http://schemas.microsoft.com/office/drawing/2014/main" id="{046FDE16-8F5A-79AE-5C24-5D4169DB2FD8}"/>
                </a:ext>
              </a:extLst>
            </p:cNvPr>
            <p:cNvSpPr>
              <a:spLocks noChangeShapeType="1"/>
            </p:cNvSpPr>
            <p:nvPr/>
          </p:nvSpPr>
          <p:spPr bwMode="auto">
            <a:xfrm>
              <a:off x="2759075" y="3235325"/>
              <a:ext cx="0" cy="1254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98" name="Line 211">
              <a:extLst>
                <a:ext uri="{FF2B5EF4-FFF2-40B4-BE49-F238E27FC236}">
                  <a16:creationId xmlns:a16="http://schemas.microsoft.com/office/drawing/2014/main" id="{91A77732-CB59-F82F-8CF5-4B448929D16A}"/>
                </a:ext>
              </a:extLst>
            </p:cNvPr>
            <p:cNvSpPr>
              <a:spLocks noChangeShapeType="1"/>
            </p:cNvSpPr>
            <p:nvPr/>
          </p:nvSpPr>
          <p:spPr bwMode="auto">
            <a:xfrm>
              <a:off x="2754313" y="3024188"/>
              <a:ext cx="0" cy="1254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99" name="Line 212">
              <a:extLst>
                <a:ext uri="{FF2B5EF4-FFF2-40B4-BE49-F238E27FC236}">
                  <a16:creationId xmlns:a16="http://schemas.microsoft.com/office/drawing/2014/main" id="{2BF678EF-488F-2832-FA0B-9C8021779444}"/>
                </a:ext>
              </a:extLst>
            </p:cNvPr>
            <p:cNvSpPr>
              <a:spLocks noChangeShapeType="1"/>
            </p:cNvSpPr>
            <p:nvPr/>
          </p:nvSpPr>
          <p:spPr bwMode="auto">
            <a:xfrm>
              <a:off x="3495675" y="3186113"/>
              <a:ext cx="2444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00" name="AutoShape 213">
              <a:extLst>
                <a:ext uri="{FF2B5EF4-FFF2-40B4-BE49-F238E27FC236}">
                  <a16:creationId xmlns:a16="http://schemas.microsoft.com/office/drawing/2014/main" id="{D19BF8C0-95DC-C779-AC52-04EB6AF4D9A5}"/>
                </a:ext>
              </a:extLst>
            </p:cNvPr>
            <p:cNvSpPr>
              <a:spLocks noChangeArrowheads="1"/>
            </p:cNvSpPr>
            <p:nvPr/>
          </p:nvSpPr>
          <p:spPr bwMode="auto">
            <a:xfrm flipH="1">
              <a:off x="3705225" y="2941638"/>
              <a:ext cx="417513" cy="354012"/>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01" name="Line 214">
              <a:extLst>
                <a:ext uri="{FF2B5EF4-FFF2-40B4-BE49-F238E27FC236}">
                  <a16:creationId xmlns:a16="http://schemas.microsoft.com/office/drawing/2014/main" id="{711620C1-5A0E-D2DD-01C9-A9C5821FE103}"/>
                </a:ext>
              </a:extLst>
            </p:cNvPr>
            <p:cNvSpPr>
              <a:spLocks noChangeShapeType="1"/>
            </p:cNvSpPr>
            <p:nvPr/>
          </p:nvSpPr>
          <p:spPr bwMode="auto">
            <a:xfrm>
              <a:off x="3589338" y="3049588"/>
              <a:ext cx="1571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02" name="Line 215">
              <a:extLst>
                <a:ext uri="{FF2B5EF4-FFF2-40B4-BE49-F238E27FC236}">
                  <a16:creationId xmlns:a16="http://schemas.microsoft.com/office/drawing/2014/main" id="{4A49E83E-CC24-7C59-65C2-28BC5D9DD257}"/>
                </a:ext>
              </a:extLst>
            </p:cNvPr>
            <p:cNvSpPr>
              <a:spLocks noChangeShapeType="1"/>
            </p:cNvSpPr>
            <p:nvPr/>
          </p:nvSpPr>
          <p:spPr bwMode="auto">
            <a:xfrm>
              <a:off x="3580496" y="2831074"/>
              <a:ext cx="0" cy="2349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03" name="Line 216">
              <a:extLst>
                <a:ext uri="{FF2B5EF4-FFF2-40B4-BE49-F238E27FC236}">
                  <a16:creationId xmlns:a16="http://schemas.microsoft.com/office/drawing/2014/main" id="{A9A3556F-D269-8445-5C4C-2550FB580922}"/>
                </a:ext>
              </a:extLst>
            </p:cNvPr>
            <p:cNvSpPr>
              <a:spLocks noChangeShapeType="1"/>
            </p:cNvSpPr>
            <p:nvPr/>
          </p:nvSpPr>
          <p:spPr bwMode="auto">
            <a:xfrm>
              <a:off x="4133850" y="3109913"/>
              <a:ext cx="2555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04" name="Rectangle 217">
              <a:extLst>
                <a:ext uri="{FF2B5EF4-FFF2-40B4-BE49-F238E27FC236}">
                  <a16:creationId xmlns:a16="http://schemas.microsoft.com/office/drawing/2014/main" id="{E85E790A-C68F-6C3E-23E2-B24B2C37DC90}"/>
                </a:ext>
              </a:extLst>
            </p:cNvPr>
            <p:cNvSpPr>
              <a:spLocks noChangeArrowheads="1"/>
            </p:cNvSpPr>
            <p:nvPr/>
          </p:nvSpPr>
          <p:spPr bwMode="auto">
            <a:xfrm>
              <a:off x="4368800" y="2863850"/>
              <a:ext cx="641350" cy="711200"/>
            </a:xfrm>
            <a:prstGeom prst="rect">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grpSp>
          <p:nvGrpSpPr>
            <p:cNvPr id="43105" name="Group 218">
              <a:extLst>
                <a:ext uri="{FF2B5EF4-FFF2-40B4-BE49-F238E27FC236}">
                  <a16:creationId xmlns:a16="http://schemas.microsoft.com/office/drawing/2014/main" id="{D86A945E-B838-3DAE-BAA1-BE7004CC29FD}"/>
                </a:ext>
              </a:extLst>
            </p:cNvPr>
            <p:cNvGrpSpPr>
              <a:grpSpLocks/>
            </p:cNvGrpSpPr>
            <p:nvPr/>
          </p:nvGrpSpPr>
          <p:grpSpPr bwMode="auto">
            <a:xfrm>
              <a:off x="4354513" y="3367088"/>
              <a:ext cx="155575" cy="117475"/>
              <a:chOff x="6801" y="12039"/>
              <a:chExt cx="194" cy="215"/>
            </a:xfrm>
          </p:grpSpPr>
          <p:sp>
            <p:nvSpPr>
              <p:cNvPr id="43520" name="Line 219">
                <a:extLst>
                  <a:ext uri="{FF2B5EF4-FFF2-40B4-BE49-F238E27FC236}">
                    <a16:creationId xmlns:a16="http://schemas.microsoft.com/office/drawing/2014/main" id="{8DFE3BEE-63F1-FCB3-D27F-AE6A707AA9C3}"/>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21" name="Line 220">
                <a:extLst>
                  <a:ext uri="{FF2B5EF4-FFF2-40B4-BE49-F238E27FC236}">
                    <a16:creationId xmlns:a16="http://schemas.microsoft.com/office/drawing/2014/main" id="{D14959CE-8D0B-2370-6412-AFA0967136CF}"/>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22" name="Line 221">
                <a:extLst>
                  <a:ext uri="{FF2B5EF4-FFF2-40B4-BE49-F238E27FC236}">
                    <a16:creationId xmlns:a16="http://schemas.microsoft.com/office/drawing/2014/main" id="{0C258D3D-768C-9B4E-3278-6E3423AB3F4A}"/>
                  </a:ext>
                </a:extLst>
              </p:cNvPr>
              <p:cNvSpPr>
                <a:spLocks noChangeShapeType="1"/>
              </p:cNvSpPr>
              <p:nvPr/>
            </p:nvSpPr>
            <p:spPr bwMode="auto">
              <a:xfrm>
                <a:off x="6921" y="12114"/>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23" name="Line 222">
                <a:extLst>
                  <a:ext uri="{FF2B5EF4-FFF2-40B4-BE49-F238E27FC236}">
                    <a16:creationId xmlns:a16="http://schemas.microsoft.com/office/drawing/2014/main" id="{9388DE60-0F84-B676-665F-59BBCDBD8F43}"/>
                  </a:ext>
                </a:extLst>
              </p:cNvPr>
              <p:cNvSpPr>
                <a:spLocks noChangeShapeType="1"/>
              </p:cNvSpPr>
              <p:nvPr/>
            </p:nvSpPr>
            <p:spPr bwMode="auto">
              <a:xfrm>
                <a:off x="6831" y="12039"/>
                <a:ext cx="164" cy="11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24" name="Line 223">
                <a:extLst>
                  <a:ext uri="{FF2B5EF4-FFF2-40B4-BE49-F238E27FC236}">
                    <a16:creationId xmlns:a16="http://schemas.microsoft.com/office/drawing/2014/main" id="{2F6712B0-CF76-012B-85B7-D1C878D377DF}"/>
                  </a:ext>
                </a:extLst>
              </p:cNvPr>
              <p:cNvSpPr>
                <a:spLocks noChangeShapeType="1"/>
              </p:cNvSpPr>
              <p:nvPr/>
            </p:nvSpPr>
            <p:spPr bwMode="auto">
              <a:xfrm flipV="1">
                <a:off x="6801" y="12156"/>
                <a:ext cx="183" cy="9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106" name="Text Box 224">
              <a:extLst>
                <a:ext uri="{FF2B5EF4-FFF2-40B4-BE49-F238E27FC236}">
                  <a16:creationId xmlns:a16="http://schemas.microsoft.com/office/drawing/2014/main" id="{1CA146A6-936C-9EE5-3ADA-C5B00CC11DE3}"/>
                </a:ext>
              </a:extLst>
            </p:cNvPr>
            <p:cNvSpPr txBox="1">
              <a:spLocks noChangeArrowheads="1"/>
            </p:cNvSpPr>
            <p:nvPr/>
          </p:nvSpPr>
          <p:spPr bwMode="auto">
            <a:xfrm>
              <a:off x="4316413" y="2986088"/>
              <a:ext cx="6223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dirty="0">
                  <a:solidFill>
                    <a:schemeClr val="bg1"/>
                  </a:solidFill>
                </a:rPr>
                <a:t>D</a:t>
              </a:r>
              <a:endParaRPr lang="ru-RU" altLang="en-US" sz="1200" b="0" u="none" dirty="0">
                <a:solidFill>
                  <a:schemeClr val="bg1"/>
                </a:solidFill>
              </a:endParaRPr>
            </a:p>
          </p:txBody>
        </p:sp>
        <p:sp>
          <p:nvSpPr>
            <p:cNvPr id="43107" name="AutoShape 225">
              <a:extLst>
                <a:ext uri="{FF2B5EF4-FFF2-40B4-BE49-F238E27FC236}">
                  <a16:creationId xmlns:a16="http://schemas.microsoft.com/office/drawing/2014/main" id="{05B760FF-1F02-DF7E-4F37-D712E01D0720}"/>
                </a:ext>
              </a:extLst>
            </p:cNvPr>
            <p:cNvSpPr>
              <a:spLocks noChangeArrowheads="1"/>
            </p:cNvSpPr>
            <p:nvPr/>
          </p:nvSpPr>
          <p:spPr bwMode="auto">
            <a:xfrm rot="-5400000">
              <a:off x="5175250" y="2717800"/>
              <a:ext cx="533400" cy="2794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43108" name="Line 226">
              <a:extLst>
                <a:ext uri="{FF2B5EF4-FFF2-40B4-BE49-F238E27FC236}">
                  <a16:creationId xmlns:a16="http://schemas.microsoft.com/office/drawing/2014/main" id="{00EAB911-2591-C655-4CDA-CCA52145EFE6}"/>
                </a:ext>
              </a:extLst>
            </p:cNvPr>
            <p:cNvSpPr>
              <a:spLocks noChangeShapeType="1"/>
            </p:cNvSpPr>
            <p:nvPr/>
          </p:nvSpPr>
          <p:spPr bwMode="auto">
            <a:xfrm>
              <a:off x="5018088" y="2990850"/>
              <a:ext cx="2635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09" name="Line 227">
              <a:extLst>
                <a:ext uri="{FF2B5EF4-FFF2-40B4-BE49-F238E27FC236}">
                  <a16:creationId xmlns:a16="http://schemas.microsoft.com/office/drawing/2014/main" id="{7F348FC9-9D8A-B695-E22D-681BE448A8A6}"/>
                </a:ext>
              </a:extLst>
            </p:cNvPr>
            <p:cNvSpPr>
              <a:spLocks noChangeShapeType="1"/>
            </p:cNvSpPr>
            <p:nvPr/>
          </p:nvSpPr>
          <p:spPr bwMode="auto">
            <a:xfrm flipH="1">
              <a:off x="4249738" y="2697163"/>
              <a:ext cx="10414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10" name="Line 228">
              <a:extLst>
                <a:ext uri="{FF2B5EF4-FFF2-40B4-BE49-F238E27FC236}">
                  <a16:creationId xmlns:a16="http://schemas.microsoft.com/office/drawing/2014/main" id="{8B238442-C4AA-D78E-BC20-AE7CA01E8AAF}"/>
                </a:ext>
              </a:extLst>
            </p:cNvPr>
            <p:cNvSpPr>
              <a:spLocks noChangeShapeType="1"/>
            </p:cNvSpPr>
            <p:nvPr/>
          </p:nvSpPr>
          <p:spPr bwMode="auto">
            <a:xfrm>
              <a:off x="4254500" y="2697163"/>
              <a:ext cx="0" cy="406400"/>
            </a:xfrm>
            <a:prstGeom prst="line">
              <a:avLst/>
            </a:prstGeom>
            <a:noFill/>
            <a:ln w="2222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43111" name="Line 229">
              <a:extLst>
                <a:ext uri="{FF2B5EF4-FFF2-40B4-BE49-F238E27FC236}">
                  <a16:creationId xmlns:a16="http://schemas.microsoft.com/office/drawing/2014/main" id="{080C942B-AE0F-6E72-232D-357E452170EA}"/>
                </a:ext>
              </a:extLst>
            </p:cNvPr>
            <p:cNvSpPr>
              <a:spLocks noChangeShapeType="1"/>
            </p:cNvSpPr>
            <p:nvPr/>
          </p:nvSpPr>
          <p:spPr bwMode="auto">
            <a:xfrm>
              <a:off x="5573713" y="2854325"/>
              <a:ext cx="2159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12" name="AutoShape 230">
              <a:extLst>
                <a:ext uri="{FF2B5EF4-FFF2-40B4-BE49-F238E27FC236}">
                  <a16:creationId xmlns:a16="http://schemas.microsoft.com/office/drawing/2014/main" id="{F7EA26DC-165D-D4F9-2E87-F4E48EB511C8}"/>
                </a:ext>
              </a:extLst>
            </p:cNvPr>
            <p:cNvSpPr>
              <a:spLocks noChangeArrowheads="1"/>
            </p:cNvSpPr>
            <p:nvPr/>
          </p:nvSpPr>
          <p:spPr bwMode="auto">
            <a:xfrm rot="5400000">
              <a:off x="5765800" y="2735263"/>
              <a:ext cx="261938" cy="227012"/>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13" name="Line 231">
              <a:extLst>
                <a:ext uri="{FF2B5EF4-FFF2-40B4-BE49-F238E27FC236}">
                  <a16:creationId xmlns:a16="http://schemas.microsoft.com/office/drawing/2014/main" id="{DF647F3A-C779-1341-2A00-4323DDB3D3FC}"/>
                </a:ext>
              </a:extLst>
            </p:cNvPr>
            <p:cNvSpPr>
              <a:spLocks noChangeShapeType="1"/>
            </p:cNvSpPr>
            <p:nvPr/>
          </p:nvSpPr>
          <p:spPr bwMode="auto">
            <a:xfrm>
              <a:off x="6016625" y="2844800"/>
              <a:ext cx="18319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14" name="AutoShape 232">
              <a:extLst>
                <a:ext uri="{FF2B5EF4-FFF2-40B4-BE49-F238E27FC236}">
                  <a16:creationId xmlns:a16="http://schemas.microsoft.com/office/drawing/2014/main" id="{E3524202-1DD3-1EF4-3800-094472D849E2}"/>
                </a:ext>
              </a:extLst>
            </p:cNvPr>
            <p:cNvSpPr>
              <a:spLocks noChangeArrowheads="1"/>
            </p:cNvSpPr>
            <p:nvPr/>
          </p:nvSpPr>
          <p:spPr bwMode="auto">
            <a:xfrm flipH="1">
              <a:off x="3073400" y="4348163"/>
              <a:ext cx="417513" cy="352425"/>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15" name="AutoShape 233">
              <a:extLst>
                <a:ext uri="{FF2B5EF4-FFF2-40B4-BE49-F238E27FC236}">
                  <a16:creationId xmlns:a16="http://schemas.microsoft.com/office/drawing/2014/main" id="{9E4B5BAC-3984-7A57-7E12-B6EC709CF875}"/>
                </a:ext>
              </a:extLst>
            </p:cNvPr>
            <p:cNvSpPr>
              <a:spLocks noChangeArrowheads="1"/>
            </p:cNvSpPr>
            <p:nvPr/>
          </p:nvSpPr>
          <p:spPr bwMode="auto">
            <a:xfrm>
              <a:off x="2216150" y="3917950"/>
              <a:ext cx="319088" cy="239713"/>
            </a:xfrm>
            <a:prstGeom prst="flowChartDelay">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16" name="AutoShape 234">
              <a:extLst>
                <a:ext uri="{FF2B5EF4-FFF2-40B4-BE49-F238E27FC236}">
                  <a16:creationId xmlns:a16="http://schemas.microsoft.com/office/drawing/2014/main" id="{0845EBA9-BA8E-28FF-D411-21A9CC6B6F31}"/>
                </a:ext>
              </a:extLst>
            </p:cNvPr>
            <p:cNvSpPr>
              <a:spLocks noChangeArrowheads="1"/>
            </p:cNvSpPr>
            <p:nvPr/>
          </p:nvSpPr>
          <p:spPr bwMode="auto">
            <a:xfrm>
              <a:off x="2224088" y="4243388"/>
              <a:ext cx="319087" cy="241300"/>
            </a:xfrm>
            <a:prstGeom prst="flowChartDelay">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17" name="AutoShape 235">
              <a:extLst>
                <a:ext uri="{FF2B5EF4-FFF2-40B4-BE49-F238E27FC236}">
                  <a16:creationId xmlns:a16="http://schemas.microsoft.com/office/drawing/2014/main" id="{6E9C783E-9024-8978-E1D8-F0A90557F538}"/>
                </a:ext>
              </a:extLst>
            </p:cNvPr>
            <p:cNvSpPr>
              <a:spLocks noChangeArrowheads="1"/>
            </p:cNvSpPr>
            <p:nvPr/>
          </p:nvSpPr>
          <p:spPr bwMode="auto">
            <a:xfrm>
              <a:off x="2219325" y="4568825"/>
              <a:ext cx="319088" cy="241300"/>
            </a:xfrm>
            <a:prstGeom prst="flowChartDelay">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18" name="AutoShape 236">
              <a:extLst>
                <a:ext uri="{FF2B5EF4-FFF2-40B4-BE49-F238E27FC236}">
                  <a16:creationId xmlns:a16="http://schemas.microsoft.com/office/drawing/2014/main" id="{8CF812F2-120D-7420-0083-EFF5FA9DDFBB}"/>
                </a:ext>
              </a:extLst>
            </p:cNvPr>
            <p:cNvSpPr>
              <a:spLocks noChangeArrowheads="1"/>
            </p:cNvSpPr>
            <p:nvPr/>
          </p:nvSpPr>
          <p:spPr bwMode="auto">
            <a:xfrm>
              <a:off x="2212975" y="4895850"/>
              <a:ext cx="320675" cy="239713"/>
            </a:xfrm>
            <a:prstGeom prst="flowChartDelay">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19" name="Line 237">
              <a:extLst>
                <a:ext uri="{FF2B5EF4-FFF2-40B4-BE49-F238E27FC236}">
                  <a16:creationId xmlns:a16="http://schemas.microsoft.com/office/drawing/2014/main" id="{D2246756-722F-06BD-5F01-060047C86787}"/>
                </a:ext>
              </a:extLst>
            </p:cNvPr>
            <p:cNvSpPr>
              <a:spLocks noChangeShapeType="1"/>
            </p:cNvSpPr>
            <p:nvPr/>
          </p:nvSpPr>
          <p:spPr bwMode="auto">
            <a:xfrm flipH="1">
              <a:off x="571500" y="4044950"/>
              <a:ext cx="16224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20" name="Line 238">
              <a:extLst>
                <a:ext uri="{FF2B5EF4-FFF2-40B4-BE49-F238E27FC236}">
                  <a16:creationId xmlns:a16="http://schemas.microsoft.com/office/drawing/2014/main" id="{56FE9EB9-2271-B1FD-9F0F-D12788E94A99}"/>
                </a:ext>
              </a:extLst>
            </p:cNvPr>
            <p:cNvSpPr>
              <a:spLocks noChangeShapeType="1"/>
            </p:cNvSpPr>
            <p:nvPr/>
          </p:nvSpPr>
          <p:spPr bwMode="auto">
            <a:xfrm flipH="1">
              <a:off x="598488" y="4351338"/>
              <a:ext cx="16256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21" name="Line 239">
              <a:extLst>
                <a:ext uri="{FF2B5EF4-FFF2-40B4-BE49-F238E27FC236}">
                  <a16:creationId xmlns:a16="http://schemas.microsoft.com/office/drawing/2014/main" id="{387DDAF9-17C3-E716-4248-E71DCDB38A8B}"/>
                </a:ext>
              </a:extLst>
            </p:cNvPr>
            <p:cNvSpPr>
              <a:spLocks noChangeShapeType="1"/>
            </p:cNvSpPr>
            <p:nvPr/>
          </p:nvSpPr>
          <p:spPr bwMode="auto">
            <a:xfrm flipH="1">
              <a:off x="596900" y="4686300"/>
              <a:ext cx="162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22" name="Line 240">
              <a:extLst>
                <a:ext uri="{FF2B5EF4-FFF2-40B4-BE49-F238E27FC236}">
                  <a16:creationId xmlns:a16="http://schemas.microsoft.com/office/drawing/2014/main" id="{7E46474B-A093-FF6E-640B-05914664A8C3}"/>
                </a:ext>
              </a:extLst>
            </p:cNvPr>
            <p:cNvSpPr>
              <a:spLocks noChangeShapeType="1"/>
            </p:cNvSpPr>
            <p:nvPr/>
          </p:nvSpPr>
          <p:spPr bwMode="auto">
            <a:xfrm flipH="1">
              <a:off x="577850" y="5013325"/>
              <a:ext cx="16256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23" name="Line 241">
              <a:extLst>
                <a:ext uri="{FF2B5EF4-FFF2-40B4-BE49-F238E27FC236}">
                  <a16:creationId xmlns:a16="http://schemas.microsoft.com/office/drawing/2014/main" id="{24154460-B22D-60D7-BA4B-9A82ED668F31}"/>
                </a:ext>
              </a:extLst>
            </p:cNvPr>
            <p:cNvSpPr>
              <a:spLocks noChangeShapeType="1"/>
            </p:cNvSpPr>
            <p:nvPr/>
          </p:nvSpPr>
          <p:spPr bwMode="auto">
            <a:xfrm>
              <a:off x="2540000" y="4044950"/>
              <a:ext cx="35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24" name="Line 242">
              <a:extLst>
                <a:ext uri="{FF2B5EF4-FFF2-40B4-BE49-F238E27FC236}">
                  <a16:creationId xmlns:a16="http://schemas.microsoft.com/office/drawing/2014/main" id="{E5571261-2574-ED6D-6474-F004A482CBF9}"/>
                </a:ext>
              </a:extLst>
            </p:cNvPr>
            <p:cNvSpPr>
              <a:spLocks noChangeShapeType="1"/>
            </p:cNvSpPr>
            <p:nvPr/>
          </p:nvSpPr>
          <p:spPr bwMode="auto">
            <a:xfrm>
              <a:off x="2522538" y="5005388"/>
              <a:ext cx="3540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25" name="Line 243">
              <a:extLst>
                <a:ext uri="{FF2B5EF4-FFF2-40B4-BE49-F238E27FC236}">
                  <a16:creationId xmlns:a16="http://schemas.microsoft.com/office/drawing/2014/main" id="{A6E0124F-AFFC-D136-61FF-588C2B7B318F}"/>
                </a:ext>
              </a:extLst>
            </p:cNvPr>
            <p:cNvSpPr>
              <a:spLocks noChangeShapeType="1"/>
            </p:cNvSpPr>
            <p:nvPr/>
          </p:nvSpPr>
          <p:spPr bwMode="auto">
            <a:xfrm>
              <a:off x="2903538" y="4044950"/>
              <a:ext cx="0" cy="3683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26" name="Line 244">
              <a:extLst>
                <a:ext uri="{FF2B5EF4-FFF2-40B4-BE49-F238E27FC236}">
                  <a16:creationId xmlns:a16="http://schemas.microsoft.com/office/drawing/2014/main" id="{9F6FD6C9-15EC-E371-66C9-31E70B8B594A}"/>
                </a:ext>
              </a:extLst>
            </p:cNvPr>
            <p:cNvSpPr>
              <a:spLocks noChangeShapeType="1"/>
            </p:cNvSpPr>
            <p:nvPr/>
          </p:nvSpPr>
          <p:spPr bwMode="auto">
            <a:xfrm>
              <a:off x="2886075" y="4635500"/>
              <a:ext cx="0" cy="3698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27" name="Line 245">
              <a:extLst>
                <a:ext uri="{FF2B5EF4-FFF2-40B4-BE49-F238E27FC236}">
                  <a16:creationId xmlns:a16="http://schemas.microsoft.com/office/drawing/2014/main" id="{5EF3FF54-056B-15B3-97AD-13FB804A49C4}"/>
                </a:ext>
              </a:extLst>
            </p:cNvPr>
            <p:cNvSpPr>
              <a:spLocks noChangeShapeType="1"/>
            </p:cNvSpPr>
            <p:nvPr/>
          </p:nvSpPr>
          <p:spPr bwMode="auto">
            <a:xfrm>
              <a:off x="2540000" y="4357688"/>
              <a:ext cx="20796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28" name="Line 246">
              <a:extLst>
                <a:ext uri="{FF2B5EF4-FFF2-40B4-BE49-F238E27FC236}">
                  <a16:creationId xmlns:a16="http://schemas.microsoft.com/office/drawing/2014/main" id="{E4DDCB67-4F6E-B5C1-13A8-31C8FC9FD9E3}"/>
                </a:ext>
              </a:extLst>
            </p:cNvPr>
            <p:cNvSpPr>
              <a:spLocks noChangeShapeType="1"/>
            </p:cNvSpPr>
            <p:nvPr/>
          </p:nvSpPr>
          <p:spPr bwMode="auto">
            <a:xfrm>
              <a:off x="2535238" y="4692650"/>
              <a:ext cx="2063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29" name="Line 247">
              <a:extLst>
                <a:ext uri="{FF2B5EF4-FFF2-40B4-BE49-F238E27FC236}">
                  <a16:creationId xmlns:a16="http://schemas.microsoft.com/office/drawing/2014/main" id="{00DC267E-CAE4-457D-5EA7-E0196CBE7613}"/>
                </a:ext>
              </a:extLst>
            </p:cNvPr>
            <p:cNvSpPr>
              <a:spLocks noChangeShapeType="1"/>
            </p:cNvSpPr>
            <p:nvPr/>
          </p:nvSpPr>
          <p:spPr bwMode="auto">
            <a:xfrm>
              <a:off x="2903538" y="4425950"/>
              <a:ext cx="2079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30" name="Line 248">
              <a:extLst>
                <a:ext uri="{FF2B5EF4-FFF2-40B4-BE49-F238E27FC236}">
                  <a16:creationId xmlns:a16="http://schemas.microsoft.com/office/drawing/2014/main" id="{97E2BDCB-0188-10F9-19A3-E2D3755F4ED5}"/>
                </a:ext>
              </a:extLst>
            </p:cNvPr>
            <p:cNvSpPr>
              <a:spLocks noChangeShapeType="1"/>
            </p:cNvSpPr>
            <p:nvPr/>
          </p:nvSpPr>
          <p:spPr bwMode="auto">
            <a:xfrm>
              <a:off x="2886075" y="4633913"/>
              <a:ext cx="2063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31" name="Line 249">
              <a:extLst>
                <a:ext uri="{FF2B5EF4-FFF2-40B4-BE49-F238E27FC236}">
                  <a16:creationId xmlns:a16="http://schemas.microsoft.com/office/drawing/2014/main" id="{C18D4827-4229-E277-04F4-AD2001AA590A}"/>
                </a:ext>
              </a:extLst>
            </p:cNvPr>
            <p:cNvSpPr>
              <a:spLocks noChangeShapeType="1"/>
            </p:cNvSpPr>
            <p:nvPr/>
          </p:nvSpPr>
          <p:spPr bwMode="auto">
            <a:xfrm>
              <a:off x="2749550" y="4494213"/>
              <a:ext cx="366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32" name="Line 250">
              <a:extLst>
                <a:ext uri="{FF2B5EF4-FFF2-40B4-BE49-F238E27FC236}">
                  <a16:creationId xmlns:a16="http://schemas.microsoft.com/office/drawing/2014/main" id="{13601825-F0F6-6D76-68A9-7049E8D68CA2}"/>
                </a:ext>
              </a:extLst>
            </p:cNvPr>
            <p:cNvSpPr>
              <a:spLocks noChangeShapeType="1"/>
            </p:cNvSpPr>
            <p:nvPr/>
          </p:nvSpPr>
          <p:spPr bwMode="auto">
            <a:xfrm>
              <a:off x="2755900" y="4565650"/>
              <a:ext cx="366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33" name="Line 251">
              <a:extLst>
                <a:ext uri="{FF2B5EF4-FFF2-40B4-BE49-F238E27FC236}">
                  <a16:creationId xmlns:a16="http://schemas.microsoft.com/office/drawing/2014/main" id="{D94A7325-631E-1E79-8B4B-F13551C4AA44}"/>
                </a:ext>
              </a:extLst>
            </p:cNvPr>
            <p:cNvSpPr>
              <a:spLocks noChangeShapeType="1"/>
            </p:cNvSpPr>
            <p:nvPr/>
          </p:nvSpPr>
          <p:spPr bwMode="auto">
            <a:xfrm>
              <a:off x="2749550" y="4562475"/>
              <a:ext cx="0" cy="1254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34" name="Line 252">
              <a:extLst>
                <a:ext uri="{FF2B5EF4-FFF2-40B4-BE49-F238E27FC236}">
                  <a16:creationId xmlns:a16="http://schemas.microsoft.com/office/drawing/2014/main" id="{1630E12E-D86B-9F72-E8CC-1DF347BA8FC2}"/>
                </a:ext>
              </a:extLst>
            </p:cNvPr>
            <p:cNvSpPr>
              <a:spLocks noChangeShapeType="1"/>
            </p:cNvSpPr>
            <p:nvPr/>
          </p:nvSpPr>
          <p:spPr bwMode="auto">
            <a:xfrm>
              <a:off x="2743200" y="4360863"/>
              <a:ext cx="0" cy="1254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35" name="Line 253">
              <a:extLst>
                <a:ext uri="{FF2B5EF4-FFF2-40B4-BE49-F238E27FC236}">
                  <a16:creationId xmlns:a16="http://schemas.microsoft.com/office/drawing/2014/main" id="{235FEE86-C57F-454B-405A-B9239499A6F2}"/>
                </a:ext>
              </a:extLst>
            </p:cNvPr>
            <p:cNvSpPr>
              <a:spLocks noChangeShapeType="1"/>
            </p:cNvSpPr>
            <p:nvPr/>
          </p:nvSpPr>
          <p:spPr bwMode="auto">
            <a:xfrm>
              <a:off x="3484563" y="4522788"/>
              <a:ext cx="2460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36" name="AutoShape 254">
              <a:extLst>
                <a:ext uri="{FF2B5EF4-FFF2-40B4-BE49-F238E27FC236}">
                  <a16:creationId xmlns:a16="http://schemas.microsoft.com/office/drawing/2014/main" id="{A554BECE-8DD0-B91F-00BC-13DCCBF87301}"/>
                </a:ext>
              </a:extLst>
            </p:cNvPr>
            <p:cNvSpPr>
              <a:spLocks noChangeArrowheads="1"/>
            </p:cNvSpPr>
            <p:nvPr/>
          </p:nvSpPr>
          <p:spPr bwMode="auto">
            <a:xfrm flipH="1">
              <a:off x="3695700" y="4279900"/>
              <a:ext cx="417513" cy="352425"/>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37" name="Line 255">
              <a:extLst>
                <a:ext uri="{FF2B5EF4-FFF2-40B4-BE49-F238E27FC236}">
                  <a16:creationId xmlns:a16="http://schemas.microsoft.com/office/drawing/2014/main" id="{97C59142-4A22-64AA-141F-ECE6478073E7}"/>
                </a:ext>
              </a:extLst>
            </p:cNvPr>
            <p:cNvSpPr>
              <a:spLocks noChangeShapeType="1"/>
            </p:cNvSpPr>
            <p:nvPr/>
          </p:nvSpPr>
          <p:spPr bwMode="auto">
            <a:xfrm>
              <a:off x="3578225" y="4386263"/>
              <a:ext cx="15716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38" name="Line 256">
              <a:extLst>
                <a:ext uri="{FF2B5EF4-FFF2-40B4-BE49-F238E27FC236}">
                  <a16:creationId xmlns:a16="http://schemas.microsoft.com/office/drawing/2014/main" id="{7B58143F-3920-CF95-1466-1F0E0341DFFB}"/>
                </a:ext>
              </a:extLst>
            </p:cNvPr>
            <p:cNvSpPr>
              <a:spLocks noChangeShapeType="1"/>
            </p:cNvSpPr>
            <p:nvPr/>
          </p:nvSpPr>
          <p:spPr bwMode="auto">
            <a:xfrm>
              <a:off x="3552825" y="4152900"/>
              <a:ext cx="0" cy="2333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39" name="Line 257">
              <a:extLst>
                <a:ext uri="{FF2B5EF4-FFF2-40B4-BE49-F238E27FC236}">
                  <a16:creationId xmlns:a16="http://schemas.microsoft.com/office/drawing/2014/main" id="{E787D2CC-EE08-D04A-17D6-5295AB8A996F}"/>
                </a:ext>
              </a:extLst>
            </p:cNvPr>
            <p:cNvSpPr>
              <a:spLocks noChangeShapeType="1"/>
            </p:cNvSpPr>
            <p:nvPr/>
          </p:nvSpPr>
          <p:spPr bwMode="auto">
            <a:xfrm>
              <a:off x="4122738" y="4446588"/>
              <a:ext cx="2555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40" name="Rectangle 258">
              <a:extLst>
                <a:ext uri="{FF2B5EF4-FFF2-40B4-BE49-F238E27FC236}">
                  <a16:creationId xmlns:a16="http://schemas.microsoft.com/office/drawing/2014/main" id="{DBDB57AC-FF10-2192-7114-EB5FF9B657DA}"/>
                </a:ext>
              </a:extLst>
            </p:cNvPr>
            <p:cNvSpPr>
              <a:spLocks noChangeArrowheads="1"/>
            </p:cNvSpPr>
            <p:nvPr/>
          </p:nvSpPr>
          <p:spPr bwMode="auto">
            <a:xfrm>
              <a:off x="4357688" y="4200525"/>
              <a:ext cx="642937" cy="712788"/>
            </a:xfrm>
            <a:prstGeom prst="rect">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grpSp>
          <p:nvGrpSpPr>
            <p:cNvPr id="43141" name="Group 259">
              <a:extLst>
                <a:ext uri="{FF2B5EF4-FFF2-40B4-BE49-F238E27FC236}">
                  <a16:creationId xmlns:a16="http://schemas.microsoft.com/office/drawing/2014/main" id="{B159A9BE-A86D-6EFA-5AA6-E06E672481C5}"/>
                </a:ext>
              </a:extLst>
            </p:cNvPr>
            <p:cNvGrpSpPr>
              <a:grpSpLocks/>
            </p:cNvGrpSpPr>
            <p:nvPr/>
          </p:nvGrpSpPr>
          <p:grpSpPr bwMode="auto">
            <a:xfrm>
              <a:off x="4344988" y="4703763"/>
              <a:ext cx="153987" cy="117475"/>
              <a:chOff x="6801" y="12039"/>
              <a:chExt cx="194" cy="215"/>
            </a:xfrm>
          </p:grpSpPr>
          <p:sp>
            <p:nvSpPr>
              <p:cNvPr id="43515" name="Line 260">
                <a:extLst>
                  <a:ext uri="{FF2B5EF4-FFF2-40B4-BE49-F238E27FC236}">
                    <a16:creationId xmlns:a16="http://schemas.microsoft.com/office/drawing/2014/main" id="{EE08BE17-127A-77D4-C022-5446C8E1F71A}"/>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16" name="Line 261">
                <a:extLst>
                  <a:ext uri="{FF2B5EF4-FFF2-40B4-BE49-F238E27FC236}">
                    <a16:creationId xmlns:a16="http://schemas.microsoft.com/office/drawing/2014/main" id="{EFB484D3-0B58-D933-F707-BBC9332305C3}"/>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17" name="Line 262">
                <a:extLst>
                  <a:ext uri="{FF2B5EF4-FFF2-40B4-BE49-F238E27FC236}">
                    <a16:creationId xmlns:a16="http://schemas.microsoft.com/office/drawing/2014/main" id="{D4762457-BA17-9D2D-0B3A-4069EFB27F3A}"/>
                  </a:ext>
                </a:extLst>
              </p:cNvPr>
              <p:cNvSpPr>
                <a:spLocks noChangeShapeType="1"/>
              </p:cNvSpPr>
              <p:nvPr/>
            </p:nvSpPr>
            <p:spPr bwMode="auto">
              <a:xfrm>
                <a:off x="6921" y="12114"/>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18" name="Line 263">
                <a:extLst>
                  <a:ext uri="{FF2B5EF4-FFF2-40B4-BE49-F238E27FC236}">
                    <a16:creationId xmlns:a16="http://schemas.microsoft.com/office/drawing/2014/main" id="{A105EF43-06AE-2737-DFA4-63647D45E203}"/>
                  </a:ext>
                </a:extLst>
              </p:cNvPr>
              <p:cNvSpPr>
                <a:spLocks noChangeShapeType="1"/>
              </p:cNvSpPr>
              <p:nvPr/>
            </p:nvSpPr>
            <p:spPr bwMode="auto">
              <a:xfrm>
                <a:off x="6831" y="12039"/>
                <a:ext cx="164" cy="11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19" name="Line 264">
                <a:extLst>
                  <a:ext uri="{FF2B5EF4-FFF2-40B4-BE49-F238E27FC236}">
                    <a16:creationId xmlns:a16="http://schemas.microsoft.com/office/drawing/2014/main" id="{F52C6D47-CBBB-99BD-1FD4-55B028BD4951}"/>
                  </a:ext>
                </a:extLst>
              </p:cNvPr>
              <p:cNvSpPr>
                <a:spLocks noChangeShapeType="1"/>
              </p:cNvSpPr>
              <p:nvPr/>
            </p:nvSpPr>
            <p:spPr bwMode="auto">
              <a:xfrm flipV="1">
                <a:off x="6801" y="12156"/>
                <a:ext cx="183" cy="9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142" name="Text Box 265">
              <a:extLst>
                <a:ext uri="{FF2B5EF4-FFF2-40B4-BE49-F238E27FC236}">
                  <a16:creationId xmlns:a16="http://schemas.microsoft.com/office/drawing/2014/main" id="{178200D1-6276-6B4F-DD3C-A02180AACE9F}"/>
                </a:ext>
              </a:extLst>
            </p:cNvPr>
            <p:cNvSpPr txBox="1">
              <a:spLocks noChangeArrowheads="1"/>
            </p:cNvSpPr>
            <p:nvPr/>
          </p:nvSpPr>
          <p:spPr bwMode="auto">
            <a:xfrm>
              <a:off x="4305300" y="4322763"/>
              <a:ext cx="6238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dirty="0">
                  <a:solidFill>
                    <a:schemeClr val="bg1"/>
                  </a:solidFill>
                </a:rPr>
                <a:t>D</a:t>
              </a:r>
              <a:endParaRPr lang="ru-RU" altLang="en-US" sz="1200" b="0" u="none" dirty="0">
                <a:solidFill>
                  <a:schemeClr val="bg1"/>
                </a:solidFill>
              </a:endParaRPr>
            </a:p>
          </p:txBody>
        </p:sp>
        <p:sp>
          <p:nvSpPr>
            <p:cNvPr id="43143" name="AutoShape 266">
              <a:extLst>
                <a:ext uri="{FF2B5EF4-FFF2-40B4-BE49-F238E27FC236}">
                  <a16:creationId xmlns:a16="http://schemas.microsoft.com/office/drawing/2014/main" id="{9ABB39F9-F478-60BC-074D-DD489B417BF8}"/>
                </a:ext>
              </a:extLst>
            </p:cNvPr>
            <p:cNvSpPr>
              <a:spLocks noChangeArrowheads="1"/>
            </p:cNvSpPr>
            <p:nvPr/>
          </p:nvSpPr>
          <p:spPr bwMode="auto">
            <a:xfrm rot="-5400000">
              <a:off x="5164932" y="4055268"/>
              <a:ext cx="533400" cy="27781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43144" name="Line 267">
              <a:extLst>
                <a:ext uri="{FF2B5EF4-FFF2-40B4-BE49-F238E27FC236}">
                  <a16:creationId xmlns:a16="http://schemas.microsoft.com/office/drawing/2014/main" id="{7022D9C9-48AE-1B55-3E20-4DA30B7A1DAA}"/>
                </a:ext>
              </a:extLst>
            </p:cNvPr>
            <p:cNvSpPr>
              <a:spLocks noChangeShapeType="1"/>
            </p:cNvSpPr>
            <p:nvPr/>
          </p:nvSpPr>
          <p:spPr bwMode="auto">
            <a:xfrm>
              <a:off x="5006975" y="4327525"/>
              <a:ext cx="2651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45" name="Line 268">
              <a:extLst>
                <a:ext uri="{FF2B5EF4-FFF2-40B4-BE49-F238E27FC236}">
                  <a16:creationId xmlns:a16="http://schemas.microsoft.com/office/drawing/2014/main" id="{BA24307C-F1A0-0A75-8D58-34AB0E9989C6}"/>
                </a:ext>
              </a:extLst>
            </p:cNvPr>
            <p:cNvSpPr>
              <a:spLocks noChangeShapeType="1"/>
            </p:cNvSpPr>
            <p:nvPr/>
          </p:nvSpPr>
          <p:spPr bwMode="auto">
            <a:xfrm flipH="1">
              <a:off x="4240213" y="4035425"/>
              <a:ext cx="10398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46" name="Line 269">
              <a:extLst>
                <a:ext uri="{FF2B5EF4-FFF2-40B4-BE49-F238E27FC236}">
                  <a16:creationId xmlns:a16="http://schemas.microsoft.com/office/drawing/2014/main" id="{884EFBC2-3858-0FA1-0DF3-9762A2DF8395}"/>
                </a:ext>
              </a:extLst>
            </p:cNvPr>
            <p:cNvSpPr>
              <a:spLocks noChangeShapeType="1"/>
            </p:cNvSpPr>
            <p:nvPr/>
          </p:nvSpPr>
          <p:spPr bwMode="auto">
            <a:xfrm>
              <a:off x="4243388" y="4035425"/>
              <a:ext cx="0" cy="404813"/>
            </a:xfrm>
            <a:prstGeom prst="line">
              <a:avLst/>
            </a:prstGeom>
            <a:noFill/>
            <a:ln w="2222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43147" name="Line 270">
              <a:extLst>
                <a:ext uri="{FF2B5EF4-FFF2-40B4-BE49-F238E27FC236}">
                  <a16:creationId xmlns:a16="http://schemas.microsoft.com/office/drawing/2014/main" id="{E4BA4EDA-8402-0E9E-C539-DA09258CFACE}"/>
                </a:ext>
              </a:extLst>
            </p:cNvPr>
            <p:cNvSpPr>
              <a:spLocks noChangeShapeType="1"/>
            </p:cNvSpPr>
            <p:nvPr/>
          </p:nvSpPr>
          <p:spPr bwMode="auto">
            <a:xfrm>
              <a:off x="5564188" y="4191000"/>
              <a:ext cx="2159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48" name="AutoShape 271">
              <a:extLst>
                <a:ext uri="{FF2B5EF4-FFF2-40B4-BE49-F238E27FC236}">
                  <a16:creationId xmlns:a16="http://schemas.microsoft.com/office/drawing/2014/main" id="{7F6ED8B9-9427-268E-4DDF-783F206AC927}"/>
                </a:ext>
              </a:extLst>
            </p:cNvPr>
            <p:cNvSpPr>
              <a:spLocks noChangeArrowheads="1"/>
            </p:cNvSpPr>
            <p:nvPr/>
          </p:nvSpPr>
          <p:spPr bwMode="auto">
            <a:xfrm rot="5400000">
              <a:off x="5755481" y="4071144"/>
              <a:ext cx="261938" cy="228600"/>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49" name="Line 272">
              <a:extLst>
                <a:ext uri="{FF2B5EF4-FFF2-40B4-BE49-F238E27FC236}">
                  <a16:creationId xmlns:a16="http://schemas.microsoft.com/office/drawing/2014/main" id="{8C948C6C-BA74-A7EF-C782-F8DE14EDFC30}"/>
                </a:ext>
              </a:extLst>
            </p:cNvPr>
            <p:cNvSpPr>
              <a:spLocks noChangeShapeType="1"/>
            </p:cNvSpPr>
            <p:nvPr/>
          </p:nvSpPr>
          <p:spPr bwMode="auto">
            <a:xfrm>
              <a:off x="6005513" y="4181475"/>
              <a:ext cx="18097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50" name="AutoShape 273">
              <a:extLst>
                <a:ext uri="{FF2B5EF4-FFF2-40B4-BE49-F238E27FC236}">
                  <a16:creationId xmlns:a16="http://schemas.microsoft.com/office/drawing/2014/main" id="{617300A6-7DEE-5FDD-17DD-4ABB50925E43}"/>
                </a:ext>
              </a:extLst>
            </p:cNvPr>
            <p:cNvSpPr>
              <a:spLocks noChangeArrowheads="1"/>
            </p:cNvSpPr>
            <p:nvPr/>
          </p:nvSpPr>
          <p:spPr bwMode="auto">
            <a:xfrm flipH="1">
              <a:off x="3073400" y="5667375"/>
              <a:ext cx="417513" cy="352425"/>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51" name="AutoShape 274">
              <a:extLst>
                <a:ext uri="{FF2B5EF4-FFF2-40B4-BE49-F238E27FC236}">
                  <a16:creationId xmlns:a16="http://schemas.microsoft.com/office/drawing/2014/main" id="{9C68FA12-75DF-FC7E-4D99-B26D9C48DE8D}"/>
                </a:ext>
              </a:extLst>
            </p:cNvPr>
            <p:cNvSpPr>
              <a:spLocks noChangeArrowheads="1"/>
            </p:cNvSpPr>
            <p:nvPr/>
          </p:nvSpPr>
          <p:spPr bwMode="auto">
            <a:xfrm>
              <a:off x="2216150" y="5237163"/>
              <a:ext cx="319088" cy="239712"/>
            </a:xfrm>
            <a:prstGeom prst="flowChartDelay">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52" name="AutoShape 275">
              <a:extLst>
                <a:ext uri="{FF2B5EF4-FFF2-40B4-BE49-F238E27FC236}">
                  <a16:creationId xmlns:a16="http://schemas.microsoft.com/office/drawing/2014/main" id="{2DBD67C8-2156-2510-5AA5-5C89BFEFBE71}"/>
                </a:ext>
              </a:extLst>
            </p:cNvPr>
            <p:cNvSpPr>
              <a:spLocks noChangeArrowheads="1"/>
            </p:cNvSpPr>
            <p:nvPr/>
          </p:nvSpPr>
          <p:spPr bwMode="auto">
            <a:xfrm>
              <a:off x="2224088" y="5562600"/>
              <a:ext cx="319087" cy="241300"/>
            </a:xfrm>
            <a:prstGeom prst="flowChartDelay">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53" name="AutoShape 276">
              <a:extLst>
                <a:ext uri="{FF2B5EF4-FFF2-40B4-BE49-F238E27FC236}">
                  <a16:creationId xmlns:a16="http://schemas.microsoft.com/office/drawing/2014/main" id="{3D52189C-79D5-DD9A-9D47-EE624C8FC501}"/>
                </a:ext>
              </a:extLst>
            </p:cNvPr>
            <p:cNvSpPr>
              <a:spLocks noChangeArrowheads="1"/>
            </p:cNvSpPr>
            <p:nvPr/>
          </p:nvSpPr>
          <p:spPr bwMode="auto">
            <a:xfrm>
              <a:off x="2219325" y="5889625"/>
              <a:ext cx="319088" cy="239713"/>
            </a:xfrm>
            <a:prstGeom prst="flowChartDelay">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54" name="AutoShape 277">
              <a:extLst>
                <a:ext uri="{FF2B5EF4-FFF2-40B4-BE49-F238E27FC236}">
                  <a16:creationId xmlns:a16="http://schemas.microsoft.com/office/drawing/2014/main" id="{ED7552E3-D441-2DDC-5BE1-B7F3B2B5F8DD}"/>
                </a:ext>
              </a:extLst>
            </p:cNvPr>
            <p:cNvSpPr>
              <a:spLocks noChangeArrowheads="1"/>
            </p:cNvSpPr>
            <p:nvPr/>
          </p:nvSpPr>
          <p:spPr bwMode="auto">
            <a:xfrm>
              <a:off x="2212975" y="6196013"/>
              <a:ext cx="320675" cy="241300"/>
            </a:xfrm>
            <a:prstGeom prst="flowChartDelay">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55" name="Line 278">
              <a:extLst>
                <a:ext uri="{FF2B5EF4-FFF2-40B4-BE49-F238E27FC236}">
                  <a16:creationId xmlns:a16="http://schemas.microsoft.com/office/drawing/2014/main" id="{7D114126-04B1-67FC-1D63-C1E970E86DFA}"/>
                </a:ext>
              </a:extLst>
            </p:cNvPr>
            <p:cNvSpPr>
              <a:spLocks noChangeShapeType="1"/>
            </p:cNvSpPr>
            <p:nvPr/>
          </p:nvSpPr>
          <p:spPr bwMode="auto">
            <a:xfrm flipH="1">
              <a:off x="584200" y="5364163"/>
              <a:ext cx="162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56" name="Line 279">
              <a:extLst>
                <a:ext uri="{FF2B5EF4-FFF2-40B4-BE49-F238E27FC236}">
                  <a16:creationId xmlns:a16="http://schemas.microsoft.com/office/drawing/2014/main" id="{459C4DAB-D67F-4F4E-2C7F-6B6520F4D394}"/>
                </a:ext>
              </a:extLst>
            </p:cNvPr>
            <p:cNvSpPr>
              <a:spLocks noChangeShapeType="1"/>
            </p:cNvSpPr>
            <p:nvPr/>
          </p:nvSpPr>
          <p:spPr bwMode="auto">
            <a:xfrm flipH="1">
              <a:off x="603250" y="5670550"/>
              <a:ext cx="16224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57" name="Line 280">
              <a:extLst>
                <a:ext uri="{FF2B5EF4-FFF2-40B4-BE49-F238E27FC236}">
                  <a16:creationId xmlns:a16="http://schemas.microsoft.com/office/drawing/2014/main" id="{96E0AC4E-04A3-9ABC-DFB2-8F998FD11323}"/>
                </a:ext>
              </a:extLst>
            </p:cNvPr>
            <p:cNvSpPr>
              <a:spLocks noChangeShapeType="1"/>
            </p:cNvSpPr>
            <p:nvPr/>
          </p:nvSpPr>
          <p:spPr bwMode="auto">
            <a:xfrm flipH="1">
              <a:off x="584200" y="6007100"/>
              <a:ext cx="162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58" name="Line 281">
              <a:extLst>
                <a:ext uri="{FF2B5EF4-FFF2-40B4-BE49-F238E27FC236}">
                  <a16:creationId xmlns:a16="http://schemas.microsoft.com/office/drawing/2014/main" id="{DFFD0AE1-C235-683E-7B3A-372274F35E77}"/>
                </a:ext>
              </a:extLst>
            </p:cNvPr>
            <p:cNvSpPr>
              <a:spLocks noChangeShapeType="1"/>
            </p:cNvSpPr>
            <p:nvPr/>
          </p:nvSpPr>
          <p:spPr bwMode="auto">
            <a:xfrm flipH="1">
              <a:off x="566738" y="6315075"/>
              <a:ext cx="16224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59" name="Line 282">
              <a:extLst>
                <a:ext uri="{FF2B5EF4-FFF2-40B4-BE49-F238E27FC236}">
                  <a16:creationId xmlns:a16="http://schemas.microsoft.com/office/drawing/2014/main" id="{C38F126A-B093-9419-2702-5B973B4A135B}"/>
                </a:ext>
              </a:extLst>
            </p:cNvPr>
            <p:cNvSpPr>
              <a:spLocks noChangeShapeType="1"/>
            </p:cNvSpPr>
            <p:nvPr/>
          </p:nvSpPr>
          <p:spPr bwMode="auto">
            <a:xfrm>
              <a:off x="2540000" y="5364163"/>
              <a:ext cx="3540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60" name="Line 283">
              <a:extLst>
                <a:ext uri="{FF2B5EF4-FFF2-40B4-BE49-F238E27FC236}">
                  <a16:creationId xmlns:a16="http://schemas.microsoft.com/office/drawing/2014/main" id="{C012B836-85E2-C2A1-9A7C-C6397CA73E70}"/>
                </a:ext>
              </a:extLst>
            </p:cNvPr>
            <p:cNvSpPr>
              <a:spLocks noChangeShapeType="1"/>
            </p:cNvSpPr>
            <p:nvPr/>
          </p:nvSpPr>
          <p:spPr bwMode="auto">
            <a:xfrm>
              <a:off x="2522538" y="6315075"/>
              <a:ext cx="3540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61" name="Line 284">
              <a:extLst>
                <a:ext uri="{FF2B5EF4-FFF2-40B4-BE49-F238E27FC236}">
                  <a16:creationId xmlns:a16="http://schemas.microsoft.com/office/drawing/2014/main" id="{549C8C67-9DB9-788D-F7C7-5CF713C8DBC0}"/>
                </a:ext>
              </a:extLst>
            </p:cNvPr>
            <p:cNvSpPr>
              <a:spLocks noChangeShapeType="1"/>
            </p:cNvSpPr>
            <p:nvPr/>
          </p:nvSpPr>
          <p:spPr bwMode="auto">
            <a:xfrm>
              <a:off x="2903538" y="5364163"/>
              <a:ext cx="0" cy="3698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62" name="Line 285">
              <a:extLst>
                <a:ext uri="{FF2B5EF4-FFF2-40B4-BE49-F238E27FC236}">
                  <a16:creationId xmlns:a16="http://schemas.microsoft.com/office/drawing/2014/main" id="{0FA52AA7-7CE9-B8FB-66C4-313456EB50F8}"/>
                </a:ext>
              </a:extLst>
            </p:cNvPr>
            <p:cNvSpPr>
              <a:spLocks noChangeShapeType="1"/>
            </p:cNvSpPr>
            <p:nvPr/>
          </p:nvSpPr>
          <p:spPr bwMode="auto">
            <a:xfrm>
              <a:off x="2886075" y="5954713"/>
              <a:ext cx="0" cy="3524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63" name="Line 286">
              <a:extLst>
                <a:ext uri="{FF2B5EF4-FFF2-40B4-BE49-F238E27FC236}">
                  <a16:creationId xmlns:a16="http://schemas.microsoft.com/office/drawing/2014/main" id="{7D02D754-DFD1-B6E0-7655-5C66FBD007B7}"/>
                </a:ext>
              </a:extLst>
            </p:cNvPr>
            <p:cNvSpPr>
              <a:spLocks noChangeShapeType="1"/>
            </p:cNvSpPr>
            <p:nvPr/>
          </p:nvSpPr>
          <p:spPr bwMode="auto">
            <a:xfrm>
              <a:off x="2540000" y="5676900"/>
              <a:ext cx="20796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64" name="Line 287">
              <a:extLst>
                <a:ext uri="{FF2B5EF4-FFF2-40B4-BE49-F238E27FC236}">
                  <a16:creationId xmlns:a16="http://schemas.microsoft.com/office/drawing/2014/main" id="{C35333FE-417E-0704-8BF9-CA6A494B95D7}"/>
                </a:ext>
              </a:extLst>
            </p:cNvPr>
            <p:cNvSpPr>
              <a:spLocks noChangeShapeType="1"/>
            </p:cNvSpPr>
            <p:nvPr/>
          </p:nvSpPr>
          <p:spPr bwMode="auto">
            <a:xfrm>
              <a:off x="2535238" y="6011863"/>
              <a:ext cx="2063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65" name="Line 288">
              <a:extLst>
                <a:ext uri="{FF2B5EF4-FFF2-40B4-BE49-F238E27FC236}">
                  <a16:creationId xmlns:a16="http://schemas.microsoft.com/office/drawing/2014/main" id="{C0846F97-CDF1-621D-2BEB-6578A08E011F}"/>
                </a:ext>
              </a:extLst>
            </p:cNvPr>
            <p:cNvSpPr>
              <a:spLocks noChangeShapeType="1"/>
            </p:cNvSpPr>
            <p:nvPr/>
          </p:nvSpPr>
          <p:spPr bwMode="auto">
            <a:xfrm>
              <a:off x="2903538" y="5745163"/>
              <a:ext cx="2079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66" name="Line 289">
              <a:extLst>
                <a:ext uri="{FF2B5EF4-FFF2-40B4-BE49-F238E27FC236}">
                  <a16:creationId xmlns:a16="http://schemas.microsoft.com/office/drawing/2014/main" id="{5F518565-E030-FD72-25BD-50C13CFDF3EA}"/>
                </a:ext>
              </a:extLst>
            </p:cNvPr>
            <p:cNvSpPr>
              <a:spLocks noChangeShapeType="1"/>
            </p:cNvSpPr>
            <p:nvPr/>
          </p:nvSpPr>
          <p:spPr bwMode="auto">
            <a:xfrm>
              <a:off x="2886075" y="5953125"/>
              <a:ext cx="2063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67" name="Line 290">
              <a:extLst>
                <a:ext uri="{FF2B5EF4-FFF2-40B4-BE49-F238E27FC236}">
                  <a16:creationId xmlns:a16="http://schemas.microsoft.com/office/drawing/2014/main" id="{8B4EFA8A-98A6-B23E-2AA0-6A6F059748AE}"/>
                </a:ext>
              </a:extLst>
            </p:cNvPr>
            <p:cNvSpPr>
              <a:spLocks noChangeShapeType="1"/>
            </p:cNvSpPr>
            <p:nvPr/>
          </p:nvSpPr>
          <p:spPr bwMode="auto">
            <a:xfrm>
              <a:off x="2749550" y="5813425"/>
              <a:ext cx="366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68" name="Line 291">
              <a:extLst>
                <a:ext uri="{FF2B5EF4-FFF2-40B4-BE49-F238E27FC236}">
                  <a16:creationId xmlns:a16="http://schemas.microsoft.com/office/drawing/2014/main" id="{720C8CC0-B8F9-EEC2-403B-8A9FC00A5985}"/>
                </a:ext>
              </a:extLst>
            </p:cNvPr>
            <p:cNvSpPr>
              <a:spLocks noChangeShapeType="1"/>
            </p:cNvSpPr>
            <p:nvPr/>
          </p:nvSpPr>
          <p:spPr bwMode="auto">
            <a:xfrm>
              <a:off x="2755900" y="5884863"/>
              <a:ext cx="366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69" name="Line 292">
              <a:extLst>
                <a:ext uri="{FF2B5EF4-FFF2-40B4-BE49-F238E27FC236}">
                  <a16:creationId xmlns:a16="http://schemas.microsoft.com/office/drawing/2014/main" id="{36BEB12E-BE07-6FE4-0558-A631CF84E499}"/>
                </a:ext>
              </a:extLst>
            </p:cNvPr>
            <p:cNvSpPr>
              <a:spLocks noChangeShapeType="1"/>
            </p:cNvSpPr>
            <p:nvPr/>
          </p:nvSpPr>
          <p:spPr bwMode="auto">
            <a:xfrm>
              <a:off x="2749550" y="5881688"/>
              <a:ext cx="0" cy="1254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70" name="Line 293">
              <a:extLst>
                <a:ext uri="{FF2B5EF4-FFF2-40B4-BE49-F238E27FC236}">
                  <a16:creationId xmlns:a16="http://schemas.microsoft.com/office/drawing/2014/main" id="{8D0A12F2-9966-6362-F58A-620B3F1CC0FF}"/>
                </a:ext>
              </a:extLst>
            </p:cNvPr>
            <p:cNvSpPr>
              <a:spLocks noChangeShapeType="1"/>
            </p:cNvSpPr>
            <p:nvPr/>
          </p:nvSpPr>
          <p:spPr bwMode="auto">
            <a:xfrm>
              <a:off x="2743200" y="5680075"/>
              <a:ext cx="0" cy="1254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71" name="Line 294">
              <a:extLst>
                <a:ext uri="{FF2B5EF4-FFF2-40B4-BE49-F238E27FC236}">
                  <a16:creationId xmlns:a16="http://schemas.microsoft.com/office/drawing/2014/main" id="{17B6437E-29C7-D3C8-026B-0100D00D0BE1}"/>
                </a:ext>
              </a:extLst>
            </p:cNvPr>
            <p:cNvSpPr>
              <a:spLocks noChangeShapeType="1"/>
            </p:cNvSpPr>
            <p:nvPr/>
          </p:nvSpPr>
          <p:spPr bwMode="auto">
            <a:xfrm>
              <a:off x="3484563" y="5842000"/>
              <a:ext cx="2460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72" name="AutoShape 295">
              <a:extLst>
                <a:ext uri="{FF2B5EF4-FFF2-40B4-BE49-F238E27FC236}">
                  <a16:creationId xmlns:a16="http://schemas.microsoft.com/office/drawing/2014/main" id="{09770CCD-36B3-5C29-F238-BFF25C1ED9A5}"/>
                </a:ext>
              </a:extLst>
            </p:cNvPr>
            <p:cNvSpPr>
              <a:spLocks noChangeArrowheads="1"/>
            </p:cNvSpPr>
            <p:nvPr/>
          </p:nvSpPr>
          <p:spPr bwMode="auto">
            <a:xfrm flipH="1">
              <a:off x="3695700" y="5599113"/>
              <a:ext cx="417513" cy="352425"/>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73" name="Line 296">
              <a:extLst>
                <a:ext uri="{FF2B5EF4-FFF2-40B4-BE49-F238E27FC236}">
                  <a16:creationId xmlns:a16="http://schemas.microsoft.com/office/drawing/2014/main" id="{1DE0FB3E-F0B2-7480-7517-B369C4FC0343}"/>
                </a:ext>
              </a:extLst>
            </p:cNvPr>
            <p:cNvSpPr>
              <a:spLocks noChangeShapeType="1"/>
            </p:cNvSpPr>
            <p:nvPr/>
          </p:nvSpPr>
          <p:spPr bwMode="auto">
            <a:xfrm>
              <a:off x="3578225" y="5705475"/>
              <a:ext cx="15716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74" name="Line 297">
              <a:extLst>
                <a:ext uri="{FF2B5EF4-FFF2-40B4-BE49-F238E27FC236}">
                  <a16:creationId xmlns:a16="http://schemas.microsoft.com/office/drawing/2014/main" id="{3DDA14DA-1AA4-B755-6EF7-BE61DB206FE1}"/>
                </a:ext>
              </a:extLst>
            </p:cNvPr>
            <p:cNvSpPr>
              <a:spLocks noChangeShapeType="1"/>
            </p:cNvSpPr>
            <p:nvPr/>
          </p:nvSpPr>
          <p:spPr bwMode="auto">
            <a:xfrm>
              <a:off x="3552825" y="5472113"/>
              <a:ext cx="0" cy="2333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75" name="Line 298">
              <a:extLst>
                <a:ext uri="{FF2B5EF4-FFF2-40B4-BE49-F238E27FC236}">
                  <a16:creationId xmlns:a16="http://schemas.microsoft.com/office/drawing/2014/main" id="{9A4D32B1-AD93-A0E7-3B9E-67AD3B947038}"/>
                </a:ext>
              </a:extLst>
            </p:cNvPr>
            <p:cNvSpPr>
              <a:spLocks noChangeShapeType="1"/>
            </p:cNvSpPr>
            <p:nvPr/>
          </p:nvSpPr>
          <p:spPr bwMode="auto">
            <a:xfrm>
              <a:off x="4122738" y="5765800"/>
              <a:ext cx="2555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76" name="Rectangle 299">
              <a:extLst>
                <a:ext uri="{FF2B5EF4-FFF2-40B4-BE49-F238E27FC236}">
                  <a16:creationId xmlns:a16="http://schemas.microsoft.com/office/drawing/2014/main" id="{0CB187BB-71CD-C4B1-32E6-8FB9079A974C}"/>
                </a:ext>
              </a:extLst>
            </p:cNvPr>
            <p:cNvSpPr>
              <a:spLocks noChangeArrowheads="1"/>
            </p:cNvSpPr>
            <p:nvPr/>
          </p:nvSpPr>
          <p:spPr bwMode="auto">
            <a:xfrm>
              <a:off x="4357688" y="5519738"/>
              <a:ext cx="642937" cy="712787"/>
            </a:xfrm>
            <a:prstGeom prst="rect">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grpSp>
          <p:nvGrpSpPr>
            <p:cNvPr id="43177" name="Group 300">
              <a:extLst>
                <a:ext uri="{FF2B5EF4-FFF2-40B4-BE49-F238E27FC236}">
                  <a16:creationId xmlns:a16="http://schemas.microsoft.com/office/drawing/2014/main" id="{23F73D1F-D346-E0D1-0E0F-CC498F985695}"/>
                </a:ext>
              </a:extLst>
            </p:cNvPr>
            <p:cNvGrpSpPr>
              <a:grpSpLocks/>
            </p:cNvGrpSpPr>
            <p:nvPr/>
          </p:nvGrpSpPr>
          <p:grpSpPr bwMode="auto">
            <a:xfrm>
              <a:off x="4344988" y="6022975"/>
              <a:ext cx="153987" cy="117475"/>
              <a:chOff x="6801" y="12039"/>
              <a:chExt cx="194" cy="215"/>
            </a:xfrm>
          </p:grpSpPr>
          <p:sp>
            <p:nvSpPr>
              <p:cNvPr id="43510" name="Line 301">
                <a:extLst>
                  <a:ext uri="{FF2B5EF4-FFF2-40B4-BE49-F238E27FC236}">
                    <a16:creationId xmlns:a16="http://schemas.microsoft.com/office/drawing/2014/main" id="{D77B1AA6-5E3E-842D-B868-2EC9AB453D0A}"/>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11" name="Line 302">
                <a:extLst>
                  <a:ext uri="{FF2B5EF4-FFF2-40B4-BE49-F238E27FC236}">
                    <a16:creationId xmlns:a16="http://schemas.microsoft.com/office/drawing/2014/main" id="{A4D863C4-05A4-3678-8409-3F2BE5C65777}"/>
                  </a:ext>
                </a:extLst>
              </p:cNvPr>
              <p:cNvSpPr>
                <a:spLocks noChangeShapeType="1"/>
              </p:cNvSpPr>
              <p:nvPr/>
            </p:nvSpPr>
            <p:spPr bwMode="auto">
              <a:xfrm>
                <a:off x="6822" y="12162"/>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12" name="Line 303">
                <a:extLst>
                  <a:ext uri="{FF2B5EF4-FFF2-40B4-BE49-F238E27FC236}">
                    <a16:creationId xmlns:a16="http://schemas.microsoft.com/office/drawing/2014/main" id="{9413B86D-932D-DE2F-2D2A-69EF86A84917}"/>
                  </a:ext>
                </a:extLst>
              </p:cNvPr>
              <p:cNvSpPr>
                <a:spLocks noChangeShapeType="1"/>
              </p:cNvSpPr>
              <p:nvPr/>
            </p:nvSpPr>
            <p:spPr bwMode="auto">
              <a:xfrm>
                <a:off x="6921" y="12114"/>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13" name="Line 304">
                <a:extLst>
                  <a:ext uri="{FF2B5EF4-FFF2-40B4-BE49-F238E27FC236}">
                    <a16:creationId xmlns:a16="http://schemas.microsoft.com/office/drawing/2014/main" id="{D33118BC-1810-C1DD-C6BE-0DB5DBF766EE}"/>
                  </a:ext>
                </a:extLst>
              </p:cNvPr>
              <p:cNvSpPr>
                <a:spLocks noChangeShapeType="1"/>
              </p:cNvSpPr>
              <p:nvPr/>
            </p:nvSpPr>
            <p:spPr bwMode="auto">
              <a:xfrm>
                <a:off x="6831" y="12039"/>
                <a:ext cx="164" cy="11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14" name="Line 305">
                <a:extLst>
                  <a:ext uri="{FF2B5EF4-FFF2-40B4-BE49-F238E27FC236}">
                    <a16:creationId xmlns:a16="http://schemas.microsoft.com/office/drawing/2014/main" id="{3E5D6941-BB08-1275-C8B5-74395EB33A44}"/>
                  </a:ext>
                </a:extLst>
              </p:cNvPr>
              <p:cNvSpPr>
                <a:spLocks noChangeShapeType="1"/>
              </p:cNvSpPr>
              <p:nvPr/>
            </p:nvSpPr>
            <p:spPr bwMode="auto">
              <a:xfrm flipV="1">
                <a:off x="6801" y="12156"/>
                <a:ext cx="183" cy="9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178" name="Text Box 306">
              <a:extLst>
                <a:ext uri="{FF2B5EF4-FFF2-40B4-BE49-F238E27FC236}">
                  <a16:creationId xmlns:a16="http://schemas.microsoft.com/office/drawing/2014/main" id="{E497A644-1108-DD44-EDF5-4BCD02A2B20C}"/>
                </a:ext>
              </a:extLst>
            </p:cNvPr>
            <p:cNvSpPr txBox="1">
              <a:spLocks noChangeArrowheads="1"/>
            </p:cNvSpPr>
            <p:nvPr/>
          </p:nvSpPr>
          <p:spPr bwMode="auto">
            <a:xfrm>
              <a:off x="4305300" y="5641975"/>
              <a:ext cx="6238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dirty="0">
                  <a:solidFill>
                    <a:schemeClr val="bg1"/>
                  </a:solidFill>
                </a:rPr>
                <a:t>D</a:t>
              </a:r>
              <a:endParaRPr lang="ru-RU" altLang="en-US" sz="1200" b="0" u="none" dirty="0">
                <a:solidFill>
                  <a:schemeClr val="bg1"/>
                </a:solidFill>
              </a:endParaRPr>
            </a:p>
          </p:txBody>
        </p:sp>
        <p:sp>
          <p:nvSpPr>
            <p:cNvPr id="43179" name="AutoShape 307">
              <a:extLst>
                <a:ext uri="{FF2B5EF4-FFF2-40B4-BE49-F238E27FC236}">
                  <a16:creationId xmlns:a16="http://schemas.microsoft.com/office/drawing/2014/main" id="{CDA932E9-AB8D-42FC-9AD7-4F9F2C44AA0B}"/>
                </a:ext>
              </a:extLst>
            </p:cNvPr>
            <p:cNvSpPr>
              <a:spLocks noChangeArrowheads="1"/>
            </p:cNvSpPr>
            <p:nvPr/>
          </p:nvSpPr>
          <p:spPr bwMode="auto">
            <a:xfrm rot="-5400000">
              <a:off x="5163344" y="5376069"/>
              <a:ext cx="536575" cy="27781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43180" name="Line 308">
              <a:extLst>
                <a:ext uri="{FF2B5EF4-FFF2-40B4-BE49-F238E27FC236}">
                  <a16:creationId xmlns:a16="http://schemas.microsoft.com/office/drawing/2014/main" id="{5AC4BA86-3943-E2C3-6700-A23BBA674F54}"/>
                </a:ext>
              </a:extLst>
            </p:cNvPr>
            <p:cNvSpPr>
              <a:spLocks noChangeShapeType="1"/>
            </p:cNvSpPr>
            <p:nvPr/>
          </p:nvSpPr>
          <p:spPr bwMode="auto">
            <a:xfrm>
              <a:off x="5006975" y="5646738"/>
              <a:ext cx="2651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81" name="Line 309">
              <a:extLst>
                <a:ext uri="{FF2B5EF4-FFF2-40B4-BE49-F238E27FC236}">
                  <a16:creationId xmlns:a16="http://schemas.microsoft.com/office/drawing/2014/main" id="{78C0DD32-7215-2BF5-AD07-C8EA2C44B7FC}"/>
                </a:ext>
              </a:extLst>
            </p:cNvPr>
            <p:cNvSpPr>
              <a:spLocks noChangeShapeType="1"/>
            </p:cNvSpPr>
            <p:nvPr/>
          </p:nvSpPr>
          <p:spPr bwMode="auto">
            <a:xfrm flipH="1">
              <a:off x="4240213" y="5354638"/>
              <a:ext cx="10398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82" name="Line 310">
              <a:extLst>
                <a:ext uri="{FF2B5EF4-FFF2-40B4-BE49-F238E27FC236}">
                  <a16:creationId xmlns:a16="http://schemas.microsoft.com/office/drawing/2014/main" id="{1D809499-5609-56BF-8E64-EC3219733AA1}"/>
                </a:ext>
              </a:extLst>
            </p:cNvPr>
            <p:cNvSpPr>
              <a:spLocks noChangeShapeType="1"/>
            </p:cNvSpPr>
            <p:nvPr/>
          </p:nvSpPr>
          <p:spPr bwMode="auto">
            <a:xfrm>
              <a:off x="4243388" y="5354638"/>
              <a:ext cx="0" cy="404812"/>
            </a:xfrm>
            <a:prstGeom prst="line">
              <a:avLst/>
            </a:prstGeom>
            <a:noFill/>
            <a:ln w="22225">
              <a:solidFill>
                <a:srgbClr val="000000"/>
              </a:solidFill>
              <a:round/>
              <a:headEnd type="none"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43183" name="Line 311">
              <a:extLst>
                <a:ext uri="{FF2B5EF4-FFF2-40B4-BE49-F238E27FC236}">
                  <a16:creationId xmlns:a16="http://schemas.microsoft.com/office/drawing/2014/main" id="{176C5141-4B83-F515-E399-A5F173992739}"/>
                </a:ext>
              </a:extLst>
            </p:cNvPr>
            <p:cNvSpPr>
              <a:spLocks noChangeShapeType="1"/>
            </p:cNvSpPr>
            <p:nvPr/>
          </p:nvSpPr>
          <p:spPr bwMode="auto">
            <a:xfrm>
              <a:off x="5564188" y="5510213"/>
              <a:ext cx="2159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84" name="AutoShape 312">
              <a:extLst>
                <a:ext uri="{FF2B5EF4-FFF2-40B4-BE49-F238E27FC236}">
                  <a16:creationId xmlns:a16="http://schemas.microsoft.com/office/drawing/2014/main" id="{D2490537-4A74-F612-488D-534AD3983B19}"/>
                </a:ext>
              </a:extLst>
            </p:cNvPr>
            <p:cNvSpPr>
              <a:spLocks noChangeArrowheads="1"/>
            </p:cNvSpPr>
            <p:nvPr/>
          </p:nvSpPr>
          <p:spPr bwMode="auto">
            <a:xfrm rot="5400000">
              <a:off x="5755481" y="5390357"/>
              <a:ext cx="261937" cy="228600"/>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85" name="Line 313">
              <a:extLst>
                <a:ext uri="{FF2B5EF4-FFF2-40B4-BE49-F238E27FC236}">
                  <a16:creationId xmlns:a16="http://schemas.microsoft.com/office/drawing/2014/main" id="{D563238C-9924-431A-8C4E-CE09348B4CAD}"/>
                </a:ext>
              </a:extLst>
            </p:cNvPr>
            <p:cNvSpPr>
              <a:spLocks noChangeShapeType="1"/>
            </p:cNvSpPr>
            <p:nvPr/>
          </p:nvSpPr>
          <p:spPr bwMode="auto">
            <a:xfrm>
              <a:off x="6005513" y="5500688"/>
              <a:ext cx="18589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86" name="Line 314">
              <a:extLst>
                <a:ext uri="{FF2B5EF4-FFF2-40B4-BE49-F238E27FC236}">
                  <a16:creationId xmlns:a16="http://schemas.microsoft.com/office/drawing/2014/main" id="{89FDB9B5-3B56-3356-B56B-7A7BF3DD5077}"/>
                </a:ext>
              </a:extLst>
            </p:cNvPr>
            <p:cNvSpPr>
              <a:spLocks noChangeShapeType="1"/>
            </p:cNvSpPr>
            <p:nvPr/>
          </p:nvSpPr>
          <p:spPr bwMode="auto">
            <a:xfrm>
              <a:off x="7326313" y="2151063"/>
              <a:ext cx="511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87" name="Rectangle 315">
              <a:extLst>
                <a:ext uri="{FF2B5EF4-FFF2-40B4-BE49-F238E27FC236}">
                  <a16:creationId xmlns:a16="http://schemas.microsoft.com/office/drawing/2014/main" id="{4389081A-347B-EA37-405D-7924FD53514F}"/>
                </a:ext>
              </a:extLst>
            </p:cNvPr>
            <p:cNvSpPr>
              <a:spLocks noChangeArrowheads="1"/>
            </p:cNvSpPr>
            <p:nvPr/>
          </p:nvSpPr>
          <p:spPr bwMode="auto">
            <a:xfrm>
              <a:off x="7832725" y="2071688"/>
              <a:ext cx="206375" cy="155575"/>
            </a:xfrm>
            <a:prstGeom prst="rect">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88" name="Rectangle 316">
              <a:extLst>
                <a:ext uri="{FF2B5EF4-FFF2-40B4-BE49-F238E27FC236}">
                  <a16:creationId xmlns:a16="http://schemas.microsoft.com/office/drawing/2014/main" id="{24BB1258-63DB-4E17-B502-65ACDA9E95E0}"/>
                </a:ext>
              </a:extLst>
            </p:cNvPr>
            <p:cNvSpPr>
              <a:spLocks noChangeArrowheads="1"/>
            </p:cNvSpPr>
            <p:nvPr/>
          </p:nvSpPr>
          <p:spPr bwMode="auto">
            <a:xfrm>
              <a:off x="7858125" y="2767013"/>
              <a:ext cx="206375" cy="153987"/>
            </a:xfrm>
            <a:prstGeom prst="rect">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89" name="Rectangle 317">
              <a:extLst>
                <a:ext uri="{FF2B5EF4-FFF2-40B4-BE49-F238E27FC236}">
                  <a16:creationId xmlns:a16="http://schemas.microsoft.com/office/drawing/2014/main" id="{9D7AC3C8-93A7-6D2A-6A50-47653D8AEFE6}"/>
                </a:ext>
              </a:extLst>
            </p:cNvPr>
            <p:cNvSpPr>
              <a:spLocks noChangeArrowheads="1"/>
            </p:cNvSpPr>
            <p:nvPr/>
          </p:nvSpPr>
          <p:spPr bwMode="auto">
            <a:xfrm>
              <a:off x="7845425" y="4095750"/>
              <a:ext cx="206375" cy="153988"/>
            </a:xfrm>
            <a:prstGeom prst="rect">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90" name="Rectangle 318">
              <a:extLst>
                <a:ext uri="{FF2B5EF4-FFF2-40B4-BE49-F238E27FC236}">
                  <a16:creationId xmlns:a16="http://schemas.microsoft.com/office/drawing/2014/main" id="{5ECA5A65-13F8-4DF2-EE05-6F3590433AE8}"/>
                </a:ext>
              </a:extLst>
            </p:cNvPr>
            <p:cNvSpPr>
              <a:spLocks noChangeArrowheads="1"/>
            </p:cNvSpPr>
            <p:nvPr/>
          </p:nvSpPr>
          <p:spPr bwMode="auto">
            <a:xfrm>
              <a:off x="7872413" y="5424488"/>
              <a:ext cx="204787" cy="153987"/>
            </a:xfrm>
            <a:prstGeom prst="rect">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191" name="Line 319">
              <a:extLst>
                <a:ext uri="{FF2B5EF4-FFF2-40B4-BE49-F238E27FC236}">
                  <a16:creationId xmlns:a16="http://schemas.microsoft.com/office/drawing/2014/main" id="{9E7F6209-C084-38DF-09DD-07F45D717C46}"/>
                </a:ext>
              </a:extLst>
            </p:cNvPr>
            <p:cNvSpPr>
              <a:spLocks noChangeShapeType="1"/>
            </p:cNvSpPr>
            <p:nvPr/>
          </p:nvSpPr>
          <p:spPr bwMode="auto">
            <a:xfrm>
              <a:off x="1123950" y="2101850"/>
              <a:ext cx="200025"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3192" name="Line 320">
              <a:extLst>
                <a:ext uri="{FF2B5EF4-FFF2-40B4-BE49-F238E27FC236}">
                  <a16:creationId xmlns:a16="http://schemas.microsoft.com/office/drawing/2014/main" id="{B98CDE36-FBBB-3922-9448-B3F869C6D3D0}"/>
                </a:ext>
              </a:extLst>
            </p:cNvPr>
            <p:cNvSpPr>
              <a:spLocks noChangeShapeType="1"/>
            </p:cNvSpPr>
            <p:nvPr/>
          </p:nvSpPr>
          <p:spPr bwMode="auto">
            <a:xfrm flipV="1">
              <a:off x="1331913" y="2101850"/>
              <a:ext cx="0" cy="2365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93" name="Line 321">
              <a:extLst>
                <a:ext uri="{FF2B5EF4-FFF2-40B4-BE49-F238E27FC236}">
                  <a16:creationId xmlns:a16="http://schemas.microsoft.com/office/drawing/2014/main" id="{791CEF6C-08D7-D6BF-86C6-AD5E11E42F19}"/>
                </a:ext>
              </a:extLst>
            </p:cNvPr>
            <p:cNvSpPr>
              <a:spLocks noChangeShapeType="1"/>
            </p:cNvSpPr>
            <p:nvPr/>
          </p:nvSpPr>
          <p:spPr bwMode="auto">
            <a:xfrm>
              <a:off x="1320800" y="2560638"/>
              <a:ext cx="0" cy="38227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3194" name="Group 322">
              <a:extLst>
                <a:ext uri="{FF2B5EF4-FFF2-40B4-BE49-F238E27FC236}">
                  <a16:creationId xmlns:a16="http://schemas.microsoft.com/office/drawing/2014/main" id="{D36D27B1-638D-AD2F-72EE-BE18A0A70E43}"/>
                </a:ext>
              </a:extLst>
            </p:cNvPr>
            <p:cNvGrpSpPr>
              <a:grpSpLocks/>
            </p:cNvGrpSpPr>
            <p:nvPr/>
          </p:nvGrpSpPr>
          <p:grpSpPr bwMode="auto">
            <a:xfrm>
              <a:off x="1176338" y="2346325"/>
              <a:ext cx="300037" cy="219075"/>
              <a:chOff x="4352" y="4563"/>
              <a:chExt cx="346" cy="339"/>
            </a:xfrm>
          </p:grpSpPr>
          <p:sp>
            <p:nvSpPr>
              <p:cNvPr id="43508" name="AutoShape 323">
                <a:extLst>
                  <a:ext uri="{FF2B5EF4-FFF2-40B4-BE49-F238E27FC236}">
                    <a16:creationId xmlns:a16="http://schemas.microsoft.com/office/drawing/2014/main" id="{A0B2BDCE-D134-11BB-87B6-07A6F0EDC40B}"/>
                  </a:ext>
                </a:extLst>
              </p:cNvPr>
              <p:cNvSpPr>
                <a:spLocks noChangeArrowheads="1"/>
              </p:cNvSpPr>
              <p:nvPr/>
            </p:nvSpPr>
            <p:spPr bwMode="auto">
              <a:xfrm rot="10800000">
                <a:off x="4352" y="4563"/>
                <a:ext cx="346" cy="210"/>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509" name="Oval 324">
                <a:extLst>
                  <a:ext uri="{FF2B5EF4-FFF2-40B4-BE49-F238E27FC236}">
                    <a16:creationId xmlns:a16="http://schemas.microsoft.com/office/drawing/2014/main" id="{C2F66DBB-1934-A069-6097-80E5CD580398}"/>
                  </a:ext>
                </a:extLst>
              </p:cNvPr>
              <p:cNvSpPr>
                <a:spLocks noChangeArrowheads="1"/>
              </p:cNvSpPr>
              <p:nvPr/>
            </p:nvSpPr>
            <p:spPr bwMode="auto">
              <a:xfrm rot="5400000">
                <a:off x="4446" y="4772"/>
                <a:ext cx="130" cy="130"/>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grpSp>
        <p:sp>
          <p:nvSpPr>
            <p:cNvPr id="43195" name="Line 325">
              <a:extLst>
                <a:ext uri="{FF2B5EF4-FFF2-40B4-BE49-F238E27FC236}">
                  <a16:creationId xmlns:a16="http://schemas.microsoft.com/office/drawing/2014/main" id="{24D80671-18E1-0D6A-B642-5DF7195D5ED2}"/>
                </a:ext>
              </a:extLst>
            </p:cNvPr>
            <p:cNvSpPr>
              <a:spLocks noChangeShapeType="1"/>
            </p:cNvSpPr>
            <p:nvPr/>
          </p:nvSpPr>
          <p:spPr bwMode="auto">
            <a:xfrm>
              <a:off x="706438" y="2101850"/>
              <a:ext cx="200025"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3196" name="Line 326">
              <a:extLst>
                <a:ext uri="{FF2B5EF4-FFF2-40B4-BE49-F238E27FC236}">
                  <a16:creationId xmlns:a16="http://schemas.microsoft.com/office/drawing/2014/main" id="{8FEC1066-02E9-8AF7-928B-70CCC498BA32}"/>
                </a:ext>
              </a:extLst>
            </p:cNvPr>
            <p:cNvSpPr>
              <a:spLocks noChangeShapeType="1"/>
            </p:cNvSpPr>
            <p:nvPr/>
          </p:nvSpPr>
          <p:spPr bwMode="auto">
            <a:xfrm flipV="1">
              <a:off x="914400" y="2101850"/>
              <a:ext cx="0" cy="2365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197" name="Line 327">
              <a:extLst>
                <a:ext uri="{FF2B5EF4-FFF2-40B4-BE49-F238E27FC236}">
                  <a16:creationId xmlns:a16="http://schemas.microsoft.com/office/drawing/2014/main" id="{CADCE86D-7F55-6711-7258-B3E4C845EDAA}"/>
                </a:ext>
              </a:extLst>
            </p:cNvPr>
            <p:cNvSpPr>
              <a:spLocks noChangeShapeType="1"/>
            </p:cNvSpPr>
            <p:nvPr/>
          </p:nvSpPr>
          <p:spPr bwMode="auto">
            <a:xfrm>
              <a:off x="903288" y="2560638"/>
              <a:ext cx="0" cy="38227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3198" name="Group 328">
              <a:extLst>
                <a:ext uri="{FF2B5EF4-FFF2-40B4-BE49-F238E27FC236}">
                  <a16:creationId xmlns:a16="http://schemas.microsoft.com/office/drawing/2014/main" id="{CEF7413B-5899-5ADA-DEAD-048A1CC433E9}"/>
                </a:ext>
              </a:extLst>
            </p:cNvPr>
            <p:cNvGrpSpPr>
              <a:grpSpLocks/>
            </p:cNvGrpSpPr>
            <p:nvPr/>
          </p:nvGrpSpPr>
          <p:grpSpPr bwMode="auto">
            <a:xfrm>
              <a:off x="760413" y="2346325"/>
              <a:ext cx="300037" cy="219075"/>
              <a:chOff x="4352" y="4563"/>
              <a:chExt cx="346" cy="339"/>
            </a:xfrm>
          </p:grpSpPr>
          <p:sp>
            <p:nvSpPr>
              <p:cNvPr id="43506" name="AutoShape 329">
                <a:extLst>
                  <a:ext uri="{FF2B5EF4-FFF2-40B4-BE49-F238E27FC236}">
                    <a16:creationId xmlns:a16="http://schemas.microsoft.com/office/drawing/2014/main" id="{794298A3-8E1D-D0D4-589A-1040D41DE4D0}"/>
                  </a:ext>
                </a:extLst>
              </p:cNvPr>
              <p:cNvSpPr>
                <a:spLocks noChangeArrowheads="1"/>
              </p:cNvSpPr>
              <p:nvPr/>
            </p:nvSpPr>
            <p:spPr bwMode="auto">
              <a:xfrm rot="10800000">
                <a:off x="4352" y="4563"/>
                <a:ext cx="346" cy="210"/>
              </a:xfrm>
              <a:prstGeom prst="triangle">
                <a:avLst>
                  <a:gd name="adj" fmla="val 50000"/>
                </a:avLst>
              </a:prstGeom>
              <a:solidFill>
                <a:schemeClr val="accent1"/>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43507" name="Oval 330">
                <a:extLst>
                  <a:ext uri="{FF2B5EF4-FFF2-40B4-BE49-F238E27FC236}">
                    <a16:creationId xmlns:a16="http://schemas.microsoft.com/office/drawing/2014/main" id="{61470292-900B-2D39-6579-FEAEFA5BF4AC}"/>
                  </a:ext>
                </a:extLst>
              </p:cNvPr>
              <p:cNvSpPr>
                <a:spLocks noChangeArrowheads="1"/>
              </p:cNvSpPr>
              <p:nvPr/>
            </p:nvSpPr>
            <p:spPr bwMode="auto">
              <a:xfrm rot="5400000">
                <a:off x="4446" y="4772"/>
                <a:ext cx="130" cy="130"/>
              </a:xfrm>
              <a:prstGeom prst="ellipse">
                <a:avLst/>
              </a:prstGeom>
              <a:solidFill>
                <a:schemeClr val="accent1"/>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grpSp>
        <p:grpSp>
          <p:nvGrpSpPr>
            <p:cNvPr id="43199" name="Group 331">
              <a:extLst>
                <a:ext uri="{FF2B5EF4-FFF2-40B4-BE49-F238E27FC236}">
                  <a16:creationId xmlns:a16="http://schemas.microsoft.com/office/drawing/2014/main" id="{ABCAEC4A-F3F6-77E5-0448-9E2DC2FBD7F1}"/>
                </a:ext>
              </a:extLst>
            </p:cNvPr>
            <p:cNvGrpSpPr>
              <a:grpSpLocks/>
            </p:cNvGrpSpPr>
            <p:nvPr/>
          </p:nvGrpSpPr>
          <p:grpSpPr bwMode="auto">
            <a:xfrm>
              <a:off x="1668463" y="2649538"/>
              <a:ext cx="157162" cy="123825"/>
              <a:chOff x="2181" y="2484"/>
              <a:chExt cx="180" cy="192"/>
            </a:xfrm>
          </p:grpSpPr>
          <p:sp>
            <p:nvSpPr>
              <p:cNvPr id="43503" name="Line 332">
                <a:extLst>
                  <a:ext uri="{FF2B5EF4-FFF2-40B4-BE49-F238E27FC236}">
                    <a16:creationId xmlns:a16="http://schemas.microsoft.com/office/drawing/2014/main" id="{E3F0BD08-8F23-F23D-FD03-23ED17F7754C}"/>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04" name="Line 333">
                <a:extLst>
                  <a:ext uri="{FF2B5EF4-FFF2-40B4-BE49-F238E27FC236}">
                    <a16:creationId xmlns:a16="http://schemas.microsoft.com/office/drawing/2014/main" id="{CDF6542E-EA60-7C0E-BB2D-BE430B845DB5}"/>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05" name="Line 334">
                <a:extLst>
                  <a:ext uri="{FF2B5EF4-FFF2-40B4-BE49-F238E27FC236}">
                    <a16:creationId xmlns:a16="http://schemas.microsoft.com/office/drawing/2014/main" id="{1D39D043-9317-1AB5-95E9-F3DB0A17F888}"/>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00" name="Group 335">
              <a:extLst>
                <a:ext uri="{FF2B5EF4-FFF2-40B4-BE49-F238E27FC236}">
                  <a16:creationId xmlns:a16="http://schemas.microsoft.com/office/drawing/2014/main" id="{43D2F3CF-C176-8891-845F-BAA360F7D2DA}"/>
                </a:ext>
              </a:extLst>
            </p:cNvPr>
            <p:cNvGrpSpPr>
              <a:grpSpLocks/>
            </p:cNvGrpSpPr>
            <p:nvPr/>
          </p:nvGrpSpPr>
          <p:grpSpPr bwMode="auto">
            <a:xfrm>
              <a:off x="1889125" y="2649538"/>
              <a:ext cx="155575" cy="123825"/>
              <a:chOff x="2181" y="2484"/>
              <a:chExt cx="180" cy="192"/>
            </a:xfrm>
          </p:grpSpPr>
          <p:sp>
            <p:nvSpPr>
              <p:cNvPr id="43500" name="Line 336">
                <a:extLst>
                  <a:ext uri="{FF2B5EF4-FFF2-40B4-BE49-F238E27FC236}">
                    <a16:creationId xmlns:a16="http://schemas.microsoft.com/office/drawing/2014/main" id="{F979A1EA-E488-6254-5DC6-3DFD9753C39F}"/>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01" name="Line 337">
                <a:extLst>
                  <a:ext uri="{FF2B5EF4-FFF2-40B4-BE49-F238E27FC236}">
                    <a16:creationId xmlns:a16="http://schemas.microsoft.com/office/drawing/2014/main" id="{AED007E3-8263-2758-FB42-EEF463012503}"/>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502" name="Line 338">
                <a:extLst>
                  <a:ext uri="{FF2B5EF4-FFF2-40B4-BE49-F238E27FC236}">
                    <a16:creationId xmlns:a16="http://schemas.microsoft.com/office/drawing/2014/main" id="{48DF63AC-3599-D4F0-3405-35210F75293E}"/>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01" name="Group 339">
              <a:extLst>
                <a:ext uri="{FF2B5EF4-FFF2-40B4-BE49-F238E27FC236}">
                  <a16:creationId xmlns:a16="http://schemas.microsoft.com/office/drawing/2014/main" id="{984FC959-5662-A2CD-DB0D-849CD31DBD66}"/>
                </a:ext>
              </a:extLst>
            </p:cNvPr>
            <p:cNvGrpSpPr>
              <a:grpSpLocks/>
            </p:cNvGrpSpPr>
            <p:nvPr/>
          </p:nvGrpSpPr>
          <p:grpSpPr bwMode="auto">
            <a:xfrm>
              <a:off x="1046163" y="2640013"/>
              <a:ext cx="155575" cy="122237"/>
              <a:chOff x="2181" y="2484"/>
              <a:chExt cx="180" cy="192"/>
            </a:xfrm>
          </p:grpSpPr>
          <p:sp>
            <p:nvSpPr>
              <p:cNvPr id="43497" name="Line 340">
                <a:extLst>
                  <a:ext uri="{FF2B5EF4-FFF2-40B4-BE49-F238E27FC236}">
                    <a16:creationId xmlns:a16="http://schemas.microsoft.com/office/drawing/2014/main" id="{86025735-DD57-B160-AD5D-D145227ACFFC}"/>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98" name="Line 341">
                <a:extLst>
                  <a:ext uri="{FF2B5EF4-FFF2-40B4-BE49-F238E27FC236}">
                    <a16:creationId xmlns:a16="http://schemas.microsoft.com/office/drawing/2014/main" id="{674D84E2-3EE1-14A7-B448-0518348807AC}"/>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99" name="Line 342">
                <a:extLst>
                  <a:ext uri="{FF2B5EF4-FFF2-40B4-BE49-F238E27FC236}">
                    <a16:creationId xmlns:a16="http://schemas.microsoft.com/office/drawing/2014/main" id="{D1F7DE25-2A59-3E75-C686-3C8FF8D09274}"/>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02" name="Group 343">
              <a:extLst>
                <a:ext uri="{FF2B5EF4-FFF2-40B4-BE49-F238E27FC236}">
                  <a16:creationId xmlns:a16="http://schemas.microsoft.com/office/drawing/2014/main" id="{4344DE2A-1F60-411A-8F71-79585A72AB16}"/>
                </a:ext>
              </a:extLst>
            </p:cNvPr>
            <p:cNvGrpSpPr>
              <a:grpSpLocks/>
            </p:cNvGrpSpPr>
            <p:nvPr/>
          </p:nvGrpSpPr>
          <p:grpSpPr bwMode="auto">
            <a:xfrm>
              <a:off x="1266825" y="2640013"/>
              <a:ext cx="155575" cy="122237"/>
              <a:chOff x="2181" y="2484"/>
              <a:chExt cx="180" cy="192"/>
            </a:xfrm>
          </p:grpSpPr>
          <p:sp>
            <p:nvSpPr>
              <p:cNvPr id="43494" name="Line 344">
                <a:extLst>
                  <a:ext uri="{FF2B5EF4-FFF2-40B4-BE49-F238E27FC236}">
                    <a16:creationId xmlns:a16="http://schemas.microsoft.com/office/drawing/2014/main" id="{1E3B6C9D-8D81-9C2C-8DA5-365FFEB1A179}"/>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95" name="Line 345">
                <a:extLst>
                  <a:ext uri="{FF2B5EF4-FFF2-40B4-BE49-F238E27FC236}">
                    <a16:creationId xmlns:a16="http://schemas.microsoft.com/office/drawing/2014/main" id="{E321672F-0A0D-36C9-EC1E-73B2BC37C1DD}"/>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96" name="Line 346">
                <a:extLst>
                  <a:ext uri="{FF2B5EF4-FFF2-40B4-BE49-F238E27FC236}">
                    <a16:creationId xmlns:a16="http://schemas.microsoft.com/office/drawing/2014/main" id="{8E92A861-D8EE-C3A8-A60D-22C6F416CD85}"/>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03" name="Group 347">
              <a:extLst>
                <a:ext uri="{FF2B5EF4-FFF2-40B4-BE49-F238E27FC236}">
                  <a16:creationId xmlns:a16="http://schemas.microsoft.com/office/drawing/2014/main" id="{2EF12FEE-B9A8-0737-442D-A9436701E597}"/>
                </a:ext>
              </a:extLst>
            </p:cNvPr>
            <p:cNvGrpSpPr>
              <a:grpSpLocks/>
            </p:cNvGrpSpPr>
            <p:nvPr/>
          </p:nvGrpSpPr>
          <p:grpSpPr bwMode="auto">
            <a:xfrm>
              <a:off x="628650" y="2640013"/>
              <a:ext cx="155575" cy="122237"/>
              <a:chOff x="2181" y="2484"/>
              <a:chExt cx="180" cy="192"/>
            </a:xfrm>
          </p:grpSpPr>
          <p:sp>
            <p:nvSpPr>
              <p:cNvPr id="43491" name="Line 348">
                <a:extLst>
                  <a:ext uri="{FF2B5EF4-FFF2-40B4-BE49-F238E27FC236}">
                    <a16:creationId xmlns:a16="http://schemas.microsoft.com/office/drawing/2014/main" id="{5EB22EFE-71AD-C65F-D470-2489386F1797}"/>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92" name="Line 349">
                <a:extLst>
                  <a:ext uri="{FF2B5EF4-FFF2-40B4-BE49-F238E27FC236}">
                    <a16:creationId xmlns:a16="http://schemas.microsoft.com/office/drawing/2014/main" id="{6D15F249-12D8-8FBB-6E14-362CFCA456AC}"/>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93" name="Line 350">
                <a:extLst>
                  <a:ext uri="{FF2B5EF4-FFF2-40B4-BE49-F238E27FC236}">
                    <a16:creationId xmlns:a16="http://schemas.microsoft.com/office/drawing/2014/main" id="{6E1E68EE-3E64-30AB-2B25-73FBDBE2FDB3}"/>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04" name="Group 351">
              <a:extLst>
                <a:ext uri="{FF2B5EF4-FFF2-40B4-BE49-F238E27FC236}">
                  <a16:creationId xmlns:a16="http://schemas.microsoft.com/office/drawing/2014/main" id="{1FDD1F15-7CA6-E6B2-81A4-4CA03AC4425D}"/>
                </a:ext>
              </a:extLst>
            </p:cNvPr>
            <p:cNvGrpSpPr>
              <a:grpSpLocks/>
            </p:cNvGrpSpPr>
            <p:nvPr/>
          </p:nvGrpSpPr>
          <p:grpSpPr bwMode="auto">
            <a:xfrm>
              <a:off x="849313" y="2640013"/>
              <a:ext cx="155575" cy="122237"/>
              <a:chOff x="2181" y="2484"/>
              <a:chExt cx="180" cy="192"/>
            </a:xfrm>
          </p:grpSpPr>
          <p:sp>
            <p:nvSpPr>
              <p:cNvPr id="43488" name="Line 352">
                <a:extLst>
                  <a:ext uri="{FF2B5EF4-FFF2-40B4-BE49-F238E27FC236}">
                    <a16:creationId xmlns:a16="http://schemas.microsoft.com/office/drawing/2014/main" id="{83383082-57CD-9467-4863-9913221E7BF2}"/>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89" name="Line 353">
                <a:extLst>
                  <a:ext uri="{FF2B5EF4-FFF2-40B4-BE49-F238E27FC236}">
                    <a16:creationId xmlns:a16="http://schemas.microsoft.com/office/drawing/2014/main" id="{F2E70848-A973-395B-E391-48D9B15AEF46}"/>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90" name="Line 354">
                <a:extLst>
                  <a:ext uri="{FF2B5EF4-FFF2-40B4-BE49-F238E27FC236}">
                    <a16:creationId xmlns:a16="http://schemas.microsoft.com/office/drawing/2014/main" id="{1501DD05-623C-8DF3-7FC2-3F3DB4B4D3F6}"/>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205" name="Text Box 355">
              <a:extLst>
                <a:ext uri="{FF2B5EF4-FFF2-40B4-BE49-F238E27FC236}">
                  <a16:creationId xmlns:a16="http://schemas.microsoft.com/office/drawing/2014/main" id="{6A59248A-AF85-8E6B-29AC-965E6FB0F1D0}"/>
                </a:ext>
              </a:extLst>
            </p:cNvPr>
            <p:cNvSpPr txBox="1">
              <a:spLocks noChangeArrowheads="1"/>
            </p:cNvSpPr>
            <p:nvPr/>
          </p:nvSpPr>
          <p:spPr bwMode="auto">
            <a:xfrm>
              <a:off x="1111250" y="2727325"/>
              <a:ext cx="79057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endParaRPr lang="ru-RU" altLang="en-US" sz="1200" b="0" u="none"/>
            </a:p>
          </p:txBody>
        </p:sp>
        <p:grpSp>
          <p:nvGrpSpPr>
            <p:cNvPr id="43206" name="Group 356">
              <a:extLst>
                <a:ext uri="{FF2B5EF4-FFF2-40B4-BE49-F238E27FC236}">
                  <a16:creationId xmlns:a16="http://schemas.microsoft.com/office/drawing/2014/main" id="{2B5D30F7-6B36-542F-D213-C9435523C638}"/>
                </a:ext>
              </a:extLst>
            </p:cNvPr>
            <p:cNvGrpSpPr>
              <a:grpSpLocks/>
            </p:cNvGrpSpPr>
            <p:nvPr/>
          </p:nvGrpSpPr>
          <p:grpSpPr bwMode="auto">
            <a:xfrm>
              <a:off x="1681163" y="2962275"/>
              <a:ext cx="157162" cy="123825"/>
              <a:chOff x="2181" y="2484"/>
              <a:chExt cx="180" cy="192"/>
            </a:xfrm>
          </p:grpSpPr>
          <p:sp>
            <p:nvSpPr>
              <p:cNvPr id="43485" name="Line 357">
                <a:extLst>
                  <a:ext uri="{FF2B5EF4-FFF2-40B4-BE49-F238E27FC236}">
                    <a16:creationId xmlns:a16="http://schemas.microsoft.com/office/drawing/2014/main" id="{E48CA9C0-28B5-1625-EE2D-2942FEAEDD70}"/>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86" name="Line 358">
                <a:extLst>
                  <a:ext uri="{FF2B5EF4-FFF2-40B4-BE49-F238E27FC236}">
                    <a16:creationId xmlns:a16="http://schemas.microsoft.com/office/drawing/2014/main" id="{267F1C67-22C9-2EB3-EB57-E787956E4699}"/>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87" name="Line 359">
                <a:extLst>
                  <a:ext uri="{FF2B5EF4-FFF2-40B4-BE49-F238E27FC236}">
                    <a16:creationId xmlns:a16="http://schemas.microsoft.com/office/drawing/2014/main" id="{690E4978-36D1-91E1-37F1-CD7E7CCE5BED}"/>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07" name="Group 360">
              <a:extLst>
                <a:ext uri="{FF2B5EF4-FFF2-40B4-BE49-F238E27FC236}">
                  <a16:creationId xmlns:a16="http://schemas.microsoft.com/office/drawing/2014/main" id="{913F1452-6BBB-9A58-25CA-51A0DDA8264C}"/>
                </a:ext>
              </a:extLst>
            </p:cNvPr>
            <p:cNvGrpSpPr>
              <a:grpSpLocks/>
            </p:cNvGrpSpPr>
            <p:nvPr/>
          </p:nvGrpSpPr>
          <p:grpSpPr bwMode="auto">
            <a:xfrm>
              <a:off x="1901825" y="2962275"/>
              <a:ext cx="157163" cy="123825"/>
              <a:chOff x="2181" y="2484"/>
              <a:chExt cx="180" cy="192"/>
            </a:xfrm>
          </p:grpSpPr>
          <p:sp>
            <p:nvSpPr>
              <p:cNvPr id="43482" name="Line 361">
                <a:extLst>
                  <a:ext uri="{FF2B5EF4-FFF2-40B4-BE49-F238E27FC236}">
                    <a16:creationId xmlns:a16="http://schemas.microsoft.com/office/drawing/2014/main" id="{B4CFFA3D-C9E5-2DE9-C9A8-CD432FE3373B}"/>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83" name="Line 362">
                <a:extLst>
                  <a:ext uri="{FF2B5EF4-FFF2-40B4-BE49-F238E27FC236}">
                    <a16:creationId xmlns:a16="http://schemas.microsoft.com/office/drawing/2014/main" id="{FB3CCFDB-12FC-334E-D893-106323449229}"/>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84" name="Line 363">
                <a:extLst>
                  <a:ext uri="{FF2B5EF4-FFF2-40B4-BE49-F238E27FC236}">
                    <a16:creationId xmlns:a16="http://schemas.microsoft.com/office/drawing/2014/main" id="{6020D729-6408-F845-1C86-9BAD2065747B}"/>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08" name="Group 364">
              <a:extLst>
                <a:ext uri="{FF2B5EF4-FFF2-40B4-BE49-F238E27FC236}">
                  <a16:creationId xmlns:a16="http://schemas.microsoft.com/office/drawing/2014/main" id="{FB85F2EE-9AC3-1E7B-8EF4-D1F2EBF67A7A}"/>
                </a:ext>
              </a:extLst>
            </p:cNvPr>
            <p:cNvGrpSpPr>
              <a:grpSpLocks/>
            </p:cNvGrpSpPr>
            <p:nvPr/>
          </p:nvGrpSpPr>
          <p:grpSpPr bwMode="auto">
            <a:xfrm>
              <a:off x="1058863" y="2951163"/>
              <a:ext cx="155575" cy="123825"/>
              <a:chOff x="2181" y="2484"/>
              <a:chExt cx="180" cy="192"/>
            </a:xfrm>
          </p:grpSpPr>
          <p:sp>
            <p:nvSpPr>
              <p:cNvPr id="43479" name="Line 365">
                <a:extLst>
                  <a:ext uri="{FF2B5EF4-FFF2-40B4-BE49-F238E27FC236}">
                    <a16:creationId xmlns:a16="http://schemas.microsoft.com/office/drawing/2014/main" id="{1581168F-D55E-528F-D0EF-86B4D64736CD}"/>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80" name="Line 366">
                <a:extLst>
                  <a:ext uri="{FF2B5EF4-FFF2-40B4-BE49-F238E27FC236}">
                    <a16:creationId xmlns:a16="http://schemas.microsoft.com/office/drawing/2014/main" id="{E6BFE12B-87DC-30F4-1532-7F1B7B40E193}"/>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81" name="Line 367">
                <a:extLst>
                  <a:ext uri="{FF2B5EF4-FFF2-40B4-BE49-F238E27FC236}">
                    <a16:creationId xmlns:a16="http://schemas.microsoft.com/office/drawing/2014/main" id="{321F17F6-1F5B-819B-B41F-00430746C9BD}"/>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09" name="Group 368">
              <a:extLst>
                <a:ext uri="{FF2B5EF4-FFF2-40B4-BE49-F238E27FC236}">
                  <a16:creationId xmlns:a16="http://schemas.microsoft.com/office/drawing/2014/main" id="{C0147FB4-D2EE-5392-75A7-1C1F5BD2400B}"/>
                </a:ext>
              </a:extLst>
            </p:cNvPr>
            <p:cNvGrpSpPr>
              <a:grpSpLocks/>
            </p:cNvGrpSpPr>
            <p:nvPr/>
          </p:nvGrpSpPr>
          <p:grpSpPr bwMode="auto">
            <a:xfrm>
              <a:off x="1279525" y="2951163"/>
              <a:ext cx="155575" cy="123825"/>
              <a:chOff x="2181" y="2484"/>
              <a:chExt cx="180" cy="192"/>
            </a:xfrm>
          </p:grpSpPr>
          <p:sp>
            <p:nvSpPr>
              <p:cNvPr id="43476" name="Line 369">
                <a:extLst>
                  <a:ext uri="{FF2B5EF4-FFF2-40B4-BE49-F238E27FC236}">
                    <a16:creationId xmlns:a16="http://schemas.microsoft.com/office/drawing/2014/main" id="{EF75E296-E745-CC6B-F045-757C7D504C51}"/>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77" name="Line 370">
                <a:extLst>
                  <a:ext uri="{FF2B5EF4-FFF2-40B4-BE49-F238E27FC236}">
                    <a16:creationId xmlns:a16="http://schemas.microsoft.com/office/drawing/2014/main" id="{3B07888E-B3ED-6FAD-C4A5-EA483E9A12D9}"/>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78" name="Line 371">
                <a:extLst>
                  <a:ext uri="{FF2B5EF4-FFF2-40B4-BE49-F238E27FC236}">
                    <a16:creationId xmlns:a16="http://schemas.microsoft.com/office/drawing/2014/main" id="{1E9B5AE6-9A2A-A5FE-4515-8CCD2293B7B7}"/>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10" name="Group 372">
              <a:extLst>
                <a:ext uri="{FF2B5EF4-FFF2-40B4-BE49-F238E27FC236}">
                  <a16:creationId xmlns:a16="http://schemas.microsoft.com/office/drawing/2014/main" id="{438B8C0E-95B9-C1C5-8DA1-756D0ACD2F19}"/>
                </a:ext>
              </a:extLst>
            </p:cNvPr>
            <p:cNvGrpSpPr>
              <a:grpSpLocks/>
            </p:cNvGrpSpPr>
            <p:nvPr/>
          </p:nvGrpSpPr>
          <p:grpSpPr bwMode="auto">
            <a:xfrm>
              <a:off x="641350" y="2951163"/>
              <a:ext cx="155575" cy="123825"/>
              <a:chOff x="2181" y="2484"/>
              <a:chExt cx="180" cy="192"/>
            </a:xfrm>
          </p:grpSpPr>
          <p:sp>
            <p:nvSpPr>
              <p:cNvPr id="43473" name="Line 373">
                <a:extLst>
                  <a:ext uri="{FF2B5EF4-FFF2-40B4-BE49-F238E27FC236}">
                    <a16:creationId xmlns:a16="http://schemas.microsoft.com/office/drawing/2014/main" id="{C9C3EA57-1D79-55C0-7AE3-8669C8CF9B5E}"/>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74" name="Line 374">
                <a:extLst>
                  <a:ext uri="{FF2B5EF4-FFF2-40B4-BE49-F238E27FC236}">
                    <a16:creationId xmlns:a16="http://schemas.microsoft.com/office/drawing/2014/main" id="{6D6FB88B-379A-A6BD-A199-D0D0FA396913}"/>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75" name="Line 375">
                <a:extLst>
                  <a:ext uri="{FF2B5EF4-FFF2-40B4-BE49-F238E27FC236}">
                    <a16:creationId xmlns:a16="http://schemas.microsoft.com/office/drawing/2014/main" id="{FC07AE7F-65AE-61AF-8C06-AE6C1AFBCFED}"/>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11" name="Group 376">
              <a:extLst>
                <a:ext uri="{FF2B5EF4-FFF2-40B4-BE49-F238E27FC236}">
                  <a16:creationId xmlns:a16="http://schemas.microsoft.com/office/drawing/2014/main" id="{A6E8E3A0-5A9C-CF61-3937-010AC1235F58}"/>
                </a:ext>
              </a:extLst>
            </p:cNvPr>
            <p:cNvGrpSpPr>
              <a:grpSpLocks/>
            </p:cNvGrpSpPr>
            <p:nvPr/>
          </p:nvGrpSpPr>
          <p:grpSpPr bwMode="auto">
            <a:xfrm>
              <a:off x="862013" y="2951163"/>
              <a:ext cx="155575" cy="123825"/>
              <a:chOff x="2181" y="2484"/>
              <a:chExt cx="180" cy="192"/>
            </a:xfrm>
          </p:grpSpPr>
          <p:sp>
            <p:nvSpPr>
              <p:cNvPr id="43470" name="Line 377">
                <a:extLst>
                  <a:ext uri="{FF2B5EF4-FFF2-40B4-BE49-F238E27FC236}">
                    <a16:creationId xmlns:a16="http://schemas.microsoft.com/office/drawing/2014/main" id="{C4E79BA6-B31E-8FD4-D6F2-B002B6D623B1}"/>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71" name="Line 378">
                <a:extLst>
                  <a:ext uri="{FF2B5EF4-FFF2-40B4-BE49-F238E27FC236}">
                    <a16:creationId xmlns:a16="http://schemas.microsoft.com/office/drawing/2014/main" id="{2064CE3A-D8F9-D48C-0538-80DE94C6433C}"/>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72" name="Line 379">
                <a:extLst>
                  <a:ext uri="{FF2B5EF4-FFF2-40B4-BE49-F238E27FC236}">
                    <a16:creationId xmlns:a16="http://schemas.microsoft.com/office/drawing/2014/main" id="{C12E1C72-7FBD-98F8-C743-409AC09C9071}"/>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212" name="Text Box 380">
              <a:extLst>
                <a:ext uri="{FF2B5EF4-FFF2-40B4-BE49-F238E27FC236}">
                  <a16:creationId xmlns:a16="http://schemas.microsoft.com/office/drawing/2014/main" id="{EB23D362-609D-814E-5724-FDD0E2E53D7A}"/>
                </a:ext>
              </a:extLst>
            </p:cNvPr>
            <p:cNvSpPr txBox="1">
              <a:spLocks noChangeArrowheads="1"/>
            </p:cNvSpPr>
            <p:nvPr/>
          </p:nvSpPr>
          <p:spPr bwMode="auto">
            <a:xfrm>
              <a:off x="1098550" y="3059113"/>
              <a:ext cx="790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endParaRPr lang="ru-RU" altLang="en-US" sz="1200" b="0" u="none"/>
            </a:p>
          </p:txBody>
        </p:sp>
        <p:grpSp>
          <p:nvGrpSpPr>
            <p:cNvPr id="43213" name="Group 381">
              <a:extLst>
                <a:ext uri="{FF2B5EF4-FFF2-40B4-BE49-F238E27FC236}">
                  <a16:creationId xmlns:a16="http://schemas.microsoft.com/office/drawing/2014/main" id="{388758DE-AC2A-58CF-39A8-4512B518FDE9}"/>
                </a:ext>
              </a:extLst>
            </p:cNvPr>
            <p:cNvGrpSpPr>
              <a:grpSpLocks/>
            </p:cNvGrpSpPr>
            <p:nvPr/>
          </p:nvGrpSpPr>
          <p:grpSpPr bwMode="auto">
            <a:xfrm>
              <a:off x="1668463" y="3294063"/>
              <a:ext cx="157162" cy="123825"/>
              <a:chOff x="2181" y="2484"/>
              <a:chExt cx="180" cy="192"/>
            </a:xfrm>
          </p:grpSpPr>
          <p:sp>
            <p:nvSpPr>
              <p:cNvPr id="43467" name="Line 382">
                <a:extLst>
                  <a:ext uri="{FF2B5EF4-FFF2-40B4-BE49-F238E27FC236}">
                    <a16:creationId xmlns:a16="http://schemas.microsoft.com/office/drawing/2014/main" id="{A6BC10CB-2878-84AF-FEA2-9EFE6F06E8C7}"/>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68" name="Line 383">
                <a:extLst>
                  <a:ext uri="{FF2B5EF4-FFF2-40B4-BE49-F238E27FC236}">
                    <a16:creationId xmlns:a16="http://schemas.microsoft.com/office/drawing/2014/main" id="{90BE5F49-08B3-8123-8DB1-FFABF125072C}"/>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69" name="Line 384">
                <a:extLst>
                  <a:ext uri="{FF2B5EF4-FFF2-40B4-BE49-F238E27FC236}">
                    <a16:creationId xmlns:a16="http://schemas.microsoft.com/office/drawing/2014/main" id="{72BE5A1A-FDAB-51C4-FB39-5302AB530193}"/>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14" name="Group 385">
              <a:extLst>
                <a:ext uri="{FF2B5EF4-FFF2-40B4-BE49-F238E27FC236}">
                  <a16:creationId xmlns:a16="http://schemas.microsoft.com/office/drawing/2014/main" id="{B12633BC-B6A3-13E8-C631-BE47C54DE407}"/>
                </a:ext>
              </a:extLst>
            </p:cNvPr>
            <p:cNvGrpSpPr>
              <a:grpSpLocks/>
            </p:cNvGrpSpPr>
            <p:nvPr/>
          </p:nvGrpSpPr>
          <p:grpSpPr bwMode="auto">
            <a:xfrm>
              <a:off x="1889125" y="3294063"/>
              <a:ext cx="155575" cy="123825"/>
              <a:chOff x="2181" y="2484"/>
              <a:chExt cx="180" cy="192"/>
            </a:xfrm>
          </p:grpSpPr>
          <p:sp>
            <p:nvSpPr>
              <p:cNvPr id="43464" name="Line 386">
                <a:extLst>
                  <a:ext uri="{FF2B5EF4-FFF2-40B4-BE49-F238E27FC236}">
                    <a16:creationId xmlns:a16="http://schemas.microsoft.com/office/drawing/2014/main" id="{4E55CB06-5AC9-DFFF-FD2E-12F43442DCDB}"/>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65" name="Line 387">
                <a:extLst>
                  <a:ext uri="{FF2B5EF4-FFF2-40B4-BE49-F238E27FC236}">
                    <a16:creationId xmlns:a16="http://schemas.microsoft.com/office/drawing/2014/main" id="{3D99A4F6-C5F4-6155-A0BF-9073BA1A9953}"/>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66" name="Line 388">
                <a:extLst>
                  <a:ext uri="{FF2B5EF4-FFF2-40B4-BE49-F238E27FC236}">
                    <a16:creationId xmlns:a16="http://schemas.microsoft.com/office/drawing/2014/main" id="{BB95B829-4DC1-829E-B5A9-C5E751A3F3E2}"/>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15" name="Group 389">
              <a:extLst>
                <a:ext uri="{FF2B5EF4-FFF2-40B4-BE49-F238E27FC236}">
                  <a16:creationId xmlns:a16="http://schemas.microsoft.com/office/drawing/2014/main" id="{8B1C671E-3714-617C-F5F1-1CE90AC12BB5}"/>
                </a:ext>
              </a:extLst>
            </p:cNvPr>
            <p:cNvGrpSpPr>
              <a:grpSpLocks/>
            </p:cNvGrpSpPr>
            <p:nvPr/>
          </p:nvGrpSpPr>
          <p:grpSpPr bwMode="auto">
            <a:xfrm>
              <a:off x="1046163" y="3284538"/>
              <a:ext cx="155575" cy="123825"/>
              <a:chOff x="2181" y="2484"/>
              <a:chExt cx="180" cy="192"/>
            </a:xfrm>
          </p:grpSpPr>
          <p:sp>
            <p:nvSpPr>
              <p:cNvPr id="43461" name="Line 390">
                <a:extLst>
                  <a:ext uri="{FF2B5EF4-FFF2-40B4-BE49-F238E27FC236}">
                    <a16:creationId xmlns:a16="http://schemas.microsoft.com/office/drawing/2014/main" id="{E953018C-0001-6B9B-341C-CF024E20E351}"/>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62" name="Line 391">
                <a:extLst>
                  <a:ext uri="{FF2B5EF4-FFF2-40B4-BE49-F238E27FC236}">
                    <a16:creationId xmlns:a16="http://schemas.microsoft.com/office/drawing/2014/main" id="{3624D40D-AF4C-8F14-531C-8030265BE15E}"/>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63" name="Line 392">
                <a:extLst>
                  <a:ext uri="{FF2B5EF4-FFF2-40B4-BE49-F238E27FC236}">
                    <a16:creationId xmlns:a16="http://schemas.microsoft.com/office/drawing/2014/main" id="{88232D02-BAD0-6AE5-F250-845D5203972A}"/>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16" name="Group 393">
              <a:extLst>
                <a:ext uri="{FF2B5EF4-FFF2-40B4-BE49-F238E27FC236}">
                  <a16:creationId xmlns:a16="http://schemas.microsoft.com/office/drawing/2014/main" id="{5A7F403D-0FA4-E021-1498-86E73A5DEDB9}"/>
                </a:ext>
              </a:extLst>
            </p:cNvPr>
            <p:cNvGrpSpPr>
              <a:grpSpLocks/>
            </p:cNvGrpSpPr>
            <p:nvPr/>
          </p:nvGrpSpPr>
          <p:grpSpPr bwMode="auto">
            <a:xfrm>
              <a:off x="1266825" y="3284538"/>
              <a:ext cx="155575" cy="123825"/>
              <a:chOff x="2181" y="2484"/>
              <a:chExt cx="180" cy="192"/>
            </a:xfrm>
          </p:grpSpPr>
          <p:sp>
            <p:nvSpPr>
              <p:cNvPr id="43458" name="Line 394">
                <a:extLst>
                  <a:ext uri="{FF2B5EF4-FFF2-40B4-BE49-F238E27FC236}">
                    <a16:creationId xmlns:a16="http://schemas.microsoft.com/office/drawing/2014/main" id="{EF6FFC8A-E9AD-DC5C-B751-AEE4E3515693}"/>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59" name="Line 395">
                <a:extLst>
                  <a:ext uri="{FF2B5EF4-FFF2-40B4-BE49-F238E27FC236}">
                    <a16:creationId xmlns:a16="http://schemas.microsoft.com/office/drawing/2014/main" id="{3140D6A7-5764-CDB7-6E6E-388D5A56F903}"/>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60" name="Line 396">
                <a:extLst>
                  <a:ext uri="{FF2B5EF4-FFF2-40B4-BE49-F238E27FC236}">
                    <a16:creationId xmlns:a16="http://schemas.microsoft.com/office/drawing/2014/main" id="{3BE3A04A-B6EB-C9A2-EEC7-524BE269D206}"/>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17" name="Group 397">
              <a:extLst>
                <a:ext uri="{FF2B5EF4-FFF2-40B4-BE49-F238E27FC236}">
                  <a16:creationId xmlns:a16="http://schemas.microsoft.com/office/drawing/2014/main" id="{0E5F3A54-A900-C16B-F363-26BDF8D04D34}"/>
                </a:ext>
              </a:extLst>
            </p:cNvPr>
            <p:cNvGrpSpPr>
              <a:grpSpLocks/>
            </p:cNvGrpSpPr>
            <p:nvPr/>
          </p:nvGrpSpPr>
          <p:grpSpPr bwMode="auto">
            <a:xfrm>
              <a:off x="628650" y="3284538"/>
              <a:ext cx="155575" cy="123825"/>
              <a:chOff x="2181" y="2484"/>
              <a:chExt cx="180" cy="192"/>
            </a:xfrm>
          </p:grpSpPr>
          <p:sp>
            <p:nvSpPr>
              <p:cNvPr id="43455" name="Line 398">
                <a:extLst>
                  <a:ext uri="{FF2B5EF4-FFF2-40B4-BE49-F238E27FC236}">
                    <a16:creationId xmlns:a16="http://schemas.microsoft.com/office/drawing/2014/main" id="{72EDDA4B-0781-8D92-8077-5CACBE74F35E}"/>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56" name="Line 399">
                <a:extLst>
                  <a:ext uri="{FF2B5EF4-FFF2-40B4-BE49-F238E27FC236}">
                    <a16:creationId xmlns:a16="http://schemas.microsoft.com/office/drawing/2014/main" id="{A017BBBA-63DE-3133-0FEA-BB739407FA6F}"/>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57" name="Line 400">
                <a:extLst>
                  <a:ext uri="{FF2B5EF4-FFF2-40B4-BE49-F238E27FC236}">
                    <a16:creationId xmlns:a16="http://schemas.microsoft.com/office/drawing/2014/main" id="{E9721F6B-EBE0-8B61-D95E-BFFE05D7FD31}"/>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18" name="Group 401">
              <a:extLst>
                <a:ext uri="{FF2B5EF4-FFF2-40B4-BE49-F238E27FC236}">
                  <a16:creationId xmlns:a16="http://schemas.microsoft.com/office/drawing/2014/main" id="{7DFD08D0-9166-B0EE-0B04-52E0C60C68CB}"/>
                </a:ext>
              </a:extLst>
            </p:cNvPr>
            <p:cNvGrpSpPr>
              <a:grpSpLocks/>
            </p:cNvGrpSpPr>
            <p:nvPr/>
          </p:nvGrpSpPr>
          <p:grpSpPr bwMode="auto">
            <a:xfrm>
              <a:off x="849313" y="3284538"/>
              <a:ext cx="155575" cy="123825"/>
              <a:chOff x="2181" y="2484"/>
              <a:chExt cx="180" cy="192"/>
            </a:xfrm>
          </p:grpSpPr>
          <p:sp>
            <p:nvSpPr>
              <p:cNvPr id="43452" name="Line 402">
                <a:extLst>
                  <a:ext uri="{FF2B5EF4-FFF2-40B4-BE49-F238E27FC236}">
                    <a16:creationId xmlns:a16="http://schemas.microsoft.com/office/drawing/2014/main" id="{74D46091-8D15-554C-E74B-3F0BCFB6C614}"/>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53" name="Line 403">
                <a:extLst>
                  <a:ext uri="{FF2B5EF4-FFF2-40B4-BE49-F238E27FC236}">
                    <a16:creationId xmlns:a16="http://schemas.microsoft.com/office/drawing/2014/main" id="{0F95BF0E-B0AB-194B-9FD7-588456EE41D4}"/>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54" name="Line 404">
                <a:extLst>
                  <a:ext uri="{FF2B5EF4-FFF2-40B4-BE49-F238E27FC236}">
                    <a16:creationId xmlns:a16="http://schemas.microsoft.com/office/drawing/2014/main" id="{E1E9C84E-3FE8-AD91-AC61-BB3B6377EF36}"/>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219" name="Text Box 405">
              <a:extLst>
                <a:ext uri="{FF2B5EF4-FFF2-40B4-BE49-F238E27FC236}">
                  <a16:creationId xmlns:a16="http://schemas.microsoft.com/office/drawing/2014/main" id="{96D1B5A8-6553-D01F-3C3E-E009C22D6AB4}"/>
                </a:ext>
              </a:extLst>
            </p:cNvPr>
            <p:cNvSpPr txBox="1">
              <a:spLocks noChangeArrowheads="1"/>
            </p:cNvSpPr>
            <p:nvPr/>
          </p:nvSpPr>
          <p:spPr bwMode="auto">
            <a:xfrm>
              <a:off x="1098550" y="3381375"/>
              <a:ext cx="790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endParaRPr lang="ru-RU" altLang="en-US" sz="1200" b="0" u="none"/>
            </a:p>
          </p:txBody>
        </p:sp>
        <p:grpSp>
          <p:nvGrpSpPr>
            <p:cNvPr id="43220" name="Group 406">
              <a:extLst>
                <a:ext uri="{FF2B5EF4-FFF2-40B4-BE49-F238E27FC236}">
                  <a16:creationId xmlns:a16="http://schemas.microsoft.com/office/drawing/2014/main" id="{4CA4FB32-BDC1-E15C-D7EB-416811A7BDE1}"/>
                </a:ext>
              </a:extLst>
            </p:cNvPr>
            <p:cNvGrpSpPr>
              <a:grpSpLocks/>
            </p:cNvGrpSpPr>
            <p:nvPr/>
          </p:nvGrpSpPr>
          <p:grpSpPr bwMode="auto">
            <a:xfrm>
              <a:off x="1668463" y="3616325"/>
              <a:ext cx="157162" cy="125413"/>
              <a:chOff x="2181" y="2484"/>
              <a:chExt cx="180" cy="192"/>
            </a:xfrm>
          </p:grpSpPr>
          <p:sp>
            <p:nvSpPr>
              <p:cNvPr id="43449" name="Line 407">
                <a:extLst>
                  <a:ext uri="{FF2B5EF4-FFF2-40B4-BE49-F238E27FC236}">
                    <a16:creationId xmlns:a16="http://schemas.microsoft.com/office/drawing/2014/main" id="{2F78509D-8654-E936-4504-643F4FA8BB73}"/>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50" name="Line 408">
                <a:extLst>
                  <a:ext uri="{FF2B5EF4-FFF2-40B4-BE49-F238E27FC236}">
                    <a16:creationId xmlns:a16="http://schemas.microsoft.com/office/drawing/2014/main" id="{DEA19826-F10A-AE67-3203-AA4A4D994564}"/>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51" name="Line 409">
                <a:extLst>
                  <a:ext uri="{FF2B5EF4-FFF2-40B4-BE49-F238E27FC236}">
                    <a16:creationId xmlns:a16="http://schemas.microsoft.com/office/drawing/2014/main" id="{BA70E510-E3DA-4912-4DA6-64B0A1122B3A}"/>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21" name="Group 410">
              <a:extLst>
                <a:ext uri="{FF2B5EF4-FFF2-40B4-BE49-F238E27FC236}">
                  <a16:creationId xmlns:a16="http://schemas.microsoft.com/office/drawing/2014/main" id="{25C5C119-01ED-3EA6-7616-2CF3DD74ADC4}"/>
                </a:ext>
              </a:extLst>
            </p:cNvPr>
            <p:cNvGrpSpPr>
              <a:grpSpLocks/>
            </p:cNvGrpSpPr>
            <p:nvPr/>
          </p:nvGrpSpPr>
          <p:grpSpPr bwMode="auto">
            <a:xfrm>
              <a:off x="1889125" y="3616325"/>
              <a:ext cx="155575" cy="125413"/>
              <a:chOff x="2181" y="2484"/>
              <a:chExt cx="180" cy="192"/>
            </a:xfrm>
          </p:grpSpPr>
          <p:sp>
            <p:nvSpPr>
              <p:cNvPr id="43446" name="Line 411">
                <a:extLst>
                  <a:ext uri="{FF2B5EF4-FFF2-40B4-BE49-F238E27FC236}">
                    <a16:creationId xmlns:a16="http://schemas.microsoft.com/office/drawing/2014/main" id="{98CB1A40-79B3-5D6C-08DA-481949A4E579}"/>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47" name="Line 412">
                <a:extLst>
                  <a:ext uri="{FF2B5EF4-FFF2-40B4-BE49-F238E27FC236}">
                    <a16:creationId xmlns:a16="http://schemas.microsoft.com/office/drawing/2014/main" id="{48D33B35-D70F-2312-FC91-D303439C7280}"/>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48" name="Line 413">
                <a:extLst>
                  <a:ext uri="{FF2B5EF4-FFF2-40B4-BE49-F238E27FC236}">
                    <a16:creationId xmlns:a16="http://schemas.microsoft.com/office/drawing/2014/main" id="{CFCA03EA-6DF0-32BA-DB66-9198E0309DF3}"/>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22" name="Group 414">
              <a:extLst>
                <a:ext uri="{FF2B5EF4-FFF2-40B4-BE49-F238E27FC236}">
                  <a16:creationId xmlns:a16="http://schemas.microsoft.com/office/drawing/2014/main" id="{743BBE30-D305-0775-364F-807E91F44F96}"/>
                </a:ext>
              </a:extLst>
            </p:cNvPr>
            <p:cNvGrpSpPr>
              <a:grpSpLocks/>
            </p:cNvGrpSpPr>
            <p:nvPr/>
          </p:nvGrpSpPr>
          <p:grpSpPr bwMode="auto">
            <a:xfrm>
              <a:off x="1046163" y="3606800"/>
              <a:ext cx="155575" cy="125413"/>
              <a:chOff x="2181" y="2484"/>
              <a:chExt cx="180" cy="192"/>
            </a:xfrm>
          </p:grpSpPr>
          <p:sp>
            <p:nvSpPr>
              <p:cNvPr id="43443" name="Line 415">
                <a:extLst>
                  <a:ext uri="{FF2B5EF4-FFF2-40B4-BE49-F238E27FC236}">
                    <a16:creationId xmlns:a16="http://schemas.microsoft.com/office/drawing/2014/main" id="{C53AFC92-CD57-B2AA-27E4-00224CF04A0F}"/>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44" name="Line 416">
                <a:extLst>
                  <a:ext uri="{FF2B5EF4-FFF2-40B4-BE49-F238E27FC236}">
                    <a16:creationId xmlns:a16="http://schemas.microsoft.com/office/drawing/2014/main" id="{5AEE3F4E-7FE8-0B75-2190-791E45110FBF}"/>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45" name="Line 417">
                <a:extLst>
                  <a:ext uri="{FF2B5EF4-FFF2-40B4-BE49-F238E27FC236}">
                    <a16:creationId xmlns:a16="http://schemas.microsoft.com/office/drawing/2014/main" id="{B597F538-00F7-627C-5ACC-A10DC8BCA4EC}"/>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23" name="Group 418">
              <a:extLst>
                <a:ext uri="{FF2B5EF4-FFF2-40B4-BE49-F238E27FC236}">
                  <a16:creationId xmlns:a16="http://schemas.microsoft.com/office/drawing/2014/main" id="{C0B5BF90-A74B-8B02-EB6C-25DA50B2EAA0}"/>
                </a:ext>
              </a:extLst>
            </p:cNvPr>
            <p:cNvGrpSpPr>
              <a:grpSpLocks/>
            </p:cNvGrpSpPr>
            <p:nvPr/>
          </p:nvGrpSpPr>
          <p:grpSpPr bwMode="auto">
            <a:xfrm>
              <a:off x="1266825" y="3606800"/>
              <a:ext cx="155575" cy="125413"/>
              <a:chOff x="2181" y="2484"/>
              <a:chExt cx="180" cy="192"/>
            </a:xfrm>
          </p:grpSpPr>
          <p:sp>
            <p:nvSpPr>
              <p:cNvPr id="43440" name="Line 419">
                <a:extLst>
                  <a:ext uri="{FF2B5EF4-FFF2-40B4-BE49-F238E27FC236}">
                    <a16:creationId xmlns:a16="http://schemas.microsoft.com/office/drawing/2014/main" id="{06B2CFAC-75FB-6220-D7D2-4B80016E0875}"/>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41" name="Line 420">
                <a:extLst>
                  <a:ext uri="{FF2B5EF4-FFF2-40B4-BE49-F238E27FC236}">
                    <a16:creationId xmlns:a16="http://schemas.microsoft.com/office/drawing/2014/main" id="{FA1F3917-E5B8-800F-C817-F96466D148AF}"/>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42" name="Line 421">
                <a:extLst>
                  <a:ext uri="{FF2B5EF4-FFF2-40B4-BE49-F238E27FC236}">
                    <a16:creationId xmlns:a16="http://schemas.microsoft.com/office/drawing/2014/main" id="{C6BCDF6A-679C-AFC5-9702-2B82B3143ED7}"/>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24" name="Group 422">
              <a:extLst>
                <a:ext uri="{FF2B5EF4-FFF2-40B4-BE49-F238E27FC236}">
                  <a16:creationId xmlns:a16="http://schemas.microsoft.com/office/drawing/2014/main" id="{C62A6A37-9D3C-C574-47AA-0CFBFB18AF98}"/>
                </a:ext>
              </a:extLst>
            </p:cNvPr>
            <p:cNvGrpSpPr>
              <a:grpSpLocks/>
            </p:cNvGrpSpPr>
            <p:nvPr/>
          </p:nvGrpSpPr>
          <p:grpSpPr bwMode="auto">
            <a:xfrm>
              <a:off x="628650" y="3606800"/>
              <a:ext cx="155575" cy="125413"/>
              <a:chOff x="2181" y="2484"/>
              <a:chExt cx="180" cy="192"/>
            </a:xfrm>
          </p:grpSpPr>
          <p:sp>
            <p:nvSpPr>
              <p:cNvPr id="43437" name="Line 423">
                <a:extLst>
                  <a:ext uri="{FF2B5EF4-FFF2-40B4-BE49-F238E27FC236}">
                    <a16:creationId xmlns:a16="http://schemas.microsoft.com/office/drawing/2014/main" id="{BEAAC0CA-812B-0BB1-C1AD-CBEF8583C4EE}"/>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38" name="Line 424">
                <a:extLst>
                  <a:ext uri="{FF2B5EF4-FFF2-40B4-BE49-F238E27FC236}">
                    <a16:creationId xmlns:a16="http://schemas.microsoft.com/office/drawing/2014/main" id="{BDF6EF06-76B6-C827-7A66-36437602666D}"/>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39" name="Line 425">
                <a:extLst>
                  <a:ext uri="{FF2B5EF4-FFF2-40B4-BE49-F238E27FC236}">
                    <a16:creationId xmlns:a16="http://schemas.microsoft.com/office/drawing/2014/main" id="{74B7F8E9-EE90-5001-1376-474C24BB5599}"/>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25" name="Group 426">
              <a:extLst>
                <a:ext uri="{FF2B5EF4-FFF2-40B4-BE49-F238E27FC236}">
                  <a16:creationId xmlns:a16="http://schemas.microsoft.com/office/drawing/2014/main" id="{CCC311F4-AA73-C3B4-B8AA-3979DD9F0EA0}"/>
                </a:ext>
              </a:extLst>
            </p:cNvPr>
            <p:cNvGrpSpPr>
              <a:grpSpLocks/>
            </p:cNvGrpSpPr>
            <p:nvPr/>
          </p:nvGrpSpPr>
          <p:grpSpPr bwMode="auto">
            <a:xfrm>
              <a:off x="849313" y="3606800"/>
              <a:ext cx="155575" cy="125413"/>
              <a:chOff x="2181" y="2484"/>
              <a:chExt cx="180" cy="192"/>
            </a:xfrm>
          </p:grpSpPr>
          <p:sp>
            <p:nvSpPr>
              <p:cNvPr id="43434" name="Line 427">
                <a:extLst>
                  <a:ext uri="{FF2B5EF4-FFF2-40B4-BE49-F238E27FC236}">
                    <a16:creationId xmlns:a16="http://schemas.microsoft.com/office/drawing/2014/main" id="{3FB07112-5765-9C42-3616-2D1B3C598B61}"/>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35" name="Line 428">
                <a:extLst>
                  <a:ext uri="{FF2B5EF4-FFF2-40B4-BE49-F238E27FC236}">
                    <a16:creationId xmlns:a16="http://schemas.microsoft.com/office/drawing/2014/main" id="{686A5B44-DF0C-DE00-8EBF-218854B27502}"/>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36" name="Line 429">
                <a:extLst>
                  <a:ext uri="{FF2B5EF4-FFF2-40B4-BE49-F238E27FC236}">
                    <a16:creationId xmlns:a16="http://schemas.microsoft.com/office/drawing/2014/main" id="{DA837D1C-E308-9D0B-6303-2CBBF6C6CA88}"/>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226" name="Text Box 430">
              <a:extLst>
                <a:ext uri="{FF2B5EF4-FFF2-40B4-BE49-F238E27FC236}">
                  <a16:creationId xmlns:a16="http://schemas.microsoft.com/office/drawing/2014/main" id="{D3811963-D769-0AED-0813-F39B9ADC1223}"/>
                </a:ext>
              </a:extLst>
            </p:cNvPr>
            <p:cNvSpPr txBox="1">
              <a:spLocks noChangeArrowheads="1"/>
            </p:cNvSpPr>
            <p:nvPr/>
          </p:nvSpPr>
          <p:spPr bwMode="auto">
            <a:xfrm>
              <a:off x="1098550" y="3752850"/>
              <a:ext cx="790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endParaRPr lang="ru-RU" altLang="en-US" sz="1200" b="0" u="none"/>
            </a:p>
          </p:txBody>
        </p:sp>
        <p:grpSp>
          <p:nvGrpSpPr>
            <p:cNvPr id="43227" name="Group 431">
              <a:extLst>
                <a:ext uri="{FF2B5EF4-FFF2-40B4-BE49-F238E27FC236}">
                  <a16:creationId xmlns:a16="http://schemas.microsoft.com/office/drawing/2014/main" id="{5F6ECA02-3EDC-A71F-2C0B-354EDB5E2A64}"/>
                </a:ext>
              </a:extLst>
            </p:cNvPr>
            <p:cNvGrpSpPr>
              <a:grpSpLocks/>
            </p:cNvGrpSpPr>
            <p:nvPr/>
          </p:nvGrpSpPr>
          <p:grpSpPr bwMode="auto">
            <a:xfrm>
              <a:off x="1668463" y="3987800"/>
              <a:ext cx="157162" cy="125413"/>
              <a:chOff x="2181" y="2484"/>
              <a:chExt cx="180" cy="192"/>
            </a:xfrm>
          </p:grpSpPr>
          <p:sp>
            <p:nvSpPr>
              <p:cNvPr id="43431" name="Line 432">
                <a:extLst>
                  <a:ext uri="{FF2B5EF4-FFF2-40B4-BE49-F238E27FC236}">
                    <a16:creationId xmlns:a16="http://schemas.microsoft.com/office/drawing/2014/main" id="{D94E1ED7-72CE-C950-4B15-96A5E864850B}"/>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32" name="Line 433">
                <a:extLst>
                  <a:ext uri="{FF2B5EF4-FFF2-40B4-BE49-F238E27FC236}">
                    <a16:creationId xmlns:a16="http://schemas.microsoft.com/office/drawing/2014/main" id="{9CEB97FF-1968-8069-ECD3-2DE7F8F31873}"/>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33" name="Line 434">
                <a:extLst>
                  <a:ext uri="{FF2B5EF4-FFF2-40B4-BE49-F238E27FC236}">
                    <a16:creationId xmlns:a16="http://schemas.microsoft.com/office/drawing/2014/main" id="{F3790BDF-B85F-BC9E-8FF0-6AF83900C91F}"/>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28" name="Group 435">
              <a:extLst>
                <a:ext uri="{FF2B5EF4-FFF2-40B4-BE49-F238E27FC236}">
                  <a16:creationId xmlns:a16="http://schemas.microsoft.com/office/drawing/2014/main" id="{478E47EB-AC4E-3F28-5F86-4AFD9F48F99C}"/>
                </a:ext>
              </a:extLst>
            </p:cNvPr>
            <p:cNvGrpSpPr>
              <a:grpSpLocks/>
            </p:cNvGrpSpPr>
            <p:nvPr/>
          </p:nvGrpSpPr>
          <p:grpSpPr bwMode="auto">
            <a:xfrm>
              <a:off x="1889125" y="3987800"/>
              <a:ext cx="155575" cy="125413"/>
              <a:chOff x="2181" y="2484"/>
              <a:chExt cx="180" cy="192"/>
            </a:xfrm>
          </p:grpSpPr>
          <p:sp>
            <p:nvSpPr>
              <p:cNvPr id="43428" name="Line 436">
                <a:extLst>
                  <a:ext uri="{FF2B5EF4-FFF2-40B4-BE49-F238E27FC236}">
                    <a16:creationId xmlns:a16="http://schemas.microsoft.com/office/drawing/2014/main" id="{CA3140B8-6BD8-F2B7-2C55-24AB2B7CF2AF}"/>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29" name="Line 437">
                <a:extLst>
                  <a:ext uri="{FF2B5EF4-FFF2-40B4-BE49-F238E27FC236}">
                    <a16:creationId xmlns:a16="http://schemas.microsoft.com/office/drawing/2014/main" id="{57057F70-10FE-37E0-3F65-6185FF25007D}"/>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30" name="Line 438">
                <a:extLst>
                  <a:ext uri="{FF2B5EF4-FFF2-40B4-BE49-F238E27FC236}">
                    <a16:creationId xmlns:a16="http://schemas.microsoft.com/office/drawing/2014/main" id="{D14A614B-C3E7-002C-CED1-357B608B23F9}"/>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29" name="Group 439">
              <a:extLst>
                <a:ext uri="{FF2B5EF4-FFF2-40B4-BE49-F238E27FC236}">
                  <a16:creationId xmlns:a16="http://schemas.microsoft.com/office/drawing/2014/main" id="{67E1D7F4-3D55-73F3-FF69-3253750B614F}"/>
                </a:ext>
              </a:extLst>
            </p:cNvPr>
            <p:cNvGrpSpPr>
              <a:grpSpLocks/>
            </p:cNvGrpSpPr>
            <p:nvPr/>
          </p:nvGrpSpPr>
          <p:grpSpPr bwMode="auto">
            <a:xfrm>
              <a:off x="1046163" y="3978275"/>
              <a:ext cx="155575" cy="125413"/>
              <a:chOff x="2181" y="2484"/>
              <a:chExt cx="180" cy="192"/>
            </a:xfrm>
          </p:grpSpPr>
          <p:sp>
            <p:nvSpPr>
              <p:cNvPr id="43425" name="Line 440">
                <a:extLst>
                  <a:ext uri="{FF2B5EF4-FFF2-40B4-BE49-F238E27FC236}">
                    <a16:creationId xmlns:a16="http://schemas.microsoft.com/office/drawing/2014/main" id="{9E82699C-805F-E3C0-32E2-90B6C5F8683C}"/>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26" name="Line 441">
                <a:extLst>
                  <a:ext uri="{FF2B5EF4-FFF2-40B4-BE49-F238E27FC236}">
                    <a16:creationId xmlns:a16="http://schemas.microsoft.com/office/drawing/2014/main" id="{AA6DEF2F-90EC-DDA3-0CFF-3F347DCF8007}"/>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27" name="Line 442">
                <a:extLst>
                  <a:ext uri="{FF2B5EF4-FFF2-40B4-BE49-F238E27FC236}">
                    <a16:creationId xmlns:a16="http://schemas.microsoft.com/office/drawing/2014/main" id="{76D2D1F6-D1F5-3A73-1F4B-0492AEAC3A57}"/>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30" name="Group 443">
              <a:extLst>
                <a:ext uri="{FF2B5EF4-FFF2-40B4-BE49-F238E27FC236}">
                  <a16:creationId xmlns:a16="http://schemas.microsoft.com/office/drawing/2014/main" id="{6383A5A0-16C7-1D1F-25F9-B8A2148AB8DB}"/>
                </a:ext>
              </a:extLst>
            </p:cNvPr>
            <p:cNvGrpSpPr>
              <a:grpSpLocks/>
            </p:cNvGrpSpPr>
            <p:nvPr/>
          </p:nvGrpSpPr>
          <p:grpSpPr bwMode="auto">
            <a:xfrm>
              <a:off x="1266825" y="3978275"/>
              <a:ext cx="155575" cy="125413"/>
              <a:chOff x="2181" y="2484"/>
              <a:chExt cx="180" cy="192"/>
            </a:xfrm>
          </p:grpSpPr>
          <p:sp>
            <p:nvSpPr>
              <p:cNvPr id="43422" name="Line 444">
                <a:extLst>
                  <a:ext uri="{FF2B5EF4-FFF2-40B4-BE49-F238E27FC236}">
                    <a16:creationId xmlns:a16="http://schemas.microsoft.com/office/drawing/2014/main" id="{5EBB584D-D051-40D1-286E-224FE2B16E1A}"/>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23" name="Line 445">
                <a:extLst>
                  <a:ext uri="{FF2B5EF4-FFF2-40B4-BE49-F238E27FC236}">
                    <a16:creationId xmlns:a16="http://schemas.microsoft.com/office/drawing/2014/main" id="{4885B3E6-42B8-F668-F6BF-64E32223C52E}"/>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24" name="Line 446">
                <a:extLst>
                  <a:ext uri="{FF2B5EF4-FFF2-40B4-BE49-F238E27FC236}">
                    <a16:creationId xmlns:a16="http://schemas.microsoft.com/office/drawing/2014/main" id="{5349D299-114C-020D-81FD-29AAFF82989A}"/>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31" name="Group 447">
              <a:extLst>
                <a:ext uri="{FF2B5EF4-FFF2-40B4-BE49-F238E27FC236}">
                  <a16:creationId xmlns:a16="http://schemas.microsoft.com/office/drawing/2014/main" id="{0707FFF4-82FC-6370-FFE5-25502278024A}"/>
                </a:ext>
              </a:extLst>
            </p:cNvPr>
            <p:cNvGrpSpPr>
              <a:grpSpLocks/>
            </p:cNvGrpSpPr>
            <p:nvPr/>
          </p:nvGrpSpPr>
          <p:grpSpPr bwMode="auto">
            <a:xfrm>
              <a:off x="628650" y="3978275"/>
              <a:ext cx="155575" cy="125413"/>
              <a:chOff x="2181" y="2484"/>
              <a:chExt cx="180" cy="192"/>
            </a:xfrm>
          </p:grpSpPr>
          <p:sp>
            <p:nvSpPr>
              <p:cNvPr id="43419" name="Line 448">
                <a:extLst>
                  <a:ext uri="{FF2B5EF4-FFF2-40B4-BE49-F238E27FC236}">
                    <a16:creationId xmlns:a16="http://schemas.microsoft.com/office/drawing/2014/main" id="{99D0D92B-C2ED-6803-1C7F-978402F5CCE7}"/>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20" name="Line 449">
                <a:extLst>
                  <a:ext uri="{FF2B5EF4-FFF2-40B4-BE49-F238E27FC236}">
                    <a16:creationId xmlns:a16="http://schemas.microsoft.com/office/drawing/2014/main" id="{060B76DA-0B2F-EB06-7F97-47157A6C0097}"/>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21" name="Line 450">
                <a:extLst>
                  <a:ext uri="{FF2B5EF4-FFF2-40B4-BE49-F238E27FC236}">
                    <a16:creationId xmlns:a16="http://schemas.microsoft.com/office/drawing/2014/main" id="{747257F7-037B-0FF0-2FA9-5D351D9A2006}"/>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32" name="Group 451">
              <a:extLst>
                <a:ext uri="{FF2B5EF4-FFF2-40B4-BE49-F238E27FC236}">
                  <a16:creationId xmlns:a16="http://schemas.microsoft.com/office/drawing/2014/main" id="{ED1EBC75-275E-FC7F-B115-872682868B64}"/>
                </a:ext>
              </a:extLst>
            </p:cNvPr>
            <p:cNvGrpSpPr>
              <a:grpSpLocks/>
            </p:cNvGrpSpPr>
            <p:nvPr/>
          </p:nvGrpSpPr>
          <p:grpSpPr bwMode="auto">
            <a:xfrm>
              <a:off x="849313" y="3978275"/>
              <a:ext cx="155575" cy="125413"/>
              <a:chOff x="2181" y="2484"/>
              <a:chExt cx="180" cy="192"/>
            </a:xfrm>
          </p:grpSpPr>
          <p:sp>
            <p:nvSpPr>
              <p:cNvPr id="43416" name="Line 452">
                <a:extLst>
                  <a:ext uri="{FF2B5EF4-FFF2-40B4-BE49-F238E27FC236}">
                    <a16:creationId xmlns:a16="http://schemas.microsoft.com/office/drawing/2014/main" id="{E7988B33-1122-490E-696D-7A98273E6BFD}"/>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17" name="Line 453">
                <a:extLst>
                  <a:ext uri="{FF2B5EF4-FFF2-40B4-BE49-F238E27FC236}">
                    <a16:creationId xmlns:a16="http://schemas.microsoft.com/office/drawing/2014/main" id="{EA8880AB-02C4-C901-5D55-0DFDA6AB867D}"/>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18" name="Line 454">
                <a:extLst>
                  <a:ext uri="{FF2B5EF4-FFF2-40B4-BE49-F238E27FC236}">
                    <a16:creationId xmlns:a16="http://schemas.microsoft.com/office/drawing/2014/main" id="{ADC7E51A-3B6C-1EA5-7AD7-12F00CAE30CA}"/>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233" name="Text Box 455">
              <a:extLst>
                <a:ext uri="{FF2B5EF4-FFF2-40B4-BE49-F238E27FC236}">
                  <a16:creationId xmlns:a16="http://schemas.microsoft.com/office/drawing/2014/main" id="{BCCAB7F0-E2F4-5079-2010-F5503E09818B}"/>
                </a:ext>
              </a:extLst>
            </p:cNvPr>
            <p:cNvSpPr txBox="1">
              <a:spLocks noChangeArrowheads="1"/>
            </p:cNvSpPr>
            <p:nvPr/>
          </p:nvSpPr>
          <p:spPr bwMode="auto">
            <a:xfrm>
              <a:off x="1111250" y="4056063"/>
              <a:ext cx="790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endParaRPr lang="ru-RU" altLang="en-US" sz="1200" b="0" u="none"/>
            </a:p>
          </p:txBody>
        </p:sp>
        <p:grpSp>
          <p:nvGrpSpPr>
            <p:cNvPr id="43234" name="Group 456">
              <a:extLst>
                <a:ext uri="{FF2B5EF4-FFF2-40B4-BE49-F238E27FC236}">
                  <a16:creationId xmlns:a16="http://schemas.microsoft.com/office/drawing/2014/main" id="{64E840BD-56E3-BEA0-8272-C91606B4ED37}"/>
                </a:ext>
              </a:extLst>
            </p:cNvPr>
            <p:cNvGrpSpPr>
              <a:grpSpLocks/>
            </p:cNvGrpSpPr>
            <p:nvPr/>
          </p:nvGrpSpPr>
          <p:grpSpPr bwMode="auto">
            <a:xfrm>
              <a:off x="1681163" y="4291013"/>
              <a:ext cx="157162" cy="125412"/>
              <a:chOff x="2181" y="2484"/>
              <a:chExt cx="180" cy="192"/>
            </a:xfrm>
          </p:grpSpPr>
          <p:sp>
            <p:nvSpPr>
              <p:cNvPr id="43413" name="Line 457">
                <a:extLst>
                  <a:ext uri="{FF2B5EF4-FFF2-40B4-BE49-F238E27FC236}">
                    <a16:creationId xmlns:a16="http://schemas.microsoft.com/office/drawing/2014/main" id="{389EB678-50A9-7C81-9544-FF98B5E81D99}"/>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14" name="Line 458">
                <a:extLst>
                  <a:ext uri="{FF2B5EF4-FFF2-40B4-BE49-F238E27FC236}">
                    <a16:creationId xmlns:a16="http://schemas.microsoft.com/office/drawing/2014/main" id="{AB859DE3-7836-A9F5-BBC3-BE49D073F7F2}"/>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15" name="Line 459">
                <a:extLst>
                  <a:ext uri="{FF2B5EF4-FFF2-40B4-BE49-F238E27FC236}">
                    <a16:creationId xmlns:a16="http://schemas.microsoft.com/office/drawing/2014/main" id="{00D08EF6-7EC2-147B-0D8B-A85EA4A4FD7F}"/>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35" name="Group 460">
              <a:extLst>
                <a:ext uri="{FF2B5EF4-FFF2-40B4-BE49-F238E27FC236}">
                  <a16:creationId xmlns:a16="http://schemas.microsoft.com/office/drawing/2014/main" id="{49F1303E-0EB0-2115-B945-A5CAAD2049E6}"/>
                </a:ext>
              </a:extLst>
            </p:cNvPr>
            <p:cNvGrpSpPr>
              <a:grpSpLocks/>
            </p:cNvGrpSpPr>
            <p:nvPr/>
          </p:nvGrpSpPr>
          <p:grpSpPr bwMode="auto">
            <a:xfrm>
              <a:off x="1901825" y="4291013"/>
              <a:ext cx="157163" cy="125412"/>
              <a:chOff x="2181" y="2484"/>
              <a:chExt cx="180" cy="192"/>
            </a:xfrm>
          </p:grpSpPr>
          <p:sp>
            <p:nvSpPr>
              <p:cNvPr id="43410" name="Line 461">
                <a:extLst>
                  <a:ext uri="{FF2B5EF4-FFF2-40B4-BE49-F238E27FC236}">
                    <a16:creationId xmlns:a16="http://schemas.microsoft.com/office/drawing/2014/main" id="{55A7726F-0E5D-D9F8-3EFE-0A105869EC1D}"/>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11" name="Line 462">
                <a:extLst>
                  <a:ext uri="{FF2B5EF4-FFF2-40B4-BE49-F238E27FC236}">
                    <a16:creationId xmlns:a16="http://schemas.microsoft.com/office/drawing/2014/main" id="{C89FE4D5-04F5-56DE-67F3-A2813165D97A}"/>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12" name="Line 463">
                <a:extLst>
                  <a:ext uri="{FF2B5EF4-FFF2-40B4-BE49-F238E27FC236}">
                    <a16:creationId xmlns:a16="http://schemas.microsoft.com/office/drawing/2014/main" id="{835BE9F4-F817-E872-C81C-A5E5B6532AE1}"/>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36" name="Group 464">
              <a:extLst>
                <a:ext uri="{FF2B5EF4-FFF2-40B4-BE49-F238E27FC236}">
                  <a16:creationId xmlns:a16="http://schemas.microsoft.com/office/drawing/2014/main" id="{F3F3F67F-4C8B-87CD-E3BE-E87DC561AB37}"/>
                </a:ext>
              </a:extLst>
            </p:cNvPr>
            <p:cNvGrpSpPr>
              <a:grpSpLocks/>
            </p:cNvGrpSpPr>
            <p:nvPr/>
          </p:nvGrpSpPr>
          <p:grpSpPr bwMode="auto">
            <a:xfrm>
              <a:off x="1058863" y="4281488"/>
              <a:ext cx="155575" cy="125412"/>
              <a:chOff x="2181" y="2484"/>
              <a:chExt cx="180" cy="192"/>
            </a:xfrm>
          </p:grpSpPr>
          <p:sp>
            <p:nvSpPr>
              <p:cNvPr id="43407" name="Line 465">
                <a:extLst>
                  <a:ext uri="{FF2B5EF4-FFF2-40B4-BE49-F238E27FC236}">
                    <a16:creationId xmlns:a16="http://schemas.microsoft.com/office/drawing/2014/main" id="{CFF5D1E0-4FD2-77E9-190D-121B2E54FC84}"/>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08" name="Line 466">
                <a:extLst>
                  <a:ext uri="{FF2B5EF4-FFF2-40B4-BE49-F238E27FC236}">
                    <a16:creationId xmlns:a16="http://schemas.microsoft.com/office/drawing/2014/main" id="{25D86D46-B4BD-317C-AC2A-80880BE8ABF0}"/>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09" name="Line 467">
                <a:extLst>
                  <a:ext uri="{FF2B5EF4-FFF2-40B4-BE49-F238E27FC236}">
                    <a16:creationId xmlns:a16="http://schemas.microsoft.com/office/drawing/2014/main" id="{87318810-879C-13DF-BC64-72DECF16E34A}"/>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37" name="Group 468">
              <a:extLst>
                <a:ext uri="{FF2B5EF4-FFF2-40B4-BE49-F238E27FC236}">
                  <a16:creationId xmlns:a16="http://schemas.microsoft.com/office/drawing/2014/main" id="{46E509BF-E745-572E-5383-C59406765D85}"/>
                </a:ext>
              </a:extLst>
            </p:cNvPr>
            <p:cNvGrpSpPr>
              <a:grpSpLocks/>
            </p:cNvGrpSpPr>
            <p:nvPr/>
          </p:nvGrpSpPr>
          <p:grpSpPr bwMode="auto">
            <a:xfrm>
              <a:off x="1279525" y="4281488"/>
              <a:ext cx="155575" cy="125412"/>
              <a:chOff x="2181" y="2484"/>
              <a:chExt cx="180" cy="192"/>
            </a:xfrm>
          </p:grpSpPr>
          <p:sp>
            <p:nvSpPr>
              <p:cNvPr id="43404" name="Line 469">
                <a:extLst>
                  <a:ext uri="{FF2B5EF4-FFF2-40B4-BE49-F238E27FC236}">
                    <a16:creationId xmlns:a16="http://schemas.microsoft.com/office/drawing/2014/main" id="{715D02BA-B0CB-753C-2EE3-6312012416B8}"/>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05" name="Line 470">
                <a:extLst>
                  <a:ext uri="{FF2B5EF4-FFF2-40B4-BE49-F238E27FC236}">
                    <a16:creationId xmlns:a16="http://schemas.microsoft.com/office/drawing/2014/main" id="{C947A09F-9992-8878-2F4D-90589D8F3825}"/>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06" name="Line 471">
                <a:extLst>
                  <a:ext uri="{FF2B5EF4-FFF2-40B4-BE49-F238E27FC236}">
                    <a16:creationId xmlns:a16="http://schemas.microsoft.com/office/drawing/2014/main" id="{A2A0EB40-EBA0-19BF-7BEB-9094488441A9}"/>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38" name="Group 472">
              <a:extLst>
                <a:ext uri="{FF2B5EF4-FFF2-40B4-BE49-F238E27FC236}">
                  <a16:creationId xmlns:a16="http://schemas.microsoft.com/office/drawing/2014/main" id="{F0E10425-7FC3-6966-6573-947AA5D0E3F5}"/>
                </a:ext>
              </a:extLst>
            </p:cNvPr>
            <p:cNvGrpSpPr>
              <a:grpSpLocks/>
            </p:cNvGrpSpPr>
            <p:nvPr/>
          </p:nvGrpSpPr>
          <p:grpSpPr bwMode="auto">
            <a:xfrm>
              <a:off x="641350" y="4281488"/>
              <a:ext cx="155575" cy="125412"/>
              <a:chOff x="2181" y="2484"/>
              <a:chExt cx="180" cy="192"/>
            </a:xfrm>
          </p:grpSpPr>
          <p:sp>
            <p:nvSpPr>
              <p:cNvPr id="43401" name="Line 473">
                <a:extLst>
                  <a:ext uri="{FF2B5EF4-FFF2-40B4-BE49-F238E27FC236}">
                    <a16:creationId xmlns:a16="http://schemas.microsoft.com/office/drawing/2014/main" id="{D8D40F67-2507-6F2B-5636-9E6821616DD4}"/>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02" name="Line 474">
                <a:extLst>
                  <a:ext uri="{FF2B5EF4-FFF2-40B4-BE49-F238E27FC236}">
                    <a16:creationId xmlns:a16="http://schemas.microsoft.com/office/drawing/2014/main" id="{785E1CE2-9BFA-D5FF-4C78-CB33DD317D35}"/>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03" name="Line 475">
                <a:extLst>
                  <a:ext uri="{FF2B5EF4-FFF2-40B4-BE49-F238E27FC236}">
                    <a16:creationId xmlns:a16="http://schemas.microsoft.com/office/drawing/2014/main" id="{F2565AD4-0C58-B92B-C78A-95130E9F8FFD}"/>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39" name="Group 476">
              <a:extLst>
                <a:ext uri="{FF2B5EF4-FFF2-40B4-BE49-F238E27FC236}">
                  <a16:creationId xmlns:a16="http://schemas.microsoft.com/office/drawing/2014/main" id="{DF084935-CBDF-132B-3DA3-FE9556BD20CA}"/>
                </a:ext>
              </a:extLst>
            </p:cNvPr>
            <p:cNvGrpSpPr>
              <a:grpSpLocks/>
            </p:cNvGrpSpPr>
            <p:nvPr/>
          </p:nvGrpSpPr>
          <p:grpSpPr bwMode="auto">
            <a:xfrm>
              <a:off x="862013" y="4281488"/>
              <a:ext cx="155575" cy="125412"/>
              <a:chOff x="2181" y="2484"/>
              <a:chExt cx="180" cy="192"/>
            </a:xfrm>
          </p:grpSpPr>
          <p:sp>
            <p:nvSpPr>
              <p:cNvPr id="43398" name="Line 477">
                <a:extLst>
                  <a:ext uri="{FF2B5EF4-FFF2-40B4-BE49-F238E27FC236}">
                    <a16:creationId xmlns:a16="http://schemas.microsoft.com/office/drawing/2014/main" id="{EBC64BA2-1FD9-C032-A7AA-69B65B6397B8}"/>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99" name="Line 478">
                <a:extLst>
                  <a:ext uri="{FF2B5EF4-FFF2-40B4-BE49-F238E27FC236}">
                    <a16:creationId xmlns:a16="http://schemas.microsoft.com/office/drawing/2014/main" id="{3EABC331-F3B5-60BF-EF5E-A5DF0BE16444}"/>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400" name="Line 479">
                <a:extLst>
                  <a:ext uri="{FF2B5EF4-FFF2-40B4-BE49-F238E27FC236}">
                    <a16:creationId xmlns:a16="http://schemas.microsoft.com/office/drawing/2014/main" id="{3585A4AC-0DFF-BC56-F59E-618F5C70E31E}"/>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240" name="Text Box 480">
              <a:extLst>
                <a:ext uri="{FF2B5EF4-FFF2-40B4-BE49-F238E27FC236}">
                  <a16:creationId xmlns:a16="http://schemas.microsoft.com/office/drawing/2014/main" id="{13A02271-A120-5BC3-0983-263274BF8037}"/>
                </a:ext>
              </a:extLst>
            </p:cNvPr>
            <p:cNvSpPr txBox="1">
              <a:spLocks noChangeArrowheads="1"/>
            </p:cNvSpPr>
            <p:nvPr/>
          </p:nvSpPr>
          <p:spPr bwMode="auto">
            <a:xfrm>
              <a:off x="1111250" y="4408488"/>
              <a:ext cx="79057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endParaRPr lang="ru-RU" altLang="en-US" sz="1200" b="0" u="none"/>
            </a:p>
          </p:txBody>
        </p:sp>
        <p:grpSp>
          <p:nvGrpSpPr>
            <p:cNvPr id="43241" name="Group 481">
              <a:extLst>
                <a:ext uri="{FF2B5EF4-FFF2-40B4-BE49-F238E27FC236}">
                  <a16:creationId xmlns:a16="http://schemas.microsoft.com/office/drawing/2014/main" id="{685C1DFB-E601-B885-6229-516AE3CAF8B0}"/>
                </a:ext>
              </a:extLst>
            </p:cNvPr>
            <p:cNvGrpSpPr>
              <a:grpSpLocks/>
            </p:cNvGrpSpPr>
            <p:nvPr/>
          </p:nvGrpSpPr>
          <p:grpSpPr bwMode="auto">
            <a:xfrm>
              <a:off x="1681163" y="4641850"/>
              <a:ext cx="157162" cy="125413"/>
              <a:chOff x="2181" y="2484"/>
              <a:chExt cx="180" cy="192"/>
            </a:xfrm>
          </p:grpSpPr>
          <p:sp>
            <p:nvSpPr>
              <p:cNvPr id="43395" name="Line 482">
                <a:extLst>
                  <a:ext uri="{FF2B5EF4-FFF2-40B4-BE49-F238E27FC236}">
                    <a16:creationId xmlns:a16="http://schemas.microsoft.com/office/drawing/2014/main" id="{BCC5CDE0-F70C-D682-F327-824921FDF246}"/>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96" name="Line 483">
                <a:extLst>
                  <a:ext uri="{FF2B5EF4-FFF2-40B4-BE49-F238E27FC236}">
                    <a16:creationId xmlns:a16="http://schemas.microsoft.com/office/drawing/2014/main" id="{792CD71B-7362-9D99-6F71-89EB047CF13E}"/>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97" name="Line 484">
                <a:extLst>
                  <a:ext uri="{FF2B5EF4-FFF2-40B4-BE49-F238E27FC236}">
                    <a16:creationId xmlns:a16="http://schemas.microsoft.com/office/drawing/2014/main" id="{D728D5B5-0B24-D379-5CDE-1DDD322CED28}"/>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42" name="Group 485">
              <a:extLst>
                <a:ext uri="{FF2B5EF4-FFF2-40B4-BE49-F238E27FC236}">
                  <a16:creationId xmlns:a16="http://schemas.microsoft.com/office/drawing/2014/main" id="{668AEFB1-66A8-ABC1-5BC1-EBFF2F9DF6A7}"/>
                </a:ext>
              </a:extLst>
            </p:cNvPr>
            <p:cNvGrpSpPr>
              <a:grpSpLocks/>
            </p:cNvGrpSpPr>
            <p:nvPr/>
          </p:nvGrpSpPr>
          <p:grpSpPr bwMode="auto">
            <a:xfrm>
              <a:off x="1901825" y="4641850"/>
              <a:ext cx="157163" cy="125413"/>
              <a:chOff x="2181" y="2484"/>
              <a:chExt cx="180" cy="192"/>
            </a:xfrm>
          </p:grpSpPr>
          <p:sp>
            <p:nvSpPr>
              <p:cNvPr id="43392" name="Line 486">
                <a:extLst>
                  <a:ext uri="{FF2B5EF4-FFF2-40B4-BE49-F238E27FC236}">
                    <a16:creationId xmlns:a16="http://schemas.microsoft.com/office/drawing/2014/main" id="{ABB615EB-A960-A477-9552-308E31042975}"/>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93" name="Line 487">
                <a:extLst>
                  <a:ext uri="{FF2B5EF4-FFF2-40B4-BE49-F238E27FC236}">
                    <a16:creationId xmlns:a16="http://schemas.microsoft.com/office/drawing/2014/main" id="{1F29DDD3-7263-3A98-C382-699499CB7ABF}"/>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94" name="Line 488">
                <a:extLst>
                  <a:ext uri="{FF2B5EF4-FFF2-40B4-BE49-F238E27FC236}">
                    <a16:creationId xmlns:a16="http://schemas.microsoft.com/office/drawing/2014/main" id="{7E70A544-B112-E5A7-9A1B-E591E24948B5}"/>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43" name="Group 489">
              <a:extLst>
                <a:ext uri="{FF2B5EF4-FFF2-40B4-BE49-F238E27FC236}">
                  <a16:creationId xmlns:a16="http://schemas.microsoft.com/office/drawing/2014/main" id="{C215F5A9-715D-0357-FD15-D8FE6D8D6C26}"/>
                </a:ext>
              </a:extLst>
            </p:cNvPr>
            <p:cNvGrpSpPr>
              <a:grpSpLocks/>
            </p:cNvGrpSpPr>
            <p:nvPr/>
          </p:nvGrpSpPr>
          <p:grpSpPr bwMode="auto">
            <a:xfrm>
              <a:off x="1058863" y="4632325"/>
              <a:ext cx="155575" cy="125413"/>
              <a:chOff x="2181" y="2484"/>
              <a:chExt cx="180" cy="192"/>
            </a:xfrm>
          </p:grpSpPr>
          <p:sp>
            <p:nvSpPr>
              <p:cNvPr id="43389" name="Line 490">
                <a:extLst>
                  <a:ext uri="{FF2B5EF4-FFF2-40B4-BE49-F238E27FC236}">
                    <a16:creationId xmlns:a16="http://schemas.microsoft.com/office/drawing/2014/main" id="{E67C344D-22FF-5604-D32E-84829A19328B}"/>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90" name="Line 491">
                <a:extLst>
                  <a:ext uri="{FF2B5EF4-FFF2-40B4-BE49-F238E27FC236}">
                    <a16:creationId xmlns:a16="http://schemas.microsoft.com/office/drawing/2014/main" id="{8F8EB994-D4AE-6C50-138E-668A2FD4B6CD}"/>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91" name="Line 492">
                <a:extLst>
                  <a:ext uri="{FF2B5EF4-FFF2-40B4-BE49-F238E27FC236}">
                    <a16:creationId xmlns:a16="http://schemas.microsoft.com/office/drawing/2014/main" id="{FDEE98D0-F497-CD07-27F3-AFED2679AAF9}"/>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44" name="Group 493">
              <a:extLst>
                <a:ext uri="{FF2B5EF4-FFF2-40B4-BE49-F238E27FC236}">
                  <a16:creationId xmlns:a16="http://schemas.microsoft.com/office/drawing/2014/main" id="{09A1E176-055F-0D46-7D2A-D1C95BE902F1}"/>
                </a:ext>
              </a:extLst>
            </p:cNvPr>
            <p:cNvGrpSpPr>
              <a:grpSpLocks/>
            </p:cNvGrpSpPr>
            <p:nvPr/>
          </p:nvGrpSpPr>
          <p:grpSpPr bwMode="auto">
            <a:xfrm>
              <a:off x="1279525" y="4632325"/>
              <a:ext cx="155575" cy="125413"/>
              <a:chOff x="2181" y="2484"/>
              <a:chExt cx="180" cy="192"/>
            </a:xfrm>
          </p:grpSpPr>
          <p:sp>
            <p:nvSpPr>
              <p:cNvPr id="43386" name="Line 494">
                <a:extLst>
                  <a:ext uri="{FF2B5EF4-FFF2-40B4-BE49-F238E27FC236}">
                    <a16:creationId xmlns:a16="http://schemas.microsoft.com/office/drawing/2014/main" id="{431EAC56-FEBA-3123-9F72-0D39CBEA4D37}"/>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87" name="Line 495">
                <a:extLst>
                  <a:ext uri="{FF2B5EF4-FFF2-40B4-BE49-F238E27FC236}">
                    <a16:creationId xmlns:a16="http://schemas.microsoft.com/office/drawing/2014/main" id="{B80ECB65-6EBA-C090-6699-C3F2A75C202F}"/>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88" name="Line 496">
                <a:extLst>
                  <a:ext uri="{FF2B5EF4-FFF2-40B4-BE49-F238E27FC236}">
                    <a16:creationId xmlns:a16="http://schemas.microsoft.com/office/drawing/2014/main" id="{B47A0DB5-471D-04E6-56CD-BADBCBB31938}"/>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45" name="Group 497">
              <a:extLst>
                <a:ext uri="{FF2B5EF4-FFF2-40B4-BE49-F238E27FC236}">
                  <a16:creationId xmlns:a16="http://schemas.microsoft.com/office/drawing/2014/main" id="{278028BD-3A1D-726E-028A-933E5CA06DBE}"/>
                </a:ext>
              </a:extLst>
            </p:cNvPr>
            <p:cNvGrpSpPr>
              <a:grpSpLocks/>
            </p:cNvGrpSpPr>
            <p:nvPr/>
          </p:nvGrpSpPr>
          <p:grpSpPr bwMode="auto">
            <a:xfrm>
              <a:off x="641350" y="4632325"/>
              <a:ext cx="155575" cy="125413"/>
              <a:chOff x="2181" y="2484"/>
              <a:chExt cx="180" cy="192"/>
            </a:xfrm>
          </p:grpSpPr>
          <p:sp>
            <p:nvSpPr>
              <p:cNvPr id="43383" name="Line 498">
                <a:extLst>
                  <a:ext uri="{FF2B5EF4-FFF2-40B4-BE49-F238E27FC236}">
                    <a16:creationId xmlns:a16="http://schemas.microsoft.com/office/drawing/2014/main" id="{114CEA9D-AEE0-2103-2B3A-4BE442A967A4}"/>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84" name="Line 499">
                <a:extLst>
                  <a:ext uri="{FF2B5EF4-FFF2-40B4-BE49-F238E27FC236}">
                    <a16:creationId xmlns:a16="http://schemas.microsoft.com/office/drawing/2014/main" id="{706EE490-1E18-8AC2-0B20-6D665D618CA5}"/>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85" name="Line 500">
                <a:extLst>
                  <a:ext uri="{FF2B5EF4-FFF2-40B4-BE49-F238E27FC236}">
                    <a16:creationId xmlns:a16="http://schemas.microsoft.com/office/drawing/2014/main" id="{582E319F-9B86-828A-6044-D648FB4BBB36}"/>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46" name="Group 501">
              <a:extLst>
                <a:ext uri="{FF2B5EF4-FFF2-40B4-BE49-F238E27FC236}">
                  <a16:creationId xmlns:a16="http://schemas.microsoft.com/office/drawing/2014/main" id="{0EBC6E73-04EA-EA80-AD21-3DAA54AA93B5}"/>
                </a:ext>
              </a:extLst>
            </p:cNvPr>
            <p:cNvGrpSpPr>
              <a:grpSpLocks/>
            </p:cNvGrpSpPr>
            <p:nvPr/>
          </p:nvGrpSpPr>
          <p:grpSpPr bwMode="auto">
            <a:xfrm>
              <a:off x="862013" y="4632325"/>
              <a:ext cx="155575" cy="125413"/>
              <a:chOff x="2181" y="2484"/>
              <a:chExt cx="180" cy="192"/>
            </a:xfrm>
          </p:grpSpPr>
          <p:sp>
            <p:nvSpPr>
              <p:cNvPr id="43380" name="Line 502">
                <a:extLst>
                  <a:ext uri="{FF2B5EF4-FFF2-40B4-BE49-F238E27FC236}">
                    <a16:creationId xmlns:a16="http://schemas.microsoft.com/office/drawing/2014/main" id="{DA13629D-3E22-7415-A95A-4B6F3E5EDAAE}"/>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81" name="Line 503">
                <a:extLst>
                  <a:ext uri="{FF2B5EF4-FFF2-40B4-BE49-F238E27FC236}">
                    <a16:creationId xmlns:a16="http://schemas.microsoft.com/office/drawing/2014/main" id="{FB452578-EDD5-9F71-CCA5-782D7A9FF8E3}"/>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82" name="Line 504">
                <a:extLst>
                  <a:ext uri="{FF2B5EF4-FFF2-40B4-BE49-F238E27FC236}">
                    <a16:creationId xmlns:a16="http://schemas.microsoft.com/office/drawing/2014/main" id="{E77CDC28-8AE0-CB73-8E06-C1DB32CB10F8}"/>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247" name="Text Box 505">
              <a:extLst>
                <a:ext uri="{FF2B5EF4-FFF2-40B4-BE49-F238E27FC236}">
                  <a16:creationId xmlns:a16="http://schemas.microsoft.com/office/drawing/2014/main" id="{5DFA1504-0449-B3C6-A2B5-4A6104CDC4F5}"/>
                </a:ext>
              </a:extLst>
            </p:cNvPr>
            <p:cNvSpPr txBox="1">
              <a:spLocks noChangeArrowheads="1"/>
            </p:cNvSpPr>
            <p:nvPr/>
          </p:nvSpPr>
          <p:spPr bwMode="auto">
            <a:xfrm>
              <a:off x="1111250" y="4721225"/>
              <a:ext cx="79057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endParaRPr lang="ru-RU" altLang="en-US" sz="1200" b="0" u="none"/>
            </a:p>
          </p:txBody>
        </p:sp>
        <p:grpSp>
          <p:nvGrpSpPr>
            <p:cNvPr id="43248" name="Group 506">
              <a:extLst>
                <a:ext uri="{FF2B5EF4-FFF2-40B4-BE49-F238E27FC236}">
                  <a16:creationId xmlns:a16="http://schemas.microsoft.com/office/drawing/2014/main" id="{62E54897-057A-7878-A6EA-8F225050625C}"/>
                </a:ext>
              </a:extLst>
            </p:cNvPr>
            <p:cNvGrpSpPr>
              <a:grpSpLocks/>
            </p:cNvGrpSpPr>
            <p:nvPr/>
          </p:nvGrpSpPr>
          <p:grpSpPr bwMode="auto">
            <a:xfrm>
              <a:off x="1681163" y="4954588"/>
              <a:ext cx="157162" cy="125412"/>
              <a:chOff x="2181" y="2484"/>
              <a:chExt cx="180" cy="192"/>
            </a:xfrm>
          </p:grpSpPr>
          <p:sp>
            <p:nvSpPr>
              <p:cNvPr id="43377" name="Line 507">
                <a:extLst>
                  <a:ext uri="{FF2B5EF4-FFF2-40B4-BE49-F238E27FC236}">
                    <a16:creationId xmlns:a16="http://schemas.microsoft.com/office/drawing/2014/main" id="{21325BA2-8A24-E9EE-2813-46D79D0AD2FE}"/>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78" name="Line 508">
                <a:extLst>
                  <a:ext uri="{FF2B5EF4-FFF2-40B4-BE49-F238E27FC236}">
                    <a16:creationId xmlns:a16="http://schemas.microsoft.com/office/drawing/2014/main" id="{70A179DA-C8C1-41E7-C0FC-B85DBA74B193}"/>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79" name="Line 509">
                <a:extLst>
                  <a:ext uri="{FF2B5EF4-FFF2-40B4-BE49-F238E27FC236}">
                    <a16:creationId xmlns:a16="http://schemas.microsoft.com/office/drawing/2014/main" id="{4C156476-7D22-CB01-935F-EFA15AF7B87E}"/>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49" name="Group 510">
              <a:extLst>
                <a:ext uri="{FF2B5EF4-FFF2-40B4-BE49-F238E27FC236}">
                  <a16:creationId xmlns:a16="http://schemas.microsoft.com/office/drawing/2014/main" id="{88A16EB5-C524-78B7-78ED-D109B8E57E1C}"/>
                </a:ext>
              </a:extLst>
            </p:cNvPr>
            <p:cNvGrpSpPr>
              <a:grpSpLocks/>
            </p:cNvGrpSpPr>
            <p:nvPr/>
          </p:nvGrpSpPr>
          <p:grpSpPr bwMode="auto">
            <a:xfrm>
              <a:off x="1901825" y="4954588"/>
              <a:ext cx="157163" cy="125412"/>
              <a:chOff x="2181" y="2484"/>
              <a:chExt cx="180" cy="192"/>
            </a:xfrm>
          </p:grpSpPr>
          <p:sp>
            <p:nvSpPr>
              <p:cNvPr id="43374" name="Line 511">
                <a:extLst>
                  <a:ext uri="{FF2B5EF4-FFF2-40B4-BE49-F238E27FC236}">
                    <a16:creationId xmlns:a16="http://schemas.microsoft.com/office/drawing/2014/main" id="{6C2DBB88-4FA4-6B9C-74CF-E1B13580BFBE}"/>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75" name="Line 512">
                <a:extLst>
                  <a:ext uri="{FF2B5EF4-FFF2-40B4-BE49-F238E27FC236}">
                    <a16:creationId xmlns:a16="http://schemas.microsoft.com/office/drawing/2014/main" id="{31EFA66A-79B4-E6EF-F118-DEABCEA5991C}"/>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76" name="Line 513">
                <a:extLst>
                  <a:ext uri="{FF2B5EF4-FFF2-40B4-BE49-F238E27FC236}">
                    <a16:creationId xmlns:a16="http://schemas.microsoft.com/office/drawing/2014/main" id="{82F4C93A-2C07-9BDE-00E1-F060B7A0F28F}"/>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50" name="Group 514">
              <a:extLst>
                <a:ext uri="{FF2B5EF4-FFF2-40B4-BE49-F238E27FC236}">
                  <a16:creationId xmlns:a16="http://schemas.microsoft.com/office/drawing/2014/main" id="{31C2F41D-DE7A-E69D-19D2-6709D3036034}"/>
                </a:ext>
              </a:extLst>
            </p:cNvPr>
            <p:cNvGrpSpPr>
              <a:grpSpLocks/>
            </p:cNvGrpSpPr>
            <p:nvPr/>
          </p:nvGrpSpPr>
          <p:grpSpPr bwMode="auto">
            <a:xfrm>
              <a:off x="1058863" y="4945063"/>
              <a:ext cx="155575" cy="125412"/>
              <a:chOff x="2181" y="2484"/>
              <a:chExt cx="180" cy="192"/>
            </a:xfrm>
          </p:grpSpPr>
          <p:sp>
            <p:nvSpPr>
              <p:cNvPr id="43371" name="Line 515">
                <a:extLst>
                  <a:ext uri="{FF2B5EF4-FFF2-40B4-BE49-F238E27FC236}">
                    <a16:creationId xmlns:a16="http://schemas.microsoft.com/office/drawing/2014/main" id="{470119CA-077E-C56E-0D89-842FF24A53D1}"/>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72" name="Line 516">
                <a:extLst>
                  <a:ext uri="{FF2B5EF4-FFF2-40B4-BE49-F238E27FC236}">
                    <a16:creationId xmlns:a16="http://schemas.microsoft.com/office/drawing/2014/main" id="{282709B4-BAFF-EB48-4BB1-E67AEBD12C86}"/>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73" name="Line 517">
                <a:extLst>
                  <a:ext uri="{FF2B5EF4-FFF2-40B4-BE49-F238E27FC236}">
                    <a16:creationId xmlns:a16="http://schemas.microsoft.com/office/drawing/2014/main" id="{100196D8-C7D3-A056-20DB-D3731DC54827}"/>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51" name="Group 518">
              <a:extLst>
                <a:ext uri="{FF2B5EF4-FFF2-40B4-BE49-F238E27FC236}">
                  <a16:creationId xmlns:a16="http://schemas.microsoft.com/office/drawing/2014/main" id="{B9A1E3D2-A721-A7D5-32F1-2356B2369755}"/>
                </a:ext>
              </a:extLst>
            </p:cNvPr>
            <p:cNvGrpSpPr>
              <a:grpSpLocks/>
            </p:cNvGrpSpPr>
            <p:nvPr/>
          </p:nvGrpSpPr>
          <p:grpSpPr bwMode="auto">
            <a:xfrm>
              <a:off x="1279525" y="4945063"/>
              <a:ext cx="155575" cy="125412"/>
              <a:chOff x="2181" y="2484"/>
              <a:chExt cx="180" cy="192"/>
            </a:xfrm>
          </p:grpSpPr>
          <p:sp>
            <p:nvSpPr>
              <p:cNvPr id="43368" name="Line 519">
                <a:extLst>
                  <a:ext uri="{FF2B5EF4-FFF2-40B4-BE49-F238E27FC236}">
                    <a16:creationId xmlns:a16="http://schemas.microsoft.com/office/drawing/2014/main" id="{8924DD4A-A05F-04AB-68B3-6EB801E114D3}"/>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69" name="Line 520">
                <a:extLst>
                  <a:ext uri="{FF2B5EF4-FFF2-40B4-BE49-F238E27FC236}">
                    <a16:creationId xmlns:a16="http://schemas.microsoft.com/office/drawing/2014/main" id="{256D286B-1CC0-3386-5E0E-FEA88FE5A511}"/>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70" name="Line 521">
                <a:extLst>
                  <a:ext uri="{FF2B5EF4-FFF2-40B4-BE49-F238E27FC236}">
                    <a16:creationId xmlns:a16="http://schemas.microsoft.com/office/drawing/2014/main" id="{B65E7735-3542-9A80-76AB-2805344987A1}"/>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52" name="Group 522">
              <a:extLst>
                <a:ext uri="{FF2B5EF4-FFF2-40B4-BE49-F238E27FC236}">
                  <a16:creationId xmlns:a16="http://schemas.microsoft.com/office/drawing/2014/main" id="{488EBC32-9CF3-51F5-79C4-DFDCE5FB6A0D}"/>
                </a:ext>
              </a:extLst>
            </p:cNvPr>
            <p:cNvGrpSpPr>
              <a:grpSpLocks/>
            </p:cNvGrpSpPr>
            <p:nvPr/>
          </p:nvGrpSpPr>
          <p:grpSpPr bwMode="auto">
            <a:xfrm>
              <a:off x="641350" y="4945063"/>
              <a:ext cx="155575" cy="125412"/>
              <a:chOff x="2181" y="2484"/>
              <a:chExt cx="180" cy="192"/>
            </a:xfrm>
          </p:grpSpPr>
          <p:sp>
            <p:nvSpPr>
              <p:cNvPr id="43365" name="Line 523">
                <a:extLst>
                  <a:ext uri="{FF2B5EF4-FFF2-40B4-BE49-F238E27FC236}">
                    <a16:creationId xmlns:a16="http://schemas.microsoft.com/office/drawing/2014/main" id="{B34974C5-3FF4-C89D-9AC0-A4C986C396B6}"/>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66" name="Line 524">
                <a:extLst>
                  <a:ext uri="{FF2B5EF4-FFF2-40B4-BE49-F238E27FC236}">
                    <a16:creationId xmlns:a16="http://schemas.microsoft.com/office/drawing/2014/main" id="{87900A34-6E8B-E1B4-B171-1B7C87348EF2}"/>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67" name="Line 525">
                <a:extLst>
                  <a:ext uri="{FF2B5EF4-FFF2-40B4-BE49-F238E27FC236}">
                    <a16:creationId xmlns:a16="http://schemas.microsoft.com/office/drawing/2014/main" id="{68B21EC0-3277-B0F8-EBD9-A5751C598EB9}"/>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53" name="Group 526">
              <a:extLst>
                <a:ext uri="{FF2B5EF4-FFF2-40B4-BE49-F238E27FC236}">
                  <a16:creationId xmlns:a16="http://schemas.microsoft.com/office/drawing/2014/main" id="{2342E1EC-346B-2837-F2F7-7C6E3F72B1A2}"/>
                </a:ext>
              </a:extLst>
            </p:cNvPr>
            <p:cNvGrpSpPr>
              <a:grpSpLocks/>
            </p:cNvGrpSpPr>
            <p:nvPr/>
          </p:nvGrpSpPr>
          <p:grpSpPr bwMode="auto">
            <a:xfrm>
              <a:off x="862013" y="4945063"/>
              <a:ext cx="155575" cy="125412"/>
              <a:chOff x="2181" y="2484"/>
              <a:chExt cx="180" cy="192"/>
            </a:xfrm>
          </p:grpSpPr>
          <p:sp>
            <p:nvSpPr>
              <p:cNvPr id="43362" name="Line 527">
                <a:extLst>
                  <a:ext uri="{FF2B5EF4-FFF2-40B4-BE49-F238E27FC236}">
                    <a16:creationId xmlns:a16="http://schemas.microsoft.com/office/drawing/2014/main" id="{579F7285-6CB1-922D-F182-2FD64A7D4FAC}"/>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63" name="Line 528">
                <a:extLst>
                  <a:ext uri="{FF2B5EF4-FFF2-40B4-BE49-F238E27FC236}">
                    <a16:creationId xmlns:a16="http://schemas.microsoft.com/office/drawing/2014/main" id="{9A35689C-ECD2-4B25-B2A4-A476C7225532}"/>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64" name="Line 529">
                <a:extLst>
                  <a:ext uri="{FF2B5EF4-FFF2-40B4-BE49-F238E27FC236}">
                    <a16:creationId xmlns:a16="http://schemas.microsoft.com/office/drawing/2014/main" id="{5EEAC6BF-E1D0-994E-1325-D1A34E4D8DC1}"/>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254" name="Text Box 530">
              <a:extLst>
                <a:ext uri="{FF2B5EF4-FFF2-40B4-BE49-F238E27FC236}">
                  <a16:creationId xmlns:a16="http://schemas.microsoft.com/office/drawing/2014/main" id="{F1E2FC16-A79D-4DDD-E0E3-1D1CC22F0E24}"/>
                </a:ext>
              </a:extLst>
            </p:cNvPr>
            <p:cNvSpPr txBox="1">
              <a:spLocks noChangeArrowheads="1"/>
            </p:cNvSpPr>
            <p:nvPr/>
          </p:nvSpPr>
          <p:spPr bwMode="auto">
            <a:xfrm>
              <a:off x="1111250" y="5081588"/>
              <a:ext cx="790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endParaRPr lang="ru-RU" altLang="en-US" sz="1200" b="0" u="none"/>
            </a:p>
          </p:txBody>
        </p:sp>
        <p:grpSp>
          <p:nvGrpSpPr>
            <p:cNvPr id="43255" name="Group 531">
              <a:extLst>
                <a:ext uri="{FF2B5EF4-FFF2-40B4-BE49-F238E27FC236}">
                  <a16:creationId xmlns:a16="http://schemas.microsoft.com/office/drawing/2014/main" id="{DF4A7444-3794-55E9-984A-2E251E2E0A58}"/>
                </a:ext>
              </a:extLst>
            </p:cNvPr>
            <p:cNvGrpSpPr>
              <a:grpSpLocks/>
            </p:cNvGrpSpPr>
            <p:nvPr/>
          </p:nvGrpSpPr>
          <p:grpSpPr bwMode="auto">
            <a:xfrm>
              <a:off x="1681163" y="5316538"/>
              <a:ext cx="157162" cy="125412"/>
              <a:chOff x="2181" y="2484"/>
              <a:chExt cx="180" cy="192"/>
            </a:xfrm>
          </p:grpSpPr>
          <p:sp>
            <p:nvSpPr>
              <p:cNvPr id="43359" name="Line 532">
                <a:extLst>
                  <a:ext uri="{FF2B5EF4-FFF2-40B4-BE49-F238E27FC236}">
                    <a16:creationId xmlns:a16="http://schemas.microsoft.com/office/drawing/2014/main" id="{146C4756-1FDC-C61C-C8B0-C7B54E9D4BCF}"/>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60" name="Line 533">
                <a:extLst>
                  <a:ext uri="{FF2B5EF4-FFF2-40B4-BE49-F238E27FC236}">
                    <a16:creationId xmlns:a16="http://schemas.microsoft.com/office/drawing/2014/main" id="{E662B078-0C96-96A9-9D05-02D9F00FE889}"/>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61" name="Line 534">
                <a:extLst>
                  <a:ext uri="{FF2B5EF4-FFF2-40B4-BE49-F238E27FC236}">
                    <a16:creationId xmlns:a16="http://schemas.microsoft.com/office/drawing/2014/main" id="{428B8437-5085-0CDC-0061-51AF3AB885B5}"/>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56" name="Group 535">
              <a:extLst>
                <a:ext uri="{FF2B5EF4-FFF2-40B4-BE49-F238E27FC236}">
                  <a16:creationId xmlns:a16="http://schemas.microsoft.com/office/drawing/2014/main" id="{160BAD94-9FDE-5148-1FF2-F16C60AFD074}"/>
                </a:ext>
              </a:extLst>
            </p:cNvPr>
            <p:cNvGrpSpPr>
              <a:grpSpLocks/>
            </p:cNvGrpSpPr>
            <p:nvPr/>
          </p:nvGrpSpPr>
          <p:grpSpPr bwMode="auto">
            <a:xfrm>
              <a:off x="1901825" y="5316538"/>
              <a:ext cx="157163" cy="125412"/>
              <a:chOff x="2181" y="2484"/>
              <a:chExt cx="180" cy="192"/>
            </a:xfrm>
          </p:grpSpPr>
          <p:sp>
            <p:nvSpPr>
              <p:cNvPr id="43356" name="Line 536">
                <a:extLst>
                  <a:ext uri="{FF2B5EF4-FFF2-40B4-BE49-F238E27FC236}">
                    <a16:creationId xmlns:a16="http://schemas.microsoft.com/office/drawing/2014/main" id="{FCF7CC6D-7153-ABDB-65CB-B17403CBECF4}"/>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57" name="Line 537">
                <a:extLst>
                  <a:ext uri="{FF2B5EF4-FFF2-40B4-BE49-F238E27FC236}">
                    <a16:creationId xmlns:a16="http://schemas.microsoft.com/office/drawing/2014/main" id="{C715B6FD-27BD-B4A7-ABA7-AA447E48CB47}"/>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58" name="Line 538">
                <a:extLst>
                  <a:ext uri="{FF2B5EF4-FFF2-40B4-BE49-F238E27FC236}">
                    <a16:creationId xmlns:a16="http://schemas.microsoft.com/office/drawing/2014/main" id="{E82E4471-2FDE-F881-08D6-849906E08948}"/>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57" name="Group 539">
              <a:extLst>
                <a:ext uri="{FF2B5EF4-FFF2-40B4-BE49-F238E27FC236}">
                  <a16:creationId xmlns:a16="http://schemas.microsoft.com/office/drawing/2014/main" id="{C497B7E0-0D74-E71E-95FF-F703B9ECDF7A}"/>
                </a:ext>
              </a:extLst>
            </p:cNvPr>
            <p:cNvGrpSpPr>
              <a:grpSpLocks/>
            </p:cNvGrpSpPr>
            <p:nvPr/>
          </p:nvGrpSpPr>
          <p:grpSpPr bwMode="auto">
            <a:xfrm>
              <a:off x="1058863" y="5307013"/>
              <a:ext cx="155575" cy="125412"/>
              <a:chOff x="2181" y="2484"/>
              <a:chExt cx="180" cy="192"/>
            </a:xfrm>
          </p:grpSpPr>
          <p:sp>
            <p:nvSpPr>
              <p:cNvPr id="43353" name="Line 540">
                <a:extLst>
                  <a:ext uri="{FF2B5EF4-FFF2-40B4-BE49-F238E27FC236}">
                    <a16:creationId xmlns:a16="http://schemas.microsoft.com/office/drawing/2014/main" id="{B51387C5-0ACF-29B8-7013-4F6FAC5220F1}"/>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54" name="Line 541">
                <a:extLst>
                  <a:ext uri="{FF2B5EF4-FFF2-40B4-BE49-F238E27FC236}">
                    <a16:creationId xmlns:a16="http://schemas.microsoft.com/office/drawing/2014/main" id="{1CD9DA23-1B11-8B5E-77EA-B4416B5D85C5}"/>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55" name="Line 542">
                <a:extLst>
                  <a:ext uri="{FF2B5EF4-FFF2-40B4-BE49-F238E27FC236}">
                    <a16:creationId xmlns:a16="http://schemas.microsoft.com/office/drawing/2014/main" id="{A50F1CAB-F39B-B748-996E-11C5529A50C3}"/>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58" name="Group 543">
              <a:extLst>
                <a:ext uri="{FF2B5EF4-FFF2-40B4-BE49-F238E27FC236}">
                  <a16:creationId xmlns:a16="http://schemas.microsoft.com/office/drawing/2014/main" id="{E917C642-B589-0AFC-BE05-EE3A93BB65A6}"/>
                </a:ext>
              </a:extLst>
            </p:cNvPr>
            <p:cNvGrpSpPr>
              <a:grpSpLocks/>
            </p:cNvGrpSpPr>
            <p:nvPr/>
          </p:nvGrpSpPr>
          <p:grpSpPr bwMode="auto">
            <a:xfrm>
              <a:off x="1279525" y="5307013"/>
              <a:ext cx="155575" cy="125412"/>
              <a:chOff x="2181" y="2484"/>
              <a:chExt cx="180" cy="192"/>
            </a:xfrm>
          </p:grpSpPr>
          <p:sp>
            <p:nvSpPr>
              <p:cNvPr id="43350" name="Line 544">
                <a:extLst>
                  <a:ext uri="{FF2B5EF4-FFF2-40B4-BE49-F238E27FC236}">
                    <a16:creationId xmlns:a16="http://schemas.microsoft.com/office/drawing/2014/main" id="{248490A2-46E8-EC69-FBC4-3AE3758AA428}"/>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51" name="Line 545">
                <a:extLst>
                  <a:ext uri="{FF2B5EF4-FFF2-40B4-BE49-F238E27FC236}">
                    <a16:creationId xmlns:a16="http://schemas.microsoft.com/office/drawing/2014/main" id="{EB33538D-A4B1-B654-5EF6-71ADF06C5F54}"/>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52" name="Line 546">
                <a:extLst>
                  <a:ext uri="{FF2B5EF4-FFF2-40B4-BE49-F238E27FC236}">
                    <a16:creationId xmlns:a16="http://schemas.microsoft.com/office/drawing/2014/main" id="{CABD0AEB-4966-8E0E-2D36-6E8FCECFCC33}"/>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59" name="Group 547">
              <a:extLst>
                <a:ext uri="{FF2B5EF4-FFF2-40B4-BE49-F238E27FC236}">
                  <a16:creationId xmlns:a16="http://schemas.microsoft.com/office/drawing/2014/main" id="{0E184431-827A-2BA0-9703-C9FB1780493D}"/>
                </a:ext>
              </a:extLst>
            </p:cNvPr>
            <p:cNvGrpSpPr>
              <a:grpSpLocks/>
            </p:cNvGrpSpPr>
            <p:nvPr/>
          </p:nvGrpSpPr>
          <p:grpSpPr bwMode="auto">
            <a:xfrm>
              <a:off x="641350" y="5307013"/>
              <a:ext cx="155575" cy="125412"/>
              <a:chOff x="2181" y="2484"/>
              <a:chExt cx="180" cy="192"/>
            </a:xfrm>
          </p:grpSpPr>
          <p:sp>
            <p:nvSpPr>
              <p:cNvPr id="43347" name="Line 548">
                <a:extLst>
                  <a:ext uri="{FF2B5EF4-FFF2-40B4-BE49-F238E27FC236}">
                    <a16:creationId xmlns:a16="http://schemas.microsoft.com/office/drawing/2014/main" id="{6B83536C-7756-97C1-FD42-36EFA2F03000}"/>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48" name="Line 549">
                <a:extLst>
                  <a:ext uri="{FF2B5EF4-FFF2-40B4-BE49-F238E27FC236}">
                    <a16:creationId xmlns:a16="http://schemas.microsoft.com/office/drawing/2014/main" id="{0D3F4C12-511C-512B-264C-954A7122CDC5}"/>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49" name="Line 550">
                <a:extLst>
                  <a:ext uri="{FF2B5EF4-FFF2-40B4-BE49-F238E27FC236}">
                    <a16:creationId xmlns:a16="http://schemas.microsoft.com/office/drawing/2014/main" id="{B4B871E8-6B69-9401-E5CA-D62407FF2A93}"/>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60" name="Group 551">
              <a:extLst>
                <a:ext uri="{FF2B5EF4-FFF2-40B4-BE49-F238E27FC236}">
                  <a16:creationId xmlns:a16="http://schemas.microsoft.com/office/drawing/2014/main" id="{78CEADBB-7E89-FA3F-7F5C-B5FD7187A563}"/>
                </a:ext>
              </a:extLst>
            </p:cNvPr>
            <p:cNvGrpSpPr>
              <a:grpSpLocks/>
            </p:cNvGrpSpPr>
            <p:nvPr/>
          </p:nvGrpSpPr>
          <p:grpSpPr bwMode="auto">
            <a:xfrm>
              <a:off x="862013" y="5307013"/>
              <a:ext cx="155575" cy="125412"/>
              <a:chOff x="2181" y="2484"/>
              <a:chExt cx="180" cy="192"/>
            </a:xfrm>
          </p:grpSpPr>
          <p:sp>
            <p:nvSpPr>
              <p:cNvPr id="43344" name="Line 552">
                <a:extLst>
                  <a:ext uri="{FF2B5EF4-FFF2-40B4-BE49-F238E27FC236}">
                    <a16:creationId xmlns:a16="http://schemas.microsoft.com/office/drawing/2014/main" id="{F5E38116-EF64-10B4-4946-1E47AEFAC125}"/>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45" name="Line 553">
                <a:extLst>
                  <a:ext uri="{FF2B5EF4-FFF2-40B4-BE49-F238E27FC236}">
                    <a16:creationId xmlns:a16="http://schemas.microsoft.com/office/drawing/2014/main" id="{75F0A148-D763-6724-D3BC-DAD770DAFA3A}"/>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46" name="Line 554">
                <a:extLst>
                  <a:ext uri="{FF2B5EF4-FFF2-40B4-BE49-F238E27FC236}">
                    <a16:creationId xmlns:a16="http://schemas.microsoft.com/office/drawing/2014/main" id="{5BBF1130-1993-CA83-993A-41BE18FB667C}"/>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261" name="Text Box 555">
              <a:extLst>
                <a:ext uri="{FF2B5EF4-FFF2-40B4-BE49-F238E27FC236}">
                  <a16:creationId xmlns:a16="http://schemas.microsoft.com/office/drawing/2014/main" id="{2487EC91-9B2B-3607-DDE3-2705F49FAD44}"/>
                </a:ext>
              </a:extLst>
            </p:cNvPr>
            <p:cNvSpPr txBox="1">
              <a:spLocks noChangeArrowheads="1"/>
            </p:cNvSpPr>
            <p:nvPr/>
          </p:nvSpPr>
          <p:spPr bwMode="auto">
            <a:xfrm>
              <a:off x="1098550" y="5384800"/>
              <a:ext cx="790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endParaRPr lang="ru-RU" altLang="en-US" sz="1200" b="0" u="none"/>
            </a:p>
          </p:txBody>
        </p:sp>
        <p:grpSp>
          <p:nvGrpSpPr>
            <p:cNvPr id="43262" name="Group 556">
              <a:extLst>
                <a:ext uri="{FF2B5EF4-FFF2-40B4-BE49-F238E27FC236}">
                  <a16:creationId xmlns:a16="http://schemas.microsoft.com/office/drawing/2014/main" id="{DE14021D-02E8-5DA0-DEE0-21B62CFEB1A1}"/>
                </a:ext>
              </a:extLst>
            </p:cNvPr>
            <p:cNvGrpSpPr>
              <a:grpSpLocks/>
            </p:cNvGrpSpPr>
            <p:nvPr/>
          </p:nvGrpSpPr>
          <p:grpSpPr bwMode="auto">
            <a:xfrm>
              <a:off x="1668463" y="5619750"/>
              <a:ext cx="157162" cy="125413"/>
              <a:chOff x="2181" y="2484"/>
              <a:chExt cx="180" cy="192"/>
            </a:xfrm>
          </p:grpSpPr>
          <p:sp>
            <p:nvSpPr>
              <p:cNvPr id="43341" name="Line 557">
                <a:extLst>
                  <a:ext uri="{FF2B5EF4-FFF2-40B4-BE49-F238E27FC236}">
                    <a16:creationId xmlns:a16="http://schemas.microsoft.com/office/drawing/2014/main" id="{7EDA1AE9-5144-C07D-7099-A4CF4C7E84BC}"/>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42" name="Line 558">
                <a:extLst>
                  <a:ext uri="{FF2B5EF4-FFF2-40B4-BE49-F238E27FC236}">
                    <a16:creationId xmlns:a16="http://schemas.microsoft.com/office/drawing/2014/main" id="{85F52B3C-B860-2D6F-046C-4999AFF7A995}"/>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43" name="Line 559">
                <a:extLst>
                  <a:ext uri="{FF2B5EF4-FFF2-40B4-BE49-F238E27FC236}">
                    <a16:creationId xmlns:a16="http://schemas.microsoft.com/office/drawing/2014/main" id="{6B95348D-8AB3-DBC1-1965-0A47C1B135E1}"/>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63" name="Group 560">
              <a:extLst>
                <a:ext uri="{FF2B5EF4-FFF2-40B4-BE49-F238E27FC236}">
                  <a16:creationId xmlns:a16="http://schemas.microsoft.com/office/drawing/2014/main" id="{F2CE7F17-4F11-5187-054F-16C22F02E7A9}"/>
                </a:ext>
              </a:extLst>
            </p:cNvPr>
            <p:cNvGrpSpPr>
              <a:grpSpLocks/>
            </p:cNvGrpSpPr>
            <p:nvPr/>
          </p:nvGrpSpPr>
          <p:grpSpPr bwMode="auto">
            <a:xfrm>
              <a:off x="1889125" y="5619750"/>
              <a:ext cx="155575" cy="125413"/>
              <a:chOff x="2181" y="2484"/>
              <a:chExt cx="180" cy="192"/>
            </a:xfrm>
          </p:grpSpPr>
          <p:sp>
            <p:nvSpPr>
              <p:cNvPr id="43338" name="Line 561">
                <a:extLst>
                  <a:ext uri="{FF2B5EF4-FFF2-40B4-BE49-F238E27FC236}">
                    <a16:creationId xmlns:a16="http://schemas.microsoft.com/office/drawing/2014/main" id="{CFC6C416-08D1-6BB6-4FDB-43A773545AA4}"/>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39" name="Line 562">
                <a:extLst>
                  <a:ext uri="{FF2B5EF4-FFF2-40B4-BE49-F238E27FC236}">
                    <a16:creationId xmlns:a16="http://schemas.microsoft.com/office/drawing/2014/main" id="{5B9E98B9-D817-931E-A94E-0C8C3CEB7B3D}"/>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40" name="Line 563">
                <a:extLst>
                  <a:ext uri="{FF2B5EF4-FFF2-40B4-BE49-F238E27FC236}">
                    <a16:creationId xmlns:a16="http://schemas.microsoft.com/office/drawing/2014/main" id="{7B4A689E-BE77-5ACA-224A-E5141F454BEB}"/>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64" name="Group 564">
              <a:extLst>
                <a:ext uri="{FF2B5EF4-FFF2-40B4-BE49-F238E27FC236}">
                  <a16:creationId xmlns:a16="http://schemas.microsoft.com/office/drawing/2014/main" id="{1E63FE8C-9488-7C0D-D64B-909DA15407C0}"/>
                </a:ext>
              </a:extLst>
            </p:cNvPr>
            <p:cNvGrpSpPr>
              <a:grpSpLocks/>
            </p:cNvGrpSpPr>
            <p:nvPr/>
          </p:nvGrpSpPr>
          <p:grpSpPr bwMode="auto">
            <a:xfrm>
              <a:off x="1046163" y="5610225"/>
              <a:ext cx="155575" cy="125413"/>
              <a:chOff x="2181" y="2484"/>
              <a:chExt cx="180" cy="192"/>
            </a:xfrm>
          </p:grpSpPr>
          <p:sp>
            <p:nvSpPr>
              <p:cNvPr id="43335" name="Line 565">
                <a:extLst>
                  <a:ext uri="{FF2B5EF4-FFF2-40B4-BE49-F238E27FC236}">
                    <a16:creationId xmlns:a16="http://schemas.microsoft.com/office/drawing/2014/main" id="{C7431A02-9662-4E9D-8B66-1FA4B8DD42A6}"/>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36" name="Line 566">
                <a:extLst>
                  <a:ext uri="{FF2B5EF4-FFF2-40B4-BE49-F238E27FC236}">
                    <a16:creationId xmlns:a16="http://schemas.microsoft.com/office/drawing/2014/main" id="{61BB3A1D-A517-9A95-A470-B939033F2C28}"/>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37" name="Line 567">
                <a:extLst>
                  <a:ext uri="{FF2B5EF4-FFF2-40B4-BE49-F238E27FC236}">
                    <a16:creationId xmlns:a16="http://schemas.microsoft.com/office/drawing/2014/main" id="{7CF93D7F-1867-EFF4-7BD2-50DA2FE44652}"/>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65" name="Group 568">
              <a:extLst>
                <a:ext uri="{FF2B5EF4-FFF2-40B4-BE49-F238E27FC236}">
                  <a16:creationId xmlns:a16="http://schemas.microsoft.com/office/drawing/2014/main" id="{B3F5C703-5947-0426-A86F-C7B934249769}"/>
                </a:ext>
              </a:extLst>
            </p:cNvPr>
            <p:cNvGrpSpPr>
              <a:grpSpLocks/>
            </p:cNvGrpSpPr>
            <p:nvPr/>
          </p:nvGrpSpPr>
          <p:grpSpPr bwMode="auto">
            <a:xfrm>
              <a:off x="1266825" y="5610225"/>
              <a:ext cx="155575" cy="125413"/>
              <a:chOff x="2181" y="2484"/>
              <a:chExt cx="180" cy="192"/>
            </a:xfrm>
          </p:grpSpPr>
          <p:sp>
            <p:nvSpPr>
              <p:cNvPr id="43332" name="Line 569">
                <a:extLst>
                  <a:ext uri="{FF2B5EF4-FFF2-40B4-BE49-F238E27FC236}">
                    <a16:creationId xmlns:a16="http://schemas.microsoft.com/office/drawing/2014/main" id="{585B502C-42D0-95BF-EABD-54A9F60D1EFA}"/>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33" name="Line 570">
                <a:extLst>
                  <a:ext uri="{FF2B5EF4-FFF2-40B4-BE49-F238E27FC236}">
                    <a16:creationId xmlns:a16="http://schemas.microsoft.com/office/drawing/2014/main" id="{D14E5CF6-6092-09ED-3926-4CFAEE9793D4}"/>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34" name="Line 571">
                <a:extLst>
                  <a:ext uri="{FF2B5EF4-FFF2-40B4-BE49-F238E27FC236}">
                    <a16:creationId xmlns:a16="http://schemas.microsoft.com/office/drawing/2014/main" id="{59232744-D7C6-19D8-24A5-BDBEE53FC476}"/>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66" name="Group 572">
              <a:extLst>
                <a:ext uri="{FF2B5EF4-FFF2-40B4-BE49-F238E27FC236}">
                  <a16:creationId xmlns:a16="http://schemas.microsoft.com/office/drawing/2014/main" id="{02198317-9A29-BBE9-4D8E-ED174378B578}"/>
                </a:ext>
              </a:extLst>
            </p:cNvPr>
            <p:cNvGrpSpPr>
              <a:grpSpLocks/>
            </p:cNvGrpSpPr>
            <p:nvPr/>
          </p:nvGrpSpPr>
          <p:grpSpPr bwMode="auto">
            <a:xfrm>
              <a:off x="628650" y="5610225"/>
              <a:ext cx="155575" cy="125413"/>
              <a:chOff x="2181" y="2484"/>
              <a:chExt cx="180" cy="192"/>
            </a:xfrm>
          </p:grpSpPr>
          <p:sp>
            <p:nvSpPr>
              <p:cNvPr id="43329" name="Line 573">
                <a:extLst>
                  <a:ext uri="{FF2B5EF4-FFF2-40B4-BE49-F238E27FC236}">
                    <a16:creationId xmlns:a16="http://schemas.microsoft.com/office/drawing/2014/main" id="{C002365E-2EAC-BC95-0F35-E705E30A6BBE}"/>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30" name="Line 574">
                <a:extLst>
                  <a:ext uri="{FF2B5EF4-FFF2-40B4-BE49-F238E27FC236}">
                    <a16:creationId xmlns:a16="http://schemas.microsoft.com/office/drawing/2014/main" id="{94648A9A-5D9F-02A2-E0AF-3DD4735AFB91}"/>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31" name="Line 575">
                <a:extLst>
                  <a:ext uri="{FF2B5EF4-FFF2-40B4-BE49-F238E27FC236}">
                    <a16:creationId xmlns:a16="http://schemas.microsoft.com/office/drawing/2014/main" id="{2B55C268-3428-1773-5CDF-88D94EF7B7A6}"/>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67" name="Group 576">
              <a:extLst>
                <a:ext uri="{FF2B5EF4-FFF2-40B4-BE49-F238E27FC236}">
                  <a16:creationId xmlns:a16="http://schemas.microsoft.com/office/drawing/2014/main" id="{A6F203E7-446F-5DE8-8AB8-C33F5BDB5345}"/>
                </a:ext>
              </a:extLst>
            </p:cNvPr>
            <p:cNvGrpSpPr>
              <a:grpSpLocks/>
            </p:cNvGrpSpPr>
            <p:nvPr/>
          </p:nvGrpSpPr>
          <p:grpSpPr bwMode="auto">
            <a:xfrm>
              <a:off x="849313" y="5610225"/>
              <a:ext cx="155575" cy="125413"/>
              <a:chOff x="2181" y="2484"/>
              <a:chExt cx="180" cy="192"/>
            </a:xfrm>
          </p:grpSpPr>
          <p:sp>
            <p:nvSpPr>
              <p:cNvPr id="43326" name="Line 577">
                <a:extLst>
                  <a:ext uri="{FF2B5EF4-FFF2-40B4-BE49-F238E27FC236}">
                    <a16:creationId xmlns:a16="http://schemas.microsoft.com/office/drawing/2014/main" id="{24CC060E-A246-EDEC-A701-5B83F262AC49}"/>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27" name="Line 578">
                <a:extLst>
                  <a:ext uri="{FF2B5EF4-FFF2-40B4-BE49-F238E27FC236}">
                    <a16:creationId xmlns:a16="http://schemas.microsoft.com/office/drawing/2014/main" id="{54423C63-09CF-663F-2AEF-DC42FE4ABCD6}"/>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28" name="Line 579">
                <a:extLst>
                  <a:ext uri="{FF2B5EF4-FFF2-40B4-BE49-F238E27FC236}">
                    <a16:creationId xmlns:a16="http://schemas.microsoft.com/office/drawing/2014/main" id="{5C28EFD6-C3DC-439F-1467-E85733E4F52D}"/>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268" name="Text Box 580">
              <a:extLst>
                <a:ext uri="{FF2B5EF4-FFF2-40B4-BE49-F238E27FC236}">
                  <a16:creationId xmlns:a16="http://schemas.microsoft.com/office/drawing/2014/main" id="{B26F7212-5606-259C-B61C-1B8342497A70}"/>
                </a:ext>
              </a:extLst>
            </p:cNvPr>
            <p:cNvSpPr txBox="1">
              <a:spLocks noChangeArrowheads="1"/>
            </p:cNvSpPr>
            <p:nvPr/>
          </p:nvSpPr>
          <p:spPr bwMode="auto">
            <a:xfrm>
              <a:off x="1098550" y="5716588"/>
              <a:ext cx="790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endParaRPr lang="ru-RU" altLang="en-US" sz="1200" b="0" u="none"/>
            </a:p>
          </p:txBody>
        </p:sp>
        <p:grpSp>
          <p:nvGrpSpPr>
            <p:cNvPr id="43269" name="Group 581">
              <a:extLst>
                <a:ext uri="{FF2B5EF4-FFF2-40B4-BE49-F238E27FC236}">
                  <a16:creationId xmlns:a16="http://schemas.microsoft.com/office/drawing/2014/main" id="{03E2D8D6-3E49-D03A-4EF4-D26391E2B3D1}"/>
                </a:ext>
              </a:extLst>
            </p:cNvPr>
            <p:cNvGrpSpPr>
              <a:grpSpLocks/>
            </p:cNvGrpSpPr>
            <p:nvPr/>
          </p:nvGrpSpPr>
          <p:grpSpPr bwMode="auto">
            <a:xfrm>
              <a:off x="1668463" y="5951538"/>
              <a:ext cx="157162" cy="125412"/>
              <a:chOff x="2181" y="2484"/>
              <a:chExt cx="180" cy="192"/>
            </a:xfrm>
          </p:grpSpPr>
          <p:sp>
            <p:nvSpPr>
              <p:cNvPr id="43323" name="Line 582">
                <a:extLst>
                  <a:ext uri="{FF2B5EF4-FFF2-40B4-BE49-F238E27FC236}">
                    <a16:creationId xmlns:a16="http://schemas.microsoft.com/office/drawing/2014/main" id="{5BF96596-89F3-0EEF-C7D6-7063306766BB}"/>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24" name="Line 583">
                <a:extLst>
                  <a:ext uri="{FF2B5EF4-FFF2-40B4-BE49-F238E27FC236}">
                    <a16:creationId xmlns:a16="http://schemas.microsoft.com/office/drawing/2014/main" id="{4B2E2553-AE35-512E-3D8B-E5BC3AA6BE25}"/>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25" name="Line 584">
                <a:extLst>
                  <a:ext uri="{FF2B5EF4-FFF2-40B4-BE49-F238E27FC236}">
                    <a16:creationId xmlns:a16="http://schemas.microsoft.com/office/drawing/2014/main" id="{E1B4EF03-C99E-9E27-C714-B6631D99CC74}"/>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70" name="Group 585">
              <a:extLst>
                <a:ext uri="{FF2B5EF4-FFF2-40B4-BE49-F238E27FC236}">
                  <a16:creationId xmlns:a16="http://schemas.microsoft.com/office/drawing/2014/main" id="{4ECCF492-DE42-7A63-7417-18457D64B1D8}"/>
                </a:ext>
              </a:extLst>
            </p:cNvPr>
            <p:cNvGrpSpPr>
              <a:grpSpLocks/>
            </p:cNvGrpSpPr>
            <p:nvPr/>
          </p:nvGrpSpPr>
          <p:grpSpPr bwMode="auto">
            <a:xfrm>
              <a:off x="1889125" y="5951538"/>
              <a:ext cx="155575" cy="125412"/>
              <a:chOff x="2181" y="2484"/>
              <a:chExt cx="180" cy="192"/>
            </a:xfrm>
          </p:grpSpPr>
          <p:sp>
            <p:nvSpPr>
              <p:cNvPr id="43320" name="Line 586">
                <a:extLst>
                  <a:ext uri="{FF2B5EF4-FFF2-40B4-BE49-F238E27FC236}">
                    <a16:creationId xmlns:a16="http://schemas.microsoft.com/office/drawing/2014/main" id="{E6A1F41B-7F5B-D742-3EA9-BB7CB9D46B5D}"/>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21" name="Line 587">
                <a:extLst>
                  <a:ext uri="{FF2B5EF4-FFF2-40B4-BE49-F238E27FC236}">
                    <a16:creationId xmlns:a16="http://schemas.microsoft.com/office/drawing/2014/main" id="{31875A43-C5A2-F634-5683-D0F5191D583C}"/>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22" name="Line 588">
                <a:extLst>
                  <a:ext uri="{FF2B5EF4-FFF2-40B4-BE49-F238E27FC236}">
                    <a16:creationId xmlns:a16="http://schemas.microsoft.com/office/drawing/2014/main" id="{E7FCC5C0-AA22-C388-B336-4BAA3DCBF9BA}"/>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71" name="Group 589">
              <a:extLst>
                <a:ext uri="{FF2B5EF4-FFF2-40B4-BE49-F238E27FC236}">
                  <a16:creationId xmlns:a16="http://schemas.microsoft.com/office/drawing/2014/main" id="{FC9B852A-B495-3A0B-618A-A5FAC3844B54}"/>
                </a:ext>
              </a:extLst>
            </p:cNvPr>
            <p:cNvGrpSpPr>
              <a:grpSpLocks/>
            </p:cNvGrpSpPr>
            <p:nvPr/>
          </p:nvGrpSpPr>
          <p:grpSpPr bwMode="auto">
            <a:xfrm>
              <a:off x="1046163" y="5942013"/>
              <a:ext cx="155575" cy="125412"/>
              <a:chOff x="2181" y="2484"/>
              <a:chExt cx="180" cy="192"/>
            </a:xfrm>
          </p:grpSpPr>
          <p:sp>
            <p:nvSpPr>
              <p:cNvPr id="43317" name="Line 590">
                <a:extLst>
                  <a:ext uri="{FF2B5EF4-FFF2-40B4-BE49-F238E27FC236}">
                    <a16:creationId xmlns:a16="http://schemas.microsoft.com/office/drawing/2014/main" id="{8C83339D-2B38-3710-A256-818A06262BFF}"/>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18" name="Line 591">
                <a:extLst>
                  <a:ext uri="{FF2B5EF4-FFF2-40B4-BE49-F238E27FC236}">
                    <a16:creationId xmlns:a16="http://schemas.microsoft.com/office/drawing/2014/main" id="{B776E186-0174-3BBE-027D-0843DBB33DF3}"/>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19" name="Line 592">
                <a:extLst>
                  <a:ext uri="{FF2B5EF4-FFF2-40B4-BE49-F238E27FC236}">
                    <a16:creationId xmlns:a16="http://schemas.microsoft.com/office/drawing/2014/main" id="{DB85C9F4-4937-3FDF-FCE2-3F64AF1E5AE6}"/>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72" name="Group 593">
              <a:extLst>
                <a:ext uri="{FF2B5EF4-FFF2-40B4-BE49-F238E27FC236}">
                  <a16:creationId xmlns:a16="http://schemas.microsoft.com/office/drawing/2014/main" id="{F2C397A7-4DB0-4201-F3F3-A31D98F3AA85}"/>
                </a:ext>
              </a:extLst>
            </p:cNvPr>
            <p:cNvGrpSpPr>
              <a:grpSpLocks/>
            </p:cNvGrpSpPr>
            <p:nvPr/>
          </p:nvGrpSpPr>
          <p:grpSpPr bwMode="auto">
            <a:xfrm>
              <a:off x="1266825" y="5942013"/>
              <a:ext cx="155575" cy="125412"/>
              <a:chOff x="2181" y="2484"/>
              <a:chExt cx="180" cy="192"/>
            </a:xfrm>
          </p:grpSpPr>
          <p:sp>
            <p:nvSpPr>
              <p:cNvPr id="43314" name="Line 594">
                <a:extLst>
                  <a:ext uri="{FF2B5EF4-FFF2-40B4-BE49-F238E27FC236}">
                    <a16:creationId xmlns:a16="http://schemas.microsoft.com/office/drawing/2014/main" id="{01A8585C-0BDD-C080-33B7-202D106C55C7}"/>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15" name="Line 595">
                <a:extLst>
                  <a:ext uri="{FF2B5EF4-FFF2-40B4-BE49-F238E27FC236}">
                    <a16:creationId xmlns:a16="http://schemas.microsoft.com/office/drawing/2014/main" id="{DABC23C4-70BC-BF49-DFAD-DBC277263E62}"/>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16" name="Line 596">
                <a:extLst>
                  <a:ext uri="{FF2B5EF4-FFF2-40B4-BE49-F238E27FC236}">
                    <a16:creationId xmlns:a16="http://schemas.microsoft.com/office/drawing/2014/main" id="{81F91B5C-C4F8-1135-68CD-043428AFFB34}"/>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73" name="Group 597">
              <a:extLst>
                <a:ext uri="{FF2B5EF4-FFF2-40B4-BE49-F238E27FC236}">
                  <a16:creationId xmlns:a16="http://schemas.microsoft.com/office/drawing/2014/main" id="{E9825A0E-3175-8F46-AC31-E3BE494A5C92}"/>
                </a:ext>
              </a:extLst>
            </p:cNvPr>
            <p:cNvGrpSpPr>
              <a:grpSpLocks/>
            </p:cNvGrpSpPr>
            <p:nvPr/>
          </p:nvGrpSpPr>
          <p:grpSpPr bwMode="auto">
            <a:xfrm>
              <a:off x="628650" y="5942013"/>
              <a:ext cx="155575" cy="125412"/>
              <a:chOff x="2181" y="2484"/>
              <a:chExt cx="180" cy="192"/>
            </a:xfrm>
          </p:grpSpPr>
          <p:sp>
            <p:nvSpPr>
              <p:cNvPr id="43311" name="Line 598">
                <a:extLst>
                  <a:ext uri="{FF2B5EF4-FFF2-40B4-BE49-F238E27FC236}">
                    <a16:creationId xmlns:a16="http://schemas.microsoft.com/office/drawing/2014/main" id="{8CE5DFDB-C39E-F6A3-AF74-70814A8F19D7}"/>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12" name="Line 599">
                <a:extLst>
                  <a:ext uri="{FF2B5EF4-FFF2-40B4-BE49-F238E27FC236}">
                    <a16:creationId xmlns:a16="http://schemas.microsoft.com/office/drawing/2014/main" id="{A0B93633-004E-6F83-1619-2FB1BB7E9833}"/>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13" name="Line 600">
                <a:extLst>
                  <a:ext uri="{FF2B5EF4-FFF2-40B4-BE49-F238E27FC236}">
                    <a16:creationId xmlns:a16="http://schemas.microsoft.com/office/drawing/2014/main" id="{D74EE3F4-C742-4842-197F-D59BFF996247}"/>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74" name="Group 601">
              <a:extLst>
                <a:ext uri="{FF2B5EF4-FFF2-40B4-BE49-F238E27FC236}">
                  <a16:creationId xmlns:a16="http://schemas.microsoft.com/office/drawing/2014/main" id="{74ACC2A3-74D6-C548-814A-33E54486C573}"/>
                </a:ext>
              </a:extLst>
            </p:cNvPr>
            <p:cNvGrpSpPr>
              <a:grpSpLocks/>
            </p:cNvGrpSpPr>
            <p:nvPr/>
          </p:nvGrpSpPr>
          <p:grpSpPr bwMode="auto">
            <a:xfrm>
              <a:off x="849313" y="5942013"/>
              <a:ext cx="155575" cy="125412"/>
              <a:chOff x="2181" y="2484"/>
              <a:chExt cx="180" cy="192"/>
            </a:xfrm>
          </p:grpSpPr>
          <p:sp>
            <p:nvSpPr>
              <p:cNvPr id="43308" name="Line 602">
                <a:extLst>
                  <a:ext uri="{FF2B5EF4-FFF2-40B4-BE49-F238E27FC236}">
                    <a16:creationId xmlns:a16="http://schemas.microsoft.com/office/drawing/2014/main" id="{980362F5-7C67-BC47-A6FC-D0556819E6EA}"/>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09" name="Line 603">
                <a:extLst>
                  <a:ext uri="{FF2B5EF4-FFF2-40B4-BE49-F238E27FC236}">
                    <a16:creationId xmlns:a16="http://schemas.microsoft.com/office/drawing/2014/main" id="{EE1AC557-56B6-0C5D-2892-1637BBC9C978}"/>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10" name="Line 604">
                <a:extLst>
                  <a:ext uri="{FF2B5EF4-FFF2-40B4-BE49-F238E27FC236}">
                    <a16:creationId xmlns:a16="http://schemas.microsoft.com/office/drawing/2014/main" id="{CCA5DDCF-61B2-29A0-367E-6DEC147AAD3D}"/>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275" name="Text Box 605">
              <a:extLst>
                <a:ext uri="{FF2B5EF4-FFF2-40B4-BE49-F238E27FC236}">
                  <a16:creationId xmlns:a16="http://schemas.microsoft.com/office/drawing/2014/main" id="{B57D4D95-17DB-94C7-7E3D-2AB6595DD3E5}"/>
                </a:ext>
              </a:extLst>
            </p:cNvPr>
            <p:cNvSpPr txBox="1">
              <a:spLocks noChangeArrowheads="1"/>
            </p:cNvSpPr>
            <p:nvPr/>
          </p:nvSpPr>
          <p:spPr bwMode="auto">
            <a:xfrm>
              <a:off x="1111250" y="6019800"/>
              <a:ext cx="7905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r>
                <a:rPr lang="en-US" altLang="en-US" sz="1200" b="0" u="none"/>
                <a:t> </a:t>
              </a:r>
              <a:r>
                <a:rPr lang="ru-RU" altLang="en-US" sz="1200" b="0" u="none">
                  <a:sym typeface="Symbol" panose="05050102010706020507" pitchFamily="18" charset="2"/>
                </a:rPr>
                <a:t></a:t>
              </a:r>
              <a:endParaRPr lang="ru-RU" altLang="en-US" sz="1200" b="0" u="none"/>
            </a:p>
          </p:txBody>
        </p:sp>
        <p:grpSp>
          <p:nvGrpSpPr>
            <p:cNvPr id="43276" name="Group 606">
              <a:extLst>
                <a:ext uri="{FF2B5EF4-FFF2-40B4-BE49-F238E27FC236}">
                  <a16:creationId xmlns:a16="http://schemas.microsoft.com/office/drawing/2014/main" id="{15F2D24E-F9FE-D89A-44F0-1277B0DD26C0}"/>
                </a:ext>
              </a:extLst>
            </p:cNvPr>
            <p:cNvGrpSpPr>
              <a:grpSpLocks/>
            </p:cNvGrpSpPr>
            <p:nvPr/>
          </p:nvGrpSpPr>
          <p:grpSpPr bwMode="auto">
            <a:xfrm>
              <a:off x="1681163" y="6254750"/>
              <a:ext cx="157162" cy="125413"/>
              <a:chOff x="2181" y="2484"/>
              <a:chExt cx="180" cy="192"/>
            </a:xfrm>
          </p:grpSpPr>
          <p:sp>
            <p:nvSpPr>
              <p:cNvPr id="43305" name="Line 607">
                <a:extLst>
                  <a:ext uri="{FF2B5EF4-FFF2-40B4-BE49-F238E27FC236}">
                    <a16:creationId xmlns:a16="http://schemas.microsoft.com/office/drawing/2014/main" id="{F4673780-D25D-2F66-55D1-3B87784B919B}"/>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06" name="Line 608">
                <a:extLst>
                  <a:ext uri="{FF2B5EF4-FFF2-40B4-BE49-F238E27FC236}">
                    <a16:creationId xmlns:a16="http://schemas.microsoft.com/office/drawing/2014/main" id="{5802BAD9-4CD3-4372-3334-F175F81C4F21}"/>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07" name="Line 609">
                <a:extLst>
                  <a:ext uri="{FF2B5EF4-FFF2-40B4-BE49-F238E27FC236}">
                    <a16:creationId xmlns:a16="http://schemas.microsoft.com/office/drawing/2014/main" id="{66798038-63A7-CC11-82F7-1899C4A1DD48}"/>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77" name="Group 610">
              <a:extLst>
                <a:ext uri="{FF2B5EF4-FFF2-40B4-BE49-F238E27FC236}">
                  <a16:creationId xmlns:a16="http://schemas.microsoft.com/office/drawing/2014/main" id="{94C41610-DC7C-C7BA-5C10-C3836BCA6D84}"/>
                </a:ext>
              </a:extLst>
            </p:cNvPr>
            <p:cNvGrpSpPr>
              <a:grpSpLocks/>
            </p:cNvGrpSpPr>
            <p:nvPr/>
          </p:nvGrpSpPr>
          <p:grpSpPr bwMode="auto">
            <a:xfrm>
              <a:off x="1901825" y="6254750"/>
              <a:ext cx="157163" cy="125413"/>
              <a:chOff x="2181" y="2484"/>
              <a:chExt cx="180" cy="192"/>
            </a:xfrm>
          </p:grpSpPr>
          <p:sp>
            <p:nvSpPr>
              <p:cNvPr id="43302" name="Line 611">
                <a:extLst>
                  <a:ext uri="{FF2B5EF4-FFF2-40B4-BE49-F238E27FC236}">
                    <a16:creationId xmlns:a16="http://schemas.microsoft.com/office/drawing/2014/main" id="{18D85C43-80E7-DCBA-E59C-92D8845FF7E9}"/>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03" name="Line 612">
                <a:extLst>
                  <a:ext uri="{FF2B5EF4-FFF2-40B4-BE49-F238E27FC236}">
                    <a16:creationId xmlns:a16="http://schemas.microsoft.com/office/drawing/2014/main" id="{E99C9C69-2A2A-3ABF-D877-5287CEDC3145}"/>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04" name="Line 613">
                <a:extLst>
                  <a:ext uri="{FF2B5EF4-FFF2-40B4-BE49-F238E27FC236}">
                    <a16:creationId xmlns:a16="http://schemas.microsoft.com/office/drawing/2014/main" id="{641DA721-17E7-F791-000F-730A5BE97967}"/>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78" name="Group 614">
              <a:extLst>
                <a:ext uri="{FF2B5EF4-FFF2-40B4-BE49-F238E27FC236}">
                  <a16:creationId xmlns:a16="http://schemas.microsoft.com/office/drawing/2014/main" id="{C54F6BAA-9883-5C73-7CFF-30907E40D3B1}"/>
                </a:ext>
              </a:extLst>
            </p:cNvPr>
            <p:cNvGrpSpPr>
              <a:grpSpLocks/>
            </p:cNvGrpSpPr>
            <p:nvPr/>
          </p:nvGrpSpPr>
          <p:grpSpPr bwMode="auto">
            <a:xfrm>
              <a:off x="1058863" y="6245225"/>
              <a:ext cx="155575" cy="125413"/>
              <a:chOff x="2181" y="2484"/>
              <a:chExt cx="180" cy="192"/>
            </a:xfrm>
          </p:grpSpPr>
          <p:sp>
            <p:nvSpPr>
              <p:cNvPr id="43299" name="Line 615">
                <a:extLst>
                  <a:ext uri="{FF2B5EF4-FFF2-40B4-BE49-F238E27FC236}">
                    <a16:creationId xmlns:a16="http://schemas.microsoft.com/office/drawing/2014/main" id="{6D97BB19-C5C7-41FA-ED16-AA3E17F7922A}"/>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00" name="Line 616">
                <a:extLst>
                  <a:ext uri="{FF2B5EF4-FFF2-40B4-BE49-F238E27FC236}">
                    <a16:creationId xmlns:a16="http://schemas.microsoft.com/office/drawing/2014/main" id="{2F9305CA-9F9A-E7ED-98EB-049C18A3D4C8}"/>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301" name="Line 617">
                <a:extLst>
                  <a:ext uri="{FF2B5EF4-FFF2-40B4-BE49-F238E27FC236}">
                    <a16:creationId xmlns:a16="http://schemas.microsoft.com/office/drawing/2014/main" id="{2815B0C1-1226-8285-DBCD-9B6FDC7503F7}"/>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79" name="Group 618">
              <a:extLst>
                <a:ext uri="{FF2B5EF4-FFF2-40B4-BE49-F238E27FC236}">
                  <a16:creationId xmlns:a16="http://schemas.microsoft.com/office/drawing/2014/main" id="{54DE9591-6839-8825-72B8-C275D1445E3A}"/>
                </a:ext>
              </a:extLst>
            </p:cNvPr>
            <p:cNvGrpSpPr>
              <a:grpSpLocks/>
            </p:cNvGrpSpPr>
            <p:nvPr/>
          </p:nvGrpSpPr>
          <p:grpSpPr bwMode="auto">
            <a:xfrm>
              <a:off x="1279525" y="6245225"/>
              <a:ext cx="155575" cy="125413"/>
              <a:chOff x="2181" y="2484"/>
              <a:chExt cx="180" cy="192"/>
            </a:xfrm>
          </p:grpSpPr>
          <p:sp>
            <p:nvSpPr>
              <p:cNvPr id="43296" name="Line 619">
                <a:extLst>
                  <a:ext uri="{FF2B5EF4-FFF2-40B4-BE49-F238E27FC236}">
                    <a16:creationId xmlns:a16="http://schemas.microsoft.com/office/drawing/2014/main" id="{4FCC4BC6-580C-8B58-D3D4-7B8E6BF192DF}"/>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297" name="Line 620">
                <a:extLst>
                  <a:ext uri="{FF2B5EF4-FFF2-40B4-BE49-F238E27FC236}">
                    <a16:creationId xmlns:a16="http://schemas.microsoft.com/office/drawing/2014/main" id="{94091768-9AC8-0267-401E-CEE05D01D668}"/>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298" name="Line 621">
                <a:extLst>
                  <a:ext uri="{FF2B5EF4-FFF2-40B4-BE49-F238E27FC236}">
                    <a16:creationId xmlns:a16="http://schemas.microsoft.com/office/drawing/2014/main" id="{34B9B865-E83A-E432-2609-9E9127DA3C44}"/>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80" name="Group 622">
              <a:extLst>
                <a:ext uri="{FF2B5EF4-FFF2-40B4-BE49-F238E27FC236}">
                  <a16:creationId xmlns:a16="http://schemas.microsoft.com/office/drawing/2014/main" id="{F2422EE4-CF1F-EE2E-755F-8E244B3999FB}"/>
                </a:ext>
              </a:extLst>
            </p:cNvPr>
            <p:cNvGrpSpPr>
              <a:grpSpLocks/>
            </p:cNvGrpSpPr>
            <p:nvPr/>
          </p:nvGrpSpPr>
          <p:grpSpPr bwMode="auto">
            <a:xfrm>
              <a:off x="641350" y="6245225"/>
              <a:ext cx="155575" cy="125413"/>
              <a:chOff x="2181" y="2484"/>
              <a:chExt cx="180" cy="192"/>
            </a:xfrm>
          </p:grpSpPr>
          <p:sp>
            <p:nvSpPr>
              <p:cNvPr id="43293" name="Line 623">
                <a:extLst>
                  <a:ext uri="{FF2B5EF4-FFF2-40B4-BE49-F238E27FC236}">
                    <a16:creationId xmlns:a16="http://schemas.microsoft.com/office/drawing/2014/main" id="{FA5810BD-9C35-4FC1-DA88-88E0C9421966}"/>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294" name="Line 624">
                <a:extLst>
                  <a:ext uri="{FF2B5EF4-FFF2-40B4-BE49-F238E27FC236}">
                    <a16:creationId xmlns:a16="http://schemas.microsoft.com/office/drawing/2014/main" id="{97E1F1DE-C222-65FB-7DEC-E8592B6077E9}"/>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295" name="Line 625">
                <a:extLst>
                  <a:ext uri="{FF2B5EF4-FFF2-40B4-BE49-F238E27FC236}">
                    <a16:creationId xmlns:a16="http://schemas.microsoft.com/office/drawing/2014/main" id="{46B3252B-9C20-6BDC-0B99-B4ABA02B240F}"/>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3281" name="Group 626">
              <a:extLst>
                <a:ext uri="{FF2B5EF4-FFF2-40B4-BE49-F238E27FC236}">
                  <a16:creationId xmlns:a16="http://schemas.microsoft.com/office/drawing/2014/main" id="{492A4603-61BF-A50F-204F-B276035BB8E2}"/>
                </a:ext>
              </a:extLst>
            </p:cNvPr>
            <p:cNvGrpSpPr>
              <a:grpSpLocks/>
            </p:cNvGrpSpPr>
            <p:nvPr/>
          </p:nvGrpSpPr>
          <p:grpSpPr bwMode="auto">
            <a:xfrm>
              <a:off x="862013" y="6245225"/>
              <a:ext cx="155575" cy="125413"/>
              <a:chOff x="2181" y="2484"/>
              <a:chExt cx="180" cy="192"/>
            </a:xfrm>
          </p:grpSpPr>
          <p:sp>
            <p:nvSpPr>
              <p:cNvPr id="43290" name="Line 627">
                <a:extLst>
                  <a:ext uri="{FF2B5EF4-FFF2-40B4-BE49-F238E27FC236}">
                    <a16:creationId xmlns:a16="http://schemas.microsoft.com/office/drawing/2014/main" id="{00DBF779-0A3A-FC58-8BD7-2AFA1AAB65C7}"/>
                  </a:ext>
                </a:extLst>
              </p:cNvPr>
              <p:cNvSpPr>
                <a:spLocks noChangeShapeType="1"/>
              </p:cNvSpPr>
              <p:nvPr/>
            </p:nvSpPr>
            <p:spPr bwMode="auto">
              <a:xfrm>
                <a:off x="2256" y="2589"/>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291" name="Line 628">
                <a:extLst>
                  <a:ext uri="{FF2B5EF4-FFF2-40B4-BE49-F238E27FC236}">
                    <a16:creationId xmlns:a16="http://schemas.microsoft.com/office/drawing/2014/main" id="{1D416999-998F-906C-7AFA-3D3ED539CB21}"/>
                  </a:ext>
                </a:extLst>
              </p:cNvPr>
              <p:cNvSpPr>
                <a:spLocks noChangeShapeType="1"/>
              </p:cNvSpPr>
              <p:nvPr/>
            </p:nvSpPr>
            <p:spPr bwMode="auto">
              <a:xfrm flipV="1">
                <a:off x="2181" y="2484"/>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292" name="Line 629">
                <a:extLst>
                  <a:ext uri="{FF2B5EF4-FFF2-40B4-BE49-F238E27FC236}">
                    <a16:creationId xmlns:a16="http://schemas.microsoft.com/office/drawing/2014/main" id="{B028703E-4994-A8D8-A796-EA077215AC3E}"/>
                  </a:ext>
                </a:extLst>
              </p:cNvPr>
              <p:cNvSpPr>
                <a:spLocks noChangeShapeType="1"/>
              </p:cNvSpPr>
              <p:nvPr/>
            </p:nvSpPr>
            <p:spPr bwMode="auto">
              <a:xfrm flipH="1" flipV="1">
                <a:off x="2181" y="2496"/>
                <a:ext cx="180" cy="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282" name="Line 630">
              <a:extLst>
                <a:ext uri="{FF2B5EF4-FFF2-40B4-BE49-F238E27FC236}">
                  <a16:creationId xmlns:a16="http://schemas.microsoft.com/office/drawing/2014/main" id="{9B4041BB-0125-FFCD-2F7B-6E5924D627F1}"/>
                </a:ext>
              </a:extLst>
            </p:cNvPr>
            <p:cNvSpPr>
              <a:spLocks noChangeShapeType="1"/>
            </p:cNvSpPr>
            <p:nvPr/>
          </p:nvSpPr>
          <p:spPr bwMode="auto">
            <a:xfrm>
              <a:off x="487363" y="1974850"/>
              <a:ext cx="0" cy="4586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283" name="Line 631">
              <a:extLst>
                <a:ext uri="{FF2B5EF4-FFF2-40B4-BE49-F238E27FC236}">
                  <a16:creationId xmlns:a16="http://schemas.microsoft.com/office/drawing/2014/main" id="{13265423-842D-DF7F-DBA2-19E21711236B}"/>
                </a:ext>
              </a:extLst>
            </p:cNvPr>
            <p:cNvSpPr>
              <a:spLocks noChangeShapeType="1"/>
            </p:cNvSpPr>
            <p:nvPr/>
          </p:nvSpPr>
          <p:spPr bwMode="auto">
            <a:xfrm>
              <a:off x="487363" y="6567488"/>
              <a:ext cx="71548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284" name="Line 632">
              <a:extLst>
                <a:ext uri="{FF2B5EF4-FFF2-40B4-BE49-F238E27FC236}">
                  <a16:creationId xmlns:a16="http://schemas.microsoft.com/office/drawing/2014/main" id="{1581203D-BEF9-DF3A-ADB6-10CCAC9EBAFB}"/>
                </a:ext>
              </a:extLst>
            </p:cNvPr>
            <p:cNvSpPr>
              <a:spLocks noChangeShapeType="1"/>
            </p:cNvSpPr>
            <p:nvPr/>
          </p:nvSpPr>
          <p:spPr bwMode="auto">
            <a:xfrm>
              <a:off x="7662863" y="1993900"/>
              <a:ext cx="0" cy="45735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285" name="Text Box 633">
              <a:extLst>
                <a:ext uri="{FF2B5EF4-FFF2-40B4-BE49-F238E27FC236}">
                  <a16:creationId xmlns:a16="http://schemas.microsoft.com/office/drawing/2014/main" id="{4C2D85EA-DDC7-D966-AF23-599ED0C2BBD0}"/>
                </a:ext>
              </a:extLst>
            </p:cNvPr>
            <p:cNvSpPr txBox="1">
              <a:spLocks noChangeArrowheads="1"/>
            </p:cNvSpPr>
            <p:nvPr/>
          </p:nvSpPr>
          <p:spPr bwMode="auto">
            <a:xfrm>
              <a:off x="3097213" y="385476"/>
              <a:ext cx="186848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PAL block</a:t>
              </a:r>
              <a:endParaRPr lang="ru-RU" altLang="en-US" sz="1600" b="0" u="none"/>
            </a:p>
          </p:txBody>
        </p:sp>
        <p:sp>
          <p:nvSpPr>
            <p:cNvPr id="43286" name="Text Box 634">
              <a:extLst>
                <a:ext uri="{FF2B5EF4-FFF2-40B4-BE49-F238E27FC236}">
                  <a16:creationId xmlns:a16="http://schemas.microsoft.com/office/drawing/2014/main" id="{62B21628-E10E-356A-8817-3B6110110CF4}"/>
                </a:ext>
              </a:extLst>
            </p:cNvPr>
            <p:cNvSpPr txBox="1">
              <a:spLocks noChangeArrowheads="1"/>
            </p:cNvSpPr>
            <p:nvPr/>
          </p:nvSpPr>
          <p:spPr bwMode="auto">
            <a:xfrm>
              <a:off x="3187700" y="2111375"/>
              <a:ext cx="18684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PAL block</a:t>
              </a:r>
              <a:endParaRPr lang="ru-RU" altLang="en-US" sz="1600" b="0" u="none"/>
            </a:p>
          </p:txBody>
        </p:sp>
        <p:sp>
          <p:nvSpPr>
            <p:cNvPr id="43287" name="Line 635">
              <a:extLst>
                <a:ext uri="{FF2B5EF4-FFF2-40B4-BE49-F238E27FC236}">
                  <a16:creationId xmlns:a16="http://schemas.microsoft.com/office/drawing/2014/main" id="{516A05F5-9FFA-73A6-3507-45DE930B5493}"/>
                </a:ext>
              </a:extLst>
            </p:cNvPr>
            <p:cNvSpPr>
              <a:spLocks noChangeShapeType="1"/>
            </p:cNvSpPr>
            <p:nvPr/>
          </p:nvSpPr>
          <p:spPr bwMode="auto">
            <a:xfrm>
              <a:off x="4108450" y="3421063"/>
              <a:ext cx="2555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288" name="Line 636">
              <a:extLst>
                <a:ext uri="{FF2B5EF4-FFF2-40B4-BE49-F238E27FC236}">
                  <a16:creationId xmlns:a16="http://schemas.microsoft.com/office/drawing/2014/main" id="{ABAFCD8C-29B5-527D-5131-4D06D791BAA9}"/>
                </a:ext>
              </a:extLst>
            </p:cNvPr>
            <p:cNvSpPr>
              <a:spLocks noChangeShapeType="1"/>
            </p:cNvSpPr>
            <p:nvPr/>
          </p:nvSpPr>
          <p:spPr bwMode="auto">
            <a:xfrm>
              <a:off x="4095750" y="4759325"/>
              <a:ext cx="2555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289" name="Line 637">
              <a:extLst>
                <a:ext uri="{FF2B5EF4-FFF2-40B4-BE49-F238E27FC236}">
                  <a16:creationId xmlns:a16="http://schemas.microsoft.com/office/drawing/2014/main" id="{94DB57AB-FA79-BD8A-DD3B-5B0CE499342A}"/>
                </a:ext>
              </a:extLst>
            </p:cNvPr>
            <p:cNvSpPr>
              <a:spLocks noChangeShapeType="1"/>
            </p:cNvSpPr>
            <p:nvPr/>
          </p:nvSpPr>
          <p:spPr bwMode="auto">
            <a:xfrm>
              <a:off x="4081463" y="6078538"/>
              <a:ext cx="2555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248D4F4E-E242-E62D-D7F2-70613143CB79}"/>
              </a:ext>
            </a:extLst>
          </p:cNvPr>
          <p:cNvSpPr>
            <a:spLocks noGrp="1" noChangeArrowheads="1"/>
          </p:cNvSpPr>
          <p:nvPr>
            <p:ph type="title"/>
          </p:nvPr>
        </p:nvSpPr>
        <p:spPr/>
        <p:txBody>
          <a:bodyPr/>
          <a:lstStyle/>
          <a:p>
            <a:r>
              <a:rPr lang="en-US" altLang="en-US"/>
              <a:t>FPGA </a:t>
            </a:r>
            <a:r>
              <a:rPr lang="ru-RU" altLang="en-US"/>
              <a:t> </a:t>
            </a:r>
            <a:endParaRPr lang="en-US" altLang="en-US"/>
          </a:p>
        </p:txBody>
      </p:sp>
      <p:sp>
        <p:nvSpPr>
          <p:cNvPr id="44035" name="Content Placeholder 2">
            <a:extLst>
              <a:ext uri="{FF2B5EF4-FFF2-40B4-BE49-F238E27FC236}">
                <a16:creationId xmlns:a16="http://schemas.microsoft.com/office/drawing/2014/main" id="{8C1E437B-B60D-A6E2-A985-55E0A5B72A08}"/>
              </a:ext>
            </a:extLst>
          </p:cNvPr>
          <p:cNvSpPr>
            <a:spLocks noGrp="1" noChangeArrowheads="1"/>
          </p:cNvSpPr>
          <p:nvPr>
            <p:ph type="body" sz="quarter" idx="10"/>
          </p:nvPr>
        </p:nvSpPr>
        <p:spPr/>
        <p:txBody>
          <a:bodyPr/>
          <a:lstStyle/>
          <a:p>
            <a:r>
              <a:rPr lang="ru-RU" altLang="en-US" sz="2000" dirty="0"/>
              <a:t>FPGA chips are divided into classical and combined. </a:t>
            </a:r>
            <a:endParaRPr lang="en-US" altLang="en-US" sz="2000" dirty="0"/>
          </a:p>
          <a:p>
            <a:r>
              <a:rPr lang="ru-RU" altLang="en-US" sz="2000" dirty="0"/>
              <a:t>Combined FPGA contains CPLD elements.</a:t>
            </a:r>
          </a:p>
          <a:p>
            <a:r>
              <a:rPr lang="ru-RU" altLang="en-US" sz="2000" dirty="0"/>
              <a:t>There are several types of FPGA: </a:t>
            </a:r>
            <a:endParaRPr lang="en-US" altLang="en-US" sz="2000" dirty="0"/>
          </a:p>
          <a:p>
            <a:r>
              <a:rPr lang="en-US" altLang="en-US" sz="2000" dirty="0"/>
              <a:t>SRAM-based configuration memory </a:t>
            </a:r>
            <a:r>
              <a:rPr lang="ru-RU" altLang="en-US" sz="2000" dirty="0"/>
              <a:t>(</a:t>
            </a:r>
            <a:r>
              <a:rPr lang="en-US" altLang="en-US" sz="2000" dirty="0"/>
              <a:t>XILINX, Altera</a:t>
            </a:r>
            <a:r>
              <a:rPr lang="ru-RU" altLang="en-US" sz="2000" dirty="0"/>
              <a:t>)</a:t>
            </a:r>
            <a:r>
              <a:rPr lang="en-US" altLang="en-US" sz="2000" dirty="0"/>
              <a:t> </a:t>
            </a:r>
          </a:p>
          <a:p>
            <a:r>
              <a:rPr lang="en-US" altLang="en-US" sz="2000" dirty="0"/>
              <a:t>Once programmable  (anti-fuse logic)  - </a:t>
            </a:r>
            <a:r>
              <a:rPr lang="en-US" altLang="en-US" sz="2000" dirty="0" err="1"/>
              <a:t>Actel</a:t>
            </a:r>
            <a:r>
              <a:rPr lang="en-US" altLang="en-US" sz="2000" dirty="0"/>
              <a:t> (</a:t>
            </a:r>
            <a:r>
              <a:rPr lang="en-US" altLang="en-US" sz="2000" dirty="0" err="1"/>
              <a:t>MicroSemi</a:t>
            </a:r>
            <a:r>
              <a:rPr lang="en-US" altLang="en-US" sz="2000" dirty="0"/>
              <a:t>), </a:t>
            </a:r>
            <a:r>
              <a:rPr lang="en-US" altLang="en-US" sz="2000" dirty="0" err="1"/>
              <a:t>QuickLogic</a:t>
            </a:r>
            <a:endParaRPr lang="ru-RU" altLang="en-US" sz="2000" dirty="0"/>
          </a:p>
          <a:p>
            <a:r>
              <a:rPr lang="en-US" altLang="en-US" sz="2000" dirty="0"/>
              <a:t>Flash-Memory configuration</a:t>
            </a:r>
            <a:r>
              <a:rPr lang="ru-RU" altLang="en-US" sz="2000" dirty="0"/>
              <a:t> (</a:t>
            </a:r>
            <a:r>
              <a:rPr lang="en-US" altLang="en-US" sz="2000" dirty="0" err="1"/>
              <a:t>Actel</a:t>
            </a:r>
            <a:r>
              <a:rPr lang="ru-RU" altLang="en-US" sz="2000" dirty="0"/>
              <a:t>, </a:t>
            </a:r>
            <a:r>
              <a:rPr lang="en-US" altLang="en-US" sz="2000" dirty="0" err="1"/>
              <a:t>ProASIC</a:t>
            </a:r>
            <a:r>
              <a:rPr lang="ru-RU" altLang="en-US" sz="2000" dirty="0"/>
              <a:t>)</a:t>
            </a:r>
          </a:p>
          <a:p>
            <a:r>
              <a:rPr lang="en-US" altLang="en-US" sz="2000" dirty="0"/>
              <a:t>Combined architecture,</a:t>
            </a:r>
            <a:r>
              <a:rPr lang="ru-RU" altLang="en-US" sz="2000" dirty="0"/>
              <a:t> development of which began with the design by Altera family FLEX8000. </a:t>
            </a:r>
            <a:endParaRPr lang="en-US" altLang="en-US" sz="2000" dirty="0"/>
          </a:p>
          <a:p>
            <a:r>
              <a:rPr lang="ru-RU" altLang="en-US" sz="2000" dirty="0"/>
              <a:t>FPGA consists of the following parts: </a:t>
            </a:r>
            <a:r>
              <a:rPr lang="en-US" altLang="en-US" sz="2000" dirty="0"/>
              <a:t> </a:t>
            </a:r>
          </a:p>
          <a:p>
            <a:r>
              <a:rPr lang="en-US" altLang="en-US" sz="2000" dirty="0"/>
              <a:t>Functional blocks</a:t>
            </a:r>
          </a:p>
          <a:p>
            <a:r>
              <a:rPr lang="ru-RU" altLang="en-US" sz="2000" dirty="0"/>
              <a:t>Programmable interconnect</a:t>
            </a:r>
            <a:endParaRPr lang="en-US" altLang="en-US" sz="2000" dirty="0"/>
          </a:p>
          <a:p>
            <a:r>
              <a:rPr lang="ru-RU" altLang="en-US" sz="2000" dirty="0"/>
              <a:t>I/O logic cells</a:t>
            </a:r>
          </a:p>
          <a:p>
            <a:endParaRPr lang="en-US" alt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38AA1690-A15E-713B-FC5C-FDF4A6F47AE5}"/>
              </a:ext>
            </a:extLst>
          </p:cNvPr>
          <p:cNvSpPr>
            <a:spLocks noGrp="1" noChangeArrowheads="1"/>
          </p:cNvSpPr>
          <p:nvPr>
            <p:ph type="title"/>
          </p:nvPr>
        </p:nvSpPr>
        <p:spPr/>
        <p:txBody>
          <a:bodyPr/>
          <a:lstStyle/>
          <a:p>
            <a:r>
              <a:rPr lang="en-US" altLang="en-US"/>
              <a:t>FPGA (2)</a:t>
            </a:r>
          </a:p>
        </p:txBody>
      </p:sp>
      <p:sp>
        <p:nvSpPr>
          <p:cNvPr id="45059" name="Content Placeholder 2">
            <a:extLst>
              <a:ext uri="{FF2B5EF4-FFF2-40B4-BE49-F238E27FC236}">
                <a16:creationId xmlns:a16="http://schemas.microsoft.com/office/drawing/2014/main" id="{3044F838-AD2D-BDD7-1007-9FD48CEB2296}"/>
              </a:ext>
            </a:extLst>
          </p:cNvPr>
          <p:cNvSpPr>
            <a:spLocks noGrp="1" noChangeArrowheads="1"/>
          </p:cNvSpPr>
          <p:nvPr>
            <p:ph type="body" sz="quarter" idx="10"/>
          </p:nvPr>
        </p:nvSpPr>
        <p:spPr/>
        <p:txBody>
          <a:bodyPr/>
          <a:lstStyle/>
          <a:p>
            <a:r>
              <a:rPr lang="en-US" altLang="en-US" sz="1800" dirty="0"/>
              <a:t>Classic </a:t>
            </a:r>
            <a:r>
              <a:rPr lang="ru-RU" altLang="en-US" sz="1800" dirty="0"/>
              <a:t>FPGA </a:t>
            </a:r>
            <a:r>
              <a:rPr lang="en-US" altLang="en-US" sz="1800" dirty="0"/>
              <a:t> is  two-dimensional array of identical configurable logic blocks. </a:t>
            </a:r>
          </a:p>
          <a:p>
            <a:r>
              <a:rPr lang="ru-RU" altLang="en-US" sz="1800" dirty="0"/>
              <a:t>All </a:t>
            </a:r>
            <a:r>
              <a:rPr lang="en-US" altLang="en-US" sz="1800" dirty="0"/>
              <a:t> </a:t>
            </a:r>
            <a:r>
              <a:rPr lang="ru-RU" altLang="en-US" sz="1800" dirty="0"/>
              <a:t>FPGAs have the following key elements:</a:t>
            </a:r>
          </a:p>
          <a:p>
            <a:r>
              <a:rPr lang="ru-RU" altLang="en-US" sz="1800" dirty="0"/>
              <a:t>The </a:t>
            </a:r>
            <a:r>
              <a:rPr lang="en-US" altLang="en-US" sz="1800" dirty="0"/>
              <a:t>p</a:t>
            </a:r>
            <a:r>
              <a:rPr lang="ru-RU" altLang="en-US" sz="1800" dirty="0"/>
              <a:t>rogramming technology</a:t>
            </a:r>
          </a:p>
          <a:p>
            <a:r>
              <a:rPr lang="ru-RU" altLang="en-US" sz="1800" dirty="0"/>
              <a:t>The basic logic cells</a:t>
            </a:r>
          </a:p>
          <a:p>
            <a:r>
              <a:rPr lang="ru-RU" altLang="en-US" sz="1800" dirty="0"/>
              <a:t>The I/O logic cells</a:t>
            </a:r>
          </a:p>
          <a:p>
            <a:r>
              <a:rPr lang="ru-RU" altLang="en-US" sz="1800" dirty="0"/>
              <a:t>Programmable interconnect</a:t>
            </a:r>
          </a:p>
          <a:p>
            <a:r>
              <a:rPr lang="ru-RU" altLang="en-US" sz="1800" dirty="0"/>
              <a:t>Software to design and program the FPGA</a:t>
            </a:r>
            <a:endParaRPr lang="en-US" altLang="en-US" sz="1800" dirty="0"/>
          </a:p>
          <a:p>
            <a:r>
              <a:rPr lang="en-US" altLang="en-US" sz="1800" dirty="0"/>
              <a:t>As result of programming functional circuit is implemented in internal area of FPGA.</a:t>
            </a:r>
          </a:p>
          <a:p>
            <a:r>
              <a:rPr lang="en-US" altLang="en-US" sz="1800" dirty="0"/>
              <a:t>I/O blocks provide FPGA interface with other circuits.</a:t>
            </a:r>
          </a:p>
          <a:p>
            <a:r>
              <a:rPr lang="en-US" altLang="en-US" sz="1800" dirty="0"/>
              <a:t>Typical functional blocks</a:t>
            </a:r>
            <a:r>
              <a:rPr lang="ru-RU" altLang="en-US" sz="1800" dirty="0"/>
              <a:t> FPGA:</a:t>
            </a:r>
          </a:p>
          <a:p>
            <a:r>
              <a:rPr lang="en-US" altLang="en-US" sz="1800" dirty="0"/>
              <a:t>Programmed multiplexers</a:t>
            </a:r>
            <a:endParaRPr lang="ru-RU" altLang="en-US" sz="1800" dirty="0"/>
          </a:p>
          <a:p>
            <a:r>
              <a:rPr lang="en-US" altLang="en-US" sz="1800" dirty="0"/>
              <a:t>Look-up tables (Programmable ROM, SRAM)</a:t>
            </a:r>
            <a:endParaRPr lang="ru-RU" altLang="en-US" sz="1800" dirty="0"/>
          </a:p>
          <a:p>
            <a:endParaRPr lang="en-US" alt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a:extLst>
              <a:ext uri="{FF2B5EF4-FFF2-40B4-BE49-F238E27FC236}">
                <a16:creationId xmlns:a16="http://schemas.microsoft.com/office/drawing/2014/main" id="{1E3F395F-538A-D067-C483-54E35C6D1781}"/>
              </a:ext>
            </a:extLst>
          </p:cNvPr>
          <p:cNvSpPr>
            <a:spLocks noGrp="1" noChangeArrowheads="1"/>
          </p:cNvSpPr>
          <p:nvPr>
            <p:ph type="title"/>
          </p:nvPr>
        </p:nvSpPr>
        <p:spPr>
          <a:xfrm>
            <a:off x="0" y="183401"/>
            <a:ext cx="11612880" cy="704088"/>
          </a:xfrm>
        </p:spPr>
        <p:txBody>
          <a:bodyPr/>
          <a:lstStyle/>
          <a:p>
            <a:r>
              <a:rPr lang="en-US" altLang="en-US"/>
              <a:t>SRAM-based PLD</a:t>
            </a:r>
            <a:endParaRPr lang="ru-RU" altLang="en-US"/>
          </a:p>
        </p:txBody>
      </p:sp>
      <p:grpSp>
        <p:nvGrpSpPr>
          <p:cNvPr id="46083" name="Group 3">
            <a:extLst>
              <a:ext uri="{FF2B5EF4-FFF2-40B4-BE49-F238E27FC236}">
                <a16:creationId xmlns:a16="http://schemas.microsoft.com/office/drawing/2014/main" id="{F63442E9-CD3B-6D7B-8ABD-167A31A56DAC}"/>
              </a:ext>
            </a:extLst>
          </p:cNvPr>
          <p:cNvGrpSpPr>
            <a:grpSpLocks/>
          </p:cNvGrpSpPr>
          <p:nvPr/>
        </p:nvGrpSpPr>
        <p:grpSpPr bwMode="auto">
          <a:xfrm>
            <a:off x="1936750" y="1541464"/>
            <a:ext cx="4768850" cy="2390775"/>
            <a:chOff x="556" y="971"/>
            <a:chExt cx="3004" cy="1506"/>
          </a:xfrm>
        </p:grpSpPr>
        <p:sp>
          <p:nvSpPr>
            <p:cNvPr id="46086" name="Line 55">
              <a:extLst>
                <a:ext uri="{FF2B5EF4-FFF2-40B4-BE49-F238E27FC236}">
                  <a16:creationId xmlns:a16="http://schemas.microsoft.com/office/drawing/2014/main" id="{AC82D08E-8B84-9227-C897-067967F3A85E}"/>
                </a:ext>
              </a:extLst>
            </p:cNvPr>
            <p:cNvSpPr>
              <a:spLocks noChangeShapeType="1"/>
            </p:cNvSpPr>
            <p:nvPr/>
          </p:nvSpPr>
          <p:spPr bwMode="auto">
            <a:xfrm>
              <a:off x="1483" y="1280"/>
              <a:ext cx="53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87" name="Line 56">
              <a:extLst>
                <a:ext uri="{FF2B5EF4-FFF2-40B4-BE49-F238E27FC236}">
                  <a16:creationId xmlns:a16="http://schemas.microsoft.com/office/drawing/2014/main" id="{4E92D93E-8650-4223-C7CD-1ABE4989A8AE}"/>
                </a:ext>
              </a:extLst>
            </p:cNvPr>
            <p:cNvSpPr>
              <a:spLocks noChangeShapeType="1"/>
            </p:cNvSpPr>
            <p:nvPr/>
          </p:nvSpPr>
          <p:spPr bwMode="auto">
            <a:xfrm>
              <a:off x="2123" y="1280"/>
              <a:ext cx="239"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6088" name="Line 57">
              <a:extLst>
                <a:ext uri="{FF2B5EF4-FFF2-40B4-BE49-F238E27FC236}">
                  <a16:creationId xmlns:a16="http://schemas.microsoft.com/office/drawing/2014/main" id="{594D516F-65AB-B2A2-8FF8-135110E399E2}"/>
                </a:ext>
              </a:extLst>
            </p:cNvPr>
            <p:cNvSpPr>
              <a:spLocks noChangeShapeType="1"/>
            </p:cNvSpPr>
            <p:nvPr/>
          </p:nvSpPr>
          <p:spPr bwMode="auto">
            <a:xfrm>
              <a:off x="1124" y="1278"/>
              <a:ext cx="239"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6089" name="Line 58">
              <a:extLst>
                <a:ext uri="{FF2B5EF4-FFF2-40B4-BE49-F238E27FC236}">
                  <a16:creationId xmlns:a16="http://schemas.microsoft.com/office/drawing/2014/main" id="{338C2D5B-AA43-68E2-DB74-8EB210DE506E}"/>
                </a:ext>
              </a:extLst>
            </p:cNvPr>
            <p:cNvSpPr>
              <a:spLocks noChangeShapeType="1"/>
            </p:cNvSpPr>
            <p:nvPr/>
          </p:nvSpPr>
          <p:spPr bwMode="auto">
            <a:xfrm>
              <a:off x="1723" y="1280"/>
              <a:ext cx="0" cy="313"/>
            </a:xfrm>
            <a:prstGeom prst="line">
              <a:avLst/>
            </a:prstGeom>
            <a:noFill/>
            <a:ln w="95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6090" name="Line 59">
              <a:extLst>
                <a:ext uri="{FF2B5EF4-FFF2-40B4-BE49-F238E27FC236}">
                  <a16:creationId xmlns:a16="http://schemas.microsoft.com/office/drawing/2014/main" id="{C2026CEF-282B-9B79-FC9E-22C826A27EC1}"/>
                </a:ext>
              </a:extLst>
            </p:cNvPr>
            <p:cNvSpPr>
              <a:spLocks noChangeShapeType="1"/>
            </p:cNvSpPr>
            <p:nvPr/>
          </p:nvSpPr>
          <p:spPr bwMode="auto">
            <a:xfrm>
              <a:off x="1270" y="1280"/>
              <a:ext cx="0" cy="209"/>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6091" name="Line 60">
              <a:extLst>
                <a:ext uri="{FF2B5EF4-FFF2-40B4-BE49-F238E27FC236}">
                  <a16:creationId xmlns:a16="http://schemas.microsoft.com/office/drawing/2014/main" id="{C1D95A57-E97C-DA6B-92E8-87983F3AD937}"/>
                </a:ext>
              </a:extLst>
            </p:cNvPr>
            <p:cNvSpPr>
              <a:spLocks noChangeShapeType="1"/>
            </p:cNvSpPr>
            <p:nvPr/>
          </p:nvSpPr>
          <p:spPr bwMode="auto">
            <a:xfrm>
              <a:off x="1270" y="1532"/>
              <a:ext cx="0" cy="52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2" name="Line 61">
              <a:extLst>
                <a:ext uri="{FF2B5EF4-FFF2-40B4-BE49-F238E27FC236}">
                  <a16:creationId xmlns:a16="http://schemas.microsoft.com/office/drawing/2014/main" id="{305CBE62-A7FD-0E92-95C8-0025EC565297}"/>
                </a:ext>
              </a:extLst>
            </p:cNvPr>
            <p:cNvSpPr>
              <a:spLocks noChangeShapeType="1"/>
            </p:cNvSpPr>
            <p:nvPr/>
          </p:nvSpPr>
          <p:spPr bwMode="auto">
            <a:xfrm>
              <a:off x="1270" y="2115"/>
              <a:ext cx="0" cy="16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6093" name="Line 62">
              <a:extLst>
                <a:ext uri="{FF2B5EF4-FFF2-40B4-BE49-F238E27FC236}">
                  <a16:creationId xmlns:a16="http://schemas.microsoft.com/office/drawing/2014/main" id="{AC28840F-A44F-7DF0-636E-48B990DBC976}"/>
                </a:ext>
              </a:extLst>
            </p:cNvPr>
            <p:cNvSpPr>
              <a:spLocks noChangeShapeType="1"/>
            </p:cNvSpPr>
            <p:nvPr/>
          </p:nvSpPr>
          <p:spPr bwMode="auto">
            <a:xfrm>
              <a:off x="1270" y="1828"/>
              <a:ext cx="320" cy="0"/>
            </a:xfrm>
            <a:prstGeom prst="line">
              <a:avLst/>
            </a:prstGeom>
            <a:noFill/>
            <a:ln w="95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6094" name="Line 63">
              <a:extLst>
                <a:ext uri="{FF2B5EF4-FFF2-40B4-BE49-F238E27FC236}">
                  <a16:creationId xmlns:a16="http://schemas.microsoft.com/office/drawing/2014/main" id="{0843CC42-5334-D9A4-F292-6780FCA78313}"/>
                </a:ext>
              </a:extLst>
            </p:cNvPr>
            <p:cNvSpPr>
              <a:spLocks noChangeShapeType="1"/>
            </p:cNvSpPr>
            <p:nvPr/>
          </p:nvSpPr>
          <p:spPr bwMode="auto">
            <a:xfrm>
              <a:off x="1599" y="1611"/>
              <a:ext cx="247"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5" name="Line 66">
              <a:extLst>
                <a:ext uri="{FF2B5EF4-FFF2-40B4-BE49-F238E27FC236}">
                  <a16:creationId xmlns:a16="http://schemas.microsoft.com/office/drawing/2014/main" id="{3C7BDA35-4264-283D-A284-CD67CBEFC05B}"/>
                </a:ext>
              </a:extLst>
            </p:cNvPr>
            <p:cNvSpPr>
              <a:spLocks noChangeShapeType="1"/>
            </p:cNvSpPr>
            <p:nvPr/>
          </p:nvSpPr>
          <p:spPr bwMode="auto">
            <a:xfrm>
              <a:off x="1535" y="1688"/>
              <a:ext cx="39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6" name="Line 67">
              <a:extLst>
                <a:ext uri="{FF2B5EF4-FFF2-40B4-BE49-F238E27FC236}">
                  <a16:creationId xmlns:a16="http://schemas.microsoft.com/office/drawing/2014/main" id="{DC51AD73-7E88-6FDC-AFB3-862C21EF036E}"/>
                </a:ext>
              </a:extLst>
            </p:cNvPr>
            <p:cNvSpPr>
              <a:spLocks noChangeShapeType="1"/>
            </p:cNvSpPr>
            <p:nvPr/>
          </p:nvSpPr>
          <p:spPr bwMode="auto">
            <a:xfrm flipV="1">
              <a:off x="1599" y="1698"/>
              <a:ext cx="0" cy="1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7" name="Line 71">
              <a:extLst>
                <a:ext uri="{FF2B5EF4-FFF2-40B4-BE49-F238E27FC236}">
                  <a16:creationId xmlns:a16="http://schemas.microsoft.com/office/drawing/2014/main" id="{D2CD97E1-9A17-683F-4EF7-C4FDBF2B8F1B}"/>
                </a:ext>
              </a:extLst>
            </p:cNvPr>
            <p:cNvSpPr>
              <a:spLocks noChangeShapeType="1"/>
            </p:cNvSpPr>
            <p:nvPr/>
          </p:nvSpPr>
          <p:spPr bwMode="auto">
            <a:xfrm>
              <a:off x="1883" y="1828"/>
              <a:ext cx="17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8" name="Text Box 72">
              <a:extLst>
                <a:ext uri="{FF2B5EF4-FFF2-40B4-BE49-F238E27FC236}">
                  <a16:creationId xmlns:a16="http://schemas.microsoft.com/office/drawing/2014/main" id="{3BE4A9CA-CD6F-41A1-AC4D-044F2C17A8F3}"/>
                </a:ext>
              </a:extLst>
            </p:cNvPr>
            <p:cNvSpPr txBox="1">
              <a:spLocks noChangeArrowheads="1"/>
            </p:cNvSpPr>
            <p:nvPr/>
          </p:nvSpPr>
          <p:spPr bwMode="auto">
            <a:xfrm>
              <a:off x="2064" y="1661"/>
              <a:ext cx="816" cy="403"/>
            </a:xfrm>
            <a:prstGeom prst="rect">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b="0" u="none" dirty="0">
                  <a:solidFill>
                    <a:schemeClr val="bg1"/>
                  </a:solidFill>
                </a:rPr>
                <a:t>SRAM</a:t>
              </a:r>
              <a:br>
                <a:rPr lang="en-US" altLang="en-US" b="0" u="none" dirty="0">
                  <a:solidFill>
                    <a:schemeClr val="bg1"/>
                  </a:solidFill>
                </a:rPr>
              </a:br>
              <a:r>
                <a:rPr lang="en-US" altLang="en-US" b="0" u="none" dirty="0">
                  <a:solidFill>
                    <a:schemeClr val="bg1"/>
                  </a:solidFill>
                </a:rPr>
                <a:t>Cell</a:t>
              </a:r>
            </a:p>
            <a:p>
              <a:pPr algn="ctr" eaLnBrk="1" hangingPunct="1"/>
              <a:endParaRPr lang="ru-RU" altLang="en-US" b="0" u="none" dirty="0"/>
            </a:p>
          </p:txBody>
        </p:sp>
        <p:sp>
          <p:nvSpPr>
            <p:cNvPr id="46099" name="Line 73">
              <a:extLst>
                <a:ext uri="{FF2B5EF4-FFF2-40B4-BE49-F238E27FC236}">
                  <a16:creationId xmlns:a16="http://schemas.microsoft.com/office/drawing/2014/main" id="{AA1924AD-B85E-3793-06E7-31AA423BE710}"/>
                </a:ext>
              </a:extLst>
            </p:cNvPr>
            <p:cNvSpPr>
              <a:spLocks noChangeShapeType="1"/>
            </p:cNvSpPr>
            <p:nvPr/>
          </p:nvSpPr>
          <p:spPr bwMode="auto">
            <a:xfrm>
              <a:off x="2884" y="1826"/>
              <a:ext cx="27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0" name="Line 74">
              <a:extLst>
                <a:ext uri="{FF2B5EF4-FFF2-40B4-BE49-F238E27FC236}">
                  <a16:creationId xmlns:a16="http://schemas.microsoft.com/office/drawing/2014/main" id="{A4A59D01-1145-CF3A-4EFC-1E073E124173}"/>
                </a:ext>
              </a:extLst>
            </p:cNvPr>
            <p:cNvSpPr>
              <a:spLocks noChangeShapeType="1"/>
            </p:cNvSpPr>
            <p:nvPr/>
          </p:nvSpPr>
          <p:spPr bwMode="auto">
            <a:xfrm rot="-5400000">
              <a:off x="3053" y="1813"/>
              <a:ext cx="242" cy="0"/>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1" name="Line 76">
              <a:extLst>
                <a:ext uri="{FF2B5EF4-FFF2-40B4-BE49-F238E27FC236}">
                  <a16:creationId xmlns:a16="http://schemas.microsoft.com/office/drawing/2014/main" id="{751DBD38-E950-CCAB-4199-5E5F35E0C8F5}"/>
                </a:ext>
              </a:extLst>
            </p:cNvPr>
            <p:cNvSpPr>
              <a:spLocks noChangeShapeType="1"/>
            </p:cNvSpPr>
            <p:nvPr/>
          </p:nvSpPr>
          <p:spPr bwMode="auto">
            <a:xfrm rot="-5400000">
              <a:off x="3069" y="1835"/>
              <a:ext cx="39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2" name="Line 78">
              <a:extLst>
                <a:ext uri="{FF2B5EF4-FFF2-40B4-BE49-F238E27FC236}">
                  <a16:creationId xmlns:a16="http://schemas.microsoft.com/office/drawing/2014/main" id="{A28981C4-1F3F-12B9-FB7D-1FC403184760}"/>
                </a:ext>
              </a:extLst>
            </p:cNvPr>
            <p:cNvSpPr>
              <a:spLocks noChangeShapeType="1"/>
            </p:cNvSpPr>
            <p:nvPr/>
          </p:nvSpPr>
          <p:spPr bwMode="auto">
            <a:xfrm rot="16200000" flipV="1">
              <a:off x="3335" y="1897"/>
              <a:ext cx="0"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3" name="Line 81">
              <a:extLst>
                <a:ext uri="{FF2B5EF4-FFF2-40B4-BE49-F238E27FC236}">
                  <a16:creationId xmlns:a16="http://schemas.microsoft.com/office/drawing/2014/main" id="{2CD1730A-1B40-687D-41D5-062801107367}"/>
                </a:ext>
              </a:extLst>
            </p:cNvPr>
            <p:cNvSpPr>
              <a:spLocks noChangeShapeType="1"/>
            </p:cNvSpPr>
            <p:nvPr/>
          </p:nvSpPr>
          <p:spPr bwMode="auto">
            <a:xfrm rot="-5400000">
              <a:off x="3344" y="1642"/>
              <a:ext cx="0"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4" name="Line 82">
              <a:extLst>
                <a:ext uri="{FF2B5EF4-FFF2-40B4-BE49-F238E27FC236}">
                  <a16:creationId xmlns:a16="http://schemas.microsoft.com/office/drawing/2014/main" id="{E1AC81C1-AD35-B72B-5C2D-642391076FE4}"/>
                </a:ext>
              </a:extLst>
            </p:cNvPr>
            <p:cNvSpPr>
              <a:spLocks noChangeShapeType="1"/>
            </p:cNvSpPr>
            <p:nvPr/>
          </p:nvSpPr>
          <p:spPr bwMode="auto">
            <a:xfrm flipV="1">
              <a:off x="3411" y="1497"/>
              <a:ext cx="0" cy="20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5" name="Line 83">
              <a:extLst>
                <a:ext uri="{FF2B5EF4-FFF2-40B4-BE49-F238E27FC236}">
                  <a16:creationId xmlns:a16="http://schemas.microsoft.com/office/drawing/2014/main" id="{A4BA5649-E9D1-B784-2B4B-FB0C78EA33D5}"/>
                </a:ext>
              </a:extLst>
            </p:cNvPr>
            <p:cNvSpPr>
              <a:spLocks noChangeShapeType="1"/>
            </p:cNvSpPr>
            <p:nvPr/>
          </p:nvSpPr>
          <p:spPr bwMode="auto">
            <a:xfrm flipV="1">
              <a:off x="3402" y="1965"/>
              <a:ext cx="0" cy="20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6" name="Oval 84">
              <a:extLst>
                <a:ext uri="{FF2B5EF4-FFF2-40B4-BE49-F238E27FC236}">
                  <a16:creationId xmlns:a16="http://schemas.microsoft.com/office/drawing/2014/main" id="{CAFE9A20-605E-301A-E4D8-C0AD867E9925}"/>
                </a:ext>
              </a:extLst>
            </p:cNvPr>
            <p:cNvSpPr>
              <a:spLocks noChangeArrowheads="1"/>
            </p:cNvSpPr>
            <p:nvPr/>
          </p:nvSpPr>
          <p:spPr bwMode="auto">
            <a:xfrm>
              <a:off x="3363" y="1408"/>
              <a:ext cx="85" cy="84"/>
            </a:xfrm>
            <a:prstGeom prst="ellipse">
              <a:avLst/>
            </a:prstGeom>
            <a:solidFill>
              <a:srgbClr val="FFFFFF"/>
            </a:solidFill>
            <a:ln w="1587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46107" name="Oval 85">
              <a:extLst>
                <a:ext uri="{FF2B5EF4-FFF2-40B4-BE49-F238E27FC236}">
                  <a16:creationId xmlns:a16="http://schemas.microsoft.com/office/drawing/2014/main" id="{56ADA68D-9869-BC30-7BFB-035BA04D78A1}"/>
                </a:ext>
              </a:extLst>
            </p:cNvPr>
            <p:cNvSpPr>
              <a:spLocks noChangeArrowheads="1"/>
            </p:cNvSpPr>
            <p:nvPr/>
          </p:nvSpPr>
          <p:spPr bwMode="auto">
            <a:xfrm>
              <a:off x="3360" y="2163"/>
              <a:ext cx="85" cy="84"/>
            </a:xfrm>
            <a:prstGeom prst="ellipse">
              <a:avLst/>
            </a:prstGeom>
            <a:solidFill>
              <a:srgbClr val="FFFFFF"/>
            </a:solidFill>
            <a:ln w="1587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46108" name="Text Box 86">
              <a:extLst>
                <a:ext uri="{FF2B5EF4-FFF2-40B4-BE49-F238E27FC236}">
                  <a16:creationId xmlns:a16="http://schemas.microsoft.com/office/drawing/2014/main" id="{3726A5B4-EE9B-281E-85B6-BEA8E19BDA68}"/>
                </a:ext>
              </a:extLst>
            </p:cNvPr>
            <p:cNvSpPr txBox="1">
              <a:spLocks noChangeArrowheads="1"/>
            </p:cNvSpPr>
            <p:nvPr/>
          </p:nvSpPr>
          <p:spPr bwMode="auto">
            <a:xfrm>
              <a:off x="3238" y="1162"/>
              <a:ext cx="320"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u="none"/>
                <a:t>a</a:t>
              </a:r>
              <a:endParaRPr lang="ru-RU" altLang="en-US" sz="2000" b="0" u="none"/>
            </a:p>
          </p:txBody>
        </p:sp>
        <p:sp>
          <p:nvSpPr>
            <p:cNvPr id="46109" name="Text Box 87">
              <a:extLst>
                <a:ext uri="{FF2B5EF4-FFF2-40B4-BE49-F238E27FC236}">
                  <a16:creationId xmlns:a16="http://schemas.microsoft.com/office/drawing/2014/main" id="{77C571DB-9B72-603F-919E-86995580C824}"/>
                </a:ext>
              </a:extLst>
            </p:cNvPr>
            <p:cNvSpPr txBox="1">
              <a:spLocks noChangeArrowheads="1"/>
            </p:cNvSpPr>
            <p:nvPr/>
          </p:nvSpPr>
          <p:spPr bwMode="auto">
            <a:xfrm>
              <a:off x="3241" y="2205"/>
              <a:ext cx="31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u="none"/>
                <a:t>b</a:t>
              </a:r>
              <a:endParaRPr lang="ru-RU" altLang="en-US" sz="2000" b="0" u="none"/>
            </a:p>
          </p:txBody>
        </p:sp>
        <p:sp>
          <p:nvSpPr>
            <p:cNvPr id="46110" name="Text Box 88">
              <a:extLst>
                <a:ext uri="{FF2B5EF4-FFF2-40B4-BE49-F238E27FC236}">
                  <a16:creationId xmlns:a16="http://schemas.microsoft.com/office/drawing/2014/main" id="{BA0FE719-7D40-F2B4-0B99-D42C770119A9}"/>
                </a:ext>
              </a:extLst>
            </p:cNvPr>
            <p:cNvSpPr txBox="1">
              <a:spLocks noChangeArrowheads="1"/>
            </p:cNvSpPr>
            <p:nvPr/>
          </p:nvSpPr>
          <p:spPr bwMode="auto">
            <a:xfrm>
              <a:off x="2942" y="1440"/>
              <a:ext cx="426"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T2</a:t>
              </a:r>
              <a:endParaRPr lang="ru-RU" altLang="en-US" sz="2000" b="0" u="none"/>
            </a:p>
          </p:txBody>
        </p:sp>
        <p:sp>
          <p:nvSpPr>
            <p:cNvPr id="46111" name="Text Box 89">
              <a:extLst>
                <a:ext uri="{FF2B5EF4-FFF2-40B4-BE49-F238E27FC236}">
                  <a16:creationId xmlns:a16="http://schemas.microsoft.com/office/drawing/2014/main" id="{0E6E5A62-27A7-6E2A-43D3-0396BF628ECF}"/>
                </a:ext>
              </a:extLst>
            </p:cNvPr>
            <p:cNvSpPr txBox="1">
              <a:spLocks noChangeArrowheads="1"/>
            </p:cNvSpPr>
            <p:nvPr/>
          </p:nvSpPr>
          <p:spPr bwMode="auto">
            <a:xfrm>
              <a:off x="1669" y="1280"/>
              <a:ext cx="347"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T1</a:t>
              </a:r>
            </a:p>
            <a:p>
              <a:pPr eaLnBrk="1" hangingPunct="1"/>
              <a:endParaRPr lang="ru-RU" altLang="en-US" sz="2000" b="0" u="none"/>
            </a:p>
          </p:txBody>
        </p:sp>
        <p:sp>
          <p:nvSpPr>
            <p:cNvPr id="46112" name="Text Box 90">
              <a:extLst>
                <a:ext uri="{FF2B5EF4-FFF2-40B4-BE49-F238E27FC236}">
                  <a16:creationId xmlns:a16="http://schemas.microsoft.com/office/drawing/2014/main" id="{1A1639DE-8722-FE2E-B528-9E3D237330AE}"/>
                </a:ext>
              </a:extLst>
            </p:cNvPr>
            <p:cNvSpPr txBox="1">
              <a:spLocks noChangeArrowheads="1"/>
            </p:cNvSpPr>
            <p:nvPr/>
          </p:nvSpPr>
          <p:spPr bwMode="auto">
            <a:xfrm>
              <a:off x="1282" y="971"/>
              <a:ext cx="106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u="none"/>
                <a:t>Select</a:t>
              </a:r>
              <a:endParaRPr lang="ru-RU" altLang="en-US" sz="2000" b="0" u="none"/>
            </a:p>
            <a:p>
              <a:pPr algn="ctr" eaLnBrk="1" hangingPunct="1"/>
              <a:endParaRPr lang="ru-RU" altLang="en-US" sz="2000" b="0" u="none"/>
            </a:p>
            <a:p>
              <a:pPr algn="ctr" eaLnBrk="1" hangingPunct="1"/>
              <a:endParaRPr lang="ru-RU" altLang="en-US" sz="2000" b="0" u="none"/>
            </a:p>
          </p:txBody>
        </p:sp>
        <p:sp>
          <p:nvSpPr>
            <p:cNvPr id="46113" name="Text Box 91">
              <a:extLst>
                <a:ext uri="{FF2B5EF4-FFF2-40B4-BE49-F238E27FC236}">
                  <a16:creationId xmlns:a16="http://schemas.microsoft.com/office/drawing/2014/main" id="{7B509AEF-6F0F-F562-C71F-01756F41E9DD}"/>
                </a:ext>
              </a:extLst>
            </p:cNvPr>
            <p:cNvSpPr txBox="1">
              <a:spLocks noChangeArrowheads="1"/>
            </p:cNvSpPr>
            <p:nvPr/>
          </p:nvSpPr>
          <p:spPr bwMode="auto">
            <a:xfrm>
              <a:off x="556" y="2272"/>
              <a:ext cx="138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u="none"/>
                <a:t>Write/read line</a:t>
              </a:r>
              <a:endParaRPr lang="ru-RU" altLang="en-US" sz="2000" b="0" u="none"/>
            </a:p>
            <a:p>
              <a:pPr algn="ctr" eaLnBrk="1" hangingPunct="1"/>
              <a:endParaRPr lang="ru-RU" altLang="en-US" sz="2000" b="0" u="none"/>
            </a:p>
          </p:txBody>
        </p:sp>
        <p:sp>
          <p:nvSpPr>
            <p:cNvPr id="46114" name="Line 41">
              <a:extLst>
                <a:ext uri="{FF2B5EF4-FFF2-40B4-BE49-F238E27FC236}">
                  <a16:creationId xmlns:a16="http://schemas.microsoft.com/office/drawing/2014/main" id="{A3E2B852-1936-56C2-C4C3-DBB0783FD863}"/>
                </a:ext>
              </a:extLst>
            </p:cNvPr>
            <p:cNvSpPr>
              <a:spLocks noChangeShapeType="1"/>
            </p:cNvSpPr>
            <p:nvPr/>
          </p:nvSpPr>
          <p:spPr bwMode="auto">
            <a:xfrm flipV="1">
              <a:off x="1880" y="1697"/>
              <a:ext cx="0" cy="1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6084" name="Text Box 43">
            <a:extLst>
              <a:ext uri="{FF2B5EF4-FFF2-40B4-BE49-F238E27FC236}">
                <a16:creationId xmlns:a16="http://schemas.microsoft.com/office/drawing/2014/main" id="{9964C710-D05C-CCC6-701A-83C498996E95}"/>
              </a:ext>
            </a:extLst>
          </p:cNvPr>
          <p:cNvSpPr txBox="1">
            <a:spLocks noChangeArrowheads="1"/>
          </p:cNvSpPr>
          <p:nvPr/>
        </p:nvSpPr>
        <p:spPr bwMode="auto">
          <a:xfrm>
            <a:off x="1752600" y="4114800"/>
            <a:ext cx="83820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dirty="0"/>
              <a:t>Advantages: </a:t>
            </a:r>
            <a:r>
              <a:rPr lang="en-GB" altLang="en-US" sz="2000" b="0" u="none" dirty="0"/>
              <a:t>re-programmable</a:t>
            </a:r>
          </a:p>
          <a:p>
            <a:pPr eaLnBrk="1" hangingPunct="1"/>
            <a:r>
              <a:rPr lang="en-US" altLang="en-US" sz="2000" b="0" u="none" dirty="0"/>
              <a:t>Disadvantage: </a:t>
            </a:r>
          </a:p>
          <a:p>
            <a:pPr eaLnBrk="1" hangingPunct="1"/>
            <a:r>
              <a:rPr lang="en-US" altLang="en-US" sz="2000" b="0" u="none" dirty="0"/>
              <a:t> occupy  more space</a:t>
            </a:r>
          </a:p>
          <a:p>
            <a:pPr eaLnBrk="1" hangingPunct="1"/>
            <a:r>
              <a:rPr lang="en-US" altLang="en-US" sz="2000" b="0" u="none" dirty="0"/>
              <a:t> more power  consumption</a:t>
            </a:r>
          </a:p>
          <a:p>
            <a:pPr eaLnBrk="1" hangingPunct="1"/>
            <a:endParaRPr lang="en-US" altLang="en-US" sz="2000" b="0" u="none" dirty="0"/>
          </a:p>
        </p:txBody>
      </p:sp>
      <p:sp>
        <p:nvSpPr>
          <p:cNvPr id="46085" name="TextBox 36">
            <a:extLst>
              <a:ext uri="{FF2B5EF4-FFF2-40B4-BE49-F238E27FC236}">
                <a16:creationId xmlns:a16="http://schemas.microsoft.com/office/drawing/2014/main" id="{C8C67829-36B3-6C4C-8A80-E5886EF6B123}"/>
              </a:ext>
            </a:extLst>
          </p:cNvPr>
          <p:cNvSpPr txBox="1">
            <a:spLocks noChangeArrowheads="1"/>
          </p:cNvSpPr>
          <p:nvPr/>
        </p:nvSpPr>
        <p:spPr bwMode="auto">
          <a:xfrm>
            <a:off x="7086600" y="1295400"/>
            <a:ext cx="3352800" cy="295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dirty="0"/>
              <a:t> Each link consists of a flip-flop with a transistor switch.</a:t>
            </a:r>
          </a:p>
          <a:p>
            <a:pPr eaLnBrk="1" hangingPunct="1"/>
            <a:r>
              <a:rPr lang="en-US" altLang="en-US" b="0" u="none" dirty="0"/>
              <a:t> T2 closes or breaks the circuit section </a:t>
            </a:r>
            <a:r>
              <a:rPr lang="en-US" altLang="en-US" b="0" i="1" u="none" dirty="0"/>
              <a:t>a </a:t>
            </a:r>
            <a:r>
              <a:rPr lang="en-US" altLang="en-US" b="0" u="none" dirty="0"/>
              <a:t>and </a:t>
            </a:r>
            <a:r>
              <a:rPr lang="en-US" altLang="en-US" b="0" i="1" u="none" dirty="0"/>
              <a:t>b</a:t>
            </a:r>
            <a:r>
              <a:rPr lang="en-US" altLang="en-US" b="0" u="none" dirty="0"/>
              <a:t> depends on the state of flip-flop.</a:t>
            </a:r>
          </a:p>
          <a:p>
            <a:pPr eaLnBrk="1" hangingPunct="1"/>
            <a:r>
              <a:rPr lang="en-US" altLang="en-US" b="0" u="none" dirty="0"/>
              <a:t>At programming T1 is switched on and flip-flop is set.</a:t>
            </a:r>
          </a:p>
          <a:p>
            <a:pPr eaLnBrk="1" hangingPunct="1"/>
            <a:r>
              <a:rPr lang="en-US" altLang="en-US" b="0" u="none" dirty="0"/>
              <a:t>T1 is closed at operative mode. The flip-flop holds its state. </a:t>
            </a:r>
            <a:endParaRPr lang="ru-RU" altLang="en-US" b="0" u="none"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a:extLst>
              <a:ext uri="{FF2B5EF4-FFF2-40B4-BE49-F238E27FC236}">
                <a16:creationId xmlns:a16="http://schemas.microsoft.com/office/drawing/2014/main" id="{82938EAA-F697-3743-1F51-CA8A193FCCCA}"/>
              </a:ext>
            </a:extLst>
          </p:cNvPr>
          <p:cNvSpPr>
            <a:spLocks noGrp="1" noChangeArrowheads="1"/>
          </p:cNvSpPr>
          <p:nvPr>
            <p:ph type="title"/>
          </p:nvPr>
        </p:nvSpPr>
        <p:spPr>
          <a:xfrm>
            <a:off x="0" y="183401"/>
            <a:ext cx="11612880" cy="704088"/>
          </a:xfrm>
        </p:spPr>
        <p:txBody>
          <a:bodyPr/>
          <a:lstStyle/>
          <a:p>
            <a:r>
              <a:rPr lang="en-US" altLang="en-US"/>
              <a:t>SRAM Cell</a:t>
            </a:r>
            <a:endParaRPr lang="ru-RU" altLang="en-US"/>
          </a:p>
        </p:txBody>
      </p:sp>
      <p:grpSp>
        <p:nvGrpSpPr>
          <p:cNvPr id="48131" name="Group 3">
            <a:extLst>
              <a:ext uri="{FF2B5EF4-FFF2-40B4-BE49-F238E27FC236}">
                <a16:creationId xmlns:a16="http://schemas.microsoft.com/office/drawing/2014/main" id="{F3883F67-805D-04BF-3E7F-CEEDA08F03D2}"/>
              </a:ext>
            </a:extLst>
          </p:cNvPr>
          <p:cNvGrpSpPr>
            <a:grpSpLocks/>
          </p:cNvGrpSpPr>
          <p:nvPr/>
        </p:nvGrpSpPr>
        <p:grpSpPr bwMode="auto">
          <a:xfrm>
            <a:off x="2503488" y="2328864"/>
            <a:ext cx="6761162" cy="3081337"/>
            <a:chOff x="979488" y="1571625"/>
            <a:chExt cx="6761162" cy="3081338"/>
          </a:xfrm>
        </p:grpSpPr>
        <p:sp>
          <p:nvSpPr>
            <p:cNvPr id="48132" name="Line 5">
              <a:extLst>
                <a:ext uri="{FF2B5EF4-FFF2-40B4-BE49-F238E27FC236}">
                  <a16:creationId xmlns:a16="http://schemas.microsoft.com/office/drawing/2014/main" id="{4DF1E838-0721-C52C-2AD5-D6D13D7D956C}"/>
                </a:ext>
              </a:extLst>
            </p:cNvPr>
            <p:cNvSpPr>
              <a:spLocks noChangeShapeType="1"/>
            </p:cNvSpPr>
            <p:nvPr/>
          </p:nvSpPr>
          <p:spPr bwMode="auto">
            <a:xfrm>
              <a:off x="1331913" y="2220913"/>
              <a:ext cx="57594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3" name="Line 6">
              <a:extLst>
                <a:ext uri="{FF2B5EF4-FFF2-40B4-BE49-F238E27FC236}">
                  <a16:creationId xmlns:a16="http://schemas.microsoft.com/office/drawing/2014/main" id="{F26204B3-DEF3-29B7-A344-16D0FFFC9C17}"/>
                </a:ext>
              </a:extLst>
            </p:cNvPr>
            <p:cNvSpPr>
              <a:spLocks noChangeShapeType="1"/>
            </p:cNvSpPr>
            <p:nvPr/>
          </p:nvSpPr>
          <p:spPr bwMode="auto">
            <a:xfrm>
              <a:off x="2224088" y="1716088"/>
              <a:ext cx="0" cy="28797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4" name="Line 7">
              <a:extLst>
                <a:ext uri="{FF2B5EF4-FFF2-40B4-BE49-F238E27FC236}">
                  <a16:creationId xmlns:a16="http://schemas.microsoft.com/office/drawing/2014/main" id="{0906E25F-C483-0705-D0EE-78291A097627}"/>
                </a:ext>
              </a:extLst>
            </p:cNvPr>
            <p:cNvSpPr>
              <a:spLocks noChangeShapeType="1"/>
            </p:cNvSpPr>
            <p:nvPr/>
          </p:nvSpPr>
          <p:spPr bwMode="auto">
            <a:xfrm>
              <a:off x="6096000" y="1744663"/>
              <a:ext cx="0" cy="28797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5" name="Line 8">
              <a:extLst>
                <a:ext uri="{FF2B5EF4-FFF2-40B4-BE49-F238E27FC236}">
                  <a16:creationId xmlns:a16="http://schemas.microsoft.com/office/drawing/2014/main" id="{E42EA49B-C5D4-7A34-23AB-91B4EE07E0F9}"/>
                </a:ext>
              </a:extLst>
            </p:cNvPr>
            <p:cNvSpPr>
              <a:spLocks noChangeShapeType="1"/>
            </p:cNvSpPr>
            <p:nvPr/>
          </p:nvSpPr>
          <p:spPr bwMode="auto">
            <a:xfrm>
              <a:off x="2916238" y="2220913"/>
              <a:ext cx="0" cy="43180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8136" name="Line 9">
              <a:extLst>
                <a:ext uri="{FF2B5EF4-FFF2-40B4-BE49-F238E27FC236}">
                  <a16:creationId xmlns:a16="http://schemas.microsoft.com/office/drawing/2014/main" id="{7D102E3A-53A3-66E8-C04C-7F89C06CDB2A}"/>
                </a:ext>
              </a:extLst>
            </p:cNvPr>
            <p:cNvSpPr>
              <a:spLocks noChangeShapeType="1"/>
            </p:cNvSpPr>
            <p:nvPr/>
          </p:nvSpPr>
          <p:spPr bwMode="auto">
            <a:xfrm>
              <a:off x="2655888" y="2795588"/>
              <a:ext cx="5048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7" name="Line 10">
              <a:extLst>
                <a:ext uri="{FF2B5EF4-FFF2-40B4-BE49-F238E27FC236}">
                  <a16:creationId xmlns:a16="http://schemas.microsoft.com/office/drawing/2014/main" id="{87C9DBD7-D830-AFA2-6F78-1CED1ABD2D38}"/>
                </a:ext>
              </a:extLst>
            </p:cNvPr>
            <p:cNvSpPr>
              <a:spLocks noChangeShapeType="1"/>
            </p:cNvSpPr>
            <p:nvPr/>
          </p:nvSpPr>
          <p:spPr bwMode="auto">
            <a:xfrm>
              <a:off x="2713038" y="2781300"/>
              <a:ext cx="0" cy="288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8" name="Line 11">
              <a:extLst>
                <a:ext uri="{FF2B5EF4-FFF2-40B4-BE49-F238E27FC236}">
                  <a16:creationId xmlns:a16="http://schemas.microsoft.com/office/drawing/2014/main" id="{0E0D5BAF-DC21-E020-053A-63E6D2C4421A}"/>
                </a:ext>
              </a:extLst>
            </p:cNvPr>
            <p:cNvSpPr>
              <a:spLocks noChangeShapeType="1"/>
            </p:cNvSpPr>
            <p:nvPr/>
          </p:nvSpPr>
          <p:spPr bwMode="auto">
            <a:xfrm>
              <a:off x="3092450" y="2781300"/>
              <a:ext cx="0" cy="288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9" name="Line 12">
              <a:extLst>
                <a:ext uri="{FF2B5EF4-FFF2-40B4-BE49-F238E27FC236}">
                  <a16:creationId xmlns:a16="http://schemas.microsoft.com/office/drawing/2014/main" id="{E8513230-68F8-110C-C58B-325480DC5E8F}"/>
                </a:ext>
              </a:extLst>
            </p:cNvPr>
            <p:cNvSpPr>
              <a:spLocks noChangeShapeType="1"/>
            </p:cNvSpPr>
            <p:nvPr/>
          </p:nvSpPr>
          <p:spPr bwMode="auto">
            <a:xfrm flipH="1">
              <a:off x="2224088" y="3054350"/>
              <a:ext cx="468312"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8140" name="Line 15">
              <a:extLst>
                <a:ext uri="{FF2B5EF4-FFF2-40B4-BE49-F238E27FC236}">
                  <a16:creationId xmlns:a16="http://schemas.microsoft.com/office/drawing/2014/main" id="{10A402F9-B802-A34D-9A15-463AFFA9A24B}"/>
                </a:ext>
              </a:extLst>
            </p:cNvPr>
            <p:cNvSpPr>
              <a:spLocks noChangeShapeType="1"/>
            </p:cNvSpPr>
            <p:nvPr/>
          </p:nvSpPr>
          <p:spPr bwMode="auto">
            <a:xfrm flipH="1">
              <a:off x="3081338" y="3082925"/>
              <a:ext cx="468312"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8141" name="Line 16">
              <a:extLst>
                <a:ext uri="{FF2B5EF4-FFF2-40B4-BE49-F238E27FC236}">
                  <a16:creationId xmlns:a16="http://schemas.microsoft.com/office/drawing/2014/main" id="{A59A8F8D-50D7-B1ED-E340-52752F8EE905}"/>
                </a:ext>
              </a:extLst>
            </p:cNvPr>
            <p:cNvSpPr>
              <a:spLocks noChangeShapeType="1"/>
            </p:cNvSpPr>
            <p:nvPr/>
          </p:nvSpPr>
          <p:spPr bwMode="auto">
            <a:xfrm>
              <a:off x="3549650" y="2795588"/>
              <a:ext cx="0" cy="576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2" name="Line 17">
              <a:extLst>
                <a:ext uri="{FF2B5EF4-FFF2-40B4-BE49-F238E27FC236}">
                  <a16:creationId xmlns:a16="http://schemas.microsoft.com/office/drawing/2014/main" id="{689FF638-CD07-4E64-36F5-F35D56387161}"/>
                </a:ext>
              </a:extLst>
            </p:cNvPr>
            <p:cNvSpPr>
              <a:spLocks noChangeShapeType="1"/>
            </p:cNvSpPr>
            <p:nvPr/>
          </p:nvSpPr>
          <p:spPr bwMode="auto">
            <a:xfrm>
              <a:off x="3549650" y="2795588"/>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 name="Group 18">
              <a:extLst>
                <a:ext uri="{FF2B5EF4-FFF2-40B4-BE49-F238E27FC236}">
                  <a16:creationId xmlns:a16="http://schemas.microsoft.com/office/drawing/2014/main" id="{1342755C-B50C-4D0C-9F80-E511C4CDF3DB}"/>
                </a:ext>
              </a:extLst>
            </p:cNvPr>
            <p:cNvGrpSpPr>
              <a:grpSpLocks/>
            </p:cNvGrpSpPr>
            <p:nvPr/>
          </p:nvGrpSpPr>
          <p:grpSpPr bwMode="auto">
            <a:xfrm>
              <a:off x="4010025" y="2608263"/>
              <a:ext cx="388938" cy="360362"/>
              <a:chOff x="894" y="2432"/>
              <a:chExt cx="337" cy="326"/>
            </a:xfrm>
            <a:solidFill>
              <a:schemeClr val="bg1">
                <a:lumMod val="65000"/>
              </a:schemeClr>
            </a:solidFill>
          </p:grpSpPr>
          <p:sp>
            <p:nvSpPr>
              <p:cNvPr id="20513" name="AutoShape 19">
                <a:extLst>
                  <a:ext uri="{FF2B5EF4-FFF2-40B4-BE49-F238E27FC236}">
                    <a16:creationId xmlns:a16="http://schemas.microsoft.com/office/drawing/2014/main" id="{4873C051-094A-45D7-977A-53B1CE1AAC89}"/>
                  </a:ext>
                </a:extLst>
              </p:cNvPr>
              <p:cNvSpPr>
                <a:spLocks noChangeArrowheads="1"/>
              </p:cNvSpPr>
              <p:nvPr/>
            </p:nvSpPr>
            <p:spPr bwMode="auto">
              <a:xfrm rot="5400000">
                <a:off x="860" y="2466"/>
                <a:ext cx="326" cy="258"/>
              </a:xfrm>
              <a:prstGeom prst="triangle">
                <a:avLst>
                  <a:gd name="adj" fmla="val 50000"/>
                </a:avLst>
              </a:prstGeom>
              <a:grpFill/>
              <a:ln w="28575">
                <a:solidFill>
                  <a:schemeClr val="tx1"/>
                </a:solidFill>
                <a:miter lim="800000"/>
                <a:headEnd/>
                <a:tailEnd/>
              </a:ln>
            </p:spPr>
            <p:txBody>
              <a:bodyPr rot="10800000" vert="eaVert" wrap="none" anchor="ctr"/>
              <a:lstStyle/>
              <a:p>
                <a:pPr eaLnBrk="1" hangingPunct="1">
                  <a:defRPr/>
                </a:pPr>
                <a:endParaRPr lang="en-US"/>
              </a:p>
            </p:txBody>
          </p:sp>
          <p:sp>
            <p:nvSpPr>
              <p:cNvPr id="20514" name="Oval 20">
                <a:extLst>
                  <a:ext uri="{FF2B5EF4-FFF2-40B4-BE49-F238E27FC236}">
                    <a16:creationId xmlns:a16="http://schemas.microsoft.com/office/drawing/2014/main" id="{ABB224BD-C50B-4388-ABBE-86605D6890F3}"/>
                  </a:ext>
                </a:extLst>
              </p:cNvPr>
              <p:cNvSpPr>
                <a:spLocks noChangeArrowheads="1"/>
              </p:cNvSpPr>
              <p:nvPr/>
            </p:nvSpPr>
            <p:spPr bwMode="auto">
              <a:xfrm>
                <a:off x="1154" y="2558"/>
                <a:ext cx="77" cy="77"/>
              </a:xfrm>
              <a:prstGeom prst="ellipse">
                <a:avLst/>
              </a:prstGeom>
              <a:grpFill/>
              <a:ln w="28575">
                <a:solidFill>
                  <a:schemeClr val="tx1"/>
                </a:solidFill>
                <a:round/>
                <a:headEnd/>
                <a:tailEnd/>
              </a:ln>
            </p:spPr>
            <p:txBody>
              <a:bodyPr wrap="none" anchor="ctr"/>
              <a:lstStyle/>
              <a:p>
                <a:pPr eaLnBrk="1" hangingPunct="1">
                  <a:defRPr/>
                </a:pPr>
                <a:endParaRPr lang="en-US"/>
              </a:p>
            </p:txBody>
          </p:sp>
        </p:grpSp>
        <p:sp>
          <p:nvSpPr>
            <p:cNvPr id="48144" name="Line 21">
              <a:extLst>
                <a:ext uri="{FF2B5EF4-FFF2-40B4-BE49-F238E27FC236}">
                  <a16:creationId xmlns:a16="http://schemas.microsoft.com/office/drawing/2014/main" id="{0D7C0089-C81C-413D-5E49-C71AD681B0EF}"/>
                </a:ext>
              </a:extLst>
            </p:cNvPr>
            <p:cNvSpPr>
              <a:spLocks noChangeShapeType="1"/>
            </p:cNvSpPr>
            <p:nvPr/>
          </p:nvSpPr>
          <p:spPr bwMode="auto">
            <a:xfrm>
              <a:off x="4391025" y="2781300"/>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5" name="Line 22">
              <a:extLst>
                <a:ext uri="{FF2B5EF4-FFF2-40B4-BE49-F238E27FC236}">
                  <a16:creationId xmlns:a16="http://schemas.microsoft.com/office/drawing/2014/main" id="{BC67C80F-733B-301C-490C-F027E4CF88DD}"/>
                </a:ext>
              </a:extLst>
            </p:cNvPr>
            <p:cNvSpPr>
              <a:spLocks noChangeShapeType="1"/>
            </p:cNvSpPr>
            <p:nvPr/>
          </p:nvSpPr>
          <p:spPr bwMode="auto">
            <a:xfrm>
              <a:off x="3563938" y="3362325"/>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 name="Group 23">
              <a:extLst>
                <a:ext uri="{FF2B5EF4-FFF2-40B4-BE49-F238E27FC236}">
                  <a16:creationId xmlns:a16="http://schemas.microsoft.com/office/drawing/2014/main" id="{F8CA214D-B155-4517-976F-34F64F7BBF18}"/>
                </a:ext>
              </a:extLst>
            </p:cNvPr>
            <p:cNvGrpSpPr>
              <a:grpSpLocks/>
            </p:cNvGrpSpPr>
            <p:nvPr/>
          </p:nvGrpSpPr>
          <p:grpSpPr bwMode="auto">
            <a:xfrm rot="10800000">
              <a:off x="3975100" y="3200400"/>
              <a:ext cx="388938" cy="360363"/>
              <a:chOff x="894" y="2432"/>
              <a:chExt cx="337" cy="326"/>
            </a:xfrm>
            <a:solidFill>
              <a:schemeClr val="bg1">
                <a:lumMod val="65000"/>
              </a:schemeClr>
            </a:solidFill>
          </p:grpSpPr>
          <p:sp>
            <p:nvSpPr>
              <p:cNvPr id="20511" name="AutoShape 24">
                <a:extLst>
                  <a:ext uri="{FF2B5EF4-FFF2-40B4-BE49-F238E27FC236}">
                    <a16:creationId xmlns:a16="http://schemas.microsoft.com/office/drawing/2014/main" id="{1DF0B593-8EDE-4076-A7D9-72740F8BD66A}"/>
                  </a:ext>
                </a:extLst>
              </p:cNvPr>
              <p:cNvSpPr>
                <a:spLocks noChangeArrowheads="1"/>
              </p:cNvSpPr>
              <p:nvPr/>
            </p:nvSpPr>
            <p:spPr bwMode="auto">
              <a:xfrm rot="5400000">
                <a:off x="860" y="2466"/>
                <a:ext cx="326" cy="258"/>
              </a:xfrm>
              <a:prstGeom prst="triangle">
                <a:avLst>
                  <a:gd name="adj" fmla="val 50000"/>
                </a:avLst>
              </a:prstGeom>
              <a:grpFill/>
              <a:ln w="28575">
                <a:solidFill>
                  <a:schemeClr val="tx1"/>
                </a:solidFill>
                <a:miter lim="800000"/>
                <a:headEnd/>
                <a:tailEnd/>
              </a:ln>
            </p:spPr>
            <p:txBody>
              <a:bodyPr vert="eaVert" wrap="none" anchor="ctr"/>
              <a:lstStyle/>
              <a:p>
                <a:pPr eaLnBrk="1" hangingPunct="1">
                  <a:defRPr/>
                </a:pPr>
                <a:endParaRPr lang="en-US"/>
              </a:p>
            </p:txBody>
          </p:sp>
          <p:sp>
            <p:nvSpPr>
              <p:cNvPr id="20512" name="Oval 25">
                <a:extLst>
                  <a:ext uri="{FF2B5EF4-FFF2-40B4-BE49-F238E27FC236}">
                    <a16:creationId xmlns:a16="http://schemas.microsoft.com/office/drawing/2014/main" id="{1017BD3C-0992-47FF-97BD-153E89B7FC92}"/>
                  </a:ext>
                </a:extLst>
              </p:cNvPr>
              <p:cNvSpPr>
                <a:spLocks noChangeArrowheads="1"/>
              </p:cNvSpPr>
              <p:nvPr/>
            </p:nvSpPr>
            <p:spPr bwMode="auto">
              <a:xfrm>
                <a:off x="1154" y="2558"/>
                <a:ext cx="77" cy="77"/>
              </a:xfrm>
              <a:prstGeom prst="ellipse">
                <a:avLst/>
              </a:prstGeom>
              <a:grpFill/>
              <a:ln w="28575">
                <a:solidFill>
                  <a:schemeClr val="tx1"/>
                </a:solidFill>
                <a:round/>
                <a:headEnd/>
                <a:tailEnd/>
              </a:ln>
            </p:spPr>
            <p:txBody>
              <a:bodyPr rot="10800000" wrap="none" anchor="ctr"/>
              <a:lstStyle/>
              <a:p>
                <a:pPr eaLnBrk="1" hangingPunct="1">
                  <a:defRPr/>
                </a:pPr>
                <a:endParaRPr lang="en-US"/>
              </a:p>
            </p:txBody>
          </p:sp>
        </p:grpSp>
        <p:sp>
          <p:nvSpPr>
            <p:cNvPr id="48147" name="Line 26">
              <a:extLst>
                <a:ext uri="{FF2B5EF4-FFF2-40B4-BE49-F238E27FC236}">
                  <a16:creationId xmlns:a16="http://schemas.microsoft.com/office/drawing/2014/main" id="{C9648224-D077-290D-AA97-C8D79D02F325}"/>
                </a:ext>
              </a:extLst>
            </p:cNvPr>
            <p:cNvSpPr>
              <a:spLocks noChangeShapeType="1"/>
            </p:cNvSpPr>
            <p:nvPr/>
          </p:nvSpPr>
          <p:spPr bwMode="auto">
            <a:xfrm>
              <a:off x="4376738" y="3376613"/>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8" name="Line 27">
              <a:extLst>
                <a:ext uri="{FF2B5EF4-FFF2-40B4-BE49-F238E27FC236}">
                  <a16:creationId xmlns:a16="http://schemas.microsoft.com/office/drawing/2014/main" id="{1D898992-3005-7C87-0672-64014E1CDD6A}"/>
                </a:ext>
              </a:extLst>
            </p:cNvPr>
            <p:cNvSpPr>
              <a:spLocks noChangeShapeType="1"/>
            </p:cNvSpPr>
            <p:nvPr/>
          </p:nvSpPr>
          <p:spPr bwMode="auto">
            <a:xfrm>
              <a:off x="4810125" y="2794000"/>
              <a:ext cx="0" cy="576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49" name="Line 28">
              <a:extLst>
                <a:ext uri="{FF2B5EF4-FFF2-40B4-BE49-F238E27FC236}">
                  <a16:creationId xmlns:a16="http://schemas.microsoft.com/office/drawing/2014/main" id="{0E8900B2-4A6F-EB44-43AC-42BFE243486C}"/>
                </a:ext>
              </a:extLst>
            </p:cNvPr>
            <p:cNvSpPr>
              <a:spLocks noChangeShapeType="1"/>
            </p:cNvSpPr>
            <p:nvPr/>
          </p:nvSpPr>
          <p:spPr bwMode="auto">
            <a:xfrm flipH="1">
              <a:off x="4806950" y="3082925"/>
              <a:ext cx="468313"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48150" name="Line 29">
              <a:extLst>
                <a:ext uri="{FF2B5EF4-FFF2-40B4-BE49-F238E27FC236}">
                  <a16:creationId xmlns:a16="http://schemas.microsoft.com/office/drawing/2014/main" id="{65E9278E-5FA6-2CE8-D115-B5F87AD9E313}"/>
                </a:ext>
              </a:extLst>
            </p:cNvPr>
            <p:cNvSpPr>
              <a:spLocks noChangeShapeType="1"/>
            </p:cNvSpPr>
            <p:nvPr/>
          </p:nvSpPr>
          <p:spPr bwMode="auto">
            <a:xfrm>
              <a:off x="5472113" y="2220913"/>
              <a:ext cx="0" cy="468312"/>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8151" name="Line 30">
              <a:extLst>
                <a:ext uri="{FF2B5EF4-FFF2-40B4-BE49-F238E27FC236}">
                  <a16:creationId xmlns:a16="http://schemas.microsoft.com/office/drawing/2014/main" id="{70385575-6EFE-AFA1-35CC-36F488A938BE}"/>
                </a:ext>
              </a:extLst>
            </p:cNvPr>
            <p:cNvSpPr>
              <a:spLocks noChangeShapeType="1"/>
            </p:cNvSpPr>
            <p:nvPr/>
          </p:nvSpPr>
          <p:spPr bwMode="auto">
            <a:xfrm>
              <a:off x="5211763" y="2809875"/>
              <a:ext cx="5048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2" name="Line 31">
              <a:extLst>
                <a:ext uri="{FF2B5EF4-FFF2-40B4-BE49-F238E27FC236}">
                  <a16:creationId xmlns:a16="http://schemas.microsoft.com/office/drawing/2014/main" id="{AE4805C5-4287-8C10-3C31-CA234B6EFA7C}"/>
                </a:ext>
              </a:extLst>
            </p:cNvPr>
            <p:cNvSpPr>
              <a:spLocks noChangeShapeType="1"/>
            </p:cNvSpPr>
            <p:nvPr/>
          </p:nvSpPr>
          <p:spPr bwMode="auto">
            <a:xfrm>
              <a:off x="5283200" y="2795588"/>
              <a:ext cx="0" cy="288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3" name="Line 32">
              <a:extLst>
                <a:ext uri="{FF2B5EF4-FFF2-40B4-BE49-F238E27FC236}">
                  <a16:creationId xmlns:a16="http://schemas.microsoft.com/office/drawing/2014/main" id="{9DCACFFC-8578-D884-AB9E-A5CAA167460B}"/>
                </a:ext>
              </a:extLst>
            </p:cNvPr>
            <p:cNvSpPr>
              <a:spLocks noChangeShapeType="1"/>
            </p:cNvSpPr>
            <p:nvPr/>
          </p:nvSpPr>
          <p:spPr bwMode="auto">
            <a:xfrm>
              <a:off x="5634038" y="2795588"/>
              <a:ext cx="0" cy="288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4" name="Line 34">
              <a:extLst>
                <a:ext uri="{FF2B5EF4-FFF2-40B4-BE49-F238E27FC236}">
                  <a16:creationId xmlns:a16="http://schemas.microsoft.com/office/drawing/2014/main" id="{1A8A86FF-BA03-C072-4198-C0B13876CBD8}"/>
                </a:ext>
              </a:extLst>
            </p:cNvPr>
            <p:cNvSpPr>
              <a:spLocks noChangeShapeType="1"/>
            </p:cNvSpPr>
            <p:nvPr/>
          </p:nvSpPr>
          <p:spPr bwMode="auto">
            <a:xfrm flipH="1">
              <a:off x="5622925" y="3097213"/>
              <a:ext cx="468313"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8155" name="Text Box 35">
              <a:extLst>
                <a:ext uri="{FF2B5EF4-FFF2-40B4-BE49-F238E27FC236}">
                  <a16:creationId xmlns:a16="http://schemas.microsoft.com/office/drawing/2014/main" id="{B573FAFD-69DC-EBA2-A577-C494592D5BCB}"/>
                </a:ext>
              </a:extLst>
            </p:cNvPr>
            <p:cNvSpPr txBox="1">
              <a:spLocks noChangeArrowheads="1"/>
            </p:cNvSpPr>
            <p:nvPr/>
          </p:nvSpPr>
          <p:spPr bwMode="auto">
            <a:xfrm>
              <a:off x="3578225" y="1571625"/>
              <a:ext cx="1655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Word Line</a:t>
              </a:r>
              <a:endParaRPr lang="ru-RU" altLang="en-US" sz="2000" b="0" u="none"/>
            </a:p>
          </p:txBody>
        </p:sp>
        <p:sp>
          <p:nvSpPr>
            <p:cNvPr id="48156" name="Text Box 36">
              <a:extLst>
                <a:ext uri="{FF2B5EF4-FFF2-40B4-BE49-F238E27FC236}">
                  <a16:creationId xmlns:a16="http://schemas.microsoft.com/office/drawing/2014/main" id="{099BED60-79BC-FA95-D670-DF9079308960}"/>
                </a:ext>
              </a:extLst>
            </p:cNvPr>
            <p:cNvSpPr txBox="1">
              <a:spLocks noChangeArrowheads="1"/>
            </p:cNvSpPr>
            <p:nvPr/>
          </p:nvSpPr>
          <p:spPr bwMode="auto">
            <a:xfrm>
              <a:off x="979488" y="4256088"/>
              <a:ext cx="14589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 </a:t>
              </a:r>
              <a:r>
                <a:rPr lang="en-US" altLang="en-US" sz="2000" b="0" u="none"/>
                <a:t>Bit Line</a:t>
              </a:r>
              <a:endParaRPr lang="ru-RU" altLang="en-US" sz="2000" b="0" u="none"/>
            </a:p>
          </p:txBody>
        </p:sp>
        <p:sp>
          <p:nvSpPr>
            <p:cNvPr id="48157" name="Text Box 37">
              <a:extLst>
                <a:ext uri="{FF2B5EF4-FFF2-40B4-BE49-F238E27FC236}">
                  <a16:creationId xmlns:a16="http://schemas.microsoft.com/office/drawing/2014/main" id="{087F899A-FE44-6796-3272-0CD785B0C69C}"/>
                </a:ext>
              </a:extLst>
            </p:cNvPr>
            <p:cNvSpPr txBox="1">
              <a:spLocks noChangeArrowheads="1"/>
            </p:cNvSpPr>
            <p:nvPr/>
          </p:nvSpPr>
          <p:spPr bwMode="auto">
            <a:xfrm>
              <a:off x="6335713" y="4256088"/>
              <a:ext cx="1404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Bit Line</a:t>
              </a:r>
              <a:endParaRPr lang="ru-RU" altLang="en-US" sz="2000" b="0" u="none"/>
            </a:p>
          </p:txBody>
        </p:sp>
        <p:sp>
          <p:nvSpPr>
            <p:cNvPr id="48158" name="Line 35">
              <a:extLst>
                <a:ext uri="{FF2B5EF4-FFF2-40B4-BE49-F238E27FC236}">
                  <a16:creationId xmlns:a16="http://schemas.microsoft.com/office/drawing/2014/main" id="{D15A88FD-8A3F-9BD0-C6C1-621F3473ED96}"/>
                </a:ext>
              </a:extLst>
            </p:cNvPr>
            <p:cNvSpPr>
              <a:spLocks noChangeShapeType="1"/>
            </p:cNvSpPr>
            <p:nvPr/>
          </p:nvSpPr>
          <p:spPr bwMode="auto">
            <a:xfrm>
              <a:off x="2771775" y="2665413"/>
              <a:ext cx="2873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59" name="Line 36">
              <a:extLst>
                <a:ext uri="{FF2B5EF4-FFF2-40B4-BE49-F238E27FC236}">
                  <a16:creationId xmlns:a16="http://schemas.microsoft.com/office/drawing/2014/main" id="{04ECB7EC-F773-A55F-46AA-D55EB02BF90E}"/>
                </a:ext>
              </a:extLst>
            </p:cNvPr>
            <p:cNvSpPr>
              <a:spLocks noChangeShapeType="1"/>
            </p:cNvSpPr>
            <p:nvPr/>
          </p:nvSpPr>
          <p:spPr bwMode="auto">
            <a:xfrm>
              <a:off x="5327650" y="2679700"/>
              <a:ext cx="28733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02764F71-2232-C353-6F58-BBB4CC633F09}"/>
              </a:ext>
            </a:extLst>
          </p:cNvPr>
          <p:cNvSpPr>
            <a:spLocks noGrp="1" noChangeArrowheads="1"/>
          </p:cNvSpPr>
          <p:nvPr>
            <p:ph type="title"/>
          </p:nvPr>
        </p:nvSpPr>
        <p:spPr>
          <a:xfrm>
            <a:off x="0" y="183401"/>
            <a:ext cx="11612880" cy="704088"/>
          </a:xfrm>
        </p:spPr>
        <p:txBody>
          <a:bodyPr>
            <a:normAutofit/>
          </a:bodyPr>
          <a:lstStyle/>
          <a:p>
            <a:r>
              <a:rPr lang="en-US" altLang="en-US" dirty="0"/>
              <a:t>Transmission  Gate as  SRAM Cell Controlling </a:t>
            </a:r>
            <a:endParaRPr lang="en-GB" altLang="en-US" dirty="0"/>
          </a:p>
        </p:txBody>
      </p:sp>
      <p:grpSp>
        <p:nvGrpSpPr>
          <p:cNvPr id="49155" name="Group 77">
            <a:extLst>
              <a:ext uri="{FF2B5EF4-FFF2-40B4-BE49-F238E27FC236}">
                <a16:creationId xmlns:a16="http://schemas.microsoft.com/office/drawing/2014/main" id="{DFB3F2ED-2799-AA69-2F8E-F1C300403A3B}"/>
              </a:ext>
            </a:extLst>
          </p:cNvPr>
          <p:cNvGrpSpPr>
            <a:grpSpLocks/>
          </p:cNvGrpSpPr>
          <p:nvPr/>
        </p:nvGrpSpPr>
        <p:grpSpPr bwMode="auto">
          <a:xfrm>
            <a:off x="2706689" y="1452563"/>
            <a:ext cx="5927725" cy="2743200"/>
            <a:chOff x="146248" y="1199944"/>
            <a:chExt cx="6406952" cy="3159490"/>
          </a:xfrm>
        </p:grpSpPr>
        <p:sp>
          <p:nvSpPr>
            <p:cNvPr id="3" name="Rectangle 2">
              <a:extLst>
                <a:ext uri="{FF2B5EF4-FFF2-40B4-BE49-F238E27FC236}">
                  <a16:creationId xmlns:a16="http://schemas.microsoft.com/office/drawing/2014/main" id="{4FAD8CAB-112B-4278-B96D-92B6054C22E9}"/>
                </a:ext>
              </a:extLst>
            </p:cNvPr>
            <p:cNvSpPr/>
            <p:nvPr/>
          </p:nvSpPr>
          <p:spPr>
            <a:xfrm>
              <a:off x="1752276" y="1980674"/>
              <a:ext cx="914543" cy="1067791"/>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dirty="0">
                  <a:solidFill>
                    <a:schemeClr val="tx1"/>
                  </a:solidFill>
                </a:rPr>
                <a:t>SRAM</a:t>
              </a:r>
              <a:br>
                <a:rPr lang="en-US" sz="1600" dirty="0">
                  <a:solidFill>
                    <a:schemeClr val="tx1"/>
                  </a:solidFill>
                </a:rPr>
              </a:br>
              <a:r>
                <a:rPr lang="en-US" sz="1600" dirty="0">
                  <a:solidFill>
                    <a:schemeClr val="tx1"/>
                  </a:solidFill>
                </a:rPr>
                <a:t>Cell</a:t>
              </a:r>
              <a:endParaRPr lang="en-GB" sz="1600" dirty="0">
                <a:solidFill>
                  <a:schemeClr val="tx1"/>
                </a:solidFill>
              </a:endParaRPr>
            </a:p>
          </p:txBody>
        </p:sp>
        <p:cxnSp>
          <p:nvCxnSpPr>
            <p:cNvPr id="5" name="Straight Connector 4">
              <a:extLst>
                <a:ext uri="{FF2B5EF4-FFF2-40B4-BE49-F238E27FC236}">
                  <a16:creationId xmlns:a16="http://schemas.microsoft.com/office/drawing/2014/main" id="{5CEAD96E-40DB-42D5-BE77-B515149EDA74}"/>
                </a:ext>
              </a:extLst>
            </p:cNvPr>
            <p:cNvCxnSpPr/>
            <p:nvPr/>
          </p:nvCxnSpPr>
          <p:spPr>
            <a:xfrm>
              <a:off x="2666819" y="2209226"/>
              <a:ext cx="1981797" cy="1828"/>
            </a:xfrm>
            <a:prstGeom prst="line">
              <a:avLst/>
            </a:prstGeom>
            <a:ln w="28575">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201EA20-EB05-420F-AEFC-A6EBBBB5BDB6}"/>
                </a:ext>
              </a:extLst>
            </p:cNvPr>
            <p:cNvCxnSpPr/>
            <p:nvPr/>
          </p:nvCxnSpPr>
          <p:spPr>
            <a:xfrm rot="5400000">
              <a:off x="4369713" y="2476229"/>
              <a:ext cx="532067" cy="171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E0C53271-3DC6-4777-AD15-0BD4108B5F30}"/>
                </a:ext>
              </a:extLst>
            </p:cNvPr>
            <p:cNvSpPr/>
            <p:nvPr/>
          </p:nvSpPr>
          <p:spPr>
            <a:xfrm>
              <a:off x="4547381" y="2743121"/>
              <a:ext cx="181879" cy="18284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600"/>
            </a:p>
          </p:txBody>
        </p:sp>
        <p:cxnSp>
          <p:nvCxnSpPr>
            <p:cNvPr id="11" name="Straight Connector 10">
              <a:extLst>
                <a:ext uri="{FF2B5EF4-FFF2-40B4-BE49-F238E27FC236}">
                  <a16:creationId xmlns:a16="http://schemas.microsoft.com/office/drawing/2014/main" id="{EB8D2C5F-051D-49A4-B173-4363FAA31A65}"/>
                </a:ext>
              </a:extLst>
            </p:cNvPr>
            <p:cNvCxnSpPr/>
            <p:nvPr/>
          </p:nvCxnSpPr>
          <p:spPr>
            <a:xfrm>
              <a:off x="4241961" y="2920476"/>
              <a:ext cx="823604" cy="18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B2A81C4-BA86-4923-ACA0-F754563E65BE}"/>
                </a:ext>
              </a:extLst>
            </p:cNvPr>
            <p:cNvCxnSpPr/>
            <p:nvPr/>
          </p:nvCxnSpPr>
          <p:spPr>
            <a:xfrm>
              <a:off x="4253972" y="3074062"/>
              <a:ext cx="823604" cy="182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BA8B3E2-93EA-49E3-905B-D6B4FD0E198E}"/>
                </a:ext>
              </a:extLst>
            </p:cNvPr>
            <p:cNvCxnSpPr/>
            <p:nvPr/>
          </p:nvCxnSpPr>
          <p:spPr>
            <a:xfrm rot="16200000" flipH="1">
              <a:off x="3963269" y="3404090"/>
              <a:ext cx="60886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EA93B78-1593-4FCF-93D6-E0414AAC0FE5}"/>
                </a:ext>
              </a:extLst>
            </p:cNvPr>
            <p:cNvCxnSpPr/>
            <p:nvPr/>
          </p:nvCxnSpPr>
          <p:spPr>
            <a:xfrm rot="16200000" flipH="1">
              <a:off x="4800599" y="3378493"/>
              <a:ext cx="60886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6AF544-D3C6-4A8B-82C2-547D1EF9E7ED}"/>
                </a:ext>
              </a:extLst>
            </p:cNvPr>
            <p:cNvCxnSpPr/>
            <p:nvPr/>
          </p:nvCxnSpPr>
          <p:spPr>
            <a:xfrm>
              <a:off x="4267699" y="3682923"/>
              <a:ext cx="821888" cy="18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2942515-511A-46E0-8868-8C959CA1E435}"/>
                </a:ext>
              </a:extLst>
            </p:cNvPr>
            <p:cNvCxnSpPr/>
            <p:nvPr/>
          </p:nvCxnSpPr>
          <p:spPr>
            <a:xfrm>
              <a:off x="4267699" y="3821882"/>
              <a:ext cx="821888" cy="18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E17C559-FB94-42F1-9EA7-CE6F13EEC2D7}"/>
                </a:ext>
              </a:extLst>
            </p:cNvPr>
            <p:cNvCxnSpPr/>
            <p:nvPr/>
          </p:nvCxnSpPr>
          <p:spPr>
            <a:xfrm rot="5400000">
              <a:off x="4446012" y="4087971"/>
              <a:ext cx="533895" cy="17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39B7E1-BA8F-4945-AB82-3A6E3092E7CB}"/>
                </a:ext>
              </a:extLst>
            </p:cNvPr>
            <p:cNvCxnSpPr/>
            <p:nvPr/>
          </p:nvCxnSpPr>
          <p:spPr>
            <a:xfrm>
              <a:off x="4648616" y="2209226"/>
              <a:ext cx="761834" cy="18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Isosceles Triangle 20">
              <a:extLst>
                <a:ext uri="{FF2B5EF4-FFF2-40B4-BE49-F238E27FC236}">
                  <a16:creationId xmlns:a16="http://schemas.microsoft.com/office/drawing/2014/main" id="{1C607231-F930-49DB-AA1B-3201207899E1}"/>
                </a:ext>
              </a:extLst>
            </p:cNvPr>
            <p:cNvSpPr/>
            <p:nvPr/>
          </p:nvSpPr>
          <p:spPr>
            <a:xfrm rot="5400000">
              <a:off x="5318685" y="1997474"/>
              <a:ext cx="639943" cy="456414"/>
            </a:xfrm>
            <a:prstGeom prst="triangle">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600"/>
            </a:p>
          </p:txBody>
        </p:sp>
        <p:sp>
          <p:nvSpPr>
            <p:cNvPr id="22" name="Oval 21">
              <a:extLst>
                <a:ext uri="{FF2B5EF4-FFF2-40B4-BE49-F238E27FC236}">
                  <a16:creationId xmlns:a16="http://schemas.microsoft.com/office/drawing/2014/main" id="{FB0B814B-502B-4D45-82F0-C2EFF68F346E}"/>
                </a:ext>
              </a:extLst>
            </p:cNvPr>
            <p:cNvSpPr/>
            <p:nvPr/>
          </p:nvSpPr>
          <p:spPr>
            <a:xfrm>
              <a:off x="5866863" y="2134260"/>
              <a:ext cx="183594" cy="182841"/>
            </a:xfrm>
            <a:prstGeom prst="ellipse">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600"/>
            </a:p>
          </p:txBody>
        </p:sp>
        <p:cxnSp>
          <p:nvCxnSpPr>
            <p:cNvPr id="25" name="Straight Connector 24">
              <a:extLst>
                <a:ext uri="{FF2B5EF4-FFF2-40B4-BE49-F238E27FC236}">
                  <a16:creationId xmlns:a16="http://schemas.microsoft.com/office/drawing/2014/main" id="{E1570452-0968-4813-9719-43069FE561A0}"/>
                </a:ext>
              </a:extLst>
            </p:cNvPr>
            <p:cNvCxnSpPr/>
            <p:nvPr/>
          </p:nvCxnSpPr>
          <p:spPr>
            <a:xfrm flipV="1">
              <a:off x="6050458" y="2222024"/>
              <a:ext cx="50274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E2131D0-B2F1-4DE9-BF8A-E20A1494A90C}"/>
                </a:ext>
              </a:extLst>
            </p:cNvPr>
            <p:cNvCxnSpPr/>
            <p:nvPr/>
          </p:nvCxnSpPr>
          <p:spPr>
            <a:xfrm rot="5400000">
              <a:off x="5466141" y="3284386"/>
              <a:ext cx="2148381" cy="171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91372EB-D9FB-4BE5-87CA-B9F5048D1D55}"/>
                </a:ext>
              </a:extLst>
            </p:cNvPr>
            <p:cNvCxnSpPr/>
            <p:nvPr/>
          </p:nvCxnSpPr>
          <p:spPr>
            <a:xfrm>
              <a:off x="5105030" y="3351980"/>
              <a:ext cx="761834" cy="1829"/>
            </a:xfrm>
            <a:prstGeom prst="line">
              <a:avLst/>
            </a:prstGeom>
            <a:ln w="28575">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201A75A-8922-4CD0-AC62-BA4FF7D01C80}"/>
                </a:ext>
              </a:extLst>
            </p:cNvPr>
            <p:cNvCxnSpPr/>
            <p:nvPr/>
          </p:nvCxnSpPr>
          <p:spPr>
            <a:xfrm>
              <a:off x="3505866" y="3351980"/>
              <a:ext cx="761834" cy="1829"/>
            </a:xfrm>
            <a:prstGeom prst="line">
              <a:avLst/>
            </a:prstGeom>
            <a:ln w="28575">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9176" name="TextBox 33">
              <a:extLst>
                <a:ext uri="{FF2B5EF4-FFF2-40B4-BE49-F238E27FC236}">
                  <a16:creationId xmlns:a16="http://schemas.microsoft.com/office/drawing/2014/main" id="{4D19E178-0CF3-5F86-FBEE-9C5CFDBB763F}"/>
                </a:ext>
              </a:extLst>
            </p:cNvPr>
            <p:cNvSpPr txBox="1">
              <a:spLocks noChangeArrowheads="1"/>
            </p:cNvSpPr>
            <p:nvPr/>
          </p:nvSpPr>
          <p:spPr bwMode="auto">
            <a:xfrm>
              <a:off x="3111500" y="3175000"/>
              <a:ext cx="533400" cy="389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a:t>
              </a:r>
              <a:endParaRPr lang="en-GB" altLang="en-US" sz="1600" b="0" u="none"/>
            </a:p>
          </p:txBody>
        </p:sp>
        <p:sp>
          <p:nvSpPr>
            <p:cNvPr id="49177" name="TextBox 34">
              <a:extLst>
                <a:ext uri="{FF2B5EF4-FFF2-40B4-BE49-F238E27FC236}">
                  <a16:creationId xmlns:a16="http://schemas.microsoft.com/office/drawing/2014/main" id="{80419FBF-6969-3A01-4E9A-059B59BE46E9}"/>
                </a:ext>
              </a:extLst>
            </p:cNvPr>
            <p:cNvSpPr txBox="1">
              <a:spLocks noChangeArrowheads="1"/>
            </p:cNvSpPr>
            <p:nvPr/>
          </p:nvSpPr>
          <p:spPr bwMode="auto">
            <a:xfrm>
              <a:off x="5943600" y="3124200"/>
              <a:ext cx="533400" cy="389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B</a:t>
              </a:r>
              <a:endParaRPr lang="en-GB" altLang="en-US" sz="1600" b="0" u="none"/>
            </a:p>
          </p:txBody>
        </p:sp>
        <p:cxnSp>
          <p:nvCxnSpPr>
            <p:cNvPr id="37" name="Straight Connector 36">
              <a:extLst>
                <a:ext uri="{FF2B5EF4-FFF2-40B4-BE49-F238E27FC236}">
                  <a16:creationId xmlns:a16="http://schemas.microsoft.com/office/drawing/2014/main" id="{3450A7B7-34E6-4A5C-AEBE-376F9AD5674A}"/>
                </a:ext>
              </a:extLst>
            </p:cNvPr>
            <p:cNvCxnSpPr/>
            <p:nvPr/>
          </p:nvCxnSpPr>
          <p:spPr>
            <a:xfrm>
              <a:off x="4724113" y="4342978"/>
              <a:ext cx="1829087" cy="18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154A266-D268-4E66-9EB9-A6FAE0577B20}"/>
                </a:ext>
              </a:extLst>
            </p:cNvPr>
            <p:cNvCxnSpPr/>
            <p:nvPr/>
          </p:nvCxnSpPr>
          <p:spPr>
            <a:xfrm>
              <a:off x="3734072" y="3505567"/>
              <a:ext cx="1904584" cy="1829"/>
            </a:xfrm>
            <a:prstGeom prst="straightConnector1">
              <a:avLst/>
            </a:prstGeom>
            <a:ln w="38100">
              <a:solidFill>
                <a:srgbClr val="00B05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573E8F58-F4E2-441C-8D4C-5291538D2DA0}"/>
                </a:ext>
              </a:extLst>
            </p:cNvPr>
            <p:cNvSpPr/>
            <p:nvPr/>
          </p:nvSpPr>
          <p:spPr>
            <a:xfrm>
              <a:off x="456815" y="1199944"/>
              <a:ext cx="1904584" cy="603375"/>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dirty="0">
                  <a:solidFill>
                    <a:schemeClr val="tx1"/>
                  </a:solidFill>
                </a:rPr>
                <a:t>Configuration</a:t>
              </a:r>
            </a:p>
            <a:p>
              <a:pPr algn="ctr" eaLnBrk="1" hangingPunct="1">
                <a:defRPr/>
              </a:pPr>
              <a:r>
                <a:rPr lang="en-US" sz="1600" dirty="0">
                  <a:solidFill>
                    <a:schemeClr val="tx1"/>
                  </a:solidFill>
                </a:rPr>
                <a:t>Control</a:t>
              </a:r>
              <a:endParaRPr lang="en-GB" sz="1600" dirty="0">
                <a:solidFill>
                  <a:schemeClr val="tx1"/>
                </a:solidFill>
              </a:endParaRPr>
            </a:p>
          </p:txBody>
        </p:sp>
        <p:cxnSp>
          <p:nvCxnSpPr>
            <p:cNvPr id="45" name="Straight Connector 44">
              <a:extLst>
                <a:ext uri="{FF2B5EF4-FFF2-40B4-BE49-F238E27FC236}">
                  <a16:creationId xmlns:a16="http://schemas.microsoft.com/office/drawing/2014/main" id="{9773EC04-4AF5-49B0-8BFC-F121A75FB873}"/>
                </a:ext>
              </a:extLst>
            </p:cNvPr>
            <p:cNvCxnSpPr/>
            <p:nvPr/>
          </p:nvCxnSpPr>
          <p:spPr>
            <a:xfrm rot="5400000">
              <a:off x="1201735" y="2039184"/>
              <a:ext cx="4936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20F7E84-2993-4C52-A8DC-33CA56861B25}"/>
                </a:ext>
              </a:extLst>
            </p:cNvPr>
            <p:cNvCxnSpPr/>
            <p:nvPr/>
          </p:nvCxnSpPr>
          <p:spPr>
            <a:xfrm>
              <a:off x="1448571" y="2286019"/>
              <a:ext cx="303704" cy="18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8E4489D-4FE8-4521-B777-AE49FCBCD5DB}"/>
                </a:ext>
              </a:extLst>
            </p:cNvPr>
            <p:cNvCxnSpPr/>
            <p:nvPr/>
          </p:nvCxnSpPr>
          <p:spPr>
            <a:xfrm rot="5400000">
              <a:off x="412132" y="2293332"/>
              <a:ext cx="100562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06174E3-5E46-4788-94AB-70855928F4B1}"/>
                </a:ext>
              </a:extLst>
            </p:cNvPr>
            <p:cNvCxnSpPr/>
            <p:nvPr/>
          </p:nvCxnSpPr>
          <p:spPr>
            <a:xfrm>
              <a:off x="914945" y="2794316"/>
              <a:ext cx="821888" cy="182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185" name="TextBox 54">
              <a:extLst>
                <a:ext uri="{FF2B5EF4-FFF2-40B4-BE49-F238E27FC236}">
                  <a16:creationId xmlns:a16="http://schemas.microsoft.com/office/drawing/2014/main" id="{3408B135-4BA1-2F9B-06AB-B81AA3A5526A}"/>
                </a:ext>
              </a:extLst>
            </p:cNvPr>
            <p:cNvSpPr txBox="1">
              <a:spLocks noChangeArrowheads="1"/>
            </p:cNvSpPr>
            <p:nvPr/>
          </p:nvSpPr>
          <p:spPr bwMode="auto">
            <a:xfrm>
              <a:off x="867448" y="1902053"/>
              <a:ext cx="838200" cy="354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Write</a:t>
              </a:r>
              <a:endParaRPr lang="en-GB" altLang="en-US" sz="1400" b="0" u="none"/>
            </a:p>
          </p:txBody>
        </p:sp>
        <p:sp>
          <p:nvSpPr>
            <p:cNvPr id="49186" name="TextBox 55">
              <a:extLst>
                <a:ext uri="{FF2B5EF4-FFF2-40B4-BE49-F238E27FC236}">
                  <a16:creationId xmlns:a16="http://schemas.microsoft.com/office/drawing/2014/main" id="{81C56A48-7E67-44E4-943D-E889F190C42C}"/>
                </a:ext>
              </a:extLst>
            </p:cNvPr>
            <p:cNvSpPr txBox="1">
              <a:spLocks noChangeArrowheads="1"/>
            </p:cNvSpPr>
            <p:nvPr/>
          </p:nvSpPr>
          <p:spPr bwMode="auto">
            <a:xfrm>
              <a:off x="146248" y="1902053"/>
              <a:ext cx="838200" cy="354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Read</a:t>
              </a:r>
              <a:endParaRPr lang="en-GB" altLang="en-US" sz="1400" b="0" u="none"/>
            </a:p>
          </p:txBody>
        </p:sp>
        <p:sp>
          <p:nvSpPr>
            <p:cNvPr id="49187" name="TextBox 35">
              <a:extLst>
                <a:ext uri="{FF2B5EF4-FFF2-40B4-BE49-F238E27FC236}">
                  <a16:creationId xmlns:a16="http://schemas.microsoft.com/office/drawing/2014/main" id="{2B4FB86A-BEE8-6251-1402-9C9686A20841}"/>
                </a:ext>
              </a:extLst>
            </p:cNvPr>
            <p:cNvSpPr txBox="1">
              <a:spLocks noChangeArrowheads="1"/>
            </p:cNvSpPr>
            <p:nvPr/>
          </p:nvSpPr>
          <p:spPr bwMode="auto">
            <a:xfrm>
              <a:off x="1905577" y="3644920"/>
              <a:ext cx="2395682" cy="389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Interconnect path</a:t>
              </a:r>
              <a:endParaRPr lang="en-GB" altLang="en-US" sz="1600" b="0" u="none"/>
            </a:p>
          </p:txBody>
        </p:sp>
      </p:grpSp>
      <p:sp>
        <p:nvSpPr>
          <p:cNvPr id="49156" name="TextBox 78">
            <a:extLst>
              <a:ext uri="{FF2B5EF4-FFF2-40B4-BE49-F238E27FC236}">
                <a16:creationId xmlns:a16="http://schemas.microsoft.com/office/drawing/2014/main" id="{790EB53E-FA67-BA8D-5C7F-499CD98F6392}"/>
              </a:ext>
            </a:extLst>
          </p:cNvPr>
          <p:cNvSpPr txBox="1">
            <a:spLocks noChangeArrowheads="1"/>
          </p:cNvSpPr>
          <p:nvPr/>
        </p:nvSpPr>
        <p:spPr bwMode="auto">
          <a:xfrm>
            <a:off x="4648200" y="16002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EN</a:t>
            </a:r>
            <a:endParaRPr lang="en-GB" altLang="en-US" b="0" u="none"/>
          </a:p>
        </p:txBody>
      </p:sp>
      <p:sp>
        <p:nvSpPr>
          <p:cNvPr id="49157" name="TextBox 79">
            <a:extLst>
              <a:ext uri="{FF2B5EF4-FFF2-40B4-BE49-F238E27FC236}">
                <a16:creationId xmlns:a16="http://schemas.microsoft.com/office/drawing/2014/main" id="{41752210-58C7-FC6E-56C0-B365AD349D55}"/>
              </a:ext>
            </a:extLst>
          </p:cNvPr>
          <p:cNvSpPr txBox="1">
            <a:spLocks noChangeArrowheads="1"/>
          </p:cNvSpPr>
          <p:nvPr/>
        </p:nvSpPr>
        <p:spPr bwMode="auto">
          <a:xfrm>
            <a:off x="1752600" y="4237038"/>
            <a:ext cx="87630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The connection is off, if  EN=1.</a:t>
            </a:r>
          </a:p>
          <a:p>
            <a:pPr eaLnBrk="1" hangingPunct="1"/>
            <a:r>
              <a:rPr lang="en-US" altLang="en-US" b="0" u="none"/>
              <a:t>The connection  is  established  when  the transmission gate is on  (i.e. EN=0). </a:t>
            </a:r>
            <a:br>
              <a:rPr lang="en-US" altLang="en-US" b="0" u="none"/>
            </a:br>
            <a:r>
              <a:rPr lang="en-US" altLang="en-US" b="0" u="none"/>
              <a:t> 0 is applied at the gate of the  p-channel transistor and 1 is   applied at the gate of the n-channel  transistor. The device can reprogrammed  simply  by changing  the content  of  the  controlling memory  cell.</a:t>
            </a:r>
            <a:endParaRPr lang="en-GB" altLang="en-US" b="0" u="none"/>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6D0BA0B4-8710-25E3-4D5B-4EE4135070FF}"/>
              </a:ext>
            </a:extLst>
          </p:cNvPr>
          <p:cNvSpPr>
            <a:spLocks noGrp="1" noChangeArrowheads="1"/>
          </p:cNvSpPr>
          <p:nvPr>
            <p:ph type="title"/>
          </p:nvPr>
        </p:nvSpPr>
        <p:spPr>
          <a:xfrm>
            <a:off x="0" y="183401"/>
            <a:ext cx="11612880" cy="704088"/>
          </a:xfrm>
        </p:spPr>
        <p:txBody>
          <a:bodyPr/>
          <a:lstStyle/>
          <a:p>
            <a:r>
              <a:rPr lang="en-US" altLang="en-US"/>
              <a:t>Flash  Switch</a:t>
            </a:r>
            <a:endParaRPr lang="en-GB" altLang="en-US"/>
          </a:p>
        </p:txBody>
      </p:sp>
      <p:grpSp>
        <p:nvGrpSpPr>
          <p:cNvPr id="50179" name="Group 38">
            <a:extLst>
              <a:ext uri="{FF2B5EF4-FFF2-40B4-BE49-F238E27FC236}">
                <a16:creationId xmlns:a16="http://schemas.microsoft.com/office/drawing/2014/main" id="{202F00A0-617E-A473-5B09-77F4B9522F99}"/>
              </a:ext>
            </a:extLst>
          </p:cNvPr>
          <p:cNvGrpSpPr>
            <a:grpSpLocks/>
          </p:cNvGrpSpPr>
          <p:nvPr/>
        </p:nvGrpSpPr>
        <p:grpSpPr bwMode="auto">
          <a:xfrm>
            <a:off x="1905000" y="1833564"/>
            <a:ext cx="8610600" cy="3805237"/>
            <a:chOff x="228600" y="1737852"/>
            <a:chExt cx="8610600" cy="3805877"/>
          </a:xfrm>
        </p:grpSpPr>
        <p:cxnSp>
          <p:nvCxnSpPr>
            <p:cNvPr id="50180" name="AutoShape 3">
              <a:extLst>
                <a:ext uri="{FF2B5EF4-FFF2-40B4-BE49-F238E27FC236}">
                  <a16:creationId xmlns:a16="http://schemas.microsoft.com/office/drawing/2014/main" id="{AE65FBB8-959D-8177-BB73-CD5FE4A73BEE}"/>
                </a:ext>
              </a:extLst>
            </p:cNvPr>
            <p:cNvCxnSpPr>
              <a:cxnSpLocks noChangeShapeType="1"/>
            </p:cNvCxnSpPr>
            <p:nvPr/>
          </p:nvCxnSpPr>
          <p:spPr bwMode="auto">
            <a:xfrm>
              <a:off x="1625614" y="2303396"/>
              <a:ext cx="0" cy="14560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0181" name="AutoShape 4">
              <a:extLst>
                <a:ext uri="{FF2B5EF4-FFF2-40B4-BE49-F238E27FC236}">
                  <a16:creationId xmlns:a16="http://schemas.microsoft.com/office/drawing/2014/main" id="{502CDA64-C096-4EB8-B153-32638C9F17FC}"/>
                </a:ext>
              </a:extLst>
            </p:cNvPr>
            <p:cNvCxnSpPr>
              <a:cxnSpLocks noChangeShapeType="1"/>
            </p:cNvCxnSpPr>
            <p:nvPr/>
          </p:nvCxnSpPr>
          <p:spPr bwMode="auto">
            <a:xfrm>
              <a:off x="1929053" y="2288579"/>
              <a:ext cx="0" cy="145601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0182" name="AutoShape 5">
              <a:extLst>
                <a:ext uri="{FF2B5EF4-FFF2-40B4-BE49-F238E27FC236}">
                  <a16:creationId xmlns:a16="http://schemas.microsoft.com/office/drawing/2014/main" id="{6EBC3CD1-103B-7B36-9F5A-A6375AB053C1}"/>
                </a:ext>
              </a:extLst>
            </p:cNvPr>
            <p:cNvCxnSpPr>
              <a:cxnSpLocks noChangeShapeType="1"/>
            </p:cNvCxnSpPr>
            <p:nvPr/>
          </p:nvCxnSpPr>
          <p:spPr bwMode="auto">
            <a:xfrm>
              <a:off x="1929053" y="2451566"/>
              <a:ext cx="573165" cy="0"/>
            </a:xfrm>
            <a:prstGeom prst="straightConnector1">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0183" name="AutoShape 6">
              <a:extLst>
                <a:ext uri="{FF2B5EF4-FFF2-40B4-BE49-F238E27FC236}">
                  <a16:creationId xmlns:a16="http://schemas.microsoft.com/office/drawing/2014/main" id="{8F10A119-093D-1BB6-EC24-3649D122091B}"/>
                </a:ext>
              </a:extLst>
            </p:cNvPr>
            <p:cNvCxnSpPr>
              <a:cxnSpLocks noChangeShapeType="1"/>
            </p:cNvCxnSpPr>
            <p:nvPr/>
          </p:nvCxnSpPr>
          <p:spPr bwMode="auto">
            <a:xfrm>
              <a:off x="2502218" y="2451566"/>
              <a:ext cx="0" cy="29634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0184" name="AutoShape 7">
              <a:extLst>
                <a:ext uri="{FF2B5EF4-FFF2-40B4-BE49-F238E27FC236}">
                  <a16:creationId xmlns:a16="http://schemas.microsoft.com/office/drawing/2014/main" id="{B12A8252-D313-D38B-6527-22A08BE10CF1}"/>
                </a:ext>
              </a:extLst>
            </p:cNvPr>
            <p:cNvCxnSpPr>
              <a:cxnSpLocks noChangeShapeType="1"/>
            </p:cNvCxnSpPr>
            <p:nvPr/>
          </p:nvCxnSpPr>
          <p:spPr bwMode="auto">
            <a:xfrm>
              <a:off x="2502218" y="2747906"/>
              <a:ext cx="255114" cy="163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50185" name="AutoShape 8">
              <a:extLst>
                <a:ext uri="{FF2B5EF4-FFF2-40B4-BE49-F238E27FC236}">
                  <a16:creationId xmlns:a16="http://schemas.microsoft.com/office/drawing/2014/main" id="{2E283E81-718D-8793-D9A2-2DC2FB2C1FC0}"/>
                </a:ext>
              </a:extLst>
            </p:cNvPr>
            <p:cNvCxnSpPr>
              <a:cxnSpLocks noChangeShapeType="1"/>
            </p:cNvCxnSpPr>
            <p:nvPr/>
          </p:nvCxnSpPr>
          <p:spPr bwMode="auto">
            <a:xfrm>
              <a:off x="2771942" y="2747906"/>
              <a:ext cx="0" cy="41981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0186" name="AutoShape 9">
              <a:extLst>
                <a:ext uri="{FF2B5EF4-FFF2-40B4-BE49-F238E27FC236}">
                  <a16:creationId xmlns:a16="http://schemas.microsoft.com/office/drawing/2014/main" id="{E7AEB6E8-8373-05E7-DA0F-65D123F9A94B}"/>
                </a:ext>
              </a:extLst>
            </p:cNvPr>
            <p:cNvCxnSpPr>
              <a:cxnSpLocks noChangeShapeType="1"/>
            </p:cNvCxnSpPr>
            <p:nvPr/>
          </p:nvCxnSpPr>
          <p:spPr bwMode="auto">
            <a:xfrm>
              <a:off x="2502218" y="3162780"/>
              <a:ext cx="255114" cy="163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50187" name="AutoShape 10">
              <a:extLst>
                <a:ext uri="{FF2B5EF4-FFF2-40B4-BE49-F238E27FC236}">
                  <a16:creationId xmlns:a16="http://schemas.microsoft.com/office/drawing/2014/main" id="{CA674F65-F681-94FA-3389-1E3650192367}"/>
                </a:ext>
              </a:extLst>
            </p:cNvPr>
            <p:cNvCxnSpPr>
              <a:cxnSpLocks noChangeShapeType="1"/>
            </p:cNvCxnSpPr>
            <p:nvPr/>
          </p:nvCxnSpPr>
          <p:spPr bwMode="auto">
            <a:xfrm rot="5400000">
              <a:off x="2341755" y="3324999"/>
              <a:ext cx="320925" cy="154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0188" name="AutoShape 11">
              <a:extLst>
                <a:ext uri="{FF2B5EF4-FFF2-40B4-BE49-F238E27FC236}">
                  <a16:creationId xmlns:a16="http://schemas.microsoft.com/office/drawing/2014/main" id="{98E2BE91-4AE9-3D6D-C6E5-F20EA2FC80A0}"/>
                </a:ext>
              </a:extLst>
            </p:cNvPr>
            <p:cNvCxnSpPr>
              <a:cxnSpLocks noChangeShapeType="1"/>
            </p:cNvCxnSpPr>
            <p:nvPr/>
          </p:nvCxnSpPr>
          <p:spPr bwMode="auto">
            <a:xfrm>
              <a:off x="1628985" y="3473937"/>
              <a:ext cx="859746" cy="1639"/>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0189" name="AutoShape 12">
              <a:extLst>
                <a:ext uri="{FF2B5EF4-FFF2-40B4-BE49-F238E27FC236}">
                  <a16:creationId xmlns:a16="http://schemas.microsoft.com/office/drawing/2014/main" id="{DD79436C-ACC6-66EE-5133-41CDE83B6B27}"/>
                </a:ext>
              </a:extLst>
            </p:cNvPr>
            <p:cNvCxnSpPr>
              <a:cxnSpLocks noChangeShapeType="1"/>
            </p:cNvCxnSpPr>
            <p:nvPr/>
          </p:nvCxnSpPr>
          <p:spPr bwMode="auto">
            <a:xfrm flipV="1">
              <a:off x="2885451" y="2659003"/>
              <a:ext cx="0" cy="448460"/>
            </a:xfrm>
            <a:prstGeom prst="straightConnector1">
              <a:avLst/>
            </a:prstGeom>
            <a:noFill/>
            <a:ln w="38100">
              <a:solidFill>
                <a:srgbClr val="000000"/>
              </a:solidFill>
              <a:round/>
              <a:headEnd/>
              <a:tailEnd/>
            </a:ln>
            <a:extLst>
              <a:ext uri="{909E8E84-426E-40DD-AFC4-6F175D3DCCD1}">
                <a14:hiddenFill xmlns:a14="http://schemas.microsoft.com/office/drawing/2010/main">
                  <a:noFill/>
                </a14:hiddenFill>
              </a:ext>
            </a:extLst>
          </p:spPr>
        </p:cxnSp>
        <p:cxnSp>
          <p:nvCxnSpPr>
            <p:cNvPr id="50190" name="AutoShape 13">
              <a:extLst>
                <a:ext uri="{FF2B5EF4-FFF2-40B4-BE49-F238E27FC236}">
                  <a16:creationId xmlns:a16="http://schemas.microsoft.com/office/drawing/2014/main" id="{F6BA3B7F-CA8F-75AC-FBB6-C0ABED6C1522}"/>
                </a:ext>
              </a:extLst>
            </p:cNvPr>
            <p:cNvCxnSpPr>
              <a:cxnSpLocks noChangeShapeType="1"/>
            </p:cNvCxnSpPr>
            <p:nvPr/>
          </p:nvCxnSpPr>
          <p:spPr bwMode="auto">
            <a:xfrm>
              <a:off x="3014694" y="2807174"/>
              <a:ext cx="0" cy="279547"/>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0191" name="AutoShape 14">
              <a:extLst>
                <a:ext uri="{FF2B5EF4-FFF2-40B4-BE49-F238E27FC236}">
                  <a16:creationId xmlns:a16="http://schemas.microsoft.com/office/drawing/2014/main" id="{AC729715-084A-68F1-84E0-AB10720E4D73}"/>
                </a:ext>
              </a:extLst>
            </p:cNvPr>
            <p:cNvCxnSpPr>
              <a:cxnSpLocks noChangeShapeType="1"/>
            </p:cNvCxnSpPr>
            <p:nvPr/>
          </p:nvCxnSpPr>
          <p:spPr bwMode="auto">
            <a:xfrm flipV="1">
              <a:off x="3031552" y="2940526"/>
              <a:ext cx="536077"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0192" name="AutoShape 15">
              <a:extLst>
                <a:ext uri="{FF2B5EF4-FFF2-40B4-BE49-F238E27FC236}">
                  <a16:creationId xmlns:a16="http://schemas.microsoft.com/office/drawing/2014/main" id="{F5CAC1DA-4E0F-D799-E192-218594BEF62C}"/>
                </a:ext>
              </a:extLst>
            </p:cNvPr>
            <p:cNvCxnSpPr>
              <a:cxnSpLocks noChangeShapeType="1"/>
            </p:cNvCxnSpPr>
            <p:nvPr/>
          </p:nvCxnSpPr>
          <p:spPr bwMode="auto">
            <a:xfrm>
              <a:off x="3591229" y="2807174"/>
              <a:ext cx="0" cy="279547"/>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0193" name="AutoShape 16">
              <a:extLst>
                <a:ext uri="{FF2B5EF4-FFF2-40B4-BE49-F238E27FC236}">
                  <a16:creationId xmlns:a16="http://schemas.microsoft.com/office/drawing/2014/main" id="{89BF57BD-3BC8-A653-5C83-4ACCD388D7B2}"/>
                </a:ext>
              </a:extLst>
            </p:cNvPr>
            <p:cNvCxnSpPr>
              <a:cxnSpLocks noChangeShapeType="1"/>
            </p:cNvCxnSpPr>
            <p:nvPr/>
          </p:nvCxnSpPr>
          <p:spPr bwMode="auto">
            <a:xfrm flipV="1">
              <a:off x="3695700" y="2659003"/>
              <a:ext cx="0" cy="448460"/>
            </a:xfrm>
            <a:prstGeom prst="straightConnector1">
              <a:avLst/>
            </a:prstGeom>
            <a:noFill/>
            <a:ln w="38100">
              <a:solidFill>
                <a:srgbClr val="000000"/>
              </a:solidFill>
              <a:round/>
              <a:headEnd/>
              <a:tailEnd/>
            </a:ln>
            <a:extLst>
              <a:ext uri="{909E8E84-426E-40DD-AFC4-6F175D3DCCD1}">
                <a14:hiddenFill xmlns:a14="http://schemas.microsoft.com/office/drawing/2010/main">
                  <a:noFill/>
                </a14:hiddenFill>
              </a:ext>
            </a:extLst>
          </p:spPr>
        </p:cxnSp>
        <p:cxnSp>
          <p:nvCxnSpPr>
            <p:cNvPr id="50194" name="AutoShape 17">
              <a:extLst>
                <a:ext uri="{FF2B5EF4-FFF2-40B4-BE49-F238E27FC236}">
                  <a16:creationId xmlns:a16="http://schemas.microsoft.com/office/drawing/2014/main" id="{505290EB-D086-4173-2D66-8BE8D912E9A1}"/>
                </a:ext>
              </a:extLst>
            </p:cNvPr>
            <p:cNvCxnSpPr>
              <a:cxnSpLocks noChangeShapeType="1"/>
            </p:cNvCxnSpPr>
            <p:nvPr/>
          </p:nvCxnSpPr>
          <p:spPr bwMode="auto">
            <a:xfrm>
              <a:off x="2873088" y="2659003"/>
              <a:ext cx="842889" cy="0"/>
            </a:xfrm>
            <a:prstGeom prst="straightConnector1">
              <a:avLst/>
            </a:prstGeom>
            <a:noFill/>
            <a:ln w="38100">
              <a:solidFill>
                <a:srgbClr val="000000"/>
              </a:solidFill>
              <a:round/>
              <a:headEnd/>
              <a:tailEnd/>
            </a:ln>
            <a:extLst>
              <a:ext uri="{909E8E84-426E-40DD-AFC4-6F175D3DCCD1}">
                <a14:hiddenFill xmlns:a14="http://schemas.microsoft.com/office/drawing/2010/main">
                  <a:noFill/>
                </a14:hiddenFill>
              </a:ext>
            </a:extLst>
          </p:spPr>
        </p:cxnSp>
        <p:cxnSp>
          <p:nvCxnSpPr>
            <p:cNvPr id="50195" name="AutoShape 18">
              <a:extLst>
                <a:ext uri="{FF2B5EF4-FFF2-40B4-BE49-F238E27FC236}">
                  <a16:creationId xmlns:a16="http://schemas.microsoft.com/office/drawing/2014/main" id="{8A7C10EE-DE0A-DDA9-B81C-5E3ABF08CC4D}"/>
                </a:ext>
              </a:extLst>
            </p:cNvPr>
            <p:cNvCxnSpPr>
              <a:cxnSpLocks noChangeShapeType="1"/>
            </p:cNvCxnSpPr>
            <p:nvPr/>
          </p:nvCxnSpPr>
          <p:spPr bwMode="auto">
            <a:xfrm>
              <a:off x="3809257" y="2728149"/>
              <a:ext cx="0" cy="419814"/>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0196" name="AutoShape 19">
              <a:extLst>
                <a:ext uri="{FF2B5EF4-FFF2-40B4-BE49-F238E27FC236}">
                  <a16:creationId xmlns:a16="http://schemas.microsoft.com/office/drawing/2014/main" id="{A0580606-C74F-152A-4921-DAA438CCE646}"/>
                </a:ext>
              </a:extLst>
            </p:cNvPr>
            <p:cNvCxnSpPr>
              <a:cxnSpLocks noChangeShapeType="1"/>
            </p:cNvCxnSpPr>
            <p:nvPr/>
          </p:nvCxnSpPr>
          <p:spPr bwMode="auto">
            <a:xfrm>
              <a:off x="3793186" y="2721235"/>
              <a:ext cx="255114"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0197" name="AutoShape 20">
              <a:extLst>
                <a:ext uri="{FF2B5EF4-FFF2-40B4-BE49-F238E27FC236}">
                  <a16:creationId xmlns:a16="http://schemas.microsoft.com/office/drawing/2014/main" id="{2694778B-DA2D-BFCC-EBF3-F4197937DCE2}"/>
                </a:ext>
              </a:extLst>
            </p:cNvPr>
            <p:cNvCxnSpPr>
              <a:cxnSpLocks noChangeShapeType="1"/>
            </p:cNvCxnSpPr>
            <p:nvPr/>
          </p:nvCxnSpPr>
          <p:spPr bwMode="auto">
            <a:xfrm>
              <a:off x="3800266" y="3147964"/>
              <a:ext cx="255114"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0198" name="AutoShape 21">
              <a:extLst>
                <a:ext uri="{FF2B5EF4-FFF2-40B4-BE49-F238E27FC236}">
                  <a16:creationId xmlns:a16="http://schemas.microsoft.com/office/drawing/2014/main" id="{22B08F78-D49E-6AB9-4CFB-D42AE9385718}"/>
                </a:ext>
              </a:extLst>
            </p:cNvPr>
            <p:cNvCxnSpPr>
              <a:cxnSpLocks noChangeShapeType="1"/>
            </p:cNvCxnSpPr>
            <p:nvPr/>
          </p:nvCxnSpPr>
          <p:spPr bwMode="auto">
            <a:xfrm>
              <a:off x="4047213" y="2460005"/>
              <a:ext cx="0" cy="254852"/>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0199" name="AutoShape 22">
              <a:extLst>
                <a:ext uri="{FF2B5EF4-FFF2-40B4-BE49-F238E27FC236}">
                  <a16:creationId xmlns:a16="http://schemas.microsoft.com/office/drawing/2014/main" id="{25E5B036-6CCC-CA5D-DFF1-5ECBAF870D7F}"/>
                </a:ext>
              </a:extLst>
            </p:cNvPr>
            <p:cNvCxnSpPr>
              <a:cxnSpLocks noChangeShapeType="1"/>
            </p:cNvCxnSpPr>
            <p:nvPr/>
          </p:nvCxnSpPr>
          <p:spPr bwMode="auto">
            <a:xfrm>
              <a:off x="4055380" y="3162780"/>
              <a:ext cx="0" cy="2963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2071" name="Oval 23">
              <a:extLst>
                <a:ext uri="{FF2B5EF4-FFF2-40B4-BE49-F238E27FC236}">
                  <a16:creationId xmlns:a16="http://schemas.microsoft.com/office/drawing/2014/main" id="{AB912D8C-F658-4F40-8D81-3E8095250732}"/>
                </a:ext>
              </a:extLst>
            </p:cNvPr>
            <p:cNvSpPr>
              <a:spLocks noChangeArrowheads="1"/>
            </p:cNvSpPr>
            <p:nvPr/>
          </p:nvSpPr>
          <p:spPr bwMode="auto">
            <a:xfrm>
              <a:off x="3970338" y="2323738"/>
              <a:ext cx="139700" cy="123846"/>
            </a:xfrm>
            <a:prstGeom prst="ellipse">
              <a:avLst/>
            </a:prstGeom>
            <a:noFill/>
            <a:ln w="9525">
              <a:solidFill>
                <a:srgbClr val="000000"/>
              </a:solidFill>
              <a:round/>
              <a:headEnd/>
              <a:tailEnd/>
            </a:ln>
          </p:spPr>
          <p:txBody>
            <a:bodyPr/>
            <a:lstStyle/>
            <a:p>
              <a:pPr eaLnBrk="1" hangingPunct="1">
                <a:defRPr/>
              </a:pPr>
              <a:endParaRPr lang="en-GB" sz="1600">
                <a:cs typeface="Arial" charset="0"/>
              </a:endParaRPr>
            </a:p>
          </p:txBody>
        </p:sp>
        <p:sp>
          <p:nvSpPr>
            <p:cNvPr id="2072" name="Oval 24">
              <a:extLst>
                <a:ext uri="{FF2B5EF4-FFF2-40B4-BE49-F238E27FC236}">
                  <a16:creationId xmlns:a16="http://schemas.microsoft.com/office/drawing/2014/main" id="{0533B893-FCBD-4542-9324-A46E77403EEA}"/>
                </a:ext>
              </a:extLst>
            </p:cNvPr>
            <p:cNvSpPr>
              <a:spLocks noChangeArrowheads="1"/>
            </p:cNvSpPr>
            <p:nvPr/>
          </p:nvSpPr>
          <p:spPr bwMode="auto">
            <a:xfrm>
              <a:off x="3983038" y="3458991"/>
              <a:ext cx="139700" cy="123846"/>
            </a:xfrm>
            <a:prstGeom prst="ellipse">
              <a:avLst/>
            </a:prstGeom>
            <a:noFill/>
            <a:ln w="9525">
              <a:solidFill>
                <a:srgbClr val="000000"/>
              </a:solidFill>
              <a:round/>
              <a:headEnd/>
              <a:tailEnd/>
            </a:ln>
          </p:spPr>
          <p:txBody>
            <a:bodyPr/>
            <a:lstStyle/>
            <a:p>
              <a:pPr eaLnBrk="1" hangingPunct="1">
                <a:defRPr/>
              </a:pPr>
              <a:endParaRPr lang="en-GB" sz="1600">
                <a:cs typeface="Arial" charset="0"/>
              </a:endParaRPr>
            </a:p>
          </p:txBody>
        </p:sp>
        <p:sp>
          <p:nvSpPr>
            <p:cNvPr id="2073" name="Text Box 25">
              <a:extLst>
                <a:ext uri="{FF2B5EF4-FFF2-40B4-BE49-F238E27FC236}">
                  <a16:creationId xmlns:a16="http://schemas.microsoft.com/office/drawing/2014/main" id="{D79E3099-11ED-45B9-BF13-FE41A2F7600B}"/>
                </a:ext>
              </a:extLst>
            </p:cNvPr>
            <p:cNvSpPr txBox="1">
              <a:spLocks noChangeArrowheads="1"/>
            </p:cNvSpPr>
            <p:nvPr/>
          </p:nvSpPr>
          <p:spPr bwMode="auto">
            <a:xfrm>
              <a:off x="3917950" y="1968078"/>
              <a:ext cx="809625" cy="376301"/>
            </a:xfrm>
            <a:prstGeom prst="rect">
              <a:avLst/>
            </a:prstGeom>
            <a:noFill/>
            <a:ln w="9525">
              <a:noFill/>
              <a:miter lim="800000"/>
              <a:headEnd/>
              <a:tailEnd/>
            </a:ln>
          </p:spPr>
          <p:txBody>
            <a:bodyPr/>
            <a:lstStyle/>
            <a:p>
              <a:pPr>
                <a:spcAft>
                  <a:spcPts val="1000"/>
                </a:spcAft>
                <a:defRPr/>
              </a:pPr>
              <a:r>
                <a:rPr lang="en-GB" sz="1600" dirty="0"/>
                <a:t>а</a:t>
              </a:r>
              <a:endParaRPr lang="en-US" sz="1600" dirty="0"/>
            </a:p>
          </p:txBody>
        </p:sp>
        <p:sp>
          <p:nvSpPr>
            <p:cNvPr id="2074" name="Text Box 26">
              <a:extLst>
                <a:ext uri="{FF2B5EF4-FFF2-40B4-BE49-F238E27FC236}">
                  <a16:creationId xmlns:a16="http://schemas.microsoft.com/office/drawing/2014/main" id="{73F60452-5C9B-4A6A-90A8-1C9ED782694B}"/>
                </a:ext>
              </a:extLst>
            </p:cNvPr>
            <p:cNvSpPr txBox="1">
              <a:spLocks noChangeArrowheads="1"/>
            </p:cNvSpPr>
            <p:nvPr/>
          </p:nvSpPr>
          <p:spPr bwMode="auto">
            <a:xfrm>
              <a:off x="3914775" y="3566960"/>
              <a:ext cx="809625" cy="547779"/>
            </a:xfrm>
            <a:prstGeom prst="rect">
              <a:avLst/>
            </a:prstGeom>
            <a:noFill/>
            <a:ln w="9525">
              <a:noFill/>
              <a:miter lim="800000"/>
              <a:headEnd/>
              <a:tailEnd/>
            </a:ln>
          </p:spPr>
          <p:txBody>
            <a:bodyPr/>
            <a:lstStyle/>
            <a:p>
              <a:pPr>
                <a:spcAft>
                  <a:spcPts val="1000"/>
                </a:spcAft>
                <a:defRPr/>
              </a:pPr>
              <a:r>
                <a:rPr lang="en-GB" sz="1600" dirty="0"/>
                <a:t>b</a:t>
              </a:r>
              <a:endParaRPr lang="en-US" sz="1600" dirty="0"/>
            </a:p>
          </p:txBody>
        </p:sp>
        <p:sp>
          <p:nvSpPr>
            <p:cNvPr id="2075" name="Text Box 27">
              <a:extLst>
                <a:ext uri="{FF2B5EF4-FFF2-40B4-BE49-F238E27FC236}">
                  <a16:creationId xmlns:a16="http://schemas.microsoft.com/office/drawing/2014/main" id="{03EFC5C4-4023-4D83-8E3C-24AC18B5AB84}"/>
                </a:ext>
              </a:extLst>
            </p:cNvPr>
            <p:cNvSpPr txBox="1">
              <a:spLocks noChangeArrowheads="1"/>
            </p:cNvSpPr>
            <p:nvPr/>
          </p:nvSpPr>
          <p:spPr bwMode="auto">
            <a:xfrm>
              <a:off x="990600" y="1737852"/>
              <a:ext cx="1636713" cy="471566"/>
            </a:xfrm>
            <a:prstGeom prst="rect">
              <a:avLst/>
            </a:prstGeom>
            <a:noFill/>
            <a:ln w="9525">
              <a:noFill/>
              <a:miter lim="800000"/>
              <a:headEnd/>
              <a:tailEnd/>
            </a:ln>
          </p:spPr>
          <p:txBody>
            <a:bodyPr/>
            <a:lstStyle/>
            <a:p>
              <a:pPr algn="ctr">
                <a:spcAft>
                  <a:spcPts val="1000"/>
                </a:spcAft>
                <a:defRPr/>
              </a:pPr>
              <a:r>
                <a:rPr lang="en-GB" sz="1600" dirty="0"/>
                <a:t>State, Write</a:t>
              </a:r>
              <a:endParaRPr lang="en-US" sz="1600" dirty="0"/>
            </a:p>
          </p:txBody>
        </p:sp>
        <p:sp>
          <p:nvSpPr>
            <p:cNvPr id="2076" name="AutoShape 28">
              <a:extLst>
                <a:ext uri="{FF2B5EF4-FFF2-40B4-BE49-F238E27FC236}">
                  <a16:creationId xmlns:a16="http://schemas.microsoft.com/office/drawing/2014/main" id="{463870E0-0FA1-46CC-B762-F2236764CEC8}"/>
                </a:ext>
              </a:extLst>
            </p:cNvPr>
            <p:cNvSpPr>
              <a:spLocks/>
            </p:cNvSpPr>
            <p:nvPr/>
          </p:nvSpPr>
          <p:spPr bwMode="auto">
            <a:xfrm rot="5400000">
              <a:off x="1696230" y="2000659"/>
              <a:ext cx="168303" cy="382587"/>
            </a:xfrm>
            <a:prstGeom prst="leftBrace">
              <a:avLst>
                <a:gd name="adj1" fmla="val 16667"/>
                <a:gd name="adj2" fmla="val 50000"/>
              </a:avLst>
            </a:prstGeom>
            <a:noFill/>
            <a:ln w="9525">
              <a:solidFill>
                <a:srgbClr val="000000"/>
              </a:solidFill>
              <a:round/>
              <a:headEnd/>
              <a:tailEnd/>
            </a:ln>
          </p:spPr>
          <p:txBody>
            <a:bodyPr/>
            <a:lstStyle/>
            <a:p>
              <a:pPr eaLnBrk="1" hangingPunct="1">
                <a:defRPr/>
              </a:pPr>
              <a:endParaRPr lang="en-GB" sz="1600">
                <a:cs typeface="Arial" charset="0"/>
              </a:endParaRPr>
            </a:p>
          </p:txBody>
        </p:sp>
        <p:cxnSp>
          <p:nvCxnSpPr>
            <p:cNvPr id="50206" name="AutoShape 29">
              <a:extLst>
                <a:ext uri="{FF2B5EF4-FFF2-40B4-BE49-F238E27FC236}">
                  <a16:creationId xmlns:a16="http://schemas.microsoft.com/office/drawing/2014/main" id="{7D84BCA8-59F6-17BE-D018-805075CB201B}"/>
                </a:ext>
              </a:extLst>
            </p:cNvPr>
            <p:cNvCxnSpPr>
              <a:cxnSpLocks noChangeShapeType="1"/>
            </p:cNvCxnSpPr>
            <p:nvPr/>
          </p:nvCxnSpPr>
          <p:spPr bwMode="auto">
            <a:xfrm flipV="1">
              <a:off x="1371600" y="3888813"/>
              <a:ext cx="192024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0207" name="AutoShape 30">
              <a:extLst>
                <a:ext uri="{FF2B5EF4-FFF2-40B4-BE49-F238E27FC236}">
                  <a16:creationId xmlns:a16="http://schemas.microsoft.com/office/drawing/2014/main" id="{6485C1C0-D9D3-7D1D-3A50-43FA3B2B453A}"/>
                </a:ext>
              </a:extLst>
            </p:cNvPr>
            <p:cNvCxnSpPr>
              <a:cxnSpLocks noChangeShapeType="1"/>
            </p:cNvCxnSpPr>
            <p:nvPr/>
          </p:nvCxnSpPr>
          <p:spPr bwMode="auto">
            <a:xfrm flipV="1">
              <a:off x="3294533" y="2940526"/>
              <a:ext cx="0" cy="948287"/>
            </a:xfrm>
            <a:prstGeom prst="straightConnector1">
              <a:avLst/>
            </a:prstGeom>
            <a:noFill/>
            <a:ln w="19050">
              <a:solidFill>
                <a:srgbClr val="000000"/>
              </a:solidFill>
              <a:round/>
              <a:headEnd/>
              <a:tailEnd type="oval" w="sm" len="sm"/>
            </a:ln>
            <a:extLst>
              <a:ext uri="{909E8E84-426E-40DD-AFC4-6F175D3DCCD1}">
                <a14:hiddenFill xmlns:a14="http://schemas.microsoft.com/office/drawing/2010/main">
                  <a:noFill/>
                </a14:hiddenFill>
              </a:ext>
            </a:extLst>
          </p:spPr>
        </p:cxnSp>
        <p:sp>
          <p:nvSpPr>
            <p:cNvPr id="2079" name="Text Box 31">
              <a:extLst>
                <a:ext uri="{FF2B5EF4-FFF2-40B4-BE49-F238E27FC236}">
                  <a16:creationId xmlns:a16="http://schemas.microsoft.com/office/drawing/2014/main" id="{FFFB5915-9BD6-434F-AD1D-50FD03DFE32C}"/>
                </a:ext>
              </a:extLst>
            </p:cNvPr>
            <p:cNvSpPr txBox="1">
              <a:spLocks noChangeArrowheads="1"/>
            </p:cNvSpPr>
            <p:nvPr/>
          </p:nvSpPr>
          <p:spPr bwMode="auto">
            <a:xfrm>
              <a:off x="341313" y="3689217"/>
              <a:ext cx="1487487" cy="425522"/>
            </a:xfrm>
            <a:prstGeom prst="rect">
              <a:avLst/>
            </a:prstGeom>
            <a:noFill/>
            <a:ln w="9525">
              <a:noFill/>
              <a:miter lim="800000"/>
              <a:headEnd/>
              <a:tailEnd/>
            </a:ln>
          </p:spPr>
          <p:txBody>
            <a:bodyPr/>
            <a:lstStyle/>
            <a:p>
              <a:pPr>
                <a:spcAft>
                  <a:spcPts val="1000"/>
                </a:spcAft>
                <a:defRPr/>
              </a:pPr>
              <a:r>
                <a:rPr lang="en-GB" sz="1600" dirty="0"/>
                <a:t>Word line</a:t>
              </a:r>
              <a:endParaRPr lang="en-US" sz="1600" dirty="0"/>
            </a:p>
          </p:txBody>
        </p:sp>
        <p:sp>
          <p:nvSpPr>
            <p:cNvPr id="2080" name="Text Box 32">
              <a:extLst>
                <a:ext uri="{FF2B5EF4-FFF2-40B4-BE49-F238E27FC236}">
                  <a16:creationId xmlns:a16="http://schemas.microsoft.com/office/drawing/2014/main" id="{911B042E-C1EF-4E57-8B15-61BCAE8ADCE5}"/>
                </a:ext>
              </a:extLst>
            </p:cNvPr>
            <p:cNvSpPr txBox="1">
              <a:spLocks noChangeArrowheads="1"/>
            </p:cNvSpPr>
            <p:nvPr/>
          </p:nvSpPr>
          <p:spPr bwMode="auto">
            <a:xfrm>
              <a:off x="2435225" y="1912506"/>
              <a:ext cx="1636713" cy="244516"/>
            </a:xfrm>
            <a:prstGeom prst="rect">
              <a:avLst/>
            </a:prstGeom>
            <a:noFill/>
            <a:ln w="9525">
              <a:noFill/>
              <a:miter lim="800000"/>
              <a:headEnd/>
              <a:tailEnd/>
            </a:ln>
          </p:spPr>
          <p:txBody>
            <a:bodyPr/>
            <a:lstStyle/>
            <a:p>
              <a:pPr algn="ctr">
                <a:spcAft>
                  <a:spcPts val="1000"/>
                </a:spcAft>
                <a:defRPr/>
              </a:pPr>
              <a:r>
                <a:rPr lang="en-US" sz="1600" dirty="0"/>
                <a:t>Floating</a:t>
              </a:r>
              <a:br>
                <a:rPr lang="en-US" sz="1600" dirty="0"/>
              </a:br>
              <a:r>
                <a:rPr lang="en-US" sz="1600" dirty="0"/>
                <a:t>Gate</a:t>
              </a:r>
            </a:p>
          </p:txBody>
        </p:sp>
        <p:cxnSp>
          <p:nvCxnSpPr>
            <p:cNvPr id="50210" name="AutoShape 33">
              <a:extLst>
                <a:ext uri="{FF2B5EF4-FFF2-40B4-BE49-F238E27FC236}">
                  <a16:creationId xmlns:a16="http://schemas.microsoft.com/office/drawing/2014/main" id="{46586BF2-9A22-34F2-6E7E-224A74C91AB0}"/>
                </a:ext>
              </a:extLst>
            </p:cNvPr>
            <p:cNvCxnSpPr>
              <a:cxnSpLocks noChangeShapeType="1"/>
            </p:cNvCxnSpPr>
            <p:nvPr/>
          </p:nvCxnSpPr>
          <p:spPr bwMode="auto">
            <a:xfrm rot="5400000" flipH="1" flipV="1">
              <a:off x="3138277" y="2512999"/>
              <a:ext cx="188779" cy="8874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082" name="Text Box 34">
              <a:extLst>
                <a:ext uri="{FF2B5EF4-FFF2-40B4-BE49-F238E27FC236}">
                  <a16:creationId xmlns:a16="http://schemas.microsoft.com/office/drawing/2014/main" id="{1204A6D7-A11C-4269-AFA2-03EFF5F4D920}"/>
                </a:ext>
              </a:extLst>
            </p:cNvPr>
            <p:cNvSpPr txBox="1">
              <a:spLocks noChangeArrowheads="1"/>
            </p:cNvSpPr>
            <p:nvPr/>
          </p:nvSpPr>
          <p:spPr bwMode="auto">
            <a:xfrm>
              <a:off x="1824038" y="2777839"/>
              <a:ext cx="1071562" cy="393766"/>
            </a:xfrm>
            <a:prstGeom prst="rect">
              <a:avLst/>
            </a:prstGeom>
            <a:noFill/>
            <a:ln w="9525">
              <a:noFill/>
              <a:miter lim="800000"/>
              <a:headEnd/>
              <a:tailEnd/>
            </a:ln>
          </p:spPr>
          <p:txBody>
            <a:bodyPr/>
            <a:lstStyle/>
            <a:p>
              <a:pPr algn="ctr">
                <a:spcAft>
                  <a:spcPts val="1000"/>
                </a:spcAft>
                <a:defRPr/>
              </a:pPr>
              <a:r>
                <a:rPr lang="en-US" sz="1600" dirty="0"/>
                <a:t>Sensing</a:t>
              </a:r>
            </a:p>
          </p:txBody>
        </p:sp>
        <p:sp>
          <p:nvSpPr>
            <p:cNvPr id="2083" name="Text Box 35">
              <a:extLst>
                <a:ext uri="{FF2B5EF4-FFF2-40B4-BE49-F238E27FC236}">
                  <a16:creationId xmlns:a16="http://schemas.microsoft.com/office/drawing/2014/main" id="{D29BF24B-4565-402F-8264-1BE20AA6CD79}"/>
                </a:ext>
              </a:extLst>
            </p:cNvPr>
            <p:cNvSpPr txBox="1">
              <a:spLocks noChangeArrowheads="1"/>
            </p:cNvSpPr>
            <p:nvPr/>
          </p:nvSpPr>
          <p:spPr bwMode="auto">
            <a:xfrm>
              <a:off x="3692525" y="2777839"/>
              <a:ext cx="1344613" cy="471567"/>
            </a:xfrm>
            <a:prstGeom prst="rect">
              <a:avLst/>
            </a:prstGeom>
            <a:noFill/>
            <a:ln w="9525">
              <a:noFill/>
              <a:miter lim="800000"/>
              <a:headEnd/>
              <a:tailEnd/>
            </a:ln>
          </p:spPr>
          <p:txBody>
            <a:bodyPr/>
            <a:lstStyle/>
            <a:p>
              <a:pPr algn="ctr">
                <a:spcAft>
                  <a:spcPts val="1000"/>
                </a:spcAft>
                <a:defRPr/>
              </a:pPr>
              <a:r>
                <a:rPr lang="en-US" sz="1600" dirty="0"/>
                <a:t>Switching</a:t>
              </a:r>
            </a:p>
          </p:txBody>
        </p:sp>
        <p:sp>
          <p:nvSpPr>
            <p:cNvPr id="50213" name="TextBox 37">
              <a:extLst>
                <a:ext uri="{FF2B5EF4-FFF2-40B4-BE49-F238E27FC236}">
                  <a16:creationId xmlns:a16="http://schemas.microsoft.com/office/drawing/2014/main" id="{FF564E64-16D5-01A4-37D6-FF93F90C3C36}"/>
                </a:ext>
              </a:extLst>
            </p:cNvPr>
            <p:cNvSpPr txBox="1">
              <a:spLocks noChangeArrowheads="1"/>
            </p:cNvSpPr>
            <p:nvPr/>
          </p:nvSpPr>
          <p:spPr bwMode="auto">
            <a:xfrm>
              <a:off x="228600" y="4343400"/>
              <a:ext cx="8610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Char char="•"/>
              </a:pPr>
              <a:r>
                <a:rPr lang="en-US" altLang="en-US" u="none"/>
                <a:t> </a:t>
              </a:r>
              <a:r>
                <a:rPr lang="en-US" altLang="en-US" b="0" u="none"/>
                <a:t>Th</a:t>
              </a:r>
              <a:r>
                <a:rPr lang="en-GB" altLang="en-US" b="0" u="none"/>
                <a:t>e sensing transistor is only used for writing and verification of  the floating gate  voltage.</a:t>
              </a:r>
            </a:p>
            <a:p>
              <a:pPr eaLnBrk="1" hangingPunct="1">
                <a:buFont typeface="Arial" panose="020B0604020202020204" pitchFamily="34" charset="0"/>
                <a:buChar char="•"/>
              </a:pPr>
              <a:r>
                <a:rPr lang="en-GB" altLang="en-US" b="0" u="none"/>
                <a:t> The switching transistor is used to connect or separate routing nets, or to  configure VersaTile logic. It is also used to erase the floating gate.</a:t>
              </a:r>
              <a:endParaRPr lang="en-GB" altLang="en-US"/>
            </a:p>
          </p:txBody>
        </p:sp>
        <p:sp>
          <p:nvSpPr>
            <p:cNvPr id="50214" name="TextBox 67">
              <a:extLst>
                <a:ext uri="{FF2B5EF4-FFF2-40B4-BE49-F238E27FC236}">
                  <a16:creationId xmlns:a16="http://schemas.microsoft.com/office/drawing/2014/main" id="{5E6BC3B7-3E37-8EF1-3824-05C8D24591C0}"/>
                </a:ext>
              </a:extLst>
            </p:cNvPr>
            <p:cNvSpPr txBox="1">
              <a:spLocks noChangeArrowheads="1"/>
            </p:cNvSpPr>
            <p:nvPr/>
          </p:nvSpPr>
          <p:spPr bwMode="auto">
            <a:xfrm>
              <a:off x="5029200" y="1828800"/>
              <a:ext cx="3657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Program and erase  are accomplished  Fower–Nordheim </a:t>
              </a:r>
            </a:p>
            <a:p>
              <a:pPr eaLnBrk="1" hangingPunct="1"/>
              <a:r>
                <a:rPr lang="en-US" altLang="en-US" b="0" u="none"/>
                <a:t>Tunnelling where the floating  gate overlaps the source and drain.</a:t>
              </a:r>
              <a:endParaRPr lang="en-GB" altLang="en-US" b="0" u="none"/>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2" name="Group 439">
            <a:extLst>
              <a:ext uri="{FF2B5EF4-FFF2-40B4-BE49-F238E27FC236}">
                <a16:creationId xmlns:a16="http://schemas.microsoft.com/office/drawing/2014/main" id="{DD62FA89-77E8-F7B2-9BCA-18191810CF10}"/>
              </a:ext>
            </a:extLst>
          </p:cNvPr>
          <p:cNvGrpSpPr>
            <a:grpSpLocks/>
          </p:cNvGrpSpPr>
          <p:nvPr/>
        </p:nvGrpSpPr>
        <p:grpSpPr bwMode="auto">
          <a:xfrm>
            <a:off x="1905000" y="1290638"/>
            <a:ext cx="8458200" cy="4297362"/>
            <a:chOff x="381000" y="655320"/>
            <a:chExt cx="8458200" cy="4297680"/>
          </a:xfrm>
        </p:grpSpPr>
        <p:grpSp>
          <p:nvGrpSpPr>
            <p:cNvPr id="51205" name="Group 427">
              <a:extLst>
                <a:ext uri="{FF2B5EF4-FFF2-40B4-BE49-F238E27FC236}">
                  <a16:creationId xmlns:a16="http://schemas.microsoft.com/office/drawing/2014/main" id="{62D0B106-DDF2-5C94-34B6-637419A768EA}"/>
                </a:ext>
              </a:extLst>
            </p:cNvPr>
            <p:cNvGrpSpPr>
              <a:grpSpLocks/>
            </p:cNvGrpSpPr>
            <p:nvPr/>
          </p:nvGrpSpPr>
          <p:grpSpPr bwMode="auto">
            <a:xfrm>
              <a:off x="2133602" y="655320"/>
              <a:ext cx="6705598" cy="4297680"/>
              <a:chOff x="902090" y="461963"/>
              <a:chExt cx="7531008" cy="4970462"/>
            </a:xfrm>
          </p:grpSpPr>
          <p:sp>
            <p:nvSpPr>
              <p:cNvPr id="51210" name="Rectangle 2">
                <a:extLst>
                  <a:ext uri="{FF2B5EF4-FFF2-40B4-BE49-F238E27FC236}">
                    <a16:creationId xmlns:a16="http://schemas.microsoft.com/office/drawing/2014/main" id="{98551EC4-1F38-F2B4-7023-1283AD8F4104}"/>
                  </a:ext>
                </a:extLst>
              </p:cNvPr>
              <p:cNvSpPr>
                <a:spLocks noChangeArrowheads="1"/>
              </p:cNvSpPr>
              <p:nvPr/>
            </p:nvSpPr>
            <p:spPr bwMode="auto">
              <a:xfrm>
                <a:off x="2282825" y="1035050"/>
                <a:ext cx="284163" cy="23812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11" name="Rectangle 3">
                <a:extLst>
                  <a:ext uri="{FF2B5EF4-FFF2-40B4-BE49-F238E27FC236}">
                    <a16:creationId xmlns:a16="http://schemas.microsoft.com/office/drawing/2014/main" id="{402DD284-A83E-EF4A-AFB3-61EA60E46C16}"/>
                  </a:ext>
                </a:extLst>
              </p:cNvPr>
              <p:cNvSpPr>
                <a:spLocks noChangeArrowheads="1"/>
              </p:cNvSpPr>
              <p:nvPr/>
            </p:nvSpPr>
            <p:spPr bwMode="auto">
              <a:xfrm>
                <a:off x="2825750" y="1039813"/>
                <a:ext cx="277813" cy="234950"/>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3972" name="Rectangle 4">
                <a:extLst>
                  <a:ext uri="{FF2B5EF4-FFF2-40B4-BE49-F238E27FC236}">
                    <a16:creationId xmlns:a16="http://schemas.microsoft.com/office/drawing/2014/main" id="{FC8C3575-0268-47AD-99AE-7890789157E3}"/>
                  </a:ext>
                </a:extLst>
              </p:cNvPr>
              <p:cNvSpPr>
                <a:spLocks noChangeArrowheads="1"/>
              </p:cNvSpPr>
              <p:nvPr/>
            </p:nvSpPr>
            <p:spPr bwMode="auto">
              <a:xfrm>
                <a:off x="2251751" y="461963"/>
                <a:ext cx="4753237" cy="363558"/>
              </a:xfrm>
              <a:prstGeom prst="rect">
                <a:avLst/>
              </a:prstGeom>
              <a:solidFill>
                <a:schemeClr val="accent1">
                  <a:lumMod val="40000"/>
                  <a:lumOff val="60000"/>
                </a:schemeClr>
              </a:solidFill>
              <a:ln w="22225">
                <a:solidFill>
                  <a:srgbClr val="000000"/>
                </a:solidFill>
                <a:miter lim="800000"/>
                <a:headEnd/>
                <a:tailEnd/>
              </a:ln>
            </p:spPr>
            <p:txBody>
              <a:bodyPr/>
              <a:lstStyle/>
              <a:p>
                <a:pPr algn="ctr" eaLnBrk="1" hangingPunct="1">
                  <a:defRPr/>
                </a:pPr>
                <a:r>
                  <a:rPr lang="en-US" sz="1400">
                    <a:latin typeface="Arial" charset="0"/>
                    <a:cs typeface="Arial" charset="0"/>
                  </a:rPr>
                  <a:t>I/O block</a:t>
                </a:r>
                <a:endParaRPr lang="ru-RU" sz="1400">
                  <a:latin typeface="Arial" charset="0"/>
                  <a:cs typeface="Arial" charset="0"/>
                </a:endParaRPr>
              </a:p>
            </p:txBody>
          </p:sp>
          <p:sp>
            <p:nvSpPr>
              <p:cNvPr id="51213" name="Line 5">
                <a:extLst>
                  <a:ext uri="{FF2B5EF4-FFF2-40B4-BE49-F238E27FC236}">
                    <a16:creationId xmlns:a16="http://schemas.microsoft.com/office/drawing/2014/main" id="{E250A394-D531-7E48-CF40-FFF297DAD78E}"/>
                  </a:ext>
                </a:extLst>
              </p:cNvPr>
              <p:cNvSpPr>
                <a:spLocks noChangeShapeType="1"/>
              </p:cNvSpPr>
              <p:nvPr/>
            </p:nvSpPr>
            <p:spPr bwMode="auto">
              <a:xfrm>
                <a:off x="2014538" y="1098550"/>
                <a:ext cx="257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4" name="Line 6">
                <a:extLst>
                  <a:ext uri="{FF2B5EF4-FFF2-40B4-BE49-F238E27FC236}">
                    <a16:creationId xmlns:a16="http://schemas.microsoft.com/office/drawing/2014/main" id="{E9672C4F-CF35-9E71-9454-77A2E4670467}"/>
                  </a:ext>
                </a:extLst>
              </p:cNvPr>
              <p:cNvSpPr>
                <a:spLocks noChangeShapeType="1"/>
              </p:cNvSpPr>
              <p:nvPr/>
            </p:nvSpPr>
            <p:spPr bwMode="auto">
              <a:xfrm>
                <a:off x="2014538" y="1241425"/>
                <a:ext cx="257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5" name="Line 7">
                <a:extLst>
                  <a:ext uri="{FF2B5EF4-FFF2-40B4-BE49-F238E27FC236}">
                    <a16:creationId xmlns:a16="http://schemas.microsoft.com/office/drawing/2014/main" id="{FBB402D6-AA3B-B646-21FB-869FE8E56374}"/>
                  </a:ext>
                </a:extLst>
              </p:cNvPr>
              <p:cNvSpPr>
                <a:spLocks noChangeShapeType="1"/>
              </p:cNvSpPr>
              <p:nvPr/>
            </p:nvSpPr>
            <p:spPr bwMode="auto">
              <a:xfrm>
                <a:off x="2582863" y="1098550"/>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6" name="Line 8">
                <a:extLst>
                  <a:ext uri="{FF2B5EF4-FFF2-40B4-BE49-F238E27FC236}">
                    <a16:creationId xmlns:a16="http://schemas.microsoft.com/office/drawing/2014/main" id="{C7C6A688-8113-5F3D-F189-51B309548261}"/>
                  </a:ext>
                </a:extLst>
              </p:cNvPr>
              <p:cNvSpPr>
                <a:spLocks noChangeShapeType="1"/>
              </p:cNvSpPr>
              <p:nvPr/>
            </p:nvSpPr>
            <p:spPr bwMode="auto">
              <a:xfrm>
                <a:off x="2582863" y="1233488"/>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7" name="Line 9">
                <a:extLst>
                  <a:ext uri="{FF2B5EF4-FFF2-40B4-BE49-F238E27FC236}">
                    <a16:creationId xmlns:a16="http://schemas.microsoft.com/office/drawing/2014/main" id="{1AF0C809-C0A0-F886-4B7B-ACE0B0DC07DE}"/>
                  </a:ext>
                </a:extLst>
              </p:cNvPr>
              <p:cNvSpPr>
                <a:spLocks noChangeShapeType="1"/>
              </p:cNvSpPr>
              <p:nvPr/>
            </p:nvSpPr>
            <p:spPr bwMode="auto">
              <a:xfrm>
                <a:off x="3100388" y="1098550"/>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8" name="Line 10">
                <a:extLst>
                  <a:ext uri="{FF2B5EF4-FFF2-40B4-BE49-F238E27FC236}">
                    <a16:creationId xmlns:a16="http://schemas.microsoft.com/office/drawing/2014/main" id="{1FDF7D70-E5B1-9561-8C8A-7D9B92864159}"/>
                  </a:ext>
                </a:extLst>
              </p:cNvPr>
              <p:cNvSpPr>
                <a:spLocks noChangeShapeType="1"/>
              </p:cNvSpPr>
              <p:nvPr/>
            </p:nvSpPr>
            <p:spPr bwMode="auto">
              <a:xfrm>
                <a:off x="3100388" y="1241425"/>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9" name="Rectangle 11">
                <a:extLst>
                  <a:ext uri="{FF2B5EF4-FFF2-40B4-BE49-F238E27FC236}">
                    <a16:creationId xmlns:a16="http://schemas.microsoft.com/office/drawing/2014/main" id="{ED312609-4F6C-5F35-6738-0387936B0082}"/>
                  </a:ext>
                </a:extLst>
              </p:cNvPr>
              <p:cNvSpPr>
                <a:spLocks noChangeArrowheads="1"/>
              </p:cNvSpPr>
              <p:nvPr/>
            </p:nvSpPr>
            <p:spPr bwMode="auto">
              <a:xfrm>
                <a:off x="2767013" y="1419225"/>
                <a:ext cx="384175" cy="32067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20" name="Line 12">
                <a:extLst>
                  <a:ext uri="{FF2B5EF4-FFF2-40B4-BE49-F238E27FC236}">
                    <a16:creationId xmlns:a16="http://schemas.microsoft.com/office/drawing/2014/main" id="{8138FD12-7B72-E1B2-0145-26EBE7139BC8}"/>
                  </a:ext>
                </a:extLst>
              </p:cNvPr>
              <p:cNvSpPr>
                <a:spLocks noChangeShapeType="1"/>
              </p:cNvSpPr>
              <p:nvPr/>
            </p:nvSpPr>
            <p:spPr bwMode="auto">
              <a:xfrm>
                <a:off x="2360613" y="127635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1" name="Line 13">
                <a:extLst>
                  <a:ext uri="{FF2B5EF4-FFF2-40B4-BE49-F238E27FC236}">
                    <a16:creationId xmlns:a16="http://schemas.microsoft.com/office/drawing/2014/main" id="{EFD7B864-C11F-0A50-F8C1-44CCCB75122A}"/>
                  </a:ext>
                </a:extLst>
              </p:cNvPr>
              <p:cNvSpPr>
                <a:spLocks noChangeShapeType="1"/>
              </p:cNvSpPr>
              <p:nvPr/>
            </p:nvSpPr>
            <p:spPr bwMode="auto">
              <a:xfrm>
                <a:off x="2495550" y="127635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2" name="Rectangle 14">
                <a:extLst>
                  <a:ext uri="{FF2B5EF4-FFF2-40B4-BE49-F238E27FC236}">
                    <a16:creationId xmlns:a16="http://schemas.microsoft.com/office/drawing/2014/main" id="{4D06B258-15B1-B4CA-04A8-C343E4E52E3A}"/>
                  </a:ext>
                </a:extLst>
              </p:cNvPr>
              <p:cNvSpPr>
                <a:spLocks noChangeArrowheads="1"/>
              </p:cNvSpPr>
              <p:nvPr/>
            </p:nvSpPr>
            <p:spPr bwMode="auto">
              <a:xfrm>
                <a:off x="2282825" y="1463675"/>
                <a:ext cx="284163"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23" name="Line 15">
                <a:extLst>
                  <a:ext uri="{FF2B5EF4-FFF2-40B4-BE49-F238E27FC236}">
                    <a16:creationId xmlns:a16="http://schemas.microsoft.com/office/drawing/2014/main" id="{8B34D50F-8C82-6E28-A077-C897CD100A36}"/>
                  </a:ext>
                </a:extLst>
              </p:cNvPr>
              <p:cNvSpPr>
                <a:spLocks noChangeShapeType="1"/>
              </p:cNvSpPr>
              <p:nvPr/>
            </p:nvSpPr>
            <p:spPr bwMode="auto">
              <a:xfrm>
                <a:off x="2892425" y="1276350"/>
                <a:ext cx="0" cy="1460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4" name="Line 16">
                <a:extLst>
                  <a:ext uri="{FF2B5EF4-FFF2-40B4-BE49-F238E27FC236}">
                    <a16:creationId xmlns:a16="http://schemas.microsoft.com/office/drawing/2014/main" id="{1A8964A6-CFC8-49D4-2B7B-3794135B08C0}"/>
                  </a:ext>
                </a:extLst>
              </p:cNvPr>
              <p:cNvSpPr>
                <a:spLocks noChangeShapeType="1"/>
              </p:cNvSpPr>
              <p:nvPr/>
            </p:nvSpPr>
            <p:spPr bwMode="auto">
              <a:xfrm>
                <a:off x="3044825" y="1276350"/>
                <a:ext cx="0" cy="1460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5" name="Line 17">
                <a:extLst>
                  <a:ext uri="{FF2B5EF4-FFF2-40B4-BE49-F238E27FC236}">
                    <a16:creationId xmlns:a16="http://schemas.microsoft.com/office/drawing/2014/main" id="{D0038474-6ED7-4F45-BC3D-A1A0EF376524}"/>
                  </a:ext>
                </a:extLst>
              </p:cNvPr>
              <p:cNvSpPr>
                <a:spLocks noChangeShapeType="1"/>
              </p:cNvSpPr>
              <p:nvPr/>
            </p:nvSpPr>
            <p:spPr bwMode="auto">
              <a:xfrm>
                <a:off x="2360613" y="830263"/>
                <a:ext cx="0" cy="2047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6" name="Line 18">
                <a:extLst>
                  <a:ext uri="{FF2B5EF4-FFF2-40B4-BE49-F238E27FC236}">
                    <a16:creationId xmlns:a16="http://schemas.microsoft.com/office/drawing/2014/main" id="{930F6140-DB51-B2B5-BBF4-41151EF515B7}"/>
                  </a:ext>
                </a:extLst>
              </p:cNvPr>
              <p:cNvSpPr>
                <a:spLocks noChangeShapeType="1"/>
              </p:cNvSpPr>
              <p:nvPr/>
            </p:nvSpPr>
            <p:spPr bwMode="auto">
              <a:xfrm>
                <a:off x="2562225" y="1525588"/>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7" name="Line 19">
                <a:extLst>
                  <a:ext uri="{FF2B5EF4-FFF2-40B4-BE49-F238E27FC236}">
                    <a16:creationId xmlns:a16="http://schemas.microsoft.com/office/drawing/2014/main" id="{CBC188EB-17CA-E8F9-5BF0-2B63F57F4F0F}"/>
                  </a:ext>
                </a:extLst>
              </p:cNvPr>
              <p:cNvSpPr>
                <a:spLocks noChangeShapeType="1"/>
              </p:cNvSpPr>
              <p:nvPr/>
            </p:nvSpPr>
            <p:spPr bwMode="auto">
              <a:xfrm>
                <a:off x="2562225" y="1631950"/>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8" name="Line 20">
                <a:extLst>
                  <a:ext uri="{FF2B5EF4-FFF2-40B4-BE49-F238E27FC236}">
                    <a16:creationId xmlns:a16="http://schemas.microsoft.com/office/drawing/2014/main" id="{7DFE19C9-767B-8D52-3F64-25F02FC89793}"/>
                  </a:ext>
                </a:extLst>
              </p:cNvPr>
              <p:cNvSpPr>
                <a:spLocks noChangeShapeType="1"/>
              </p:cNvSpPr>
              <p:nvPr/>
            </p:nvSpPr>
            <p:spPr bwMode="auto">
              <a:xfrm>
                <a:off x="3163888" y="1525588"/>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29" name="Line 21">
                <a:extLst>
                  <a:ext uri="{FF2B5EF4-FFF2-40B4-BE49-F238E27FC236}">
                    <a16:creationId xmlns:a16="http://schemas.microsoft.com/office/drawing/2014/main" id="{3F24FF22-6BDA-EF25-07BB-5002B3C4858E}"/>
                  </a:ext>
                </a:extLst>
              </p:cNvPr>
              <p:cNvSpPr>
                <a:spLocks noChangeShapeType="1"/>
              </p:cNvSpPr>
              <p:nvPr/>
            </p:nvSpPr>
            <p:spPr bwMode="auto">
              <a:xfrm>
                <a:off x="3175000" y="1641475"/>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0" name="Line 22">
                <a:extLst>
                  <a:ext uri="{FF2B5EF4-FFF2-40B4-BE49-F238E27FC236}">
                    <a16:creationId xmlns:a16="http://schemas.microsoft.com/office/drawing/2014/main" id="{2AA35512-870A-D1D4-6638-81D9E47D77A0}"/>
                  </a:ext>
                </a:extLst>
              </p:cNvPr>
              <p:cNvSpPr>
                <a:spLocks noChangeShapeType="1"/>
              </p:cNvSpPr>
              <p:nvPr/>
            </p:nvSpPr>
            <p:spPr bwMode="auto">
              <a:xfrm>
                <a:off x="2024063" y="1525588"/>
                <a:ext cx="2587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1" name="Line 23">
                <a:extLst>
                  <a:ext uri="{FF2B5EF4-FFF2-40B4-BE49-F238E27FC236}">
                    <a16:creationId xmlns:a16="http://schemas.microsoft.com/office/drawing/2014/main" id="{C31E9901-D1A7-322C-5C2B-D33F845CC37D}"/>
                  </a:ext>
                </a:extLst>
              </p:cNvPr>
              <p:cNvSpPr>
                <a:spLocks noChangeShapeType="1"/>
              </p:cNvSpPr>
              <p:nvPr/>
            </p:nvSpPr>
            <p:spPr bwMode="auto">
              <a:xfrm>
                <a:off x="2024063" y="1633538"/>
                <a:ext cx="2587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2" name="Line 24">
                <a:extLst>
                  <a:ext uri="{FF2B5EF4-FFF2-40B4-BE49-F238E27FC236}">
                    <a16:creationId xmlns:a16="http://schemas.microsoft.com/office/drawing/2014/main" id="{77C874A7-06E3-BAA8-D45E-F1C6D163D286}"/>
                  </a:ext>
                </a:extLst>
              </p:cNvPr>
              <p:cNvSpPr>
                <a:spLocks noChangeShapeType="1"/>
              </p:cNvSpPr>
              <p:nvPr/>
            </p:nvSpPr>
            <p:spPr bwMode="auto">
              <a:xfrm>
                <a:off x="2495550" y="830263"/>
                <a:ext cx="0" cy="2047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3" name="Line 25">
                <a:extLst>
                  <a:ext uri="{FF2B5EF4-FFF2-40B4-BE49-F238E27FC236}">
                    <a16:creationId xmlns:a16="http://schemas.microsoft.com/office/drawing/2014/main" id="{9D335FD0-24BE-081B-901C-E927E5BF1734}"/>
                  </a:ext>
                </a:extLst>
              </p:cNvPr>
              <p:cNvSpPr>
                <a:spLocks noChangeShapeType="1"/>
              </p:cNvSpPr>
              <p:nvPr/>
            </p:nvSpPr>
            <p:spPr bwMode="auto">
              <a:xfrm>
                <a:off x="2897188" y="830263"/>
                <a:ext cx="0" cy="2047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4" name="Line 26">
                <a:extLst>
                  <a:ext uri="{FF2B5EF4-FFF2-40B4-BE49-F238E27FC236}">
                    <a16:creationId xmlns:a16="http://schemas.microsoft.com/office/drawing/2014/main" id="{E6DAD087-63B7-6E81-7643-63B7A032AD78}"/>
                  </a:ext>
                </a:extLst>
              </p:cNvPr>
              <p:cNvSpPr>
                <a:spLocks noChangeShapeType="1"/>
              </p:cNvSpPr>
              <p:nvPr/>
            </p:nvSpPr>
            <p:spPr bwMode="auto">
              <a:xfrm>
                <a:off x="3036888" y="830263"/>
                <a:ext cx="0" cy="2047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5" name="Rectangle 27">
                <a:extLst>
                  <a:ext uri="{FF2B5EF4-FFF2-40B4-BE49-F238E27FC236}">
                    <a16:creationId xmlns:a16="http://schemas.microsoft.com/office/drawing/2014/main" id="{05F2A9A3-01EF-E341-31FD-16EA407CF4A3}"/>
                  </a:ext>
                </a:extLst>
              </p:cNvPr>
              <p:cNvSpPr>
                <a:spLocks noChangeArrowheads="1"/>
              </p:cNvSpPr>
              <p:nvPr/>
            </p:nvSpPr>
            <p:spPr bwMode="auto">
              <a:xfrm>
                <a:off x="3351213" y="1041400"/>
                <a:ext cx="284162" cy="234950"/>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36" name="Rectangle 28">
                <a:extLst>
                  <a:ext uri="{FF2B5EF4-FFF2-40B4-BE49-F238E27FC236}">
                    <a16:creationId xmlns:a16="http://schemas.microsoft.com/office/drawing/2014/main" id="{AA5C9D1A-4975-8122-CAAF-3221BD5BE5B8}"/>
                  </a:ext>
                </a:extLst>
              </p:cNvPr>
              <p:cNvSpPr>
                <a:spLocks noChangeArrowheads="1"/>
              </p:cNvSpPr>
              <p:nvPr/>
            </p:nvSpPr>
            <p:spPr bwMode="auto">
              <a:xfrm>
                <a:off x="3894138" y="1044575"/>
                <a:ext cx="276225"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37" name="Line 29">
                <a:extLst>
                  <a:ext uri="{FF2B5EF4-FFF2-40B4-BE49-F238E27FC236}">
                    <a16:creationId xmlns:a16="http://schemas.microsoft.com/office/drawing/2014/main" id="{0DD2A226-4FAA-35DC-E4FF-B703686B8C22}"/>
                  </a:ext>
                </a:extLst>
              </p:cNvPr>
              <p:cNvSpPr>
                <a:spLocks noChangeShapeType="1"/>
              </p:cNvSpPr>
              <p:nvPr/>
            </p:nvSpPr>
            <p:spPr bwMode="auto">
              <a:xfrm>
                <a:off x="3651250" y="1103313"/>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8" name="Line 30">
                <a:extLst>
                  <a:ext uri="{FF2B5EF4-FFF2-40B4-BE49-F238E27FC236}">
                    <a16:creationId xmlns:a16="http://schemas.microsoft.com/office/drawing/2014/main" id="{39BCE0B8-A344-35BF-9A88-56C5F51F9ED1}"/>
                  </a:ext>
                </a:extLst>
              </p:cNvPr>
              <p:cNvSpPr>
                <a:spLocks noChangeShapeType="1"/>
              </p:cNvSpPr>
              <p:nvPr/>
            </p:nvSpPr>
            <p:spPr bwMode="auto">
              <a:xfrm>
                <a:off x="3651250" y="1236663"/>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39" name="Rectangle 31">
                <a:extLst>
                  <a:ext uri="{FF2B5EF4-FFF2-40B4-BE49-F238E27FC236}">
                    <a16:creationId xmlns:a16="http://schemas.microsoft.com/office/drawing/2014/main" id="{D63936B2-0FF5-07C9-A3BC-14D3E98FB15C}"/>
                  </a:ext>
                </a:extLst>
              </p:cNvPr>
              <p:cNvSpPr>
                <a:spLocks noChangeArrowheads="1"/>
              </p:cNvSpPr>
              <p:nvPr/>
            </p:nvSpPr>
            <p:spPr bwMode="auto">
              <a:xfrm>
                <a:off x="3854450" y="1423988"/>
                <a:ext cx="387350" cy="32067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40" name="Line 32">
                <a:extLst>
                  <a:ext uri="{FF2B5EF4-FFF2-40B4-BE49-F238E27FC236}">
                    <a16:creationId xmlns:a16="http://schemas.microsoft.com/office/drawing/2014/main" id="{97828D7A-374D-700B-C0A2-07496BCCA255}"/>
                  </a:ext>
                </a:extLst>
              </p:cNvPr>
              <p:cNvSpPr>
                <a:spLocks noChangeShapeType="1"/>
              </p:cNvSpPr>
              <p:nvPr/>
            </p:nvSpPr>
            <p:spPr bwMode="auto">
              <a:xfrm>
                <a:off x="3427413" y="128270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1" name="Line 33">
                <a:extLst>
                  <a:ext uri="{FF2B5EF4-FFF2-40B4-BE49-F238E27FC236}">
                    <a16:creationId xmlns:a16="http://schemas.microsoft.com/office/drawing/2014/main" id="{6CD84D5B-F36C-AF19-02FE-563460A7A15C}"/>
                  </a:ext>
                </a:extLst>
              </p:cNvPr>
              <p:cNvSpPr>
                <a:spLocks noChangeShapeType="1"/>
              </p:cNvSpPr>
              <p:nvPr/>
            </p:nvSpPr>
            <p:spPr bwMode="auto">
              <a:xfrm>
                <a:off x="3565525" y="128270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2" name="Rectangle 34">
                <a:extLst>
                  <a:ext uri="{FF2B5EF4-FFF2-40B4-BE49-F238E27FC236}">
                    <a16:creationId xmlns:a16="http://schemas.microsoft.com/office/drawing/2014/main" id="{E2F7C35F-65E0-EE2C-C514-EBDEFA981D8D}"/>
                  </a:ext>
                </a:extLst>
              </p:cNvPr>
              <p:cNvSpPr>
                <a:spLocks noChangeArrowheads="1"/>
              </p:cNvSpPr>
              <p:nvPr/>
            </p:nvSpPr>
            <p:spPr bwMode="auto">
              <a:xfrm>
                <a:off x="3360738" y="1470025"/>
                <a:ext cx="285750" cy="234950"/>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43" name="Line 35">
                <a:extLst>
                  <a:ext uri="{FF2B5EF4-FFF2-40B4-BE49-F238E27FC236}">
                    <a16:creationId xmlns:a16="http://schemas.microsoft.com/office/drawing/2014/main" id="{A9F52A9A-3A98-4AC8-9307-F14D45C09CEF}"/>
                  </a:ext>
                </a:extLst>
              </p:cNvPr>
              <p:cNvSpPr>
                <a:spLocks noChangeShapeType="1"/>
              </p:cNvSpPr>
              <p:nvPr/>
            </p:nvSpPr>
            <p:spPr bwMode="auto">
              <a:xfrm>
                <a:off x="3960813" y="1282700"/>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4" name="Line 36">
                <a:extLst>
                  <a:ext uri="{FF2B5EF4-FFF2-40B4-BE49-F238E27FC236}">
                    <a16:creationId xmlns:a16="http://schemas.microsoft.com/office/drawing/2014/main" id="{361DCFD3-E24A-AFC2-0DA1-80B3A13BA8C3}"/>
                  </a:ext>
                </a:extLst>
              </p:cNvPr>
              <p:cNvSpPr>
                <a:spLocks noChangeShapeType="1"/>
              </p:cNvSpPr>
              <p:nvPr/>
            </p:nvSpPr>
            <p:spPr bwMode="auto">
              <a:xfrm>
                <a:off x="4113213" y="1282700"/>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5" name="Line 37">
                <a:extLst>
                  <a:ext uri="{FF2B5EF4-FFF2-40B4-BE49-F238E27FC236}">
                    <a16:creationId xmlns:a16="http://schemas.microsoft.com/office/drawing/2014/main" id="{3F413E12-882B-EDBC-B897-85E8C630542E}"/>
                  </a:ext>
                </a:extLst>
              </p:cNvPr>
              <p:cNvSpPr>
                <a:spLocks noChangeShapeType="1"/>
              </p:cNvSpPr>
              <p:nvPr/>
            </p:nvSpPr>
            <p:spPr bwMode="auto">
              <a:xfrm>
                <a:off x="3427413" y="836613"/>
                <a:ext cx="0" cy="2047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6" name="Line 38">
                <a:extLst>
                  <a:ext uri="{FF2B5EF4-FFF2-40B4-BE49-F238E27FC236}">
                    <a16:creationId xmlns:a16="http://schemas.microsoft.com/office/drawing/2014/main" id="{225EC368-91A6-2670-445B-B149EEE73923}"/>
                  </a:ext>
                </a:extLst>
              </p:cNvPr>
              <p:cNvSpPr>
                <a:spLocks noChangeShapeType="1"/>
              </p:cNvSpPr>
              <p:nvPr/>
            </p:nvSpPr>
            <p:spPr bwMode="auto">
              <a:xfrm>
                <a:off x="3651250" y="1531938"/>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7" name="Line 39">
                <a:extLst>
                  <a:ext uri="{FF2B5EF4-FFF2-40B4-BE49-F238E27FC236}">
                    <a16:creationId xmlns:a16="http://schemas.microsoft.com/office/drawing/2014/main" id="{91CDF492-CF0B-8F4A-4426-4B02230A98F1}"/>
                  </a:ext>
                </a:extLst>
              </p:cNvPr>
              <p:cNvSpPr>
                <a:spLocks noChangeShapeType="1"/>
              </p:cNvSpPr>
              <p:nvPr/>
            </p:nvSpPr>
            <p:spPr bwMode="auto">
              <a:xfrm>
                <a:off x="3651250" y="1639888"/>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8" name="Line 40">
                <a:extLst>
                  <a:ext uri="{FF2B5EF4-FFF2-40B4-BE49-F238E27FC236}">
                    <a16:creationId xmlns:a16="http://schemas.microsoft.com/office/drawing/2014/main" id="{02180E2F-3379-EF12-E0C0-782056E603C0}"/>
                  </a:ext>
                </a:extLst>
              </p:cNvPr>
              <p:cNvSpPr>
                <a:spLocks noChangeShapeType="1"/>
              </p:cNvSpPr>
              <p:nvPr/>
            </p:nvSpPr>
            <p:spPr bwMode="auto">
              <a:xfrm>
                <a:off x="3565525" y="836613"/>
                <a:ext cx="0" cy="2047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49" name="Line 41">
                <a:extLst>
                  <a:ext uri="{FF2B5EF4-FFF2-40B4-BE49-F238E27FC236}">
                    <a16:creationId xmlns:a16="http://schemas.microsoft.com/office/drawing/2014/main" id="{3ED88879-9B36-94A7-F324-698B68BA07A7}"/>
                  </a:ext>
                </a:extLst>
              </p:cNvPr>
              <p:cNvSpPr>
                <a:spLocks noChangeShapeType="1"/>
              </p:cNvSpPr>
              <p:nvPr/>
            </p:nvSpPr>
            <p:spPr bwMode="auto">
              <a:xfrm>
                <a:off x="3963988" y="836613"/>
                <a:ext cx="0" cy="2047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0" name="Line 42">
                <a:extLst>
                  <a:ext uri="{FF2B5EF4-FFF2-40B4-BE49-F238E27FC236}">
                    <a16:creationId xmlns:a16="http://schemas.microsoft.com/office/drawing/2014/main" id="{363A23BC-F6D4-745D-2AFA-8BD507501196}"/>
                  </a:ext>
                </a:extLst>
              </p:cNvPr>
              <p:cNvSpPr>
                <a:spLocks noChangeShapeType="1"/>
              </p:cNvSpPr>
              <p:nvPr/>
            </p:nvSpPr>
            <p:spPr bwMode="auto">
              <a:xfrm>
                <a:off x="4103688" y="836613"/>
                <a:ext cx="0" cy="2047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1" name="Line 43">
                <a:extLst>
                  <a:ext uri="{FF2B5EF4-FFF2-40B4-BE49-F238E27FC236}">
                    <a16:creationId xmlns:a16="http://schemas.microsoft.com/office/drawing/2014/main" id="{31F6A7A7-828A-A84A-B21C-BAF84980E3EF}"/>
                  </a:ext>
                </a:extLst>
              </p:cNvPr>
              <p:cNvSpPr>
                <a:spLocks noChangeShapeType="1"/>
              </p:cNvSpPr>
              <p:nvPr/>
            </p:nvSpPr>
            <p:spPr bwMode="auto">
              <a:xfrm>
                <a:off x="4168775" y="1101725"/>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2" name="Line 44">
                <a:extLst>
                  <a:ext uri="{FF2B5EF4-FFF2-40B4-BE49-F238E27FC236}">
                    <a16:creationId xmlns:a16="http://schemas.microsoft.com/office/drawing/2014/main" id="{9B46FDD1-2AB2-3A34-93BE-21A3A12AFE2C}"/>
                  </a:ext>
                </a:extLst>
              </p:cNvPr>
              <p:cNvSpPr>
                <a:spLocks noChangeShapeType="1"/>
              </p:cNvSpPr>
              <p:nvPr/>
            </p:nvSpPr>
            <p:spPr bwMode="auto">
              <a:xfrm>
                <a:off x="4168775" y="1244600"/>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3" name="Line 45">
                <a:extLst>
                  <a:ext uri="{FF2B5EF4-FFF2-40B4-BE49-F238E27FC236}">
                    <a16:creationId xmlns:a16="http://schemas.microsoft.com/office/drawing/2014/main" id="{FF983A6E-38F2-BC8E-82B4-DF31205DC332}"/>
                  </a:ext>
                </a:extLst>
              </p:cNvPr>
              <p:cNvSpPr>
                <a:spLocks noChangeShapeType="1"/>
              </p:cNvSpPr>
              <p:nvPr/>
            </p:nvSpPr>
            <p:spPr bwMode="auto">
              <a:xfrm>
                <a:off x="4233863" y="1530350"/>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4" name="Line 46">
                <a:extLst>
                  <a:ext uri="{FF2B5EF4-FFF2-40B4-BE49-F238E27FC236}">
                    <a16:creationId xmlns:a16="http://schemas.microsoft.com/office/drawing/2014/main" id="{78954837-E5CC-B9FC-6A68-78032DBCA01A}"/>
                  </a:ext>
                </a:extLst>
              </p:cNvPr>
              <p:cNvSpPr>
                <a:spLocks noChangeShapeType="1"/>
              </p:cNvSpPr>
              <p:nvPr/>
            </p:nvSpPr>
            <p:spPr bwMode="auto">
              <a:xfrm>
                <a:off x="4243388" y="1646238"/>
                <a:ext cx="2206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5" name="Rectangle 47">
                <a:extLst>
                  <a:ext uri="{FF2B5EF4-FFF2-40B4-BE49-F238E27FC236}">
                    <a16:creationId xmlns:a16="http://schemas.microsoft.com/office/drawing/2014/main" id="{5CD7492D-9412-7EEA-A62B-D6D8D894CF79}"/>
                  </a:ext>
                </a:extLst>
              </p:cNvPr>
              <p:cNvSpPr>
                <a:spLocks noChangeArrowheads="1"/>
              </p:cNvSpPr>
              <p:nvPr/>
            </p:nvSpPr>
            <p:spPr bwMode="auto">
              <a:xfrm>
                <a:off x="4421188" y="1044575"/>
                <a:ext cx="282575"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56" name="Rectangle 48">
                <a:extLst>
                  <a:ext uri="{FF2B5EF4-FFF2-40B4-BE49-F238E27FC236}">
                    <a16:creationId xmlns:a16="http://schemas.microsoft.com/office/drawing/2014/main" id="{FFBF791C-D852-7BDF-72A6-81CFF3F77472}"/>
                  </a:ext>
                </a:extLst>
              </p:cNvPr>
              <p:cNvSpPr>
                <a:spLocks noChangeArrowheads="1"/>
              </p:cNvSpPr>
              <p:nvPr/>
            </p:nvSpPr>
            <p:spPr bwMode="auto">
              <a:xfrm>
                <a:off x="4964113" y="1047750"/>
                <a:ext cx="276225"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57" name="Line 49">
                <a:extLst>
                  <a:ext uri="{FF2B5EF4-FFF2-40B4-BE49-F238E27FC236}">
                    <a16:creationId xmlns:a16="http://schemas.microsoft.com/office/drawing/2014/main" id="{3E88EE9F-A29C-9F90-BD33-F2F2CBCB1CC7}"/>
                  </a:ext>
                </a:extLst>
              </p:cNvPr>
              <p:cNvSpPr>
                <a:spLocks noChangeShapeType="1"/>
              </p:cNvSpPr>
              <p:nvPr/>
            </p:nvSpPr>
            <p:spPr bwMode="auto">
              <a:xfrm>
                <a:off x="4721225" y="1106488"/>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8" name="Line 50">
                <a:extLst>
                  <a:ext uri="{FF2B5EF4-FFF2-40B4-BE49-F238E27FC236}">
                    <a16:creationId xmlns:a16="http://schemas.microsoft.com/office/drawing/2014/main" id="{CC436714-96C2-6649-B85C-4794873F10BC}"/>
                  </a:ext>
                </a:extLst>
              </p:cNvPr>
              <p:cNvSpPr>
                <a:spLocks noChangeShapeType="1"/>
              </p:cNvSpPr>
              <p:nvPr/>
            </p:nvSpPr>
            <p:spPr bwMode="auto">
              <a:xfrm>
                <a:off x="4721225" y="1241425"/>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59" name="Rectangle 51">
                <a:extLst>
                  <a:ext uri="{FF2B5EF4-FFF2-40B4-BE49-F238E27FC236}">
                    <a16:creationId xmlns:a16="http://schemas.microsoft.com/office/drawing/2014/main" id="{4EFFECB9-673E-F69E-3D0B-7D49E71E57E9}"/>
                  </a:ext>
                </a:extLst>
              </p:cNvPr>
              <p:cNvSpPr>
                <a:spLocks noChangeArrowheads="1"/>
              </p:cNvSpPr>
              <p:nvPr/>
            </p:nvSpPr>
            <p:spPr bwMode="auto">
              <a:xfrm>
                <a:off x="4924425" y="1428750"/>
                <a:ext cx="387350" cy="32067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60" name="Line 52">
                <a:extLst>
                  <a:ext uri="{FF2B5EF4-FFF2-40B4-BE49-F238E27FC236}">
                    <a16:creationId xmlns:a16="http://schemas.microsoft.com/office/drawing/2014/main" id="{E3803F04-0ABF-BFB5-33FE-483014C5EE71}"/>
                  </a:ext>
                </a:extLst>
              </p:cNvPr>
              <p:cNvSpPr>
                <a:spLocks noChangeShapeType="1"/>
              </p:cNvSpPr>
              <p:nvPr/>
            </p:nvSpPr>
            <p:spPr bwMode="auto">
              <a:xfrm>
                <a:off x="4497388" y="1285875"/>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61" name="Line 53">
                <a:extLst>
                  <a:ext uri="{FF2B5EF4-FFF2-40B4-BE49-F238E27FC236}">
                    <a16:creationId xmlns:a16="http://schemas.microsoft.com/office/drawing/2014/main" id="{D969D784-6A94-765F-F15E-8908AD33F14B}"/>
                  </a:ext>
                </a:extLst>
              </p:cNvPr>
              <p:cNvSpPr>
                <a:spLocks noChangeShapeType="1"/>
              </p:cNvSpPr>
              <p:nvPr/>
            </p:nvSpPr>
            <p:spPr bwMode="auto">
              <a:xfrm>
                <a:off x="4635500" y="1285875"/>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62" name="Rectangle 54">
                <a:extLst>
                  <a:ext uri="{FF2B5EF4-FFF2-40B4-BE49-F238E27FC236}">
                    <a16:creationId xmlns:a16="http://schemas.microsoft.com/office/drawing/2014/main" id="{CDF9B6ED-8AE7-3AF0-1083-E7718C0FAFB4}"/>
                  </a:ext>
                </a:extLst>
              </p:cNvPr>
              <p:cNvSpPr>
                <a:spLocks noChangeArrowheads="1"/>
              </p:cNvSpPr>
              <p:nvPr/>
            </p:nvSpPr>
            <p:spPr bwMode="auto">
              <a:xfrm>
                <a:off x="4432300" y="1473200"/>
                <a:ext cx="282575"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63" name="Line 55">
                <a:extLst>
                  <a:ext uri="{FF2B5EF4-FFF2-40B4-BE49-F238E27FC236}">
                    <a16:creationId xmlns:a16="http://schemas.microsoft.com/office/drawing/2014/main" id="{A946A2C4-2831-BEAA-013C-51DB6FB0F4F3}"/>
                  </a:ext>
                </a:extLst>
              </p:cNvPr>
              <p:cNvSpPr>
                <a:spLocks noChangeShapeType="1"/>
              </p:cNvSpPr>
              <p:nvPr/>
            </p:nvSpPr>
            <p:spPr bwMode="auto">
              <a:xfrm>
                <a:off x="5030788" y="1285875"/>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64" name="Line 56">
                <a:extLst>
                  <a:ext uri="{FF2B5EF4-FFF2-40B4-BE49-F238E27FC236}">
                    <a16:creationId xmlns:a16="http://schemas.microsoft.com/office/drawing/2014/main" id="{E7F73741-80C9-D03B-6FF3-403F3A32E4B1}"/>
                  </a:ext>
                </a:extLst>
              </p:cNvPr>
              <p:cNvSpPr>
                <a:spLocks noChangeShapeType="1"/>
              </p:cNvSpPr>
              <p:nvPr/>
            </p:nvSpPr>
            <p:spPr bwMode="auto">
              <a:xfrm>
                <a:off x="5183188" y="1285875"/>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65" name="Line 57">
                <a:extLst>
                  <a:ext uri="{FF2B5EF4-FFF2-40B4-BE49-F238E27FC236}">
                    <a16:creationId xmlns:a16="http://schemas.microsoft.com/office/drawing/2014/main" id="{00E889EE-9B6A-9270-3BDF-C9996C35EE5C}"/>
                  </a:ext>
                </a:extLst>
              </p:cNvPr>
              <p:cNvSpPr>
                <a:spLocks noChangeShapeType="1"/>
              </p:cNvSpPr>
              <p:nvPr/>
            </p:nvSpPr>
            <p:spPr bwMode="auto">
              <a:xfrm>
                <a:off x="4497388" y="830263"/>
                <a:ext cx="0" cy="2047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66" name="Line 58">
                <a:extLst>
                  <a:ext uri="{FF2B5EF4-FFF2-40B4-BE49-F238E27FC236}">
                    <a16:creationId xmlns:a16="http://schemas.microsoft.com/office/drawing/2014/main" id="{E847A14F-1300-501A-0BEA-70F7198FECCA}"/>
                  </a:ext>
                </a:extLst>
              </p:cNvPr>
              <p:cNvSpPr>
                <a:spLocks noChangeShapeType="1"/>
              </p:cNvSpPr>
              <p:nvPr/>
            </p:nvSpPr>
            <p:spPr bwMode="auto">
              <a:xfrm>
                <a:off x="4721225" y="1535113"/>
                <a:ext cx="201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67" name="Line 59">
                <a:extLst>
                  <a:ext uri="{FF2B5EF4-FFF2-40B4-BE49-F238E27FC236}">
                    <a16:creationId xmlns:a16="http://schemas.microsoft.com/office/drawing/2014/main" id="{788A086C-6893-0D5B-CA8C-DDDD817FED37}"/>
                  </a:ext>
                </a:extLst>
              </p:cNvPr>
              <p:cNvSpPr>
                <a:spLocks noChangeShapeType="1"/>
              </p:cNvSpPr>
              <p:nvPr/>
            </p:nvSpPr>
            <p:spPr bwMode="auto">
              <a:xfrm>
                <a:off x="4721225" y="1641475"/>
                <a:ext cx="201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68" name="Line 60">
                <a:extLst>
                  <a:ext uri="{FF2B5EF4-FFF2-40B4-BE49-F238E27FC236}">
                    <a16:creationId xmlns:a16="http://schemas.microsoft.com/office/drawing/2014/main" id="{4E44E0FF-5CD1-FFCA-1F49-18AD2187F953}"/>
                  </a:ext>
                </a:extLst>
              </p:cNvPr>
              <p:cNvSpPr>
                <a:spLocks noChangeShapeType="1"/>
              </p:cNvSpPr>
              <p:nvPr/>
            </p:nvSpPr>
            <p:spPr bwMode="auto">
              <a:xfrm>
                <a:off x="4635500" y="830263"/>
                <a:ext cx="0" cy="2047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69" name="Line 61">
                <a:extLst>
                  <a:ext uri="{FF2B5EF4-FFF2-40B4-BE49-F238E27FC236}">
                    <a16:creationId xmlns:a16="http://schemas.microsoft.com/office/drawing/2014/main" id="{C37B1DF4-3345-7CAB-21D3-7A46B0E8C1AA}"/>
                  </a:ext>
                </a:extLst>
              </p:cNvPr>
              <p:cNvSpPr>
                <a:spLocks noChangeShapeType="1"/>
              </p:cNvSpPr>
              <p:nvPr/>
            </p:nvSpPr>
            <p:spPr bwMode="auto">
              <a:xfrm>
                <a:off x="5033963" y="839788"/>
                <a:ext cx="0" cy="2063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70" name="Line 62">
                <a:extLst>
                  <a:ext uri="{FF2B5EF4-FFF2-40B4-BE49-F238E27FC236}">
                    <a16:creationId xmlns:a16="http://schemas.microsoft.com/office/drawing/2014/main" id="{5210C5A7-B114-ED92-8224-CE73294E17D2}"/>
                  </a:ext>
                </a:extLst>
              </p:cNvPr>
              <p:cNvSpPr>
                <a:spLocks noChangeShapeType="1"/>
              </p:cNvSpPr>
              <p:nvPr/>
            </p:nvSpPr>
            <p:spPr bwMode="auto">
              <a:xfrm>
                <a:off x="5172075" y="839788"/>
                <a:ext cx="0" cy="2063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71" name="Line 63">
                <a:extLst>
                  <a:ext uri="{FF2B5EF4-FFF2-40B4-BE49-F238E27FC236}">
                    <a16:creationId xmlns:a16="http://schemas.microsoft.com/office/drawing/2014/main" id="{CC1A9148-ECE6-E0D6-CA25-04F033B1AF1D}"/>
                  </a:ext>
                </a:extLst>
              </p:cNvPr>
              <p:cNvSpPr>
                <a:spLocks noChangeShapeType="1"/>
              </p:cNvSpPr>
              <p:nvPr/>
            </p:nvSpPr>
            <p:spPr bwMode="auto">
              <a:xfrm>
                <a:off x="5249863" y="1106488"/>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72" name="Line 64">
                <a:extLst>
                  <a:ext uri="{FF2B5EF4-FFF2-40B4-BE49-F238E27FC236}">
                    <a16:creationId xmlns:a16="http://schemas.microsoft.com/office/drawing/2014/main" id="{F4AE2E9B-0F1D-55CC-C62C-5601894ABBFB}"/>
                  </a:ext>
                </a:extLst>
              </p:cNvPr>
              <p:cNvSpPr>
                <a:spLocks noChangeShapeType="1"/>
              </p:cNvSpPr>
              <p:nvPr/>
            </p:nvSpPr>
            <p:spPr bwMode="auto">
              <a:xfrm>
                <a:off x="5249863" y="1233488"/>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73" name="Line 65">
                <a:extLst>
                  <a:ext uri="{FF2B5EF4-FFF2-40B4-BE49-F238E27FC236}">
                    <a16:creationId xmlns:a16="http://schemas.microsoft.com/office/drawing/2014/main" id="{7D56BF0F-E580-8DA8-09FE-F31CAC04F48D}"/>
                  </a:ext>
                </a:extLst>
              </p:cNvPr>
              <p:cNvSpPr>
                <a:spLocks noChangeShapeType="1"/>
              </p:cNvSpPr>
              <p:nvPr/>
            </p:nvSpPr>
            <p:spPr bwMode="auto">
              <a:xfrm>
                <a:off x="5311775" y="1525588"/>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74" name="Line 66">
                <a:extLst>
                  <a:ext uri="{FF2B5EF4-FFF2-40B4-BE49-F238E27FC236}">
                    <a16:creationId xmlns:a16="http://schemas.microsoft.com/office/drawing/2014/main" id="{AEEDB26B-58B9-7DDA-01B9-814057C755D9}"/>
                  </a:ext>
                </a:extLst>
              </p:cNvPr>
              <p:cNvSpPr>
                <a:spLocks noChangeShapeType="1"/>
              </p:cNvSpPr>
              <p:nvPr/>
            </p:nvSpPr>
            <p:spPr bwMode="auto">
              <a:xfrm>
                <a:off x="5334000" y="1651000"/>
                <a:ext cx="201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75" name="Line 67">
                <a:extLst>
                  <a:ext uri="{FF2B5EF4-FFF2-40B4-BE49-F238E27FC236}">
                    <a16:creationId xmlns:a16="http://schemas.microsoft.com/office/drawing/2014/main" id="{C7A90C7F-ACBC-812E-E66B-BC7AF7999EAE}"/>
                  </a:ext>
                </a:extLst>
              </p:cNvPr>
              <p:cNvSpPr>
                <a:spLocks noChangeShapeType="1"/>
              </p:cNvSpPr>
              <p:nvPr/>
            </p:nvSpPr>
            <p:spPr bwMode="auto">
              <a:xfrm>
                <a:off x="5856288" y="1116013"/>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76" name="Line 68">
                <a:extLst>
                  <a:ext uri="{FF2B5EF4-FFF2-40B4-BE49-F238E27FC236}">
                    <a16:creationId xmlns:a16="http://schemas.microsoft.com/office/drawing/2014/main" id="{5476BB80-C02D-81C8-AF43-A7C7CAD7B25B}"/>
                  </a:ext>
                </a:extLst>
              </p:cNvPr>
              <p:cNvSpPr>
                <a:spLocks noChangeShapeType="1"/>
              </p:cNvSpPr>
              <p:nvPr/>
            </p:nvSpPr>
            <p:spPr bwMode="auto">
              <a:xfrm>
                <a:off x="5856288" y="1223963"/>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77" name="Line 69">
                <a:extLst>
                  <a:ext uri="{FF2B5EF4-FFF2-40B4-BE49-F238E27FC236}">
                    <a16:creationId xmlns:a16="http://schemas.microsoft.com/office/drawing/2014/main" id="{37E98D05-84F6-DB02-1A24-FFD102F42F52}"/>
                  </a:ext>
                </a:extLst>
              </p:cNvPr>
              <p:cNvSpPr>
                <a:spLocks noChangeShapeType="1"/>
              </p:cNvSpPr>
              <p:nvPr/>
            </p:nvSpPr>
            <p:spPr bwMode="auto">
              <a:xfrm>
                <a:off x="5907088" y="1533525"/>
                <a:ext cx="2174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78" name="Line 70">
                <a:extLst>
                  <a:ext uri="{FF2B5EF4-FFF2-40B4-BE49-F238E27FC236}">
                    <a16:creationId xmlns:a16="http://schemas.microsoft.com/office/drawing/2014/main" id="{D64BEAF0-C9AD-2A7B-8D37-AD51AB4CD645}"/>
                  </a:ext>
                </a:extLst>
              </p:cNvPr>
              <p:cNvSpPr>
                <a:spLocks noChangeShapeType="1"/>
              </p:cNvSpPr>
              <p:nvPr/>
            </p:nvSpPr>
            <p:spPr bwMode="auto">
              <a:xfrm>
                <a:off x="5903913" y="1660525"/>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79" name="Rectangle 71">
                <a:extLst>
                  <a:ext uri="{FF2B5EF4-FFF2-40B4-BE49-F238E27FC236}">
                    <a16:creationId xmlns:a16="http://schemas.microsoft.com/office/drawing/2014/main" id="{E65D33E5-0BBE-AC3D-3969-F0128BBDFFEE}"/>
                  </a:ext>
                </a:extLst>
              </p:cNvPr>
              <p:cNvSpPr>
                <a:spLocks noChangeArrowheads="1"/>
              </p:cNvSpPr>
              <p:nvPr/>
            </p:nvSpPr>
            <p:spPr bwMode="auto">
              <a:xfrm>
                <a:off x="6107113" y="1035050"/>
                <a:ext cx="284162" cy="23812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80" name="Rectangle 72">
                <a:extLst>
                  <a:ext uri="{FF2B5EF4-FFF2-40B4-BE49-F238E27FC236}">
                    <a16:creationId xmlns:a16="http://schemas.microsoft.com/office/drawing/2014/main" id="{8BF246DA-3A99-81D5-5A8C-5D980497375E}"/>
                  </a:ext>
                </a:extLst>
              </p:cNvPr>
              <p:cNvSpPr>
                <a:spLocks noChangeArrowheads="1"/>
              </p:cNvSpPr>
              <p:nvPr/>
            </p:nvSpPr>
            <p:spPr bwMode="auto">
              <a:xfrm>
                <a:off x="6650038" y="1039813"/>
                <a:ext cx="276225" cy="234950"/>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81" name="Line 73">
                <a:extLst>
                  <a:ext uri="{FF2B5EF4-FFF2-40B4-BE49-F238E27FC236}">
                    <a16:creationId xmlns:a16="http://schemas.microsoft.com/office/drawing/2014/main" id="{C01AACBF-506E-1194-C38E-DAC131D49FCD}"/>
                  </a:ext>
                </a:extLst>
              </p:cNvPr>
              <p:cNvSpPr>
                <a:spLocks noChangeShapeType="1"/>
              </p:cNvSpPr>
              <p:nvPr/>
            </p:nvSpPr>
            <p:spPr bwMode="auto">
              <a:xfrm>
                <a:off x="6407150" y="1098550"/>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82" name="Line 74">
                <a:extLst>
                  <a:ext uri="{FF2B5EF4-FFF2-40B4-BE49-F238E27FC236}">
                    <a16:creationId xmlns:a16="http://schemas.microsoft.com/office/drawing/2014/main" id="{B33E419E-50CE-B371-81B8-A0CA804B544D}"/>
                  </a:ext>
                </a:extLst>
              </p:cNvPr>
              <p:cNvSpPr>
                <a:spLocks noChangeShapeType="1"/>
              </p:cNvSpPr>
              <p:nvPr/>
            </p:nvSpPr>
            <p:spPr bwMode="auto">
              <a:xfrm>
                <a:off x="6407150" y="1233488"/>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83" name="Rectangle 75">
                <a:extLst>
                  <a:ext uri="{FF2B5EF4-FFF2-40B4-BE49-F238E27FC236}">
                    <a16:creationId xmlns:a16="http://schemas.microsoft.com/office/drawing/2014/main" id="{E7D21CE2-8C02-4BF1-76F4-C8F5DA06B04E}"/>
                  </a:ext>
                </a:extLst>
              </p:cNvPr>
              <p:cNvSpPr>
                <a:spLocks noChangeArrowheads="1"/>
              </p:cNvSpPr>
              <p:nvPr/>
            </p:nvSpPr>
            <p:spPr bwMode="auto">
              <a:xfrm>
                <a:off x="6610350" y="1419225"/>
                <a:ext cx="385763" cy="32067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84" name="Line 76">
                <a:extLst>
                  <a:ext uri="{FF2B5EF4-FFF2-40B4-BE49-F238E27FC236}">
                    <a16:creationId xmlns:a16="http://schemas.microsoft.com/office/drawing/2014/main" id="{561F3289-C52C-8F7C-183C-6089E593E26D}"/>
                  </a:ext>
                </a:extLst>
              </p:cNvPr>
              <p:cNvSpPr>
                <a:spLocks noChangeShapeType="1"/>
              </p:cNvSpPr>
              <p:nvPr/>
            </p:nvSpPr>
            <p:spPr bwMode="auto">
              <a:xfrm>
                <a:off x="6183313" y="127635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85" name="Line 77">
                <a:extLst>
                  <a:ext uri="{FF2B5EF4-FFF2-40B4-BE49-F238E27FC236}">
                    <a16:creationId xmlns:a16="http://schemas.microsoft.com/office/drawing/2014/main" id="{E7E3A178-D624-DE9A-7739-C035907FF84A}"/>
                  </a:ext>
                </a:extLst>
              </p:cNvPr>
              <p:cNvSpPr>
                <a:spLocks noChangeShapeType="1"/>
              </p:cNvSpPr>
              <p:nvPr/>
            </p:nvSpPr>
            <p:spPr bwMode="auto">
              <a:xfrm>
                <a:off x="6323013" y="127635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86" name="Rectangle 78">
                <a:extLst>
                  <a:ext uri="{FF2B5EF4-FFF2-40B4-BE49-F238E27FC236}">
                    <a16:creationId xmlns:a16="http://schemas.microsoft.com/office/drawing/2014/main" id="{CF68FC69-B610-081D-AF22-04A1AA4AA6DD}"/>
                  </a:ext>
                </a:extLst>
              </p:cNvPr>
              <p:cNvSpPr>
                <a:spLocks noChangeArrowheads="1"/>
              </p:cNvSpPr>
              <p:nvPr/>
            </p:nvSpPr>
            <p:spPr bwMode="auto">
              <a:xfrm>
                <a:off x="6118225" y="1463675"/>
                <a:ext cx="284163"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287" name="Line 79">
                <a:extLst>
                  <a:ext uri="{FF2B5EF4-FFF2-40B4-BE49-F238E27FC236}">
                    <a16:creationId xmlns:a16="http://schemas.microsoft.com/office/drawing/2014/main" id="{0B32B8D5-AD65-AC32-B58B-ED708EC4157F}"/>
                  </a:ext>
                </a:extLst>
              </p:cNvPr>
              <p:cNvSpPr>
                <a:spLocks noChangeShapeType="1"/>
              </p:cNvSpPr>
              <p:nvPr/>
            </p:nvSpPr>
            <p:spPr bwMode="auto">
              <a:xfrm>
                <a:off x="6716713" y="1276350"/>
                <a:ext cx="0" cy="1460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88" name="Line 80">
                <a:extLst>
                  <a:ext uri="{FF2B5EF4-FFF2-40B4-BE49-F238E27FC236}">
                    <a16:creationId xmlns:a16="http://schemas.microsoft.com/office/drawing/2014/main" id="{502D3DC5-44B1-EA63-F23F-8F439F20C02B}"/>
                  </a:ext>
                </a:extLst>
              </p:cNvPr>
              <p:cNvSpPr>
                <a:spLocks noChangeShapeType="1"/>
              </p:cNvSpPr>
              <p:nvPr/>
            </p:nvSpPr>
            <p:spPr bwMode="auto">
              <a:xfrm>
                <a:off x="6870700" y="1276350"/>
                <a:ext cx="0" cy="1460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89" name="Line 81">
                <a:extLst>
                  <a:ext uri="{FF2B5EF4-FFF2-40B4-BE49-F238E27FC236}">
                    <a16:creationId xmlns:a16="http://schemas.microsoft.com/office/drawing/2014/main" id="{0B26F218-E85A-7CFB-2580-0ECE0ADAB41E}"/>
                  </a:ext>
                </a:extLst>
              </p:cNvPr>
              <p:cNvSpPr>
                <a:spLocks noChangeShapeType="1"/>
              </p:cNvSpPr>
              <p:nvPr/>
            </p:nvSpPr>
            <p:spPr bwMode="auto">
              <a:xfrm>
                <a:off x="6183313" y="830263"/>
                <a:ext cx="0" cy="2047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90" name="Line 82">
                <a:extLst>
                  <a:ext uri="{FF2B5EF4-FFF2-40B4-BE49-F238E27FC236}">
                    <a16:creationId xmlns:a16="http://schemas.microsoft.com/office/drawing/2014/main" id="{1FB09017-2B12-D99A-EBC4-FAF18112D907}"/>
                  </a:ext>
                </a:extLst>
              </p:cNvPr>
              <p:cNvSpPr>
                <a:spLocks noChangeShapeType="1"/>
              </p:cNvSpPr>
              <p:nvPr/>
            </p:nvSpPr>
            <p:spPr bwMode="auto">
              <a:xfrm>
                <a:off x="6407150" y="1525588"/>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91" name="Line 83">
                <a:extLst>
                  <a:ext uri="{FF2B5EF4-FFF2-40B4-BE49-F238E27FC236}">
                    <a16:creationId xmlns:a16="http://schemas.microsoft.com/office/drawing/2014/main" id="{D7BFCDDA-20A9-5FB7-1894-5872CD765D74}"/>
                  </a:ext>
                </a:extLst>
              </p:cNvPr>
              <p:cNvSpPr>
                <a:spLocks noChangeShapeType="1"/>
              </p:cNvSpPr>
              <p:nvPr/>
            </p:nvSpPr>
            <p:spPr bwMode="auto">
              <a:xfrm>
                <a:off x="6407150" y="1633538"/>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92" name="Line 84">
                <a:extLst>
                  <a:ext uri="{FF2B5EF4-FFF2-40B4-BE49-F238E27FC236}">
                    <a16:creationId xmlns:a16="http://schemas.microsoft.com/office/drawing/2014/main" id="{33F6649B-D3B0-097B-4710-F49EA2117950}"/>
                  </a:ext>
                </a:extLst>
              </p:cNvPr>
              <p:cNvSpPr>
                <a:spLocks noChangeShapeType="1"/>
              </p:cNvSpPr>
              <p:nvPr/>
            </p:nvSpPr>
            <p:spPr bwMode="auto">
              <a:xfrm>
                <a:off x="6323013" y="830263"/>
                <a:ext cx="0" cy="2047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93" name="Line 85">
                <a:extLst>
                  <a:ext uri="{FF2B5EF4-FFF2-40B4-BE49-F238E27FC236}">
                    <a16:creationId xmlns:a16="http://schemas.microsoft.com/office/drawing/2014/main" id="{1B685B78-CB90-9703-D139-9C9FF4AD858E}"/>
                  </a:ext>
                </a:extLst>
              </p:cNvPr>
              <p:cNvSpPr>
                <a:spLocks noChangeShapeType="1"/>
              </p:cNvSpPr>
              <p:nvPr/>
            </p:nvSpPr>
            <p:spPr bwMode="auto">
              <a:xfrm>
                <a:off x="6718300" y="830263"/>
                <a:ext cx="0" cy="2047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94" name="Line 86">
                <a:extLst>
                  <a:ext uri="{FF2B5EF4-FFF2-40B4-BE49-F238E27FC236}">
                    <a16:creationId xmlns:a16="http://schemas.microsoft.com/office/drawing/2014/main" id="{0202CB65-946A-3DB5-C6B1-4D2485A8473C}"/>
                  </a:ext>
                </a:extLst>
              </p:cNvPr>
              <p:cNvSpPr>
                <a:spLocks noChangeShapeType="1"/>
              </p:cNvSpPr>
              <p:nvPr/>
            </p:nvSpPr>
            <p:spPr bwMode="auto">
              <a:xfrm>
                <a:off x="6859588" y="830263"/>
                <a:ext cx="0" cy="2047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95" name="Line 87">
                <a:extLst>
                  <a:ext uri="{FF2B5EF4-FFF2-40B4-BE49-F238E27FC236}">
                    <a16:creationId xmlns:a16="http://schemas.microsoft.com/office/drawing/2014/main" id="{9058910D-F93D-9D08-EF57-639FEEF9F9A2}"/>
                  </a:ext>
                </a:extLst>
              </p:cNvPr>
              <p:cNvSpPr>
                <a:spLocks noChangeShapeType="1"/>
              </p:cNvSpPr>
              <p:nvPr/>
            </p:nvSpPr>
            <p:spPr bwMode="auto">
              <a:xfrm>
                <a:off x="6923088" y="1098550"/>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96" name="Line 88">
                <a:extLst>
                  <a:ext uri="{FF2B5EF4-FFF2-40B4-BE49-F238E27FC236}">
                    <a16:creationId xmlns:a16="http://schemas.microsoft.com/office/drawing/2014/main" id="{429EE5EF-FC59-95E4-F3C7-096154F2C601}"/>
                  </a:ext>
                </a:extLst>
              </p:cNvPr>
              <p:cNvSpPr>
                <a:spLocks noChangeShapeType="1"/>
              </p:cNvSpPr>
              <p:nvPr/>
            </p:nvSpPr>
            <p:spPr bwMode="auto">
              <a:xfrm>
                <a:off x="6923088" y="1222375"/>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97" name="Line 89">
                <a:extLst>
                  <a:ext uri="{FF2B5EF4-FFF2-40B4-BE49-F238E27FC236}">
                    <a16:creationId xmlns:a16="http://schemas.microsoft.com/office/drawing/2014/main" id="{5CEDBF3A-209C-CC8E-A29F-74061D182956}"/>
                  </a:ext>
                </a:extLst>
              </p:cNvPr>
              <p:cNvSpPr>
                <a:spLocks noChangeShapeType="1"/>
              </p:cNvSpPr>
              <p:nvPr/>
            </p:nvSpPr>
            <p:spPr bwMode="auto">
              <a:xfrm>
                <a:off x="6999288" y="1517650"/>
                <a:ext cx="2016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98" name="Line 90">
                <a:extLst>
                  <a:ext uri="{FF2B5EF4-FFF2-40B4-BE49-F238E27FC236}">
                    <a16:creationId xmlns:a16="http://schemas.microsoft.com/office/drawing/2014/main" id="{BDC9DABD-12B6-2B76-2EF7-E8C4683254C6}"/>
                  </a:ext>
                </a:extLst>
              </p:cNvPr>
              <p:cNvSpPr>
                <a:spLocks noChangeShapeType="1"/>
              </p:cNvSpPr>
              <p:nvPr/>
            </p:nvSpPr>
            <p:spPr bwMode="auto">
              <a:xfrm>
                <a:off x="7010400" y="1624013"/>
                <a:ext cx="201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99" name="Line 91">
                <a:extLst>
                  <a:ext uri="{FF2B5EF4-FFF2-40B4-BE49-F238E27FC236}">
                    <a16:creationId xmlns:a16="http://schemas.microsoft.com/office/drawing/2014/main" id="{2FF6B49B-C5CF-DB51-6696-3A1D46F37CB8}"/>
                  </a:ext>
                </a:extLst>
              </p:cNvPr>
              <p:cNvSpPr>
                <a:spLocks noChangeShapeType="1"/>
              </p:cNvSpPr>
              <p:nvPr/>
            </p:nvSpPr>
            <p:spPr bwMode="auto">
              <a:xfrm>
                <a:off x="5538788" y="1106488"/>
                <a:ext cx="255587"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300" name="Line 92">
                <a:extLst>
                  <a:ext uri="{FF2B5EF4-FFF2-40B4-BE49-F238E27FC236}">
                    <a16:creationId xmlns:a16="http://schemas.microsoft.com/office/drawing/2014/main" id="{2D6EC487-8D1D-8373-8271-4293DEA5BB56}"/>
                  </a:ext>
                </a:extLst>
              </p:cNvPr>
              <p:cNvSpPr>
                <a:spLocks noChangeShapeType="1"/>
              </p:cNvSpPr>
              <p:nvPr/>
            </p:nvSpPr>
            <p:spPr bwMode="auto">
              <a:xfrm>
                <a:off x="5548313" y="1233488"/>
                <a:ext cx="257175"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301" name="Line 93">
                <a:extLst>
                  <a:ext uri="{FF2B5EF4-FFF2-40B4-BE49-F238E27FC236}">
                    <a16:creationId xmlns:a16="http://schemas.microsoft.com/office/drawing/2014/main" id="{A4F772AB-DDDB-710C-9472-24FE7B89989A}"/>
                  </a:ext>
                </a:extLst>
              </p:cNvPr>
              <p:cNvSpPr>
                <a:spLocks noChangeShapeType="1"/>
              </p:cNvSpPr>
              <p:nvPr/>
            </p:nvSpPr>
            <p:spPr bwMode="auto">
              <a:xfrm>
                <a:off x="5576888" y="1528763"/>
                <a:ext cx="258762"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302" name="Line 94">
                <a:extLst>
                  <a:ext uri="{FF2B5EF4-FFF2-40B4-BE49-F238E27FC236}">
                    <a16:creationId xmlns:a16="http://schemas.microsoft.com/office/drawing/2014/main" id="{04845C2B-5ED3-64F1-9B9F-FC0E1EF9A54A}"/>
                  </a:ext>
                </a:extLst>
              </p:cNvPr>
              <p:cNvSpPr>
                <a:spLocks noChangeShapeType="1"/>
              </p:cNvSpPr>
              <p:nvPr/>
            </p:nvSpPr>
            <p:spPr bwMode="auto">
              <a:xfrm>
                <a:off x="5586413" y="1651000"/>
                <a:ext cx="257175"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303" name="Rectangle 95">
                <a:extLst>
                  <a:ext uri="{FF2B5EF4-FFF2-40B4-BE49-F238E27FC236}">
                    <a16:creationId xmlns:a16="http://schemas.microsoft.com/office/drawing/2014/main" id="{ADF060E5-644E-8851-0C63-5E31C90ADDFB}"/>
                  </a:ext>
                </a:extLst>
              </p:cNvPr>
              <p:cNvSpPr>
                <a:spLocks noChangeArrowheads="1"/>
              </p:cNvSpPr>
              <p:nvPr/>
            </p:nvSpPr>
            <p:spPr bwMode="auto">
              <a:xfrm>
                <a:off x="2282825" y="1901825"/>
                <a:ext cx="284163" cy="234950"/>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04" name="Rectangle 96">
                <a:extLst>
                  <a:ext uri="{FF2B5EF4-FFF2-40B4-BE49-F238E27FC236}">
                    <a16:creationId xmlns:a16="http://schemas.microsoft.com/office/drawing/2014/main" id="{69B61847-B00D-3DB0-1BE8-6215DFDA2713}"/>
                  </a:ext>
                </a:extLst>
              </p:cNvPr>
              <p:cNvSpPr>
                <a:spLocks noChangeArrowheads="1"/>
              </p:cNvSpPr>
              <p:nvPr/>
            </p:nvSpPr>
            <p:spPr bwMode="auto">
              <a:xfrm>
                <a:off x="2825750" y="1905000"/>
                <a:ext cx="277813"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05" name="Line 97">
                <a:extLst>
                  <a:ext uri="{FF2B5EF4-FFF2-40B4-BE49-F238E27FC236}">
                    <a16:creationId xmlns:a16="http://schemas.microsoft.com/office/drawing/2014/main" id="{CBDDDA4B-9B88-A3E6-64FD-454F28EB6723}"/>
                  </a:ext>
                </a:extLst>
              </p:cNvPr>
              <p:cNvSpPr>
                <a:spLocks noChangeShapeType="1"/>
              </p:cNvSpPr>
              <p:nvPr/>
            </p:nvSpPr>
            <p:spPr bwMode="auto">
              <a:xfrm>
                <a:off x="2014538" y="1963738"/>
                <a:ext cx="257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06" name="Line 98">
                <a:extLst>
                  <a:ext uri="{FF2B5EF4-FFF2-40B4-BE49-F238E27FC236}">
                    <a16:creationId xmlns:a16="http://schemas.microsoft.com/office/drawing/2014/main" id="{D370968A-A577-FCE5-E29C-5CAD6632B294}"/>
                  </a:ext>
                </a:extLst>
              </p:cNvPr>
              <p:cNvSpPr>
                <a:spLocks noChangeShapeType="1"/>
              </p:cNvSpPr>
              <p:nvPr/>
            </p:nvSpPr>
            <p:spPr bwMode="auto">
              <a:xfrm>
                <a:off x="2014538" y="2106613"/>
                <a:ext cx="257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07" name="Line 99">
                <a:extLst>
                  <a:ext uri="{FF2B5EF4-FFF2-40B4-BE49-F238E27FC236}">
                    <a16:creationId xmlns:a16="http://schemas.microsoft.com/office/drawing/2014/main" id="{A7411055-422A-73DE-DA01-FAF2B03FE3AF}"/>
                  </a:ext>
                </a:extLst>
              </p:cNvPr>
              <p:cNvSpPr>
                <a:spLocks noChangeShapeType="1"/>
              </p:cNvSpPr>
              <p:nvPr/>
            </p:nvSpPr>
            <p:spPr bwMode="auto">
              <a:xfrm>
                <a:off x="2582863" y="1963738"/>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08" name="Line 100">
                <a:extLst>
                  <a:ext uri="{FF2B5EF4-FFF2-40B4-BE49-F238E27FC236}">
                    <a16:creationId xmlns:a16="http://schemas.microsoft.com/office/drawing/2014/main" id="{920B24DE-27B0-DA3D-E91F-0278A27DEB6C}"/>
                  </a:ext>
                </a:extLst>
              </p:cNvPr>
              <p:cNvSpPr>
                <a:spLocks noChangeShapeType="1"/>
              </p:cNvSpPr>
              <p:nvPr/>
            </p:nvSpPr>
            <p:spPr bwMode="auto">
              <a:xfrm>
                <a:off x="2582863" y="2097088"/>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09" name="Line 101">
                <a:extLst>
                  <a:ext uri="{FF2B5EF4-FFF2-40B4-BE49-F238E27FC236}">
                    <a16:creationId xmlns:a16="http://schemas.microsoft.com/office/drawing/2014/main" id="{6732B792-27D6-B4DB-7FB7-BF8C92BB27C3}"/>
                  </a:ext>
                </a:extLst>
              </p:cNvPr>
              <p:cNvSpPr>
                <a:spLocks noChangeShapeType="1"/>
              </p:cNvSpPr>
              <p:nvPr/>
            </p:nvSpPr>
            <p:spPr bwMode="auto">
              <a:xfrm>
                <a:off x="3100388" y="1963738"/>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10" name="Line 102">
                <a:extLst>
                  <a:ext uri="{FF2B5EF4-FFF2-40B4-BE49-F238E27FC236}">
                    <a16:creationId xmlns:a16="http://schemas.microsoft.com/office/drawing/2014/main" id="{D6EB3F41-AA40-184E-5429-51C58E943F2B}"/>
                  </a:ext>
                </a:extLst>
              </p:cNvPr>
              <p:cNvSpPr>
                <a:spLocks noChangeShapeType="1"/>
              </p:cNvSpPr>
              <p:nvPr/>
            </p:nvSpPr>
            <p:spPr bwMode="auto">
              <a:xfrm>
                <a:off x="3100388" y="2106613"/>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11" name="Rectangle 103">
                <a:extLst>
                  <a:ext uri="{FF2B5EF4-FFF2-40B4-BE49-F238E27FC236}">
                    <a16:creationId xmlns:a16="http://schemas.microsoft.com/office/drawing/2014/main" id="{DF4DC463-A605-F451-5E17-B7A263A2AA8D}"/>
                  </a:ext>
                </a:extLst>
              </p:cNvPr>
              <p:cNvSpPr>
                <a:spLocks noChangeArrowheads="1"/>
              </p:cNvSpPr>
              <p:nvPr/>
            </p:nvSpPr>
            <p:spPr bwMode="auto">
              <a:xfrm>
                <a:off x="2767013" y="2284413"/>
                <a:ext cx="384175" cy="32067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12" name="Line 104">
                <a:extLst>
                  <a:ext uri="{FF2B5EF4-FFF2-40B4-BE49-F238E27FC236}">
                    <a16:creationId xmlns:a16="http://schemas.microsoft.com/office/drawing/2014/main" id="{62549D38-E8CA-CC93-6CAF-4B0E40B249BE}"/>
                  </a:ext>
                </a:extLst>
              </p:cNvPr>
              <p:cNvSpPr>
                <a:spLocks noChangeShapeType="1"/>
              </p:cNvSpPr>
              <p:nvPr/>
            </p:nvSpPr>
            <p:spPr bwMode="auto">
              <a:xfrm>
                <a:off x="2360613" y="2143125"/>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13" name="Line 105">
                <a:extLst>
                  <a:ext uri="{FF2B5EF4-FFF2-40B4-BE49-F238E27FC236}">
                    <a16:creationId xmlns:a16="http://schemas.microsoft.com/office/drawing/2014/main" id="{2D648B7E-D067-A17D-52BA-113BF6DC2238}"/>
                  </a:ext>
                </a:extLst>
              </p:cNvPr>
              <p:cNvSpPr>
                <a:spLocks noChangeShapeType="1"/>
              </p:cNvSpPr>
              <p:nvPr/>
            </p:nvSpPr>
            <p:spPr bwMode="auto">
              <a:xfrm>
                <a:off x="2495550" y="2143125"/>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14" name="Rectangle 106">
                <a:extLst>
                  <a:ext uri="{FF2B5EF4-FFF2-40B4-BE49-F238E27FC236}">
                    <a16:creationId xmlns:a16="http://schemas.microsoft.com/office/drawing/2014/main" id="{D8949F83-1D7F-975C-F5E9-ED532D6C3E6F}"/>
                  </a:ext>
                </a:extLst>
              </p:cNvPr>
              <p:cNvSpPr>
                <a:spLocks noChangeArrowheads="1"/>
              </p:cNvSpPr>
              <p:nvPr/>
            </p:nvSpPr>
            <p:spPr bwMode="auto">
              <a:xfrm>
                <a:off x="2282825" y="2328863"/>
                <a:ext cx="284163"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15" name="Line 107">
                <a:extLst>
                  <a:ext uri="{FF2B5EF4-FFF2-40B4-BE49-F238E27FC236}">
                    <a16:creationId xmlns:a16="http://schemas.microsoft.com/office/drawing/2014/main" id="{541482B6-6C4E-55C4-2A27-D8D85CC6A3A1}"/>
                  </a:ext>
                </a:extLst>
              </p:cNvPr>
              <p:cNvSpPr>
                <a:spLocks noChangeShapeType="1"/>
              </p:cNvSpPr>
              <p:nvPr/>
            </p:nvSpPr>
            <p:spPr bwMode="auto">
              <a:xfrm>
                <a:off x="2892425" y="2143125"/>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16" name="Line 108">
                <a:extLst>
                  <a:ext uri="{FF2B5EF4-FFF2-40B4-BE49-F238E27FC236}">
                    <a16:creationId xmlns:a16="http://schemas.microsoft.com/office/drawing/2014/main" id="{59077D48-B36E-38C3-3980-B02A402CEAEE}"/>
                  </a:ext>
                </a:extLst>
              </p:cNvPr>
              <p:cNvSpPr>
                <a:spLocks noChangeShapeType="1"/>
              </p:cNvSpPr>
              <p:nvPr/>
            </p:nvSpPr>
            <p:spPr bwMode="auto">
              <a:xfrm>
                <a:off x="3044825" y="2143125"/>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17" name="Line 109">
                <a:extLst>
                  <a:ext uri="{FF2B5EF4-FFF2-40B4-BE49-F238E27FC236}">
                    <a16:creationId xmlns:a16="http://schemas.microsoft.com/office/drawing/2014/main" id="{46894640-523E-EEAC-19A7-3383137CD872}"/>
                  </a:ext>
                </a:extLst>
              </p:cNvPr>
              <p:cNvSpPr>
                <a:spLocks noChangeShapeType="1"/>
              </p:cNvSpPr>
              <p:nvPr/>
            </p:nvSpPr>
            <p:spPr bwMode="auto">
              <a:xfrm>
                <a:off x="2360613" y="1703388"/>
                <a:ext cx="0" cy="2000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18" name="Line 110">
                <a:extLst>
                  <a:ext uri="{FF2B5EF4-FFF2-40B4-BE49-F238E27FC236}">
                    <a16:creationId xmlns:a16="http://schemas.microsoft.com/office/drawing/2014/main" id="{DFFB87FD-CF77-A7DA-144A-CCB8A51A8459}"/>
                  </a:ext>
                </a:extLst>
              </p:cNvPr>
              <p:cNvSpPr>
                <a:spLocks noChangeShapeType="1"/>
              </p:cNvSpPr>
              <p:nvPr/>
            </p:nvSpPr>
            <p:spPr bwMode="auto">
              <a:xfrm>
                <a:off x="2562225" y="2392363"/>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19" name="Line 111">
                <a:extLst>
                  <a:ext uri="{FF2B5EF4-FFF2-40B4-BE49-F238E27FC236}">
                    <a16:creationId xmlns:a16="http://schemas.microsoft.com/office/drawing/2014/main" id="{3209CB43-4A6B-58C1-D3AF-849A2489486E}"/>
                  </a:ext>
                </a:extLst>
              </p:cNvPr>
              <p:cNvSpPr>
                <a:spLocks noChangeShapeType="1"/>
              </p:cNvSpPr>
              <p:nvPr/>
            </p:nvSpPr>
            <p:spPr bwMode="auto">
              <a:xfrm>
                <a:off x="2562225" y="2497138"/>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20" name="Line 112">
                <a:extLst>
                  <a:ext uri="{FF2B5EF4-FFF2-40B4-BE49-F238E27FC236}">
                    <a16:creationId xmlns:a16="http://schemas.microsoft.com/office/drawing/2014/main" id="{49C478F3-B438-98FD-F4A5-E37EC491FC2F}"/>
                  </a:ext>
                </a:extLst>
              </p:cNvPr>
              <p:cNvSpPr>
                <a:spLocks noChangeShapeType="1"/>
              </p:cNvSpPr>
              <p:nvPr/>
            </p:nvSpPr>
            <p:spPr bwMode="auto">
              <a:xfrm>
                <a:off x="3163888" y="2392363"/>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21" name="Line 113">
                <a:extLst>
                  <a:ext uri="{FF2B5EF4-FFF2-40B4-BE49-F238E27FC236}">
                    <a16:creationId xmlns:a16="http://schemas.microsoft.com/office/drawing/2014/main" id="{5D0E34FE-70B8-A398-6605-33006D7F1519}"/>
                  </a:ext>
                </a:extLst>
              </p:cNvPr>
              <p:cNvSpPr>
                <a:spLocks noChangeShapeType="1"/>
              </p:cNvSpPr>
              <p:nvPr/>
            </p:nvSpPr>
            <p:spPr bwMode="auto">
              <a:xfrm>
                <a:off x="3175000" y="2506663"/>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22" name="Line 114">
                <a:extLst>
                  <a:ext uri="{FF2B5EF4-FFF2-40B4-BE49-F238E27FC236}">
                    <a16:creationId xmlns:a16="http://schemas.microsoft.com/office/drawing/2014/main" id="{6E489EAB-64EF-77A9-DAD6-7CF37B932248}"/>
                  </a:ext>
                </a:extLst>
              </p:cNvPr>
              <p:cNvSpPr>
                <a:spLocks noChangeShapeType="1"/>
              </p:cNvSpPr>
              <p:nvPr/>
            </p:nvSpPr>
            <p:spPr bwMode="auto">
              <a:xfrm>
                <a:off x="2024063" y="2392363"/>
                <a:ext cx="2587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23" name="Line 115">
                <a:extLst>
                  <a:ext uri="{FF2B5EF4-FFF2-40B4-BE49-F238E27FC236}">
                    <a16:creationId xmlns:a16="http://schemas.microsoft.com/office/drawing/2014/main" id="{0FF6E641-8F5E-2007-06FE-037FD7EAC828}"/>
                  </a:ext>
                </a:extLst>
              </p:cNvPr>
              <p:cNvSpPr>
                <a:spLocks noChangeShapeType="1"/>
              </p:cNvSpPr>
              <p:nvPr/>
            </p:nvSpPr>
            <p:spPr bwMode="auto">
              <a:xfrm>
                <a:off x="2024063" y="2500313"/>
                <a:ext cx="2587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24" name="Line 116">
                <a:extLst>
                  <a:ext uri="{FF2B5EF4-FFF2-40B4-BE49-F238E27FC236}">
                    <a16:creationId xmlns:a16="http://schemas.microsoft.com/office/drawing/2014/main" id="{08D38022-B17C-BB47-8897-9B7B1BF55157}"/>
                  </a:ext>
                </a:extLst>
              </p:cNvPr>
              <p:cNvSpPr>
                <a:spLocks noChangeShapeType="1"/>
              </p:cNvSpPr>
              <p:nvPr/>
            </p:nvSpPr>
            <p:spPr bwMode="auto">
              <a:xfrm>
                <a:off x="2495550" y="1703388"/>
                <a:ext cx="0" cy="2000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25" name="Line 117">
                <a:extLst>
                  <a:ext uri="{FF2B5EF4-FFF2-40B4-BE49-F238E27FC236}">
                    <a16:creationId xmlns:a16="http://schemas.microsoft.com/office/drawing/2014/main" id="{C66B9851-3559-DFE6-3ECF-46ABE3BE3B62}"/>
                  </a:ext>
                </a:extLst>
              </p:cNvPr>
              <p:cNvSpPr>
                <a:spLocks noChangeShapeType="1"/>
              </p:cNvSpPr>
              <p:nvPr/>
            </p:nvSpPr>
            <p:spPr bwMode="auto">
              <a:xfrm>
                <a:off x="2897188" y="1741488"/>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26" name="Line 118">
                <a:extLst>
                  <a:ext uri="{FF2B5EF4-FFF2-40B4-BE49-F238E27FC236}">
                    <a16:creationId xmlns:a16="http://schemas.microsoft.com/office/drawing/2014/main" id="{BC46574C-472D-37BF-780F-35C67CBBF65B}"/>
                  </a:ext>
                </a:extLst>
              </p:cNvPr>
              <p:cNvSpPr>
                <a:spLocks noChangeShapeType="1"/>
              </p:cNvSpPr>
              <p:nvPr/>
            </p:nvSpPr>
            <p:spPr bwMode="auto">
              <a:xfrm>
                <a:off x="3035300" y="1741488"/>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27" name="Rectangle 119">
                <a:extLst>
                  <a:ext uri="{FF2B5EF4-FFF2-40B4-BE49-F238E27FC236}">
                    <a16:creationId xmlns:a16="http://schemas.microsoft.com/office/drawing/2014/main" id="{1F664F20-5125-A809-924E-ED38B543E39E}"/>
                  </a:ext>
                </a:extLst>
              </p:cNvPr>
              <p:cNvSpPr>
                <a:spLocks noChangeArrowheads="1"/>
              </p:cNvSpPr>
              <p:nvPr/>
            </p:nvSpPr>
            <p:spPr bwMode="auto">
              <a:xfrm>
                <a:off x="3351213" y="1906588"/>
                <a:ext cx="284162"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28" name="Rectangle 120">
                <a:extLst>
                  <a:ext uri="{FF2B5EF4-FFF2-40B4-BE49-F238E27FC236}">
                    <a16:creationId xmlns:a16="http://schemas.microsoft.com/office/drawing/2014/main" id="{18A42C2B-3EA6-D5C3-7B99-ABA2A9525148}"/>
                  </a:ext>
                </a:extLst>
              </p:cNvPr>
              <p:cNvSpPr>
                <a:spLocks noChangeArrowheads="1"/>
              </p:cNvSpPr>
              <p:nvPr/>
            </p:nvSpPr>
            <p:spPr bwMode="auto">
              <a:xfrm>
                <a:off x="3894138" y="1909763"/>
                <a:ext cx="276225"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29" name="Line 121">
                <a:extLst>
                  <a:ext uri="{FF2B5EF4-FFF2-40B4-BE49-F238E27FC236}">
                    <a16:creationId xmlns:a16="http://schemas.microsoft.com/office/drawing/2014/main" id="{648237F7-ED1B-0211-B86A-9C1C7474285C}"/>
                  </a:ext>
                </a:extLst>
              </p:cNvPr>
              <p:cNvSpPr>
                <a:spLocks noChangeShapeType="1"/>
              </p:cNvSpPr>
              <p:nvPr/>
            </p:nvSpPr>
            <p:spPr bwMode="auto">
              <a:xfrm>
                <a:off x="3651250" y="1970088"/>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0" name="Line 122">
                <a:extLst>
                  <a:ext uri="{FF2B5EF4-FFF2-40B4-BE49-F238E27FC236}">
                    <a16:creationId xmlns:a16="http://schemas.microsoft.com/office/drawing/2014/main" id="{99746984-6428-961F-62AE-D5609624813B}"/>
                  </a:ext>
                </a:extLst>
              </p:cNvPr>
              <p:cNvSpPr>
                <a:spLocks noChangeShapeType="1"/>
              </p:cNvSpPr>
              <p:nvPr/>
            </p:nvSpPr>
            <p:spPr bwMode="auto">
              <a:xfrm>
                <a:off x="3651250" y="2103438"/>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1" name="Rectangle 123">
                <a:extLst>
                  <a:ext uri="{FF2B5EF4-FFF2-40B4-BE49-F238E27FC236}">
                    <a16:creationId xmlns:a16="http://schemas.microsoft.com/office/drawing/2014/main" id="{29CA6E20-57DE-0FED-DB68-C291682D3111}"/>
                  </a:ext>
                </a:extLst>
              </p:cNvPr>
              <p:cNvSpPr>
                <a:spLocks noChangeArrowheads="1"/>
              </p:cNvSpPr>
              <p:nvPr/>
            </p:nvSpPr>
            <p:spPr bwMode="auto">
              <a:xfrm>
                <a:off x="3854450" y="2290763"/>
                <a:ext cx="387350" cy="32067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32" name="Line 124">
                <a:extLst>
                  <a:ext uri="{FF2B5EF4-FFF2-40B4-BE49-F238E27FC236}">
                    <a16:creationId xmlns:a16="http://schemas.microsoft.com/office/drawing/2014/main" id="{4193A908-BD3E-FB4D-3B89-251DBC312BAF}"/>
                  </a:ext>
                </a:extLst>
              </p:cNvPr>
              <p:cNvSpPr>
                <a:spLocks noChangeShapeType="1"/>
              </p:cNvSpPr>
              <p:nvPr/>
            </p:nvSpPr>
            <p:spPr bwMode="auto">
              <a:xfrm>
                <a:off x="3427413" y="2147888"/>
                <a:ext cx="0" cy="198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3" name="Line 125">
                <a:extLst>
                  <a:ext uri="{FF2B5EF4-FFF2-40B4-BE49-F238E27FC236}">
                    <a16:creationId xmlns:a16="http://schemas.microsoft.com/office/drawing/2014/main" id="{B14E8E34-7F71-4B06-CE34-B6EF2E613C4F}"/>
                  </a:ext>
                </a:extLst>
              </p:cNvPr>
              <p:cNvSpPr>
                <a:spLocks noChangeShapeType="1"/>
              </p:cNvSpPr>
              <p:nvPr/>
            </p:nvSpPr>
            <p:spPr bwMode="auto">
              <a:xfrm>
                <a:off x="3565525" y="2147888"/>
                <a:ext cx="0" cy="198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4" name="Rectangle 126">
                <a:extLst>
                  <a:ext uri="{FF2B5EF4-FFF2-40B4-BE49-F238E27FC236}">
                    <a16:creationId xmlns:a16="http://schemas.microsoft.com/office/drawing/2014/main" id="{4BC92838-A938-EC32-61E0-48A3601AB5A6}"/>
                  </a:ext>
                </a:extLst>
              </p:cNvPr>
              <p:cNvSpPr>
                <a:spLocks noChangeArrowheads="1"/>
              </p:cNvSpPr>
              <p:nvPr/>
            </p:nvSpPr>
            <p:spPr bwMode="auto">
              <a:xfrm>
                <a:off x="3360738" y="2335213"/>
                <a:ext cx="285750"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35" name="Line 127">
                <a:extLst>
                  <a:ext uri="{FF2B5EF4-FFF2-40B4-BE49-F238E27FC236}">
                    <a16:creationId xmlns:a16="http://schemas.microsoft.com/office/drawing/2014/main" id="{6707297E-49BA-60CB-5417-5C35142813CF}"/>
                  </a:ext>
                </a:extLst>
              </p:cNvPr>
              <p:cNvSpPr>
                <a:spLocks noChangeShapeType="1"/>
              </p:cNvSpPr>
              <p:nvPr/>
            </p:nvSpPr>
            <p:spPr bwMode="auto">
              <a:xfrm>
                <a:off x="3960813" y="2147888"/>
                <a:ext cx="0" cy="1444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6" name="Line 128">
                <a:extLst>
                  <a:ext uri="{FF2B5EF4-FFF2-40B4-BE49-F238E27FC236}">
                    <a16:creationId xmlns:a16="http://schemas.microsoft.com/office/drawing/2014/main" id="{22366F41-0F51-64F1-54EF-D6C291D2F776}"/>
                  </a:ext>
                </a:extLst>
              </p:cNvPr>
              <p:cNvSpPr>
                <a:spLocks noChangeShapeType="1"/>
              </p:cNvSpPr>
              <p:nvPr/>
            </p:nvSpPr>
            <p:spPr bwMode="auto">
              <a:xfrm>
                <a:off x="4113213" y="2147888"/>
                <a:ext cx="0" cy="1444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7" name="Line 129">
                <a:extLst>
                  <a:ext uri="{FF2B5EF4-FFF2-40B4-BE49-F238E27FC236}">
                    <a16:creationId xmlns:a16="http://schemas.microsoft.com/office/drawing/2014/main" id="{C1047C15-67BA-6777-4B78-CD0D3564E140}"/>
                  </a:ext>
                </a:extLst>
              </p:cNvPr>
              <p:cNvSpPr>
                <a:spLocks noChangeShapeType="1"/>
              </p:cNvSpPr>
              <p:nvPr/>
            </p:nvSpPr>
            <p:spPr bwMode="auto">
              <a:xfrm>
                <a:off x="3427413" y="1709738"/>
                <a:ext cx="0" cy="1857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8" name="Line 130">
                <a:extLst>
                  <a:ext uri="{FF2B5EF4-FFF2-40B4-BE49-F238E27FC236}">
                    <a16:creationId xmlns:a16="http://schemas.microsoft.com/office/drawing/2014/main" id="{F3F4D574-8E68-A80A-CD33-735A223D6D85}"/>
                  </a:ext>
                </a:extLst>
              </p:cNvPr>
              <p:cNvSpPr>
                <a:spLocks noChangeShapeType="1"/>
              </p:cNvSpPr>
              <p:nvPr/>
            </p:nvSpPr>
            <p:spPr bwMode="auto">
              <a:xfrm>
                <a:off x="3651250" y="2398713"/>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9" name="Line 131">
                <a:extLst>
                  <a:ext uri="{FF2B5EF4-FFF2-40B4-BE49-F238E27FC236}">
                    <a16:creationId xmlns:a16="http://schemas.microsoft.com/office/drawing/2014/main" id="{3D556197-C8BA-364F-598E-7547B5BBB2A0}"/>
                  </a:ext>
                </a:extLst>
              </p:cNvPr>
              <p:cNvSpPr>
                <a:spLocks noChangeShapeType="1"/>
              </p:cNvSpPr>
              <p:nvPr/>
            </p:nvSpPr>
            <p:spPr bwMode="auto">
              <a:xfrm>
                <a:off x="3651250" y="2505075"/>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40" name="Line 132">
                <a:extLst>
                  <a:ext uri="{FF2B5EF4-FFF2-40B4-BE49-F238E27FC236}">
                    <a16:creationId xmlns:a16="http://schemas.microsoft.com/office/drawing/2014/main" id="{140DBFAD-4AEC-C420-BDF1-DB5D2020676C}"/>
                  </a:ext>
                </a:extLst>
              </p:cNvPr>
              <p:cNvSpPr>
                <a:spLocks noChangeShapeType="1"/>
              </p:cNvSpPr>
              <p:nvPr/>
            </p:nvSpPr>
            <p:spPr bwMode="auto">
              <a:xfrm>
                <a:off x="3556000" y="1714500"/>
                <a:ext cx="0" cy="1857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41" name="Line 133">
                <a:extLst>
                  <a:ext uri="{FF2B5EF4-FFF2-40B4-BE49-F238E27FC236}">
                    <a16:creationId xmlns:a16="http://schemas.microsoft.com/office/drawing/2014/main" id="{F7C8D78A-BC30-82C1-7A7D-4CFF98908C6D}"/>
                  </a:ext>
                </a:extLst>
              </p:cNvPr>
              <p:cNvSpPr>
                <a:spLocks noChangeShapeType="1"/>
              </p:cNvSpPr>
              <p:nvPr/>
            </p:nvSpPr>
            <p:spPr bwMode="auto">
              <a:xfrm>
                <a:off x="3963988" y="1746250"/>
                <a:ext cx="0" cy="1571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42" name="Line 134">
                <a:extLst>
                  <a:ext uri="{FF2B5EF4-FFF2-40B4-BE49-F238E27FC236}">
                    <a16:creationId xmlns:a16="http://schemas.microsoft.com/office/drawing/2014/main" id="{44D31807-44A4-93BC-7C9D-7303A4574C5C}"/>
                  </a:ext>
                </a:extLst>
              </p:cNvPr>
              <p:cNvSpPr>
                <a:spLocks noChangeShapeType="1"/>
              </p:cNvSpPr>
              <p:nvPr/>
            </p:nvSpPr>
            <p:spPr bwMode="auto">
              <a:xfrm>
                <a:off x="4113213" y="1746250"/>
                <a:ext cx="0" cy="1571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43" name="Line 135">
                <a:extLst>
                  <a:ext uri="{FF2B5EF4-FFF2-40B4-BE49-F238E27FC236}">
                    <a16:creationId xmlns:a16="http://schemas.microsoft.com/office/drawing/2014/main" id="{57403572-3BB5-163E-2851-6E73849B5C64}"/>
                  </a:ext>
                </a:extLst>
              </p:cNvPr>
              <p:cNvSpPr>
                <a:spLocks noChangeShapeType="1"/>
              </p:cNvSpPr>
              <p:nvPr/>
            </p:nvSpPr>
            <p:spPr bwMode="auto">
              <a:xfrm>
                <a:off x="4168775" y="1966913"/>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44" name="Line 136">
                <a:extLst>
                  <a:ext uri="{FF2B5EF4-FFF2-40B4-BE49-F238E27FC236}">
                    <a16:creationId xmlns:a16="http://schemas.microsoft.com/office/drawing/2014/main" id="{473AB094-08B4-F2B6-BF3A-59B697DA9547}"/>
                  </a:ext>
                </a:extLst>
              </p:cNvPr>
              <p:cNvSpPr>
                <a:spLocks noChangeShapeType="1"/>
              </p:cNvSpPr>
              <p:nvPr/>
            </p:nvSpPr>
            <p:spPr bwMode="auto">
              <a:xfrm>
                <a:off x="4168775" y="2109788"/>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45" name="Line 137">
                <a:extLst>
                  <a:ext uri="{FF2B5EF4-FFF2-40B4-BE49-F238E27FC236}">
                    <a16:creationId xmlns:a16="http://schemas.microsoft.com/office/drawing/2014/main" id="{6DC41198-A014-4037-0F46-4F253EC87458}"/>
                  </a:ext>
                </a:extLst>
              </p:cNvPr>
              <p:cNvSpPr>
                <a:spLocks noChangeShapeType="1"/>
              </p:cNvSpPr>
              <p:nvPr/>
            </p:nvSpPr>
            <p:spPr bwMode="auto">
              <a:xfrm>
                <a:off x="4233863" y="2395538"/>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46" name="Line 138">
                <a:extLst>
                  <a:ext uri="{FF2B5EF4-FFF2-40B4-BE49-F238E27FC236}">
                    <a16:creationId xmlns:a16="http://schemas.microsoft.com/office/drawing/2014/main" id="{57B26375-2DEB-FF24-F6C4-BD30FA3DB1E1}"/>
                  </a:ext>
                </a:extLst>
              </p:cNvPr>
              <p:cNvSpPr>
                <a:spLocks noChangeShapeType="1"/>
              </p:cNvSpPr>
              <p:nvPr/>
            </p:nvSpPr>
            <p:spPr bwMode="auto">
              <a:xfrm>
                <a:off x="4243388" y="2511425"/>
                <a:ext cx="2206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47" name="Rectangle 139">
                <a:extLst>
                  <a:ext uri="{FF2B5EF4-FFF2-40B4-BE49-F238E27FC236}">
                    <a16:creationId xmlns:a16="http://schemas.microsoft.com/office/drawing/2014/main" id="{856E02D9-DB0F-5662-5799-70A2B38ECBCF}"/>
                  </a:ext>
                </a:extLst>
              </p:cNvPr>
              <p:cNvSpPr>
                <a:spLocks noChangeArrowheads="1"/>
              </p:cNvSpPr>
              <p:nvPr/>
            </p:nvSpPr>
            <p:spPr bwMode="auto">
              <a:xfrm>
                <a:off x="4421188" y="1909763"/>
                <a:ext cx="282575"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48" name="Rectangle 140">
                <a:extLst>
                  <a:ext uri="{FF2B5EF4-FFF2-40B4-BE49-F238E27FC236}">
                    <a16:creationId xmlns:a16="http://schemas.microsoft.com/office/drawing/2014/main" id="{74AE737B-41E7-23D7-8D68-AA77C112CD77}"/>
                  </a:ext>
                </a:extLst>
              </p:cNvPr>
              <p:cNvSpPr>
                <a:spLocks noChangeArrowheads="1"/>
              </p:cNvSpPr>
              <p:nvPr/>
            </p:nvSpPr>
            <p:spPr bwMode="auto">
              <a:xfrm>
                <a:off x="4964113" y="1914525"/>
                <a:ext cx="276225" cy="234950"/>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49" name="Line 141">
                <a:extLst>
                  <a:ext uri="{FF2B5EF4-FFF2-40B4-BE49-F238E27FC236}">
                    <a16:creationId xmlns:a16="http://schemas.microsoft.com/office/drawing/2014/main" id="{EEF29F90-BB5E-7132-B10B-6E667535CA6A}"/>
                  </a:ext>
                </a:extLst>
              </p:cNvPr>
              <p:cNvSpPr>
                <a:spLocks noChangeShapeType="1"/>
              </p:cNvSpPr>
              <p:nvPr/>
            </p:nvSpPr>
            <p:spPr bwMode="auto">
              <a:xfrm>
                <a:off x="4721225" y="1971675"/>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50" name="Line 142">
                <a:extLst>
                  <a:ext uri="{FF2B5EF4-FFF2-40B4-BE49-F238E27FC236}">
                    <a16:creationId xmlns:a16="http://schemas.microsoft.com/office/drawing/2014/main" id="{C7CF9911-431C-BDFB-9188-18E0CB044E7E}"/>
                  </a:ext>
                </a:extLst>
              </p:cNvPr>
              <p:cNvSpPr>
                <a:spLocks noChangeShapeType="1"/>
              </p:cNvSpPr>
              <p:nvPr/>
            </p:nvSpPr>
            <p:spPr bwMode="auto">
              <a:xfrm>
                <a:off x="4721225" y="2106613"/>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51" name="Rectangle 143">
                <a:extLst>
                  <a:ext uri="{FF2B5EF4-FFF2-40B4-BE49-F238E27FC236}">
                    <a16:creationId xmlns:a16="http://schemas.microsoft.com/office/drawing/2014/main" id="{04F713C6-A114-FAB7-B7F7-37E512EB41B4}"/>
                  </a:ext>
                </a:extLst>
              </p:cNvPr>
              <p:cNvSpPr>
                <a:spLocks noChangeArrowheads="1"/>
              </p:cNvSpPr>
              <p:nvPr/>
            </p:nvSpPr>
            <p:spPr bwMode="auto">
              <a:xfrm>
                <a:off x="4924425" y="2293938"/>
                <a:ext cx="387350" cy="32067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52" name="Line 144">
                <a:extLst>
                  <a:ext uri="{FF2B5EF4-FFF2-40B4-BE49-F238E27FC236}">
                    <a16:creationId xmlns:a16="http://schemas.microsoft.com/office/drawing/2014/main" id="{E3FE99FC-A9A3-DF8D-D867-C18835D71292}"/>
                  </a:ext>
                </a:extLst>
              </p:cNvPr>
              <p:cNvSpPr>
                <a:spLocks noChangeShapeType="1"/>
              </p:cNvSpPr>
              <p:nvPr/>
            </p:nvSpPr>
            <p:spPr bwMode="auto">
              <a:xfrm>
                <a:off x="4497388" y="2151063"/>
                <a:ext cx="0" cy="198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53" name="Line 145">
                <a:extLst>
                  <a:ext uri="{FF2B5EF4-FFF2-40B4-BE49-F238E27FC236}">
                    <a16:creationId xmlns:a16="http://schemas.microsoft.com/office/drawing/2014/main" id="{74EB00F4-5497-5E10-991E-5F141ED32231}"/>
                  </a:ext>
                </a:extLst>
              </p:cNvPr>
              <p:cNvSpPr>
                <a:spLocks noChangeShapeType="1"/>
              </p:cNvSpPr>
              <p:nvPr/>
            </p:nvSpPr>
            <p:spPr bwMode="auto">
              <a:xfrm>
                <a:off x="4635500" y="2151063"/>
                <a:ext cx="0" cy="198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54" name="Rectangle 146">
                <a:extLst>
                  <a:ext uri="{FF2B5EF4-FFF2-40B4-BE49-F238E27FC236}">
                    <a16:creationId xmlns:a16="http://schemas.microsoft.com/office/drawing/2014/main" id="{468039E1-042E-9AF5-DCEB-C289F60FB5BA}"/>
                  </a:ext>
                </a:extLst>
              </p:cNvPr>
              <p:cNvSpPr>
                <a:spLocks noChangeArrowheads="1"/>
              </p:cNvSpPr>
              <p:nvPr/>
            </p:nvSpPr>
            <p:spPr bwMode="auto">
              <a:xfrm>
                <a:off x="4432300" y="2338388"/>
                <a:ext cx="282575"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55" name="Line 147">
                <a:extLst>
                  <a:ext uri="{FF2B5EF4-FFF2-40B4-BE49-F238E27FC236}">
                    <a16:creationId xmlns:a16="http://schemas.microsoft.com/office/drawing/2014/main" id="{281C42B7-C4E8-F080-D501-74D77B706EA5}"/>
                  </a:ext>
                </a:extLst>
              </p:cNvPr>
              <p:cNvSpPr>
                <a:spLocks noChangeShapeType="1"/>
              </p:cNvSpPr>
              <p:nvPr/>
            </p:nvSpPr>
            <p:spPr bwMode="auto">
              <a:xfrm>
                <a:off x="5030788" y="2151063"/>
                <a:ext cx="0" cy="1460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56" name="Line 148">
                <a:extLst>
                  <a:ext uri="{FF2B5EF4-FFF2-40B4-BE49-F238E27FC236}">
                    <a16:creationId xmlns:a16="http://schemas.microsoft.com/office/drawing/2014/main" id="{EB695649-7CC6-A1D3-F538-E2C734E750E2}"/>
                  </a:ext>
                </a:extLst>
              </p:cNvPr>
              <p:cNvSpPr>
                <a:spLocks noChangeShapeType="1"/>
              </p:cNvSpPr>
              <p:nvPr/>
            </p:nvSpPr>
            <p:spPr bwMode="auto">
              <a:xfrm>
                <a:off x="5183188" y="2151063"/>
                <a:ext cx="0" cy="1460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57" name="Line 149">
                <a:extLst>
                  <a:ext uri="{FF2B5EF4-FFF2-40B4-BE49-F238E27FC236}">
                    <a16:creationId xmlns:a16="http://schemas.microsoft.com/office/drawing/2014/main" id="{2B0934BB-F0FE-67DD-F481-1DD6EA2AAD11}"/>
                  </a:ext>
                </a:extLst>
              </p:cNvPr>
              <p:cNvSpPr>
                <a:spLocks noChangeShapeType="1"/>
              </p:cNvSpPr>
              <p:nvPr/>
            </p:nvSpPr>
            <p:spPr bwMode="auto">
              <a:xfrm>
                <a:off x="4508500" y="171450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58" name="Line 150">
                <a:extLst>
                  <a:ext uri="{FF2B5EF4-FFF2-40B4-BE49-F238E27FC236}">
                    <a16:creationId xmlns:a16="http://schemas.microsoft.com/office/drawing/2014/main" id="{DE381F85-7861-7974-B979-A6584E922CF9}"/>
                  </a:ext>
                </a:extLst>
              </p:cNvPr>
              <p:cNvSpPr>
                <a:spLocks noChangeShapeType="1"/>
              </p:cNvSpPr>
              <p:nvPr/>
            </p:nvSpPr>
            <p:spPr bwMode="auto">
              <a:xfrm>
                <a:off x="4721225" y="2400300"/>
                <a:ext cx="201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59" name="Line 151">
                <a:extLst>
                  <a:ext uri="{FF2B5EF4-FFF2-40B4-BE49-F238E27FC236}">
                    <a16:creationId xmlns:a16="http://schemas.microsoft.com/office/drawing/2014/main" id="{B41AAE3B-8D35-B1F3-7259-846D44D62E8D}"/>
                  </a:ext>
                </a:extLst>
              </p:cNvPr>
              <p:cNvSpPr>
                <a:spLocks noChangeShapeType="1"/>
              </p:cNvSpPr>
              <p:nvPr/>
            </p:nvSpPr>
            <p:spPr bwMode="auto">
              <a:xfrm>
                <a:off x="4721225" y="2506663"/>
                <a:ext cx="201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60" name="Line 152">
                <a:extLst>
                  <a:ext uri="{FF2B5EF4-FFF2-40B4-BE49-F238E27FC236}">
                    <a16:creationId xmlns:a16="http://schemas.microsoft.com/office/drawing/2014/main" id="{DD921B2F-A3D0-051C-EC5C-9D74C82B3727}"/>
                  </a:ext>
                </a:extLst>
              </p:cNvPr>
              <p:cNvSpPr>
                <a:spLocks noChangeShapeType="1"/>
              </p:cNvSpPr>
              <p:nvPr/>
            </p:nvSpPr>
            <p:spPr bwMode="auto">
              <a:xfrm>
                <a:off x="4646613" y="1724025"/>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61" name="Line 153">
                <a:extLst>
                  <a:ext uri="{FF2B5EF4-FFF2-40B4-BE49-F238E27FC236}">
                    <a16:creationId xmlns:a16="http://schemas.microsoft.com/office/drawing/2014/main" id="{F99A82F9-7D68-CFF0-DFC4-C5529B3EC279}"/>
                  </a:ext>
                </a:extLst>
              </p:cNvPr>
              <p:cNvSpPr>
                <a:spLocks noChangeShapeType="1"/>
              </p:cNvSpPr>
              <p:nvPr/>
            </p:nvSpPr>
            <p:spPr bwMode="auto">
              <a:xfrm>
                <a:off x="5033963" y="1749425"/>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62" name="Line 154">
                <a:extLst>
                  <a:ext uri="{FF2B5EF4-FFF2-40B4-BE49-F238E27FC236}">
                    <a16:creationId xmlns:a16="http://schemas.microsoft.com/office/drawing/2014/main" id="{94B062B6-7BE1-CF08-10E0-B69AB9D5CE0E}"/>
                  </a:ext>
                </a:extLst>
              </p:cNvPr>
              <p:cNvSpPr>
                <a:spLocks noChangeShapeType="1"/>
              </p:cNvSpPr>
              <p:nvPr/>
            </p:nvSpPr>
            <p:spPr bwMode="auto">
              <a:xfrm>
                <a:off x="5194300" y="1749425"/>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63" name="Line 155">
                <a:extLst>
                  <a:ext uri="{FF2B5EF4-FFF2-40B4-BE49-F238E27FC236}">
                    <a16:creationId xmlns:a16="http://schemas.microsoft.com/office/drawing/2014/main" id="{9D664E4C-EBC3-2B71-7CA8-BB334A15DBAA}"/>
                  </a:ext>
                </a:extLst>
              </p:cNvPr>
              <p:cNvSpPr>
                <a:spLocks noChangeShapeType="1"/>
              </p:cNvSpPr>
              <p:nvPr/>
            </p:nvSpPr>
            <p:spPr bwMode="auto">
              <a:xfrm>
                <a:off x="5249863" y="1971675"/>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64" name="Line 156">
                <a:extLst>
                  <a:ext uri="{FF2B5EF4-FFF2-40B4-BE49-F238E27FC236}">
                    <a16:creationId xmlns:a16="http://schemas.microsoft.com/office/drawing/2014/main" id="{58363220-18F5-E788-D014-EAEFE7A9C964}"/>
                  </a:ext>
                </a:extLst>
              </p:cNvPr>
              <p:cNvSpPr>
                <a:spLocks noChangeShapeType="1"/>
              </p:cNvSpPr>
              <p:nvPr/>
            </p:nvSpPr>
            <p:spPr bwMode="auto">
              <a:xfrm>
                <a:off x="5249863" y="2097088"/>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65" name="Line 157">
                <a:extLst>
                  <a:ext uri="{FF2B5EF4-FFF2-40B4-BE49-F238E27FC236}">
                    <a16:creationId xmlns:a16="http://schemas.microsoft.com/office/drawing/2014/main" id="{05FE448A-970B-69E6-5674-F732A7972504}"/>
                  </a:ext>
                </a:extLst>
              </p:cNvPr>
              <p:cNvSpPr>
                <a:spLocks noChangeShapeType="1"/>
              </p:cNvSpPr>
              <p:nvPr/>
            </p:nvSpPr>
            <p:spPr bwMode="auto">
              <a:xfrm>
                <a:off x="5311775" y="2392363"/>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66" name="Line 158">
                <a:extLst>
                  <a:ext uri="{FF2B5EF4-FFF2-40B4-BE49-F238E27FC236}">
                    <a16:creationId xmlns:a16="http://schemas.microsoft.com/office/drawing/2014/main" id="{DE2A2DC8-3E66-3FC0-F51A-8F2DF23505D6}"/>
                  </a:ext>
                </a:extLst>
              </p:cNvPr>
              <p:cNvSpPr>
                <a:spLocks noChangeShapeType="1"/>
              </p:cNvSpPr>
              <p:nvPr/>
            </p:nvSpPr>
            <p:spPr bwMode="auto">
              <a:xfrm>
                <a:off x="5322888" y="2517775"/>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67" name="Line 159">
                <a:extLst>
                  <a:ext uri="{FF2B5EF4-FFF2-40B4-BE49-F238E27FC236}">
                    <a16:creationId xmlns:a16="http://schemas.microsoft.com/office/drawing/2014/main" id="{AE7FB856-26C4-E15A-450A-F28C508A7156}"/>
                  </a:ext>
                </a:extLst>
              </p:cNvPr>
              <p:cNvSpPr>
                <a:spLocks noChangeShapeType="1"/>
              </p:cNvSpPr>
              <p:nvPr/>
            </p:nvSpPr>
            <p:spPr bwMode="auto">
              <a:xfrm>
                <a:off x="5856288" y="1957388"/>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68" name="Line 160">
                <a:extLst>
                  <a:ext uri="{FF2B5EF4-FFF2-40B4-BE49-F238E27FC236}">
                    <a16:creationId xmlns:a16="http://schemas.microsoft.com/office/drawing/2014/main" id="{281296CA-2177-805E-F412-3AAFA0130D4E}"/>
                  </a:ext>
                </a:extLst>
              </p:cNvPr>
              <p:cNvSpPr>
                <a:spLocks noChangeShapeType="1"/>
              </p:cNvSpPr>
              <p:nvPr/>
            </p:nvSpPr>
            <p:spPr bwMode="auto">
              <a:xfrm>
                <a:off x="5856288" y="2100263"/>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69" name="Line 161">
                <a:extLst>
                  <a:ext uri="{FF2B5EF4-FFF2-40B4-BE49-F238E27FC236}">
                    <a16:creationId xmlns:a16="http://schemas.microsoft.com/office/drawing/2014/main" id="{5A3D956F-9713-56C0-2068-FED786349810}"/>
                  </a:ext>
                </a:extLst>
              </p:cNvPr>
              <p:cNvSpPr>
                <a:spLocks noChangeShapeType="1"/>
              </p:cNvSpPr>
              <p:nvPr/>
            </p:nvSpPr>
            <p:spPr bwMode="auto">
              <a:xfrm>
                <a:off x="5919788" y="2386013"/>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70" name="Line 162">
                <a:extLst>
                  <a:ext uri="{FF2B5EF4-FFF2-40B4-BE49-F238E27FC236}">
                    <a16:creationId xmlns:a16="http://schemas.microsoft.com/office/drawing/2014/main" id="{58DF53B2-8224-0F03-FD81-48C3536AEDE6}"/>
                  </a:ext>
                </a:extLst>
              </p:cNvPr>
              <p:cNvSpPr>
                <a:spLocks noChangeShapeType="1"/>
              </p:cNvSpPr>
              <p:nvPr/>
            </p:nvSpPr>
            <p:spPr bwMode="auto">
              <a:xfrm>
                <a:off x="5932488" y="2503488"/>
                <a:ext cx="2174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71" name="Rectangle 163">
                <a:extLst>
                  <a:ext uri="{FF2B5EF4-FFF2-40B4-BE49-F238E27FC236}">
                    <a16:creationId xmlns:a16="http://schemas.microsoft.com/office/drawing/2014/main" id="{3727F007-06CB-CAE6-309A-780879E253AD}"/>
                  </a:ext>
                </a:extLst>
              </p:cNvPr>
              <p:cNvSpPr>
                <a:spLocks noChangeArrowheads="1"/>
              </p:cNvSpPr>
              <p:nvPr/>
            </p:nvSpPr>
            <p:spPr bwMode="auto">
              <a:xfrm>
                <a:off x="6107113" y="1901825"/>
                <a:ext cx="284162" cy="234950"/>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72" name="Rectangle 164">
                <a:extLst>
                  <a:ext uri="{FF2B5EF4-FFF2-40B4-BE49-F238E27FC236}">
                    <a16:creationId xmlns:a16="http://schemas.microsoft.com/office/drawing/2014/main" id="{1896BB21-65B7-4634-9B9D-2203CE73A5E4}"/>
                  </a:ext>
                </a:extLst>
              </p:cNvPr>
              <p:cNvSpPr>
                <a:spLocks noChangeArrowheads="1"/>
              </p:cNvSpPr>
              <p:nvPr/>
            </p:nvSpPr>
            <p:spPr bwMode="auto">
              <a:xfrm>
                <a:off x="6650038" y="1905000"/>
                <a:ext cx="276225"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73" name="Line 165">
                <a:extLst>
                  <a:ext uri="{FF2B5EF4-FFF2-40B4-BE49-F238E27FC236}">
                    <a16:creationId xmlns:a16="http://schemas.microsoft.com/office/drawing/2014/main" id="{3C34C8E6-8907-AF93-F51E-4410DF96DDC2}"/>
                  </a:ext>
                </a:extLst>
              </p:cNvPr>
              <p:cNvSpPr>
                <a:spLocks noChangeShapeType="1"/>
              </p:cNvSpPr>
              <p:nvPr/>
            </p:nvSpPr>
            <p:spPr bwMode="auto">
              <a:xfrm>
                <a:off x="6407150" y="1963738"/>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74" name="Line 166">
                <a:extLst>
                  <a:ext uri="{FF2B5EF4-FFF2-40B4-BE49-F238E27FC236}">
                    <a16:creationId xmlns:a16="http://schemas.microsoft.com/office/drawing/2014/main" id="{D8A5E535-66EC-41E6-BA6C-BFD48D8DDECC}"/>
                  </a:ext>
                </a:extLst>
              </p:cNvPr>
              <p:cNvSpPr>
                <a:spLocks noChangeShapeType="1"/>
              </p:cNvSpPr>
              <p:nvPr/>
            </p:nvSpPr>
            <p:spPr bwMode="auto">
              <a:xfrm>
                <a:off x="6407150" y="2097088"/>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75" name="Rectangle 167">
                <a:extLst>
                  <a:ext uri="{FF2B5EF4-FFF2-40B4-BE49-F238E27FC236}">
                    <a16:creationId xmlns:a16="http://schemas.microsoft.com/office/drawing/2014/main" id="{1E546643-544E-FF92-16CF-540639C18084}"/>
                  </a:ext>
                </a:extLst>
              </p:cNvPr>
              <p:cNvSpPr>
                <a:spLocks noChangeArrowheads="1"/>
              </p:cNvSpPr>
              <p:nvPr/>
            </p:nvSpPr>
            <p:spPr bwMode="auto">
              <a:xfrm>
                <a:off x="6610350" y="2284413"/>
                <a:ext cx="387350" cy="32067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76" name="Line 168">
                <a:extLst>
                  <a:ext uri="{FF2B5EF4-FFF2-40B4-BE49-F238E27FC236}">
                    <a16:creationId xmlns:a16="http://schemas.microsoft.com/office/drawing/2014/main" id="{FFC219EE-D2C2-B1F6-2A40-7BD0EA800A18}"/>
                  </a:ext>
                </a:extLst>
              </p:cNvPr>
              <p:cNvSpPr>
                <a:spLocks noChangeShapeType="1"/>
              </p:cNvSpPr>
              <p:nvPr/>
            </p:nvSpPr>
            <p:spPr bwMode="auto">
              <a:xfrm>
                <a:off x="6173788" y="2143125"/>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77" name="Line 169">
                <a:extLst>
                  <a:ext uri="{FF2B5EF4-FFF2-40B4-BE49-F238E27FC236}">
                    <a16:creationId xmlns:a16="http://schemas.microsoft.com/office/drawing/2014/main" id="{B31C6286-E31E-8934-ECAC-BD5C52BA3C0D}"/>
                  </a:ext>
                </a:extLst>
              </p:cNvPr>
              <p:cNvSpPr>
                <a:spLocks noChangeShapeType="1"/>
              </p:cNvSpPr>
              <p:nvPr/>
            </p:nvSpPr>
            <p:spPr bwMode="auto">
              <a:xfrm>
                <a:off x="6323013" y="2143125"/>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78" name="Rectangle 170">
                <a:extLst>
                  <a:ext uri="{FF2B5EF4-FFF2-40B4-BE49-F238E27FC236}">
                    <a16:creationId xmlns:a16="http://schemas.microsoft.com/office/drawing/2014/main" id="{0E68AAB0-D95D-5BE0-C810-BE1CA7F94EA6}"/>
                  </a:ext>
                </a:extLst>
              </p:cNvPr>
              <p:cNvSpPr>
                <a:spLocks noChangeArrowheads="1"/>
              </p:cNvSpPr>
              <p:nvPr/>
            </p:nvSpPr>
            <p:spPr bwMode="auto">
              <a:xfrm>
                <a:off x="6118225" y="2328863"/>
                <a:ext cx="284163"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79" name="Line 171">
                <a:extLst>
                  <a:ext uri="{FF2B5EF4-FFF2-40B4-BE49-F238E27FC236}">
                    <a16:creationId xmlns:a16="http://schemas.microsoft.com/office/drawing/2014/main" id="{C1307EE4-B540-572B-192B-10E96FFE230A}"/>
                  </a:ext>
                </a:extLst>
              </p:cNvPr>
              <p:cNvSpPr>
                <a:spLocks noChangeShapeType="1"/>
              </p:cNvSpPr>
              <p:nvPr/>
            </p:nvSpPr>
            <p:spPr bwMode="auto">
              <a:xfrm>
                <a:off x="6716713" y="2143125"/>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80" name="Line 172">
                <a:extLst>
                  <a:ext uri="{FF2B5EF4-FFF2-40B4-BE49-F238E27FC236}">
                    <a16:creationId xmlns:a16="http://schemas.microsoft.com/office/drawing/2014/main" id="{12F83B35-E8B9-493F-9EA8-008798789775}"/>
                  </a:ext>
                </a:extLst>
              </p:cNvPr>
              <p:cNvSpPr>
                <a:spLocks noChangeShapeType="1"/>
              </p:cNvSpPr>
              <p:nvPr/>
            </p:nvSpPr>
            <p:spPr bwMode="auto">
              <a:xfrm>
                <a:off x="6870700" y="2143125"/>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81" name="Line 173">
                <a:extLst>
                  <a:ext uri="{FF2B5EF4-FFF2-40B4-BE49-F238E27FC236}">
                    <a16:creationId xmlns:a16="http://schemas.microsoft.com/office/drawing/2014/main" id="{FF0DFD49-10A8-06B2-ABDD-29FE9CDD9C09}"/>
                  </a:ext>
                </a:extLst>
              </p:cNvPr>
              <p:cNvSpPr>
                <a:spLocks noChangeShapeType="1"/>
              </p:cNvSpPr>
              <p:nvPr/>
            </p:nvSpPr>
            <p:spPr bwMode="auto">
              <a:xfrm>
                <a:off x="6181725" y="1703388"/>
                <a:ext cx="0" cy="1936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82" name="Line 174">
                <a:extLst>
                  <a:ext uri="{FF2B5EF4-FFF2-40B4-BE49-F238E27FC236}">
                    <a16:creationId xmlns:a16="http://schemas.microsoft.com/office/drawing/2014/main" id="{3A9452AA-24DE-3585-A65F-E6A758364306}"/>
                  </a:ext>
                </a:extLst>
              </p:cNvPr>
              <p:cNvSpPr>
                <a:spLocks noChangeShapeType="1"/>
              </p:cNvSpPr>
              <p:nvPr/>
            </p:nvSpPr>
            <p:spPr bwMode="auto">
              <a:xfrm>
                <a:off x="6407150" y="2392363"/>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83" name="Line 175">
                <a:extLst>
                  <a:ext uri="{FF2B5EF4-FFF2-40B4-BE49-F238E27FC236}">
                    <a16:creationId xmlns:a16="http://schemas.microsoft.com/office/drawing/2014/main" id="{1E6458C2-768D-7E9B-AC17-63E93DBAC48A}"/>
                  </a:ext>
                </a:extLst>
              </p:cNvPr>
              <p:cNvSpPr>
                <a:spLocks noChangeShapeType="1"/>
              </p:cNvSpPr>
              <p:nvPr/>
            </p:nvSpPr>
            <p:spPr bwMode="auto">
              <a:xfrm>
                <a:off x="6407150" y="2500313"/>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84" name="Line 176">
                <a:extLst>
                  <a:ext uri="{FF2B5EF4-FFF2-40B4-BE49-F238E27FC236}">
                    <a16:creationId xmlns:a16="http://schemas.microsoft.com/office/drawing/2014/main" id="{C60231F9-6D68-8C51-B749-255363C9A373}"/>
                  </a:ext>
                </a:extLst>
              </p:cNvPr>
              <p:cNvSpPr>
                <a:spLocks noChangeShapeType="1"/>
              </p:cNvSpPr>
              <p:nvPr/>
            </p:nvSpPr>
            <p:spPr bwMode="auto">
              <a:xfrm>
                <a:off x="6342063" y="1703388"/>
                <a:ext cx="0" cy="1936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85" name="Line 177">
                <a:extLst>
                  <a:ext uri="{FF2B5EF4-FFF2-40B4-BE49-F238E27FC236}">
                    <a16:creationId xmlns:a16="http://schemas.microsoft.com/office/drawing/2014/main" id="{B2EE8B10-395F-098C-1C0B-BC7887BC1CBC}"/>
                  </a:ext>
                </a:extLst>
              </p:cNvPr>
              <p:cNvSpPr>
                <a:spLocks noChangeShapeType="1"/>
              </p:cNvSpPr>
              <p:nvPr/>
            </p:nvSpPr>
            <p:spPr bwMode="auto">
              <a:xfrm>
                <a:off x="6710363" y="1741488"/>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86" name="Line 178">
                <a:extLst>
                  <a:ext uri="{FF2B5EF4-FFF2-40B4-BE49-F238E27FC236}">
                    <a16:creationId xmlns:a16="http://schemas.microsoft.com/office/drawing/2014/main" id="{F1D407DE-57BF-A624-8A3B-716709BD26AB}"/>
                  </a:ext>
                </a:extLst>
              </p:cNvPr>
              <p:cNvSpPr>
                <a:spLocks noChangeShapeType="1"/>
              </p:cNvSpPr>
              <p:nvPr/>
            </p:nvSpPr>
            <p:spPr bwMode="auto">
              <a:xfrm>
                <a:off x="6859588" y="1741488"/>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87" name="Line 179">
                <a:extLst>
                  <a:ext uri="{FF2B5EF4-FFF2-40B4-BE49-F238E27FC236}">
                    <a16:creationId xmlns:a16="http://schemas.microsoft.com/office/drawing/2014/main" id="{52C048FB-5217-F319-3EAD-B5E415EA06A7}"/>
                  </a:ext>
                </a:extLst>
              </p:cNvPr>
              <p:cNvSpPr>
                <a:spLocks noChangeShapeType="1"/>
              </p:cNvSpPr>
              <p:nvPr/>
            </p:nvSpPr>
            <p:spPr bwMode="auto">
              <a:xfrm>
                <a:off x="6923088" y="1963738"/>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88" name="Line 180">
                <a:extLst>
                  <a:ext uri="{FF2B5EF4-FFF2-40B4-BE49-F238E27FC236}">
                    <a16:creationId xmlns:a16="http://schemas.microsoft.com/office/drawing/2014/main" id="{E20B0BE3-0474-6E4C-837B-191AC99C59EA}"/>
                  </a:ext>
                </a:extLst>
              </p:cNvPr>
              <p:cNvSpPr>
                <a:spLocks noChangeShapeType="1"/>
              </p:cNvSpPr>
              <p:nvPr/>
            </p:nvSpPr>
            <p:spPr bwMode="auto">
              <a:xfrm>
                <a:off x="6923088" y="2089150"/>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89" name="Line 181">
                <a:extLst>
                  <a:ext uri="{FF2B5EF4-FFF2-40B4-BE49-F238E27FC236}">
                    <a16:creationId xmlns:a16="http://schemas.microsoft.com/office/drawing/2014/main" id="{E55CA232-AF81-711D-249C-8A9AAB4D139C}"/>
                  </a:ext>
                </a:extLst>
              </p:cNvPr>
              <p:cNvSpPr>
                <a:spLocks noChangeShapeType="1"/>
              </p:cNvSpPr>
              <p:nvPr/>
            </p:nvSpPr>
            <p:spPr bwMode="auto">
              <a:xfrm>
                <a:off x="6999288" y="2382838"/>
                <a:ext cx="2016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90" name="Line 182">
                <a:extLst>
                  <a:ext uri="{FF2B5EF4-FFF2-40B4-BE49-F238E27FC236}">
                    <a16:creationId xmlns:a16="http://schemas.microsoft.com/office/drawing/2014/main" id="{11F26BF8-334E-3468-0F9E-52EBEB2B7F8E}"/>
                  </a:ext>
                </a:extLst>
              </p:cNvPr>
              <p:cNvSpPr>
                <a:spLocks noChangeShapeType="1"/>
              </p:cNvSpPr>
              <p:nvPr/>
            </p:nvSpPr>
            <p:spPr bwMode="auto">
              <a:xfrm>
                <a:off x="7010400" y="2490788"/>
                <a:ext cx="201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91" name="Line 183">
                <a:extLst>
                  <a:ext uri="{FF2B5EF4-FFF2-40B4-BE49-F238E27FC236}">
                    <a16:creationId xmlns:a16="http://schemas.microsoft.com/office/drawing/2014/main" id="{70697F78-C785-209F-AB14-8FA5E617AC85}"/>
                  </a:ext>
                </a:extLst>
              </p:cNvPr>
              <p:cNvSpPr>
                <a:spLocks noChangeShapeType="1"/>
              </p:cNvSpPr>
              <p:nvPr/>
            </p:nvSpPr>
            <p:spPr bwMode="auto">
              <a:xfrm>
                <a:off x="5538788" y="1971675"/>
                <a:ext cx="255587"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392" name="Line 184">
                <a:extLst>
                  <a:ext uri="{FF2B5EF4-FFF2-40B4-BE49-F238E27FC236}">
                    <a16:creationId xmlns:a16="http://schemas.microsoft.com/office/drawing/2014/main" id="{CE631813-AA80-AB64-48CB-C7C6F2F0C95C}"/>
                  </a:ext>
                </a:extLst>
              </p:cNvPr>
              <p:cNvSpPr>
                <a:spLocks noChangeShapeType="1"/>
              </p:cNvSpPr>
              <p:nvPr/>
            </p:nvSpPr>
            <p:spPr bwMode="auto">
              <a:xfrm>
                <a:off x="5548313" y="2097088"/>
                <a:ext cx="257175"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393" name="Line 185">
                <a:extLst>
                  <a:ext uri="{FF2B5EF4-FFF2-40B4-BE49-F238E27FC236}">
                    <a16:creationId xmlns:a16="http://schemas.microsoft.com/office/drawing/2014/main" id="{6EA852D9-ECF5-68E9-19CC-73D9FE0941DE}"/>
                  </a:ext>
                </a:extLst>
              </p:cNvPr>
              <p:cNvSpPr>
                <a:spLocks noChangeShapeType="1"/>
              </p:cNvSpPr>
              <p:nvPr/>
            </p:nvSpPr>
            <p:spPr bwMode="auto">
              <a:xfrm>
                <a:off x="5591175" y="2382838"/>
                <a:ext cx="257175"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394" name="Line 186">
                <a:extLst>
                  <a:ext uri="{FF2B5EF4-FFF2-40B4-BE49-F238E27FC236}">
                    <a16:creationId xmlns:a16="http://schemas.microsoft.com/office/drawing/2014/main" id="{EB887690-8CEF-6BC9-D2AA-EB38327A1E89}"/>
                  </a:ext>
                </a:extLst>
              </p:cNvPr>
              <p:cNvSpPr>
                <a:spLocks noChangeShapeType="1"/>
              </p:cNvSpPr>
              <p:nvPr/>
            </p:nvSpPr>
            <p:spPr bwMode="auto">
              <a:xfrm>
                <a:off x="5602288" y="2517775"/>
                <a:ext cx="257175"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4155" name="Rectangle 187">
                <a:extLst>
                  <a:ext uri="{FF2B5EF4-FFF2-40B4-BE49-F238E27FC236}">
                    <a16:creationId xmlns:a16="http://schemas.microsoft.com/office/drawing/2014/main" id="{1747391E-1711-4B9B-9C3B-9D6EA95686D2}"/>
                  </a:ext>
                </a:extLst>
              </p:cNvPr>
              <p:cNvSpPr>
                <a:spLocks noChangeArrowheads="1"/>
              </p:cNvSpPr>
              <p:nvPr/>
            </p:nvSpPr>
            <p:spPr bwMode="auto">
              <a:xfrm>
                <a:off x="1586725" y="1027498"/>
                <a:ext cx="429682" cy="3925692"/>
              </a:xfrm>
              <a:prstGeom prst="rect">
                <a:avLst/>
              </a:prstGeom>
              <a:solidFill>
                <a:schemeClr val="accent1">
                  <a:lumMod val="40000"/>
                  <a:lumOff val="60000"/>
                </a:schemeClr>
              </a:solidFill>
              <a:ln w="22225">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84156" name="Rectangle 188">
                <a:extLst>
                  <a:ext uri="{FF2B5EF4-FFF2-40B4-BE49-F238E27FC236}">
                    <a16:creationId xmlns:a16="http://schemas.microsoft.com/office/drawing/2014/main" id="{C223A6D6-9C3B-4BB8-B19C-0AD9B03B82E0}"/>
                  </a:ext>
                </a:extLst>
              </p:cNvPr>
              <p:cNvSpPr>
                <a:spLocks noChangeArrowheads="1"/>
              </p:cNvSpPr>
              <p:nvPr/>
            </p:nvSpPr>
            <p:spPr bwMode="auto">
              <a:xfrm>
                <a:off x="7211805" y="1034842"/>
                <a:ext cx="449293" cy="3899986"/>
              </a:xfrm>
              <a:prstGeom prst="rect">
                <a:avLst/>
              </a:prstGeom>
              <a:solidFill>
                <a:schemeClr val="accent1">
                  <a:lumMod val="40000"/>
                  <a:lumOff val="60000"/>
                </a:schemeClr>
              </a:solidFill>
              <a:ln w="22225">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51397" name="Rectangle 189">
                <a:extLst>
                  <a:ext uri="{FF2B5EF4-FFF2-40B4-BE49-F238E27FC236}">
                    <a16:creationId xmlns:a16="http://schemas.microsoft.com/office/drawing/2014/main" id="{6747FDDF-8B05-A92E-214D-726DF031CAA1}"/>
                  </a:ext>
                </a:extLst>
              </p:cNvPr>
              <p:cNvSpPr>
                <a:spLocks noChangeArrowheads="1"/>
              </p:cNvSpPr>
              <p:nvPr/>
            </p:nvSpPr>
            <p:spPr bwMode="auto">
              <a:xfrm>
                <a:off x="2271713" y="2767013"/>
                <a:ext cx="284162"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98" name="Rectangle 190">
                <a:extLst>
                  <a:ext uri="{FF2B5EF4-FFF2-40B4-BE49-F238E27FC236}">
                    <a16:creationId xmlns:a16="http://schemas.microsoft.com/office/drawing/2014/main" id="{27BAE31A-D188-2251-D5BB-556420E5D25B}"/>
                  </a:ext>
                </a:extLst>
              </p:cNvPr>
              <p:cNvSpPr>
                <a:spLocks noChangeArrowheads="1"/>
              </p:cNvSpPr>
              <p:nvPr/>
            </p:nvSpPr>
            <p:spPr bwMode="auto">
              <a:xfrm>
                <a:off x="2814638" y="2770188"/>
                <a:ext cx="277812"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99" name="Line 191">
                <a:extLst>
                  <a:ext uri="{FF2B5EF4-FFF2-40B4-BE49-F238E27FC236}">
                    <a16:creationId xmlns:a16="http://schemas.microsoft.com/office/drawing/2014/main" id="{50FBDB01-37C2-7006-DA5C-AC49D404CF6B}"/>
                  </a:ext>
                </a:extLst>
              </p:cNvPr>
              <p:cNvSpPr>
                <a:spLocks noChangeShapeType="1"/>
              </p:cNvSpPr>
              <p:nvPr/>
            </p:nvSpPr>
            <p:spPr bwMode="auto">
              <a:xfrm>
                <a:off x="2003425" y="2828925"/>
                <a:ext cx="257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00" name="Line 192">
                <a:extLst>
                  <a:ext uri="{FF2B5EF4-FFF2-40B4-BE49-F238E27FC236}">
                    <a16:creationId xmlns:a16="http://schemas.microsoft.com/office/drawing/2014/main" id="{5BEB4928-677F-299E-9974-F50CCF0EFE81}"/>
                  </a:ext>
                </a:extLst>
              </p:cNvPr>
              <p:cNvSpPr>
                <a:spLocks noChangeShapeType="1"/>
              </p:cNvSpPr>
              <p:nvPr/>
            </p:nvSpPr>
            <p:spPr bwMode="auto">
              <a:xfrm>
                <a:off x="2003425" y="2971800"/>
                <a:ext cx="257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01" name="Line 193">
                <a:extLst>
                  <a:ext uri="{FF2B5EF4-FFF2-40B4-BE49-F238E27FC236}">
                    <a16:creationId xmlns:a16="http://schemas.microsoft.com/office/drawing/2014/main" id="{3CB3342A-F62B-62C8-3D1A-34C6C020DFA6}"/>
                  </a:ext>
                </a:extLst>
              </p:cNvPr>
              <p:cNvSpPr>
                <a:spLocks noChangeShapeType="1"/>
              </p:cNvSpPr>
              <p:nvPr/>
            </p:nvSpPr>
            <p:spPr bwMode="auto">
              <a:xfrm>
                <a:off x="2571750" y="2828925"/>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02" name="Line 194">
                <a:extLst>
                  <a:ext uri="{FF2B5EF4-FFF2-40B4-BE49-F238E27FC236}">
                    <a16:creationId xmlns:a16="http://schemas.microsoft.com/office/drawing/2014/main" id="{21962A3A-0481-4474-33AA-88EF20C93B38}"/>
                  </a:ext>
                </a:extLst>
              </p:cNvPr>
              <p:cNvSpPr>
                <a:spLocks noChangeShapeType="1"/>
              </p:cNvSpPr>
              <p:nvPr/>
            </p:nvSpPr>
            <p:spPr bwMode="auto">
              <a:xfrm>
                <a:off x="2571750" y="2962275"/>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03" name="Line 195">
                <a:extLst>
                  <a:ext uri="{FF2B5EF4-FFF2-40B4-BE49-F238E27FC236}">
                    <a16:creationId xmlns:a16="http://schemas.microsoft.com/office/drawing/2014/main" id="{096DFC21-7F16-7A43-9FE0-D31C2BD96530}"/>
                  </a:ext>
                </a:extLst>
              </p:cNvPr>
              <p:cNvSpPr>
                <a:spLocks noChangeShapeType="1"/>
              </p:cNvSpPr>
              <p:nvPr/>
            </p:nvSpPr>
            <p:spPr bwMode="auto">
              <a:xfrm>
                <a:off x="3089275" y="2828925"/>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04" name="Line 196">
                <a:extLst>
                  <a:ext uri="{FF2B5EF4-FFF2-40B4-BE49-F238E27FC236}">
                    <a16:creationId xmlns:a16="http://schemas.microsoft.com/office/drawing/2014/main" id="{9D316EA7-DB8D-E308-4DFA-55C4AE3D0133}"/>
                  </a:ext>
                </a:extLst>
              </p:cNvPr>
              <p:cNvSpPr>
                <a:spLocks noChangeShapeType="1"/>
              </p:cNvSpPr>
              <p:nvPr/>
            </p:nvSpPr>
            <p:spPr bwMode="auto">
              <a:xfrm>
                <a:off x="3089275" y="2971800"/>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05" name="Rectangle 197">
                <a:extLst>
                  <a:ext uri="{FF2B5EF4-FFF2-40B4-BE49-F238E27FC236}">
                    <a16:creationId xmlns:a16="http://schemas.microsoft.com/office/drawing/2014/main" id="{B2E9ABF6-60AB-0B67-4908-325375A6F69F}"/>
                  </a:ext>
                </a:extLst>
              </p:cNvPr>
              <p:cNvSpPr>
                <a:spLocks noChangeArrowheads="1"/>
              </p:cNvSpPr>
              <p:nvPr/>
            </p:nvSpPr>
            <p:spPr bwMode="auto">
              <a:xfrm>
                <a:off x="2755900" y="3149600"/>
                <a:ext cx="385763" cy="32067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06" name="Line 198">
                <a:extLst>
                  <a:ext uri="{FF2B5EF4-FFF2-40B4-BE49-F238E27FC236}">
                    <a16:creationId xmlns:a16="http://schemas.microsoft.com/office/drawing/2014/main" id="{0BC63337-2806-0D0A-5F32-47A21D191410}"/>
                  </a:ext>
                </a:extLst>
              </p:cNvPr>
              <p:cNvSpPr>
                <a:spLocks noChangeShapeType="1"/>
              </p:cNvSpPr>
              <p:nvPr/>
            </p:nvSpPr>
            <p:spPr bwMode="auto">
              <a:xfrm>
                <a:off x="2349500" y="3008313"/>
                <a:ext cx="0" cy="198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07" name="Line 199">
                <a:extLst>
                  <a:ext uri="{FF2B5EF4-FFF2-40B4-BE49-F238E27FC236}">
                    <a16:creationId xmlns:a16="http://schemas.microsoft.com/office/drawing/2014/main" id="{700822A8-D14A-22DA-D89E-DB8F9A24DE0D}"/>
                  </a:ext>
                </a:extLst>
              </p:cNvPr>
              <p:cNvSpPr>
                <a:spLocks noChangeShapeType="1"/>
              </p:cNvSpPr>
              <p:nvPr/>
            </p:nvSpPr>
            <p:spPr bwMode="auto">
              <a:xfrm>
                <a:off x="2487613" y="3008313"/>
                <a:ext cx="0" cy="198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08" name="Rectangle 200">
                <a:extLst>
                  <a:ext uri="{FF2B5EF4-FFF2-40B4-BE49-F238E27FC236}">
                    <a16:creationId xmlns:a16="http://schemas.microsoft.com/office/drawing/2014/main" id="{454BA9CB-ED78-21F4-0E9A-0D79471F1BA2}"/>
                  </a:ext>
                </a:extLst>
              </p:cNvPr>
              <p:cNvSpPr>
                <a:spLocks noChangeArrowheads="1"/>
              </p:cNvSpPr>
              <p:nvPr/>
            </p:nvSpPr>
            <p:spPr bwMode="auto">
              <a:xfrm>
                <a:off x="2271713" y="3195638"/>
                <a:ext cx="284162" cy="234950"/>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09" name="Line 201">
                <a:extLst>
                  <a:ext uri="{FF2B5EF4-FFF2-40B4-BE49-F238E27FC236}">
                    <a16:creationId xmlns:a16="http://schemas.microsoft.com/office/drawing/2014/main" id="{F074474F-DCC3-B469-711E-9D3E57F79047}"/>
                  </a:ext>
                </a:extLst>
              </p:cNvPr>
              <p:cNvSpPr>
                <a:spLocks noChangeShapeType="1"/>
              </p:cNvSpPr>
              <p:nvPr/>
            </p:nvSpPr>
            <p:spPr bwMode="auto">
              <a:xfrm>
                <a:off x="2881313" y="3008313"/>
                <a:ext cx="0" cy="1444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10" name="Line 202">
                <a:extLst>
                  <a:ext uri="{FF2B5EF4-FFF2-40B4-BE49-F238E27FC236}">
                    <a16:creationId xmlns:a16="http://schemas.microsoft.com/office/drawing/2014/main" id="{EA874ECE-173C-138B-BCFE-25117439F29D}"/>
                  </a:ext>
                </a:extLst>
              </p:cNvPr>
              <p:cNvSpPr>
                <a:spLocks noChangeShapeType="1"/>
              </p:cNvSpPr>
              <p:nvPr/>
            </p:nvSpPr>
            <p:spPr bwMode="auto">
              <a:xfrm>
                <a:off x="3035300" y="3008313"/>
                <a:ext cx="0" cy="1444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11" name="Line 203">
                <a:extLst>
                  <a:ext uri="{FF2B5EF4-FFF2-40B4-BE49-F238E27FC236}">
                    <a16:creationId xmlns:a16="http://schemas.microsoft.com/office/drawing/2014/main" id="{C1538F48-A975-E495-72B2-F345422A54DA}"/>
                  </a:ext>
                </a:extLst>
              </p:cNvPr>
              <p:cNvSpPr>
                <a:spLocks noChangeShapeType="1"/>
              </p:cNvSpPr>
              <p:nvPr/>
            </p:nvSpPr>
            <p:spPr bwMode="auto">
              <a:xfrm>
                <a:off x="2349500" y="2571750"/>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12" name="Line 204">
                <a:extLst>
                  <a:ext uri="{FF2B5EF4-FFF2-40B4-BE49-F238E27FC236}">
                    <a16:creationId xmlns:a16="http://schemas.microsoft.com/office/drawing/2014/main" id="{594D84BB-0D8B-695A-9EEB-E1889B55B486}"/>
                  </a:ext>
                </a:extLst>
              </p:cNvPr>
              <p:cNvSpPr>
                <a:spLocks noChangeShapeType="1"/>
              </p:cNvSpPr>
              <p:nvPr/>
            </p:nvSpPr>
            <p:spPr bwMode="auto">
              <a:xfrm>
                <a:off x="2551113" y="3257550"/>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13" name="Line 205">
                <a:extLst>
                  <a:ext uri="{FF2B5EF4-FFF2-40B4-BE49-F238E27FC236}">
                    <a16:creationId xmlns:a16="http://schemas.microsoft.com/office/drawing/2014/main" id="{4401CDB9-A93F-9FF3-0E63-D47F1F5C62E7}"/>
                  </a:ext>
                </a:extLst>
              </p:cNvPr>
              <p:cNvSpPr>
                <a:spLocks noChangeShapeType="1"/>
              </p:cNvSpPr>
              <p:nvPr/>
            </p:nvSpPr>
            <p:spPr bwMode="auto">
              <a:xfrm>
                <a:off x="2551113" y="3363913"/>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14" name="Line 206">
                <a:extLst>
                  <a:ext uri="{FF2B5EF4-FFF2-40B4-BE49-F238E27FC236}">
                    <a16:creationId xmlns:a16="http://schemas.microsoft.com/office/drawing/2014/main" id="{BACD8EE7-70CE-6EDF-01BC-ED08C8E52541}"/>
                  </a:ext>
                </a:extLst>
              </p:cNvPr>
              <p:cNvSpPr>
                <a:spLocks noChangeShapeType="1"/>
              </p:cNvSpPr>
              <p:nvPr/>
            </p:nvSpPr>
            <p:spPr bwMode="auto">
              <a:xfrm>
                <a:off x="3152775" y="3257550"/>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15" name="Line 207">
                <a:extLst>
                  <a:ext uri="{FF2B5EF4-FFF2-40B4-BE49-F238E27FC236}">
                    <a16:creationId xmlns:a16="http://schemas.microsoft.com/office/drawing/2014/main" id="{1782629F-37B3-F024-FDC8-BA6E13646AEB}"/>
                  </a:ext>
                </a:extLst>
              </p:cNvPr>
              <p:cNvSpPr>
                <a:spLocks noChangeShapeType="1"/>
              </p:cNvSpPr>
              <p:nvPr/>
            </p:nvSpPr>
            <p:spPr bwMode="auto">
              <a:xfrm>
                <a:off x="3163888" y="3373438"/>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16" name="Line 208">
                <a:extLst>
                  <a:ext uri="{FF2B5EF4-FFF2-40B4-BE49-F238E27FC236}">
                    <a16:creationId xmlns:a16="http://schemas.microsoft.com/office/drawing/2014/main" id="{07FF3D0A-C75C-66AB-349E-258D835693B2}"/>
                  </a:ext>
                </a:extLst>
              </p:cNvPr>
              <p:cNvSpPr>
                <a:spLocks noChangeShapeType="1"/>
              </p:cNvSpPr>
              <p:nvPr/>
            </p:nvSpPr>
            <p:spPr bwMode="auto">
              <a:xfrm>
                <a:off x="2014538" y="3257550"/>
                <a:ext cx="257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17" name="Line 209">
                <a:extLst>
                  <a:ext uri="{FF2B5EF4-FFF2-40B4-BE49-F238E27FC236}">
                    <a16:creationId xmlns:a16="http://schemas.microsoft.com/office/drawing/2014/main" id="{F0D06B97-5447-BFCA-0EB3-F7CB1AF590B5}"/>
                  </a:ext>
                </a:extLst>
              </p:cNvPr>
              <p:cNvSpPr>
                <a:spLocks noChangeShapeType="1"/>
              </p:cNvSpPr>
              <p:nvPr/>
            </p:nvSpPr>
            <p:spPr bwMode="auto">
              <a:xfrm>
                <a:off x="2014538" y="3363913"/>
                <a:ext cx="257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18" name="Line 210">
                <a:extLst>
                  <a:ext uri="{FF2B5EF4-FFF2-40B4-BE49-F238E27FC236}">
                    <a16:creationId xmlns:a16="http://schemas.microsoft.com/office/drawing/2014/main" id="{CB0E218A-EDC1-EEE8-0240-15C07005C89A}"/>
                  </a:ext>
                </a:extLst>
              </p:cNvPr>
              <p:cNvSpPr>
                <a:spLocks noChangeShapeType="1"/>
              </p:cNvSpPr>
              <p:nvPr/>
            </p:nvSpPr>
            <p:spPr bwMode="auto">
              <a:xfrm>
                <a:off x="2487613" y="2571750"/>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19" name="Line 211">
                <a:extLst>
                  <a:ext uri="{FF2B5EF4-FFF2-40B4-BE49-F238E27FC236}">
                    <a16:creationId xmlns:a16="http://schemas.microsoft.com/office/drawing/2014/main" id="{6CC700F8-34DC-741D-3FFE-9DBB2F488314}"/>
                  </a:ext>
                </a:extLst>
              </p:cNvPr>
              <p:cNvSpPr>
                <a:spLocks noChangeShapeType="1"/>
              </p:cNvSpPr>
              <p:nvPr/>
            </p:nvSpPr>
            <p:spPr bwMode="auto">
              <a:xfrm>
                <a:off x="2886075" y="2606675"/>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20" name="Line 212">
                <a:extLst>
                  <a:ext uri="{FF2B5EF4-FFF2-40B4-BE49-F238E27FC236}">
                    <a16:creationId xmlns:a16="http://schemas.microsoft.com/office/drawing/2014/main" id="{B6AD331C-5B00-765B-ADC6-04D8F6ACDE5A}"/>
                  </a:ext>
                </a:extLst>
              </p:cNvPr>
              <p:cNvSpPr>
                <a:spLocks noChangeShapeType="1"/>
              </p:cNvSpPr>
              <p:nvPr/>
            </p:nvSpPr>
            <p:spPr bwMode="auto">
              <a:xfrm>
                <a:off x="3024188" y="2606675"/>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21" name="Rectangle 213">
                <a:extLst>
                  <a:ext uri="{FF2B5EF4-FFF2-40B4-BE49-F238E27FC236}">
                    <a16:creationId xmlns:a16="http://schemas.microsoft.com/office/drawing/2014/main" id="{F90085F1-FF8C-B499-9AE4-FC69C3721AAB}"/>
                  </a:ext>
                </a:extLst>
              </p:cNvPr>
              <p:cNvSpPr>
                <a:spLocks noChangeArrowheads="1"/>
              </p:cNvSpPr>
              <p:nvPr/>
            </p:nvSpPr>
            <p:spPr bwMode="auto">
              <a:xfrm>
                <a:off x="3340100" y="2771775"/>
                <a:ext cx="284163"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22" name="Rectangle 214">
                <a:extLst>
                  <a:ext uri="{FF2B5EF4-FFF2-40B4-BE49-F238E27FC236}">
                    <a16:creationId xmlns:a16="http://schemas.microsoft.com/office/drawing/2014/main" id="{153F62FD-B890-288B-0AA6-F366B171B546}"/>
                  </a:ext>
                </a:extLst>
              </p:cNvPr>
              <p:cNvSpPr>
                <a:spLocks noChangeArrowheads="1"/>
              </p:cNvSpPr>
              <p:nvPr/>
            </p:nvSpPr>
            <p:spPr bwMode="auto">
              <a:xfrm>
                <a:off x="3884613" y="2774950"/>
                <a:ext cx="274637"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23" name="Line 215">
                <a:extLst>
                  <a:ext uri="{FF2B5EF4-FFF2-40B4-BE49-F238E27FC236}">
                    <a16:creationId xmlns:a16="http://schemas.microsoft.com/office/drawing/2014/main" id="{DEF266D8-4C5B-4CCC-386A-E8B27A7F69C4}"/>
                  </a:ext>
                </a:extLst>
              </p:cNvPr>
              <p:cNvSpPr>
                <a:spLocks noChangeShapeType="1"/>
              </p:cNvSpPr>
              <p:nvPr/>
            </p:nvSpPr>
            <p:spPr bwMode="auto">
              <a:xfrm>
                <a:off x="3640138" y="2835275"/>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24" name="Line 216">
                <a:extLst>
                  <a:ext uri="{FF2B5EF4-FFF2-40B4-BE49-F238E27FC236}">
                    <a16:creationId xmlns:a16="http://schemas.microsoft.com/office/drawing/2014/main" id="{A7005202-D2CB-A53D-8C95-DE2C9D2C17A0}"/>
                  </a:ext>
                </a:extLst>
              </p:cNvPr>
              <p:cNvSpPr>
                <a:spLocks noChangeShapeType="1"/>
              </p:cNvSpPr>
              <p:nvPr/>
            </p:nvSpPr>
            <p:spPr bwMode="auto">
              <a:xfrm>
                <a:off x="3640138" y="2968625"/>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25" name="Rectangle 217">
                <a:extLst>
                  <a:ext uri="{FF2B5EF4-FFF2-40B4-BE49-F238E27FC236}">
                    <a16:creationId xmlns:a16="http://schemas.microsoft.com/office/drawing/2014/main" id="{30B49B1C-F118-266C-43DA-3143736DCE15}"/>
                  </a:ext>
                </a:extLst>
              </p:cNvPr>
              <p:cNvSpPr>
                <a:spLocks noChangeArrowheads="1"/>
              </p:cNvSpPr>
              <p:nvPr/>
            </p:nvSpPr>
            <p:spPr bwMode="auto">
              <a:xfrm>
                <a:off x="3844925" y="3155950"/>
                <a:ext cx="385763" cy="32067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26" name="Line 218">
                <a:extLst>
                  <a:ext uri="{FF2B5EF4-FFF2-40B4-BE49-F238E27FC236}">
                    <a16:creationId xmlns:a16="http://schemas.microsoft.com/office/drawing/2014/main" id="{F795E853-42E9-2B50-1165-FC260AA4E3D8}"/>
                  </a:ext>
                </a:extLst>
              </p:cNvPr>
              <p:cNvSpPr>
                <a:spLocks noChangeShapeType="1"/>
              </p:cNvSpPr>
              <p:nvPr/>
            </p:nvSpPr>
            <p:spPr bwMode="auto">
              <a:xfrm>
                <a:off x="3417888" y="3014663"/>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27" name="Line 219">
                <a:extLst>
                  <a:ext uri="{FF2B5EF4-FFF2-40B4-BE49-F238E27FC236}">
                    <a16:creationId xmlns:a16="http://schemas.microsoft.com/office/drawing/2014/main" id="{C94654A3-D04A-8ED7-E3B5-CBB55134BD72}"/>
                  </a:ext>
                </a:extLst>
              </p:cNvPr>
              <p:cNvSpPr>
                <a:spLocks noChangeShapeType="1"/>
              </p:cNvSpPr>
              <p:nvPr/>
            </p:nvSpPr>
            <p:spPr bwMode="auto">
              <a:xfrm>
                <a:off x="3554413" y="3014663"/>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28" name="Rectangle 220">
                <a:extLst>
                  <a:ext uri="{FF2B5EF4-FFF2-40B4-BE49-F238E27FC236}">
                    <a16:creationId xmlns:a16="http://schemas.microsoft.com/office/drawing/2014/main" id="{C620373B-7B54-9A11-D055-452DD6995658}"/>
                  </a:ext>
                </a:extLst>
              </p:cNvPr>
              <p:cNvSpPr>
                <a:spLocks noChangeArrowheads="1"/>
              </p:cNvSpPr>
              <p:nvPr/>
            </p:nvSpPr>
            <p:spPr bwMode="auto">
              <a:xfrm>
                <a:off x="3351213" y="3200400"/>
                <a:ext cx="284162"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29" name="Line 221">
                <a:extLst>
                  <a:ext uri="{FF2B5EF4-FFF2-40B4-BE49-F238E27FC236}">
                    <a16:creationId xmlns:a16="http://schemas.microsoft.com/office/drawing/2014/main" id="{E6698F67-0C13-6B82-477F-8F302EFA3F61}"/>
                  </a:ext>
                </a:extLst>
              </p:cNvPr>
              <p:cNvSpPr>
                <a:spLocks noChangeShapeType="1"/>
              </p:cNvSpPr>
              <p:nvPr/>
            </p:nvSpPr>
            <p:spPr bwMode="auto">
              <a:xfrm>
                <a:off x="3949700" y="3014663"/>
                <a:ext cx="0" cy="1444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30" name="Line 222">
                <a:extLst>
                  <a:ext uri="{FF2B5EF4-FFF2-40B4-BE49-F238E27FC236}">
                    <a16:creationId xmlns:a16="http://schemas.microsoft.com/office/drawing/2014/main" id="{A79F832C-B443-5A7E-C5EE-40CCD9670A31}"/>
                  </a:ext>
                </a:extLst>
              </p:cNvPr>
              <p:cNvSpPr>
                <a:spLocks noChangeShapeType="1"/>
              </p:cNvSpPr>
              <p:nvPr/>
            </p:nvSpPr>
            <p:spPr bwMode="auto">
              <a:xfrm>
                <a:off x="4102100" y="3014663"/>
                <a:ext cx="0" cy="1444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31" name="Line 223">
                <a:extLst>
                  <a:ext uri="{FF2B5EF4-FFF2-40B4-BE49-F238E27FC236}">
                    <a16:creationId xmlns:a16="http://schemas.microsoft.com/office/drawing/2014/main" id="{3AC9A522-C191-28C9-F738-3D9D458ABA0E}"/>
                  </a:ext>
                </a:extLst>
              </p:cNvPr>
              <p:cNvSpPr>
                <a:spLocks noChangeShapeType="1"/>
              </p:cNvSpPr>
              <p:nvPr/>
            </p:nvSpPr>
            <p:spPr bwMode="auto">
              <a:xfrm>
                <a:off x="3417888" y="2576513"/>
                <a:ext cx="0" cy="198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32" name="Line 224">
                <a:extLst>
                  <a:ext uri="{FF2B5EF4-FFF2-40B4-BE49-F238E27FC236}">
                    <a16:creationId xmlns:a16="http://schemas.microsoft.com/office/drawing/2014/main" id="{0AF21C65-BA48-B5D0-586C-E6877A18801A}"/>
                  </a:ext>
                </a:extLst>
              </p:cNvPr>
              <p:cNvSpPr>
                <a:spLocks noChangeShapeType="1"/>
              </p:cNvSpPr>
              <p:nvPr/>
            </p:nvSpPr>
            <p:spPr bwMode="auto">
              <a:xfrm>
                <a:off x="3640138" y="3262313"/>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33" name="Line 225">
                <a:extLst>
                  <a:ext uri="{FF2B5EF4-FFF2-40B4-BE49-F238E27FC236}">
                    <a16:creationId xmlns:a16="http://schemas.microsoft.com/office/drawing/2014/main" id="{AF7A3F55-B936-E5E9-79FF-9524EF06C6AB}"/>
                  </a:ext>
                </a:extLst>
              </p:cNvPr>
              <p:cNvSpPr>
                <a:spLocks noChangeShapeType="1"/>
              </p:cNvSpPr>
              <p:nvPr/>
            </p:nvSpPr>
            <p:spPr bwMode="auto">
              <a:xfrm>
                <a:off x="3640138" y="3370263"/>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34" name="Line 226">
                <a:extLst>
                  <a:ext uri="{FF2B5EF4-FFF2-40B4-BE49-F238E27FC236}">
                    <a16:creationId xmlns:a16="http://schemas.microsoft.com/office/drawing/2014/main" id="{015D97BF-5B14-66BA-CCD6-1F45EE856479}"/>
                  </a:ext>
                </a:extLst>
              </p:cNvPr>
              <p:cNvSpPr>
                <a:spLocks noChangeShapeType="1"/>
              </p:cNvSpPr>
              <p:nvPr/>
            </p:nvSpPr>
            <p:spPr bwMode="auto">
              <a:xfrm>
                <a:off x="3546475" y="2566988"/>
                <a:ext cx="0" cy="198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35" name="Line 227">
                <a:extLst>
                  <a:ext uri="{FF2B5EF4-FFF2-40B4-BE49-F238E27FC236}">
                    <a16:creationId xmlns:a16="http://schemas.microsoft.com/office/drawing/2014/main" id="{C6E67803-4522-9F93-1978-2EC35ECDDB2F}"/>
                  </a:ext>
                </a:extLst>
              </p:cNvPr>
              <p:cNvSpPr>
                <a:spLocks noChangeShapeType="1"/>
              </p:cNvSpPr>
              <p:nvPr/>
            </p:nvSpPr>
            <p:spPr bwMode="auto">
              <a:xfrm>
                <a:off x="3954463" y="2611438"/>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36" name="Line 228">
                <a:extLst>
                  <a:ext uri="{FF2B5EF4-FFF2-40B4-BE49-F238E27FC236}">
                    <a16:creationId xmlns:a16="http://schemas.microsoft.com/office/drawing/2014/main" id="{B9F14052-4BB2-4BCD-D6F0-3087755D896B}"/>
                  </a:ext>
                </a:extLst>
              </p:cNvPr>
              <p:cNvSpPr>
                <a:spLocks noChangeShapeType="1"/>
              </p:cNvSpPr>
              <p:nvPr/>
            </p:nvSpPr>
            <p:spPr bwMode="auto">
              <a:xfrm>
                <a:off x="4102100" y="2611438"/>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37" name="Line 229">
                <a:extLst>
                  <a:ext uri="{FF2B5EF4-FFF2-40B4-BE49-F238E27FC236}">
                    <a16:creationId xmlns:a16="http://schemas.microsoft.com/office/drawing/2014/main" id="{0AA54A91-C776-2013-9834-E2B07A6040E6}"/>
                  </a:ext>
                </a:extLst>
              </p:cNvPr>
              <p:cNvSpPr>
                <a:spLocks noChangeShapeType="1"/>
              </p:cNvSpPr>
              <p:nvPr/>
            </p:nvSpPr>
            <p:spPr bwMode="auto">
              <a:xfrm>
                <a:off x="4159250" y="2832100"/>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38" name="Line 230">
                <a:extLst>
                  <a:ext uri="{FF2B5EF4-FFF2-40B4-BE49-F238E27FC236}">
                    <a16:creationId xmlns:a16="http://schemas.microsoft.com/office/drawing/2014/main" id="{AFDF7B1F-D0A1-B940-4E56-827AA6249E0E}"/>
                  </a:ext>
                </a:extLst>
              </p:cNvPr>
              <p:cNvSpPr>
                <a:spLocks noChangeShapeType="1"/>
              </p:cNvSpPr>
              <p:nvPr/>
            </p:nvSpPr>
            <p:spPr bwMode="auto">
              <a:xfrm>
                <a:off x="4159250" y="2974975"/>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39" name="Line 231">
                <a:extLst>
                  <a:ext uri="{FF2B5EF4-FFF2-40B4-BE49-F238E27FC236}">
                    <a16:creationId xmlns:a16="http://schemas.microsoft.com/office/drawing/2014/main" id="{FB0293F4-AEB3-5CA9-99B4-C6BAD69D3221}"/>
                  </a:ext>
                </a:extLst>
              </p:cNvPr>
              <p:cNvSpPr>
                <a:spLocks noChangeShapeType="1"/>
              </p:cNvSpPr>
              <p:nvPr/>
            </p:nvSpPr>
            <p:spPr bwMode="auto">
              <a:xfrm>
                <a:off x="4222750" y="3260725"/>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40" name="Line 232">
                <a:extLst>
                  <a:ext uri="{FF2B5EF4-FFF2-40B4-BE49-F238E27FC236}">
                    <a16:creationId xmlns:a16="http://schemas.microsoft.com/office/drawing/2014/main" id="{AB242976-A3DC-1203-6B24-34A3745A43DF}"/>
                  </a:ext>
                </a:extLst>
              </p:cNvPr>
              <p:cNvSpPr>
                <a:spLocks noChangeShapeType="1"/>
              </p:cNvSpPr>
              <p:nvPr/>
            </p:nvSpPr>
            <p:spPr bwMode="auto">
              <a:xfrm>
                <a:off x="4233863" y="3376613"/>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41" name="Rectangle 233">
                <a:extLst>
                  <a:ext uri="{FF2B5EF4-FFF2-40B4-BE49-F238E27FC236}">
                    <a16:creationId xmlns:a16="http://schemas.microsoft.com/office/drawing/2014/main" id="{D85F3748-C297-4171-ADA9-3971ED3967B2}"/>
                  </a:ext>
                </a:extLst>
              </p:cNvPr>
              <p:cNvSpPr>
                <a:spLocks noChangeArrowheads="1"/>
              </p:cNvSpPr>
              <p:nvPr/>
            </p:nvSpPr>
            <p:spPr bwMode="auto">
              <a:xfrm>
                <a:off x="4410075" y="2774950"/>
                <a:ext cx="282575"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42" name="Rectangle 234">
                <a:extLst>
                  <a:ext uri="{FF2B5EF4-FFF2-40B4-BE49-F238E27FC236}">
                    <a16:creationId xmlns:a16="http://schemas.microsoft.com/office/drawing/2014/main" id="{D5EF4428-13F0-7A63-2940-1006422C0174}"/>
                  </a:ext>
                </a:extLst>
              </p:cNvPr>
              <p:cNvSpPr>
                <a:spLocks noChangeArrowheads="1"/>
              </p:cNvSpPr>
              <p:nvPr/>
            </p:nvSpPr>
            <p:spPr bwMode="auto">
              <a:xfrm>
                <a:off x="4953000" y="2779713"/>
                <a:ext cx="277813" cy="234950"/>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43" name="Line 235">
                <a:extLst>
                  <a:ext uri="{FF2B5EF4-FFF2-40B4-BE49-F238E27FC236}">
                    <a16:creationId xmlns:a16="http://schemas.microsoft.com/office/drawing/2014/main" id="{DC62C555-0723-3F36-4F1B-438000529327}"/>
                  </a:ext>
                </a:extLst>
              </p:cNvPr>
              <p:cNvSpPr>
                <a:spLocks noChangeShapeType="1"/>
              </p:cNvSpPr>
              <p:nvPr/>
            </p:nvSpPr>
            <p:spPr bwMode="auto">
              <a:xfrm>
                <a:off x="4710113" y="2838450"/>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44" name="Line 236">
                <a:extLst>
                  <a:ext uri="{FF2B5EF4-FFF2-40B4-BE49-F238E27FC236}">
                    <a16:creationId xmlns:a16="http://schemas.microsoft.com/office/drawing/2014/main" id="{8EFC082B-5681-C48B-F0D9-6DA9EB78B4DA}"/>
                  </a:ext>
                </a:extLst>
              </p:cNvPr>
              <p:cNvSpPr>
                <a:spLocks noChangeShapeType="1"/>
              </p:cNvSpPr>
              <p:nvPr/>
            </p:nvSpPr>
            <p:spPr bwMode="auto">
              <a:xfrm>
                <a:off x="4710113" y="2971800"/>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45" name="Rectangle 237">
                <a:extLst>
                  <a:ext uri="{FF2B5EF4-FFF2-40B4-BE49-F238E27FC236}">
                    <a16:creationId xmlns:a16="http://schemas.microsoft.com/office/drawing/2014/main" id="{579E07AF-EEEE-DCC8-FEF5-297A6D0D50CE}"/>
                  </a:ext>
                </a:extLst>
              </p:cNvPr>
              <p:cNvSpPr>
                <a:spLocks noChangeArrowheads="1"/>
              </p:cNvSpPr>
              <p:nvPr/>
            </p:nvSpPr>
            <p:spPr bwMode="auto">
              <a:xfrm>
                <a:off x="4914900" y="3159125"/>
                <a:ext cx="385763" cy="322263"/>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46" name="Line 238">
                <a:extLst>
                  <a:ext uri="{FF2B5EF4-FFF2-40B4-BE49-F238E27FC236}">
                    <a16:creationId xmlns:a16="http://schemas.microsoft.com/office/drawing/2014/main" id="{480F9FA1-9AC2-468D-70AC-1A3D3A455CFE}"/>
                  </a:ext>
                </a:extLst>
              </p:cNvPr>
              <p:cNvSpPr>
                <a:spLocks noChangeShapeType="1"/>
              </p:cNvSpPr>
              <p:nvPr/>
            </p:nvSpPr>
            <p:spPr bwMode="auto">
              <a:xfrm>
                <a:off x="4486275" y="301625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47" name="Line 239">
                <a:extLst>
                  <a:ext uri="{FF2B5EF4-FFF2-40B4-BE49-F238E27FC236}">
                    <a16:creationId xmlns:a16="http://schemas.microsoft.com/office/drawing/2014/main" id="{39FF9804-6251-F4BE-56CC-1EF004782C04}"/>
                  </a:ext>
                </a:extLst>
              </p:cNvPr>
              <p:cNvSpPr>
                <a:spLocks noChangeShapeType="1"/>
              </p:cNvSpPr>
              <p:nvPr/>
            </p:nvSpPr>
            <p:spPr bwMode="auto">
              <a:xfrm>
                <a:off x="4624388" y="301625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48" name="Rectangle 240">
                <a:extLst>
                  <a:ext uri="{FF2B5EF4-FFF2-40B4-BE49-F238E27FC236}">
                    <a16:creationId xmlns:a16="http://schemas.microsoft.com/office/drawing/2014/main" id="{5162B04F-D419-6817-0131-4A6F54C0B8DE}"/>
                  </a:ext>
                </a:extLst>
              </p:cNvPr>
              <p:cNvSpPr>
                <a:spLocks noChangeArrowheads="1"/>
              </p:cNvSpPr>
              <p:nvPr/>
            </p:nvSpPr>
            <p:spPr bwMode="auto">
              <a:xfrm>
                <a:off x="4421188" y="3203575"/>
                <a:ext cx="282575"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49" name="Line 241">
                <a:extLst>
                  <a:ext uri="{FF2B5EF4-FFF2-40B4-BE49-F238E27FC236}">
                    <a16:creationId xmlns:a16="http://schemas.microsoft.com/office/drawing/2014/main" id="{9FFB5648-69DD-AEAA-704D-AEBF01F9C5A9}"/>
                  </a:ext>
                </a:extLst>
              </p:cNvPr>
              <p:cNvSpPr>
                <a:spLocks noChangeShapeType="1"/>
              </p:cNvSpPr>
              <p:nvPr/>
            </p:nvSpPr>
            <p:spPr bwMode="auto">
              <a:xfrm>
                <a:off x="5019675" y="3016250"/>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50" name="Line 242">
                <a:extLst>
                  <a:ext uri="{FF2B5EF4-FFF2-40B4-BE49-F238E27FC236}">
                    <a16:creationId xmlns:a16="http://schemas.microsoft.com/office/drawing/2014/main" id="{716630A1-696D-CAEA-6E93-E1547BA5F1BE}"/>
                  </a:ext>
                </a:extLst>
              </p:cNvPr>
              <p:cNvSpPr>
                <a:spLocks noChangeShapeType="1"/>
              </p:cNvSpPr>
              <p:nvPr/>
            </p:nvSpPr>
            <p:spPr bwMode="auto">
              <a:xfrm>
                <a:off x="5172075" y="3016250"/>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51" name="Line 243">
                <a:extLst>
                  <a:ext uri="{FF2B5EF4-FFF2-40B4-BE49-F238E27FC236}">
                    <a16:creationId xmlns:a16="http://schemas.microsoft.com/office/drawing/2014/main" id="{EC5C2D49-CC29-E423-DA5F-E20CA416F28D}"/>
                  </a:ext>
                </a:extLst>
              </p:cNvPr>
              <p:cNvSpPr>
                <a:spLocks noChangeShapeType="1"/>
              </p:cNvSpPr>
              <p:nvPr/>
            </p:nvSpPr>
            <p:spPr bwMode="auto">
              <a:xfrm>
                <a:off x="4497388" y="2579688"/>
                <a:ext cx="0" cy="198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52" name="Line 244">
                <a:extLst>
                  <a:ext uri="{FF2B5EF4-FFF2-40B4-BE49-F238E27FC236}">
                    <a16:creationId xmlns:a16="http://schemas.microsoft.com/office/drawing/2014/main" id="{5FD36B84-1FC9-8E08-4852-4A4E1D534DEA}"/>
                  </a:ext>
                </a:extLst>
              </p:cNvPr>
              <p:cNvSpPr>
                <a:spLocks noChangeShapeType="1"/>
              </p:cNvSpPr>
              <p:nvPr/>
            </p:nvSpPr>
            <p:spPr bwMode="auto">
              <a:xfrm>
                <a:off x="4710113" y="3267075"/>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53" name="Line 245">
                <a:extLst>
                  <a:ext uri="{FF2B5EF4-FFF2-40B4-BE49-F238E27FC236}">
                    <a16:creationId xmlns:a16="http://schemas.microsoft.com/office/drawing/2014/main" id="{4DD68E58-813A-9837-5DFE-4F692AB88F28}"/>
                  </a:ext>
                </a:extLst>
              </p:cNvPr>
              <p:cNvSpPr>
                <a:spLocks noChangeShapeType="1"/>
              </p:cNvSpPr>
              <p:nvPr/>
            </p:nvSpPr>
            <p:spPr bwMode="auto">
              <a:xfrm>
                <a:off x="4710113" y="3373438"/>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54" name="Line 246">
                <a:extLst>
                  <a:ext uri="{FF2B5EF4-FFF2-40B4-BE49-F238E27FC236}">
                    <a16:creationId xmlns:a16="http://schemas.microsoft.com/office/drawing/2014/main" id="{3FF1AB2A-83ED-2333-A5BD-718D14B58C14}"/>
                  </a:ext>
                </a:extLst>
              </p:cNvPr>
              <p:cNvSpPr>
                <a:spLocks noChangeShapeType="1"/>
              </p:cNvSpPr>
              <p:nvPr/>
            </p:nvSpPr>
            <p:spPr bwMode="auto">
              <a:xfrm>
                <a:off x="4635500" y="2587625"/>
                <a:ext cx="0" cy="1857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55" name="Line 247">
                <a:extLst>
                  <a:ext uri="{FF2B5EF4-FFF2-40B4-BE49-F238E27FC236}">
                    <a16:creationId xmlns:a16="http://schemas.microsoft.com/office/drawing/2014/main" id="{41D3E268-DFB0-974D-C8E6-A6A143699FFA}"/>
                  </a:ext>
                </a:extLst>
              </p:cNvPr>
              <p:cNvSpPr>
                <a:spLocks noChangeShapeType="1"/>
              </p:cNvSpPr>
              <p:nvPr/>
            </p:nvSpPr>
            <p:spPr bwMode="auto">
              <a:xfrm>
                <a:off x="5024438" y="2614613"/>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56" name="Line 248">
                <a:extLst>
                  <a:ext uri="{FF2B5EF4-FFF2-40B4-BE49-F238E27FC236}">
                    <a16:creationId xmlns:a16="http://schemas.microsoft.com/office/drawing/2014/main" id="{8B02FE29-9E69-B0C6-58E1-84E0B9FF3904}"/>
                  </a:ext>
                </a:extLst>
              </p:cNvPr>
              <p:cNvSpPr>
                <a:spLocks noChangeShapeType="1"/>
              </p:cNvSpPr>
              <p:nvPr/>
            </p:nvSpPr>
            <p:spPr bwMode="auto">
              <a:xfrm>
                <a:off x="5183188" y="2614613"/>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57" name="Line 249">
                <a:extLst>
                  <a:ext uri="{FF2B5EF4-FFF2-40B4-BE49-F238E27FC236}">
                    <a16:creationId xmlns:a16="http://schemas.microsoft.com/office/drawing/2014/main" id="{6C044EC5-EE52-E287-8A0F-898260DB706F}"/>
                  </a:ext>
                </a:extLst>
              </p:cNvPr>
              <p:cNvSpPr>
                <a:spLocks noChangeShapeType="1"/>
              </p:cNvSpPr>
              <p:nvPr/>
            </p:nvSpPr>
            <p:spPr bwMode="auto">
              <a:xfrm>
                <a:off x="5226050" y="2838450"/>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58" name="Line 250">
                <a:extLst>
                  <a:ext uri="{FF2B5EF4-FFF2-40B4-BE49-F238E27FC236}">
                    <a16:creationId xmlns:a16="http://schemas.microsoft.com/office/drawing/2014/main" id="{96B32AEF-A2EB-CE4E-4BF2-8D5148C14736}"/>
                  </a:ext>
                </a:extLst>
              </p:cNvPr>
              <p:cNvSpPr>
                <a:spLocks noChangeShapeType="1"/>
              </p:cNvSpPr>
              <p:nvPr/>
            </p:nvSpPr>
            <p:spPr bwMode="auto">
              <a:xfrm>
                <a:off x="5226050" y="2962275"/>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59" name="Line 251">
                <a:extLst>
                  <a:ext uri="{FF2B5EF4-FFF2-40B4-BE49-F238E27FC236}">
                    <a16:creationId xmlns:a16="http://schemas.microsoft.com/office/drawing/2014/main" id="{8DB8E4E1-DE43-9004-8DD9-89CFEB03425E}"/>
                  </a:ext>
                </a:extLst>
              </p:cNvPr>
              <p:cNvSpPr>
                <a:spLocks noChangeShapeType="1"/>
              </p:cNvSpPr>
              <p:nvPr/>
            </p:nvSpPr>
            <p:spPr bwMode="auto">
              <a:xfrm>
                <a:off x="5302250" y="3257550"/>
                <a:ext cx="201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60" name="Line 252">
                <a:extLst>
                  <a:ext uri="{FF2B5EF4-FFF2-40B4-BE49-F238E27FC236}">
                    <a16:creationId xmlns:a16="http://schemas.microsoft.com/office/drawing/2014/main" id="{E2DD7EB1-E7C6-D2E0-05EE-91B807A0798C}"/>
                  </a:ext>
                </a:extLst>
              </p:cNvPr>
              <p:cNvSpPr>
                <a:spLocks noChangeShapeType="1"/>
              </p:cNvSpPr>
              <p:nvPr/>
            </p:nvSpPr>
            <p:spPr bwMode="auto">
              <a:xfrm>
                <a:off x="5311775" y="3382963"/>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61" name="Line 253">
                <a:extLst>
                  <a:ext uri="{FF2B5EF4-FFF2-40B4-BE49-F238E27FC236}">
                    <a16:creationId xmlns:a16="http://schemas.microsoft.com/office/drawing/2014/main" id="{DAF2963C-0EC2-30C9-E916-1D31CE49AC06}"/>
                  </a:ext>
                </a:extLst>
              </p:cNvPr>
              <p:cNvSpPr>
                <a:spLocks noChangeShapeType="1"/>
              </p:cNvSpPr>
              <p:nvPr/>
            </p:nvSpPr>
            <p:spPr bwMode="auto">
              <a:xfrm>
                <a:off x="5845175" y="2847975"/>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62" name="Line 254">
                <a:extLst>
                  <a:ext uri="{FF2B5EF4-FFF2-40B4-BE49-F238E27FC236}">
                    <a16:creationId xmlns:a16="http://schemas.microsoft.com/office/drawing/2014/main" id="{7F8FC216-EAFF-F580-D1D2-714F412A546D}"/>
                  </a:ext>
                </a:extLst>
              </p:cNvPr>
              <p:cNvSpPr>
                <a:spLocks noChangeShapeType="1"/>
              </p:cNvSpPr>
              <p:nvPr/>
            </p:nvSpPr>
            <p:spPr bwMode="auto">
              <a:xfrm>
                <a:off x="5845175" y="2955925"/>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63" name="Line 255">
                <a:extLst>
                  <a:ext uri="{FF2B5EF4-FFF2-40B4-BE49-F238E27FC236}">
                    <a16:creationId xmlns:a16="http://schemas.microsoft.com/office/drawing/2014/main" id="{8125158F-B13A-0E86-DDB1-F09D926794F3}"/>
                  </a:ext>
                </a:extLst>
              </p:cNvPr>
              <p:cNvSpPr>
                <a:spLocks noChangeShapeType="1"/>
              </p:cNvSpPr>
              <p:nvPr/>
            </p:nvSpPr>
            <p:spPr bwMode="auto">
              <a:xfrm>
                <a:off x="5881688" y="3263900"/>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64" name="Line 256">
                <a:extLst>
                  <a:ext uri="{FF2B5EF4-FFF2-40B4-BE49-F238E27FC236}">
                    <a16:creationId xmlns:a16="http://schemas.microsoft.com/office/drawing/2014/main" id="{40270180-275E-543D-1E0D-1D254A5F57EA}"/>
                  </a:ext>
                </a:extLst>
              </p:cNvPr>
              <p:cNvSpPr>
                <a:spLocks noChangeShapeType="1"/>
              </p:cNvSpPr>
              <p:nvPr/>
            </p:nvSpPr>
            <p:spPr bwMode="auto">
              <a:xfrm>
                <a:off x="5878513" y="3390900"/>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65" name="Rectangle 257">
                <a:extLst>
                  <a:ext uri="{FF2B5EF4-FFF2-40B4-BE49-F238E27FC236}">
                    <a16:creationId xmlns:a16="http://schemas.microsoft.com/office/drawing/2014/main" id="{227F4AA0-5B75-475F-A927-D3A14F2B2BBD}"/>
                  </a:ext>
                </a:extLst>
              </p:cNvPr>
              <p:cNvSpPr>
                <a:spLocks noChangeArrowheads="1"/>
              </p:cNvSpPr>
              <p:nvPr/>
            </p:nvSpPr>
            <p:spPr bwMode="auto">
              <a:xfrm>
                <a:off x="6097588" y="2767013"/>
                <a:ext cx="282575"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66" name="Rectangle 258">
                <a:extLst>
                  <a:ext uri="{FF2B5EF4-FFF2-40B4-BE49-F238E27FC236}">
                    <a16:creationId xmlns:a16="http://schemas.microsoft.com/office/drawing/2014/main" id="{862346B9-6FC4-21B3-8E03-3B45ECD7D332}"/>
                  </a:ext>
                </a:extLst>
              </p:cNvPr>
              <p:cNvSpPr>
                <a:spLocks noChangeArrowheads="1"/>
              </p:cNvSpPr>
              <p:nvPr/>
            </p:nvSpPr>
            <p:spPr bwMode="auto">
              <a:xfrm>
                <a:off x="6640513" y="2770188"/>
                <a:ext cx="276225"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67" name="Line 259">
                <a:extLst>
                  <a:ext uri="{FF2B5EF4-FFF2-40B4-BE49-F238E27FC236}">
                    <a16:creationId xmlns:a16="http://schemas.microsoft.com/office/drawing/2014/main" id="{5DEFB25B-F09E-CADC-0EC2-408B7AC97300}"/>
                  </a:ext>
                </a:extLst>
              </p:cNvPr>
              <p:cNvSpPr>
                <a:spLocks noChangeShapeType="1"/>
              </p:cNvSpPr>
              <p:nvPr/>
            </p:nvSpPr>
            <p:spPr bwMode="auto">
              <a:xfrm>
                <a:off x="6397625" y="2828925"/>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68" name="Line 260">
                <a:extLst>
                  <a:ext uri="{FF2B5EF4-FFF2-40B4-BE49-F238E27FC236}">
                    <a16:creationId xmlns:a16="http://schemas.microsoft.com/office/drawing/2014/main" id="{5A896839-C4CE-0097-601B-D0A6EC9E0E90}"/>
                  </a:ext>
                </a:extLst>
              </p:cNvPr>
              <p:cNvSpPr>
                <a:spLocks noChangeShapeType="1"/>
              </p:cNvSpPr>
              <p:nvPr/>
            </p:nvSpPr>
            <p:spPr bwMode="auto">
              <a:xfrm>
                <a:off x="6397625" y="2962275"/>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69" name="Rectangle 261">
                <a:extLst>
                  <a:ext uri="{FF2B5EF4-FFF2-40B4-BE49-F238E27FC236}">
                    <a16:creationId xmlns:a16="http://schemas.microsoft.com/office/drawing/2014/main" id="{9D99CC9C-C393-1332-21FC-671374CF84C7}"/>
                  </a:ext>
                </a:extLst>
              </p:cNvPr>
              <p:cNvSpPr>
                <a:spLocks noChangeArrowheads="1"/>
              </p:cNvSpPr>
              <p:nvPr/>
            </p:nvSpPr>
            <p:spPr bwMode="auto">
              <a:xfrm>
                <a:off x="6600825" y="3149600"/>
                <a:ext cx="387350" cy="32067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70" name="Line 262">
                <a:extLst>
                  <a:ext uri="{FF2B5EF4-FFF2-40B4-BE49-F238E27FC236}">
                    <a16:creationId xmlns:a16="http://schemas.microsoft.com/office/drawing/2014/main" id="{4E96F615-E27A-C506-C218-D884E3249B3C}"/>
                  </a:ext>
                </a:extLst>
              </p:cNvPr>
              <p:cNvSpPr>
                <a:spLocks noChangeShapeType="1"/>
              </p:cNvSpPr>
              <p:nvPr/>
            </p:nvSpPr>
            <p:spPr bwMode="auto">
              <a:xfrm>
                <a:off x="6162675" y="3008313"/>
                <a:ext cx="0" cy="198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71" name="Line 263">
                <a:extLst>
                  <a:ext uri="{FF2B5EF4-FFF2-40B4-BE49-F238E27FC236}">
                    <a16:creationId xmlns:a16="http://schemas.microsoft.com/office/drawing/2014/main" id="{1B9A86BD-85CF-A9F5-F391-276557025C56}"/>
                  </a:ext>
                </a:extLst>
              </p:cNvPr>
              <p:cNvSpPr>
                <a:spLocks noChangeShapeType="1"/>
              </p:cNvSpPr>
              <p:nvPr/>
            </p:nvSpPr>
            <p:spPr bwMode="auto">
              <a:xfrm>
                <a:off x="6311900" y="3008313"/>
                <a:ext cx="0" cy="198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72" name="Rectangle 264">
                <a:extLst>
                  <a:ext uri="{FF2B5EF4-FFF2-40B4-BE49-F238E27FC236}">
                    <a16:creationId xmlns:a16="http://schemas.microsoft.com/office/drawing/2014/main" id="{1C2498DA-20FE-4589-A5DC-BAC728FD37FB}"/>
                  </a:ext>
                </a:extLst>
              </p:cNvPr>
              <p:cNvSpPr>
                <a:spLocks noChangeArrowheads="1"/>
              </p:cNvSpPr>
              <p:nvPr/>
            </p:nvSpPr>
            <p:spPr bwMode="auto">
              <a:xfrm>
                <a:off x="6107113" y="3195638"/>
                <a:ext cx="284162" cy="234950"/>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73" name="Line 265">
                <a:extLst>
                  <a:ext uri="{FF2B5EF4-FFF2-40B4-BE49-F238E27FC236}">
                    <a16:creationId xmlns:a16="http://schemas.microsoft.com/office/drawing/2014/main" id="{E7C5550C-74A1-1D90-9B5A-0BEA53C9616C}"/>
                  </a:ext>
                </a:extLst>
              </p:cNvPr>
              <p:cNvSpPr>
                <a:spLocks noChangeShapeType="1"/>
              </p:cNvSpPr>
              <p:nvPr/>
            </p:nvSpPr>
            <p:spPr bwMode="auto">
              <a:xfrm>
                <a:off x="6705600" y="3008313"/>
                <a:ext cx="0" cy="1444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74" name="Line 266">
                <a:extLst>
                  <a:ext uri="{FF2B5EF4-FFF2-40B4-BE49-F238E27FC236}">
                    <a16:creationId xmlns:a16="http://schemas.microsoft.com/office/drawing/2014/main" id="{0624955A-33C3-0E03-3093-D70463D0F471}"/>
                  </a:ext>
                </a:extLst>
              </p:cNvPr>
              <p:cNvSpPr>
                <a:spLocks noChangeShapeType="1"/>
              </p:cNvSpPr>
              <p:nvPr/>
            </p:nvSpPr>
            <p:spPr bwMode="auto">
              <a:xfrm>
                <a:off x="6859588" y="3008313"/>
                <a:ext cx="0" cy="1444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75" name="Line 267">
                <a:extLst>
                  <a:ext uri="{FF2B5EF4-FFF2-40B4-BE49-F238E27FC236}">
                    <a16:creationId xmlns:a16="http://schemas.microsoft.com/office/drawing/2014/main" id="{803A7CC0-5E5C-A80A-7F35-F85B674BFC82}"/>
                  </a:ext>
                </a:extLst>
              </p:cNvPr>
              <p:cNvSpPr>
                <a:spLocks noChangeShapeType="1"/>
              </p:cNvSpPr>
              <p:nvPr/>
            </p:nvSpPr>
            <p:spPr bwMode="auto">
              <a:xfrm>
                <a:off x="6170613" y="2571750"/>
                <a:ext cx="0" cy="1905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76" name="Line 268">
                <a:extLst>
                  <a:ext uri="{FF2B5EF4-FFF2-40B4-BE49-F238E27FC236}">
                    <a16:creationId xmlns:a16="http://schemas.microsoft.com/office/drawing/2014/main" id="{1A7704F9-03F7-8CFC-C482-91435E30CC46}"/>
                  </a:ext>
                </a:extLst>
              </p:cNvPr>
              <p:cNvSpPr>
                <a:spLocks noChangeShapeType="1"/>
              </p:cNvSpPr>
              <p:nvPr/>
            </p:nvSpPr>
            <p:spPr bwMode="auto">
              <a:xfrm>
                <a:off x="6397625" y="3257550"/>
                <a:ext cx="201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77" name="Line 269">
                <a:extLst>
                  <a:ext uri="{FF2B5EF4-FFF2-40B4-BE49-F238E27FC236}">
                    <a16:creationId xmlns:a16="http://schemas.microsoft.com/office/drawing/2014/main" id="{C16A619F-64D0-387F-9FC7-E9935921A969}"/>
                  </a:ext>
                </a:extLst>
              </p:cNvPr>
              <p:cNvSpPr>
                <a:spLocks noChangeShapeType="1"/>
              </p:cNvSpPr>
              <p:nvPr/>
            </p:nvSpPr>
            <p:spPr bwMode="auto">
              <a:xfrm>
                <a:off x="6397625" y="3363913"/>
                <a:ext cx="201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78" name="Line 270">
                <a:extLst>
                  <a:ext uri="{FF2B5EF4-FFF2-40B4-BE49-F238E27FC236}">
                    <a16:creationId xmlns:a16="http://schemas.microsoft.com/office/drawing/2014/main" id="{61C75661-30B9-FAE8-C01F-3EFB41DC1B02}"/>
                  </a:ext>
                </a:extLst>
              </p:cNvPr>
              <p:cNvSpPr>
                <a:spLocks noChangeShapeType="1"/>
              </p:cNvSpPr>
              <p:nvPr/>
            </p:nvSpPr>
            <p:spPr bwMode="auto">
              <a:xfrm>
                <a:off x="6332538" y="2571750"/>
                <a:ext cx="0" cy="1905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79" name="Line 271">
                <a:extLst>
                  <a:ext uri="{FF2B5EF4-FFF2-40B4-BE49-F238E27FC236}">
                    <a16:creationId xmlns:a16="http://schemas.microsoft.com/office/drawing/2014/main" id="{60C1061A-10A4-E0BA-85A2-11FBD7233CAA}"/>
                  </a:ext>
                </a:extLst>
              </p:cNvPr>
              <p:cNvSpPr>
                <a:spLocks noChangeShapeType="1"/>
              </p:cNvSpPr>
              <p:nvPr/>
            </p:nvSpPr>
            <p:spPr bwMode="auto">
              <a:xfrm>
                <a:off x="6699250" y="2606675"/>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80" name="Line 272">
                <a:extLst>
                  <a:ext uri="{FF2B5EF4-FFF2-40B4-BE49-F238E27FC236}">
                    <a16:creationId xmlns:a16="http://schemas.microsoft.com/office/drawing/2014/main" id="{96E825D9-7E3F-51E9-936C-FCEFBE50D494}"/>
                  </a:ext>
                </a:extLst>
              </p:cNvPr>
              <p:cNvSpPr>
                <a:spLocks noChangeShapeType="1"/>
              </p:cNvSpPr>
              <p:nvPr/>
            </p:nvSpPr>
            <p:spPr bwMode="auto">
              <a:xfrm>
                <a:off x="6848475" y="2606675"/>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81" name="Line 273">
                <a:extLst>
                  <a:ext uri="{FF2B5EF4-FFF2-40B4-BE49-F238E27FC236}">
                    <a16:creationId xmlns:a16="http://schemas.microsoft.com/office/drawing/2014/main" id="{663E0235-FCCC-BEB9-F190-D64D3440EE1A}"/>
                  </a:ext>
                </a:extLst>
              </p:cNvPr>
              <p:cNvSpPr>
                <a:spLocks noChangeShapeType="1"/>
              </p:cNvSpPr>
              <p:nvPr/>
            </p:nvSpPr>
            <p:spPr bwMode="auto">
              <a:xfrm>
                <a:off x="6926263" y="2828925"/>
                <a:ext cx="2635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82" name="Line 274">
                <a:extLst>
                  <a:ext uri="{FF2B5EF4-FFF2-40B4-BE49-F238E27FC236}">
                    <a16:creationId xmlns:a16="http://schemas.microsoft.com/office/drawing/2014/main" id="{D8CE2D7D-418F-93CC-E6C1-CA491F22D4CA}"/>
                  </a:ext>
                </a:extLst>
              </p:cNvPr>
              <p:cNvSpPr>
                <a:spLocks noChangeShapeType="1"/>
              </p:cNvSpPr>
              <p:nvPr/>
            </p:nvSpPr>
            <p:spPr bwMode="auto">
              <a:xfrm>
                <a:off x="6926263" y="2954338"/>
                <a:ext cx="2635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83" name="Line 275">
                <a:extLst>
                  <a:ext uri="{FF2B5EF4-FFF2-40B4-BE49-F238E27FC236}">
                    <a16:creationId xmlns:a16="http://schemas.microsoft.com/office/drawing/2014/main" id="{C6F10595-E877-821A-43B0-F7FA95345159}"/>
                  </a:ext>
                </a:extLst>
              </p:cNvPr>
              <p:cNvSpPr>
                <a:spLocks noChangeShapeType="1"/>
              </p:cNvSpPr>
              <p:nvPr/>
            </p:nvSpPr>
            <p:spPr bwMode="auto">
              <a:xfrm>
                <a:off x="6988175" y="3248025"/>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84" name="Line 276">
                <a:extLst>
                  <a:ext uri="{FF2B5EF4-FFF2-40B4-BE49-F238E27FC236}">
                    <a16:creationId xmlns:a16="http://schemas.microsoft.com/office/drawing/2014/main" id="{A3193943-F4CD-23CA-BA1C-909F94C3F190}"/>
                  </a:ext>
                </a:extLst>
              </p:cNvPr>
              <p:cNvSpPr>
                <a:spLocks noChangeShapeType="1"/>
              </p:cNvSpPr>
              <p:nvPr/>
            </p:nvSpPr>
            <p:spPr bwMode="auto">
              <a:xfrm>
                <a:off x="6999288" y="3355975"/>
                <a:ext cx="2016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85" name="Line 277">
                <a:extLst>
                  <a:ext uri="{FF2B5EF4-FFF2-40B4-BE49-F238E27FC236}">
                    <a16:creationId xmlns:a16="http://schemas.microsoft.com/office/drawing/2014/main" id="{BD314E7D-01BC-08FB-D99F-2CC83E6632D5}"/>
                  </a:ext>
                </a:extLst>
              </p:cNvPr>
              <p:cNvSpPr>
                <a:spLocks noChangeShapeType="1"/>
              </p:cNvSpPr>
              <p:nvPr/>
            </p:nvSpPr>
            <p:spPr bwMode="auto">
              <a:xfrm>
                <a:off x="5527675" y="2838450"/>
                <a:ext cx="257175"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486" name="Line 278">
                <a:extLst>
                  <a:ext uri="{FF2B5EF4-FFF2-40B4-BE49-F238E27FC236}">
                    <a16:creationId xmlns:a16="http://schemas.microsoft.com/office/drawing/2014/main" id="{AFCA3EB2-04C1-9DB6-872F-067E74547A89}"/>
                  </a:ext>
                </a:extLst>
              </p:cNvPr>
              <p:cNvSpPr>
                <a:spLocks noChangeShapeType="1"/>
              </p:cNvSpPr>
              <p:nvPr/>
            </p:nvSpPr>
            <p:spPr bwMode="auto">
              <a:xfrm>
                <a:off x="5538788" y="2962275"/>
                <a:ext cx="255587"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487" name="Line 279">
                <a:extLst>
                  <a:ext uri="{FF2B5EF4-FFF2-40B4-BE49-F238E27FC236}">
                    <a16:creationId xmlns:a16="http://schemas.microsoft.com/office/drawing/2014/main" id="{D7979393-BD45-2064-F950-1EDC47EE4FF7}"/>
                  </a:ext>
                </a:extLst>
              </p:cNvPr>
              <p:cNvSpPr>
                <a:spLocks noChangeShapeType="1"/>
              </p:cNvSpPr>
              <p:nvPr/>
            </p:nvSpPr>
            <p:spPr bwMode="auto">
              <a:xfrm>
                <a:off x="5580063" y="3260725"/>
                <a:ext cx="257175"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488" name="Line 280">
                <a:extLst>
                  <a:ext uri="{FF2B5EF4-FFF2-40B4-BE49-F238E27FC236}">
                    <a16:creationId xmlns:a16="http://schemas.microsoft.com/office/drawing/2014/main" id="{728028BB-DD22-D816-2559-B0DBB9417E7B}"/>
                  </a:ext>
                </a:extLst>
              </p:cNvPr>
              <p:cNvSpPr>
                <a:spLocks noChangeShapeType="1"/>
              </p:cNvSpPr>
              <p:nvPr/>
            </p:nvSpPr>
            <p:spPr bwMode="auto">
              <a:xfrm>
                <a:off x="5591175" y="3382963"/>
                <a:ext cx="257175"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489" name="Rectangle 281">
                <a:extLst>
                  <a:ext uri="{FF2B5EF4-FFF2-40B4-BE49-F238E27FC236}">
                    <a16:creationId xmlns:a16="http://schemas.microsoft.com/office/drawing/2014/main" id="{EDF6C42E-8EBF-36C4-F75B-CA855996BF07}"/>
                  </a:ext>
                </a:extLst>
              </p:cNvPr>
              <p:cNvSpPr>
                <a:spLocks noChangeArrowheads="1"/>
              </p:cNvSpPr>
              <p:nvPr/>
            </p:nvSpPr>
            <p:spPr bwMode="auto">
              <a:xfrm>
                <a:off x="2755900" y="4149725"/>
                <a:ext cx="385763" cy="32067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90" name="Line 282">
                <a:extLst>
                  <a:ext uri="{FF2B5EF4-FFF2-40B4-BE49-F238E27FC236}">
                    <a16:creationId xmlns:a16="http://schemas.microsoft.com/office/drawing/2014/main" id="{C2878715-CE3D-AF71-A7A7-07A5656CF9E7}"/>
                  </a:ext>
                </a:extLst>
              </p:cNvPr>
              <p:cNvSpPr>
                <a:spLocks noChangeShapeType="1"/>
              </p:cNvSpPr>
              <p:nvPr/>
            </p:nvSpPr>
            <p:spPr bwMode="auto">
              <a:xfrm>
                <a:off x="2349500" y="400685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91" name="Line 283">
                <a:extLst>
                  <a:ext uri="{FF2B5EF4-FFF2-40B4-BE49-F238E27FC236}">
                    <a16:creationId xmlns:a16="http://schemas.microsoft.com/office/drawing/2014/main" id="{82BB47D2-1361-398B-C8AE-E07AF02BCC49}"/>
                  </a:ext>
                </a:extLst>
              </p:cNvPr>
              <p:cNvSpPr>
                <a:spLocks noChangeShapeType="1"/>
              </p:cNvSpPr>
              <p:nvPr/>
            </p:nvSpPr>
            <p:spPr bwMode="auto">
              <a:xfrm>
                <a:off x="2487613" y="400685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92" name="Rectangle 284">
                <a:extLst>
                  <a:ext uri="{FF2B5EF4-FFF2-40B4-BE49-F238E27FC236}">
                    <a16:creationId xmlns:a16="http://schemas.microsoft.com/office/drawing/2014/main" id="{DF7D8082-0424-7252-39AD-53895B70EAC6}"/>
                  </a:ext>
                </a:extLst>
              </p:cNvPr>
              <p:cNvSpPr>
                <a:spLocks noChangeArrowheads="1"/>
              </p:cNvSpPr>
              <p:nvPr/>
            </p:nvSpPr>
            <p:spPr bwMode="auto">
              <a:xfrm>
                <a:off x="2271713" y="4194175"/>
                <a:ext cx="284162"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93" name="Line 285">
                <a:extLst>
                  <a:ext uri="{FF2B5EF4-FFF2-40B4-BE49-F238E27FC236}">
                    <a16:creationId xmlns:a16="http://schemas.microsoft.com/office/drawing/2014/main" id="{27DC987F-1408-DB34-4B45-B09C9EAD9ED0}"/>
                  </a:ext>
                </a:extLst>
              </p:cNvPr>
              <p:cNvSpPr>
                <a:spLocks noChangeShapeType="1"/>
              </p:cNvSpPr>
              <p:nvPr/>
            </p:nvSpPr>
            <p:spPr bwMode="auto">
              <a:xfrm>
                <a:off x="2881313" y="4006850"/>
                <a:ext cx="0" cy="1460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94" name="Line 286">
                <a:extLst>
                  <a:ext uri="{FF2B5EF4-FFF2-40B4-BE49-F238E27FC236}">
                    <a16:creationId xmlns:a16="http://schemas.microsoft.com/office/drawing/2014/main" id="{1B637C58-33F2-3FE5-A3D1-C2D13FC60291}"/>
                  </a:ext>
                </a:extLst>
              </p:cNvPr>
              <p:cNvSpPr>
                <a:spLocks noChangeShapeType="1"/>
              </p:cNvSpPr>
              <p:nvPr/>
            </p:nvSpPr>
            <p:spPr bwMode="auto">
              <a:xfrm>
                <a:off x="3035300" y="4006850"/>
                <a:ext cx="0" cy="1460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95" name="Line 287">
                <a:extLst>
                  <a:ext uri="{FF2B5EF4-FFF2-40B4-BE49-F238E27FC236}">
                    <a16:creationId xmlns:a16="http://schemas.microsoft.com/office/drawing/2014/main" id="{9A1B8E40-8448-2636-D9B4-00392BEA107A}"/>
                  </a:ext>
                </a:extLst>
              </p:cNvPr>
              <p:cNvSpPr>
                <a:spLocks noChangeShapeType="1"/>
              </p:cNvSpPr>
              <p:nvPr/>
            </p:nvSpPr>
            <p:spPr bwMode="auto">
              <a:xfrm>
                <a:off x="2551113" y="4257675"/>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96" name="Line 288">
                <a:extLst>
                  <a:ext uri="{FF2B5EF4-FFF2-40B4-BE49-F238E27FC236}">
                    <a16:creationId xmlns:a16="http://schemas.microsoft.com/office/drawing/2014/main" id="{8F7B5C7E-902D-1652-AD70-165C1C2F13FA}"/>
                  </a:ext>
                </a:extLst>
              </p:cNvPr>
              <p:cNvSpPr>
                <a:spLocks noChangeShapeType="1"/>
              </p:cNvSpPr>
              <p:nvPr/>
            </p:nvSpPr>
            <p:spPr bwMode="auto">
              <a:xfrm>
                <a:off x="2551113" y="4362450"/>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97" name="Line 289">
                <a:extLst>
                  <a:ext uri="{FF2B5EF4-FFF2-40B4-BE49-F238E27FC236}">
                    <a16:creationId xmlns:a16="http://schemas.microsoft.com/office/drawing/2014/main" id="{D0CCE84A-D495-7857-2E63-AE4A2218D9B8}"/>
                  </a:ext>
                </a:extLst>
              </p:cNvPr>
              <p:cNvSpPr>
                <a:spLocks noChangeShapeType="1"/>
              </p:cNvSpPr>
              <p:nvPr/>
            </p:nvSpPr>
            <p:spPr bwMode="auto">
              <a:xfrm>
                <a:off x="3152775" y="4257675"/>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98" name="Line 290">
                <a:extLst>
                  <a:ext uri="{FF2B5EF4-FFF2-40B4-BE49-F238E27FC236}">
                    <a16:creationId xmlns:a16="http://schemas.microsoft.com/office/drawing/2014/main" id="{353AA54D-1CB3-904C-AA3A-2C2951CAB8B0}"/>
                  </a:ext>
                </a:extLst>
              </p:cNvPr>
              <p:cNvSpPr>
                <a:spLocks noChangeShapeType="1"/>
              </p:cNvSpPr>
              <p:nvPr/>
            </p:nvSpPr>
            <p:spPr bwMode="auto">
              <a:xfrm>
                <a:off x="3163888" y="4373563"/>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499" name="Line 291">
                <a:extLst>
                  <a:ext uri="{FF2B5EF4-FFF2-40B4-BE49-F238E27FC236}">
                    <a16:creationId xmlns:a16="http://schemas.microsoft.com/office/drawing/2014/main" id="{D54573BC-47D7-55B4-BB31-70B0CED05B7C}"/>
                  </a:ext>
                </a:extLst>
              </p:cNvPr>
              <p:cNvSpPr>
                <a:spLocks noChangeShapeType="1"/>
              </p:cNvSpPr>
              <p:nvPr/>
            </p:nvSpPr>
            <p:spPr bwMode="auto">
              <a:xfrm>
                <a:off x="2014538" y="4257675"/>
                <a:ext cx="257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00" name="Line 292">
                <a:extLst>
                  <a:ext uri="{FF2B5EF4-FFF2-40B4-BE49-F238E27FC236}">
                    <a16:creationId xmlns:a16="http://schemas.microsoft.com/office/drawing/2014/main" id="{502D4DDB-B350-EA18-539F-D5767D2A5FFD}"/>
                  </a:ext>
                </a:extLst>
              </p:cNvPr>
              <p:cNvSpPr>
                <a:spLocks noChangeShapeType="1"/>
              </p:cNvSpPr>
              <p:nvPr/>
            </p:nvSpPr>
            <p:spPr bwMode="auto">
              <a:xfrm>
                <a:off x="2014538" y="4364038"/>
                <a:ext cx="257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01" name="Rectangle 293">
                <a:extLst>
                  <a:ext uri="{FF2B5EF4-FFF2-40B4-BE49-F238E27FC236}">
                    <a16:creationId xmlns:a16="http://schemas.microsoft.com/office/drawing/2014/main" id="{98E43F8E-D171-C677-D4E8-05148FA783A0}"/>
                  </a:ext>
                </a:extLst>
              </p:cNvPr>
              <p:cNvSpPr>
                <a:spLocks noChangeArrowheads="1"/>
              </p:cNvSpPr>
              <p:nvPr/>
            </p:nvSpPr>
            <p:spPr bwMode="auto">
              <a:xfrm>
                <a:off x="3844925" y="4156075"/>
                <a:ext cx="385763" cy="31908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02" name="Line 294">
                <a:extLst>
                  <a:ext uri="{FF2B5EF4-FFF2-40B4-BE49-F238E27FC236}">
                    <a16:creationId xmlns:a16="http://schemas.microsoft.com/office/drawing/2014/main" id="{A52460CC-8DAC-0884-1873-F1D2F3E29926}"/>
                  </a:ext>
                </a:extLst>
              </p:cNvPr>
              <p:cNvSpPr>
                <a:spLocks noChangeShapeType="1"/>
              </p:cNvSpPr>
              <p:nvPr/>
            </p:nvSpPr>
            <p:spPr bwMode="auto">
              <a:xfrm>
                <a:off x="3417888" y="4013200"/>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03" name="Line 295">
                <a:extLst>
                  <a:ext uri="{FF2B5EF4-FFF2-40B4-BE49-F238E27FC236}">
                    <a16:creationId xmlns:a16="http://schemas.microsoft.com/office/drawing/2014/main" id="{8A6B177E-E79D-0D21-8459-E9EB2079EFBA}"/>
                  </a:ext>
                </a:extLst>
              </p:cNvPr>
              <p:cNvSpPr>
                <a:spLocks noChangeShapeType="1"/>
              </p:cNvSpPr>
              <p:nvPr/>
            </p:nvSpPr>
            <p:spPr bwMode="auto">
              <a:xfrm>
                <a:off x="3554413" y="4013200"/>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04" name="Rectangle 296">
                <a:extLst>
                  <a:ext uri="{FF2B5EF4-FFF2-40B4-BE49-F238E27FC236}">
                    <a16:creationId xmlns:a16="http://schemas.microsoft.com/office/drawing/2014/main" id="{09BEAC9A-98F2-5FAD-AC8D-71CC61DA19C7}"/>
                  </a:ext>
                </a:extLst>
              </p:cNvPr>
              <p:cNvSpPr>
                <a:spLocks noChangeArrowheads="1"/>
              </p:cNvSpPr>
              <p:nvPr/>
            </p:nvSpPr>
            <p:spPr bwMode="auto">
              <a:xfrm>
                <a:off x="3351213" y="4200525"/>
                <a:ext cx="284162" cy="234950"/>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05" name="Line 297">
                <a:extLst>
                  <a:ext uri="{FF2B5EF4-FFF2-40B4-BE49-F238E27FC236}">
                    <a16:creationId xmlns:a16="http://schemas.microsoft.com/office/drawing/2014/main" id="{9B47F7CC-7512-BCC6-FFD0-3B8DBDB234D6}"/>
                  </a:ext>
                </a:extLst>
              </p:cNvPr>
              <p:cNvSpPr>
                <a:spLocks noChangeShapeType="1"/>
              </p:cNvSpPr>
              <p:nvPr/>
            </p:nvSpPr>
            <p:spPr bwMode="auto">
              <a:xfrm>
                <a:off x="3949700" y="4013200"/>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06" name="Line 298">
                <a:extLst>
                  <a:ext uri="{FF2B5EF4-FFF2-40B4-BE49-F238E27FC236}">
                    <a16:creationId xmlns:a16="http://schemas.microsoft.com/office/drawing/2014/main" id="{A38E17EC-136C-9A6E-FFAA-FC9E52DA202E}"/>
                  </a:ext>
                </a:extLst>
              </p:cNvPr>
              <p:cNvSpPr>
                <a:spLocks noChangeShapeType="1"/>
              </p:cNvSpPr>
              <p:nvPr/>
            </p:nvSpPr>
            <p:spPr bwMode="auto">
              <a:xfrm>
                <a:off x="4102100" y="4013200"/>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07" name="Line 299">
                <a:extLst>
                  <a:ext uri="{FF2B5EF4-FFF2-40B4-BE49-F238E27FC236}">
                    <a16:creationId xmlns:a16="http://schemas.microsoft.com/office/drawing/2014/main" id="{70418D33-285C-1286-60D2-C5102CCAC95B}"/>
                  </a:ext>
                </a:extLst>
              </p:cNvPr>
              <p:cNvSpPr>
                <a:spLocks noChangeShapeType="1"/>
              </p:cNvSpPr>
              <p:nvPr/>
            </p:nvSpPr>
            <p:spPr bwMode="auto">
              <a:xfrm>
                <a:off x="3640138" y="4262438"/>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08" name="Line 300">
                <a:extLst>
                  <a:ext uri="{FF2B5EF4-FFF2-40B4-BE49-F238E27FC236}">
                    <a16:creationId xmlns:a16="http://schemas.microsoft.com/office/drawing/2014/main" id="{19794F03-D856-FF77-1BDF-1A8B7B083E28}"/>
                  </a:ext>
                </a:extLst>
              </p:cNvPr>
              <p:cNvSpPr>
                <a:spLocks noChangeShapeType="1"/>
              </p:cNvSpPr>
              <p:nvPr/>
            </p:nvSpPr>
            <p:spPr bwMode="auto">
              <a:xfrm>
                <a:off x="3640138" y="4368800"/>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09" name="Line 301">
                <a:extLst>
                  <a:ext uri="{FF2B5EF4-FFF2-40B4-BE49-F238E27FC236}">
                    <a16:creationId xmlns:a16="http://schemas.microsoft.com/office/drawing/2014/main" id="{EAD641BD-5A0E-50F4-1E72-8A5D40BA854B}"/>
                  </a:ext>
                </a:extLst>
              </p:cNvPr>
              <p:cNvSpPr>
                <a:spLocks noChangeShapeType="1"/>
              </p:cNvSpPr>
              <p:nvPr/>
            </p:nvSpPr>
            <p:spPr bwMode="auto">
              <a:xfrm>
                <a:off x="4222750" y="4260850"/>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10" name="Line 302">
                <a:extLst>
                  <a:ext uri="{FF2B5EF4-FFF2-40B4-BE49-F238E27FC236}">
                    <a16:creationId xmlns:a16="http://schemas.microsoft.com/office/drawing/2014/main" id="{CFC057A7-AA01-EE90-39DC-4B54376D527D}"/>
                  </a:ext>
                </a:extLst>
              </p:cNvPr>
              <p:cNvSpPr>
                <a:spLocks noChangeShapeType="1"/>
              </p:cNvSpPr>
              <p:nvPr/>
            </p:nvSpPr>
            <p:spPr bwMode="auto">
              <a:xfrm>
                <a:off x="4233863" y="4376738"/>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11" name="Rectangle 303">
                <a:extLst>
                  <a:ext uri="{FF2B5EF4-FFF2-40B4-BE49-F238E27FC236}">
                    <a16:creationId xmlns:a16="http://schemas.microsoft.com/office/drawing/2014/main" id="{6C307170-1288-6422-BD0F-A97F2EA21D02}"/>
                  </a:ext>
                </a:extLst>
              </p:cNvPr>
              <p:cNvSpPr>
                <a:spLocks noChangeArrowheads="1"/>
              </p:cNvSpPr>
              <p:nvPr/>
            </p:nvSpPr>
            <p:spPr bwMode="auto">
              <a:xfrm>
                <a:off x="4914900" y="4159250"/>
                <a:ext cx="385763" cy="32067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12" name="Line 304">
                <a:extLst>
                  <a:ext uri="{FF2B5EF4-FFF2-40B4-BE49-F238E27FC236}">
                    <a16:creationId xmlns:a16="http://schemas.microsoft.com/office/drawing/2014/main" id="{93992F52-478B-DCF6-B1E7-8C76F23456F7}"/>
                  </a:ext>
                </a:extLst>
              </p:cNvPr>
              <p:cNvSpPr>
                <a:spLocks noChangeShapeType="1"/>
              </p:cNvSpPr>
              <p:nvPr/>
            </p:nvSpPr>
            <p:spPr bwMode="auto">
              <a:xfrm>
                <a:off x="4486275" y="4016375"/>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13" name="Line 305">
                <a:extLst>
                  <a:ext uri="{FF2B5EF4-FFF2-40B4-BE49-F238E27FC236}">
                    <a16:creationId xmlns:a16="http://schemas.microsoft.com/office/drawing/2014/main" id="{7A8A982A-59AA-16D5-F951-F0FB76AE218B}"/>
                  </a:ext>
                </a:extLst>
              </p:cNvPr>
              <p:cNvSpPr>
                <a:spLocks noChangeShapeType="1"/>
              </p:cNvSpPr>
              <p:nvPr/>
            </p:nvSpPr>
            <p:spPr bwMode="auto">
              <a:xfrm>
                <a:off x="4624388" y="4016375"/>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14" name="Rectangle 306">
                <a:extLst>
                  <a:ext uri="{FF2B5EF4-FFF2-40B4-BE49-F238E27FC236}">
                    <a16:creationId xmlns:a16="http://schemas.microsoft.com/office/drawing/2014/main" id="{792D2BED-B467-87E9-0950-2F0BBD17B369}"/>
                  </a:ext>
                </a:extLst>
              </p:cNvPr>
              <p:cNvSpPr>
                <a:spLocks noChangeArrowheads="1"/>
              </p:cNvSpPr>
              <p:nvPr/>
            </p:nvSpPr>
            <p:spPr bwMode="auto">
              <a:xfrm>
                <a:off x="4421188" y="4203700"/>
                <a:ext cx="282575"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15" name="Line 307">
                <a:extLst>
                  <a:ext uri="{FF2B5EF4-FFF2-40B4-BE49-F238E27FC236}">
                    <a16:creationId xmlns:a16="http://schemas.microsoft.com/office/drawing/2014/main" id="{92503817-8717-8473-6131-6EE82C1FCF44}"/>
                  </a:ext>
                </a:extLst>
              </p:cNvPr>
              <p:cNvSpPr>
                <a:spLocks noChangeShapeType="1"/>
              </p:cNvSpPr>
              <p:nvPr/>
            </p:nvSpPr>
            <p:spPr bwMode="auto">
              <a:xfrm>
                <a:off x="5019675" y="4016375"/>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16" name="Line 308">
                <a:extLst>
                  <a:ext uri="{FF2B5EF4-FFF2-40B4-BE49-F238E27FC236}">
                    <a16:creationId xmlns:a16="http://schemas.microsoft.com/office/drawing/2014/main" id="{81554687-9E19-D33F-6B09-990A3CCD6F1B}"/>
                  </a:ext>
                </a:extLst>
              </p:cNvPr>
              <p:cNvSpPr>
                <a:spLocks noChangeShapeType="1"/>
              </p:cNvSpPr>
              <p:nvPr/>
            </p:nvSpPr>
            <p:spPr bwMode="auto">
              <a:xfrm>
                <a:off x="5172075" y="4016375"/>
                <a:ext cx="0" cy="1444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17" name="Line 309">
                <a:extLst>
                  <a:ext uri="{FF2B5EF4-FFF2-40B4-BE49-F238E27FC236}">
                    <a16:creationId xmlns:a16="http://schemas.microsoft.com/office/drawing/2014/main" id="{A5BBEA4D-D062-F4CC-9ED8-49CC40B9A6BD}"/>
                  </a:ext>
                </a:extLst>
              </p:cNvPr>
              <p:cNvSpPr>
                <a:spLocks noChangeShapeType="1"/>
              </p:cNvSpPr>
              <p:nvPr/>
            </p:nvSpPr>
            <p:spPr bwMode="auto">
              <a:xfrm>
                <a:off x="4710113" y="4265613"/>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18" name="Line 310">
                <a:extLst>
                  <a:ext uri="{FF2B5EF4-FFF2-40B4-BE49-F238E27FC236}">
                    <a16:creationId xmlns:a16="http://schemas.microsoft.com/office/drawing/2014/main" id="{BB8B41CB-1157-4865-A39B-340272F8A815}"/>
                  </a:ext>
                </a:extLst>
              </p:cNvPr>
              <p:cNvSpPr>
                <a:spLocks noChangeShapeType="1"/>
              </p:cNvSpPr>
              <p:nvPr/>
            </p:nvSpPr>
            <p:spPr bwMode="auto">
              <a:xfrm>
                <a:off x="4710113" y="4373563"/>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19" name="Line 311">
                <a:extLst>
                  <a:ext uri="{FF2B5EF4-FFF2-40B4-BE49-F238E27FC236}">
                    <a16:creationId xmlns:a16="http://schemas.microsoft.com/office/drawing/2014/main" id="{075D71E1-D3A7-958B-5E63-2E1DED1CE22F}"/>
                  </a:ext>
                </a:extLst>
              </p:cNvPr>
              <p:cNvSpPr>
                <a:spLocks noChangeShapeType="1"/>
              </p:cNvSpPr>
              <p:nvPr/>
            </p:nvSpPr>
            <p:spPr bwMode="auto">
              <a:xfrm>
                <a:off x="5302250" y="4257675"/>
                <a:ext cx="201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20" name="Line 312">
                <a:extLst>
                  <a:ext uri="{FF2B5EF4-FFF2-40B4-BE49-F238E27FC236}">
                    <a16:creationId xmlns:a16="http://schemas.microsoft.com/office/drawing/2014/main" id="{EBBD23F2-9EAA-42AB-9B19-BADD9DC29161}"/>
                  </a:ext>
                </a:extLst>
              </p:cNvPr>
              <p:cNvSpPr>
                <a:spLocks noChangeShapeType="1"/>
              </p:cNvSpPr>
              <p:nvPr/>
            </p:nvSpPr>
            <p:spPr bwMode="auto">
              <a:xfrm>
                <a:off x="5311775" y="4381500"/>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21" name="Line 313">
                <a:extLst>
                  <a:ext uri="{FF2B5EF4-FFF2-40B4-BE49-F238E27FC236}">
                    <a16:creationId xmlns:a16="http://schemas.microsoft.com/office/drawing/2014/main" id="{3B705CEA-D3AE-2955-8919-1F12ECBD6F0A}"/>
                  </a:ext>
                </a:extLst>
              </p:cNvPr>
              <p:cNvSpPr>
                <a:spLocks noChangeShapeType="1"/>
              </p:cNvSpPr>
              <p:nvPr/>
            </p:nvSpPr>
            <p:spPr bwMode="auto">
              <a:xfrm>
                <a:off x="5867400" y="4264025"/>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22" name="Line 314">
                <a:extLst>
                  <a:ext uri="{FF2B5EF4-FFF2-40B4-BE49-F238E27FC236}">
                    <a16:creationId xmlns:a16="http://schemas.microsoft.com/office/drawing/2014/main" id="{CDF3FC2A-61D3-353F-3D2E-C9A125F63A3F}"/>
                  </a:ext>
                </a:extLst>
              </p:cNvPr>
              <p:cNvSpPr>
                <a:spLocks noChangeShapeType="1"/>
              </p:cNvSpPr>
              <p:nvPr/>
            </p:nvSpPr>
            <p:spPr bwMode="auto">
              <a:xfrm>
                <a:off x="5878513" y="4379913"/>
                <a:ext cx="2190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23" name="Rectangle 315">
                <a:extLst>
                  <a:ext uri="{FF2B5EF4-FFF2-40B4-BE49-F238E27FC236}">
                    <a16:creationId xmlns:a16="http://schemas.microsoft.com/office/drawing/2014/main" id="{282625C0-92BC-F889-64CD-65308C708C64}"/>
                  </a:ext>
                </a:extLst>
              </p:cNvPr>
              <p:cNvSpPr>
                <a:spLocks noChangeArrowheads="1"/>
              </p:cNvSpPr>
              <p:nvPr/>
            </p:nvSpPr>
            <p:spPr bwMode="auto">
              <a:xfrm>
                <a:off x="6600825" y="4149725"/>
                <a:ext cx="387350" cy="320675"/>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24" name="Line 316">
                <a:extLst>
                  <a:ext uri="{FF2B5EF4-FFF2-40B4-BE49-F238E27FC236}">
                    <a16:creationId xmlns:a16="http://schemas.microsoft.com/office/drawing/2014/main" id="{3EA37274-2913-47EA-0EC4-AE24F7ED4DAC}"/>
                  </a:ext>
                </a:extLst>
              </p:cNvPr>
              <p:cNvSpPr>
                <a:spLocks noChangeShapeType="1"/>
              </p:cNvSpPr>
              <p:nvPr/>
            </p:nvSpPr>
            <p:spPr bwMode="auto">
              <a:xfrm>
                <a:off x="6162675" y="400685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25" name="Line 317">
                <a:extLst>
                  <a:ext uri="{FF2B5EF4-FFF2-40B4-BE49-F238E27FC236}">
                    <a16:creationId xmlns:a16="http://schemas.microsoft.com/office/drawing/2014/main" id="{DC178823-B32A-21AF-273C-F98999C882A4}"/>
                  </a:ext>
                </a:extLst>
              </p:cNvPr>
              <p:cNvSpPr>
                <a:spLocks noChangeShapeType="1"/>
              </p:cNvSpPr>
              <p:nvPr/>
            </p:nvSpPr>
            <p:spPr bwMode="auto">
              <a:xfrm>
                <a:off x="6311900" y="400685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26" name="Rectangle 318">
                <a:extLst>
                  <a:ext uri="{FF2B5EF4-FFF2-40B4-BE49-F238E27FC236}">
                    <a16:creationId xmlns:a16="http://schemas.microsoft.com/office/drawing/2014/main" id="{AD1A6883-76B3-3035-C809-0853AE25DEE4}"/>
                  </a:ext>
                </a:extLst>
              </p:cNvPr>
              <p:cNvSpPr>
                <a:spLocks noChangeArrowheads="1"/>
              </p:cNvSpPr>
              <p:nvPr/>
            </p:nvSpPr>
            <p:spPr bwMode="auto">
              <a:xfrm>
                <a:off x="6107113" y="4194175"/>
                <a:ext cx="284162"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27" name="Line 319">
                <a:extLst>
                  <a:ext uri="{FF2B5EF4-FFF2-40B4-BE49-F238E27FC236}">
                    <a16:creationId xmlns:a16="http://schemas.microsoft.com/office/drawing/2014/main" id="{D7278D40-329D-E39C-60CD-F9201BC906F1}"/>
                  </a:ext>
                </a:extLst>
              </p:cNvPr>
              <p:cNvSpPr>
                <a:spLocks noChangeShapeType="1"/>
              </p:cNvSpPr>
              <p:nvPr/>
            </p:nvSpPr>
            <p:spPr bwMode="auto">
              <a:xfrm>
                <a:off x="6705600" y="4006850"/>
                <a:ext cx="0" cy="1460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28" name="Line 320">
                <a:extLst>
                  <a:ext uri="{FF2B5EF4-FFF2-40B4-BE49-F238E27FC236}">
                    <a16:creationId xmlns:a16="http://schemas.microsoft.com/office/drawing/2014/main" id="{5B5D4717-3E9C-8F06-2B20-119D839DC952}"/>
                  </a:ext>
                </a:extLst>
              </p:cNvPr>
              <p:cNvSpPr>
                <a:spLocks noChangeShapeType="1"/>
              </p:cNvSpPr>
              <p:nvPr/>
            </p:nvSpPr>
            <p:spPr bwMode="auto">
              <a:xfrm>
                <a:off x="6859588" y="4006850"/>
                <a:ext cx="0" cy="1460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29" name="Line 321">
                <a:extLst>
                  <a:ext uri="{FF2B5EF4-FFF2-40B4-BE49-F238E27FC236}">
                    <a16:creationId xmlns:a16="http://schemas.microsoft.com/office/drawing/2014/main" id="{A9492AB9-96AC-0ADB-1CC5-8E118656C5B4}"/>
                  </a:ext>
                </a:extLst>
              </p:cNvPr>
              <p:cNvSpPr>
                <a:spLocks noChangeShapeType="1"/>
              </p:cNvSpPr>
              <p:nvPr/>
            </p:nvSpPr>
            <p:spPr bwMode="auto">
              <a:xfrm>
                <a:off x="6397625" y="4257675"/>
                <a:ext cx="201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30" name="Line 322">
                <a:extLst>
                  <a:ext uri="{FF2B5EF4-FFF2-40B4-BE49-F238E27FC236}">
                    <a16:creationId xmlns:a16="http://schemas.microsoft.com/office/drawing/2014/main" id="{E15AD0F3-3286-B583-0A9F-C292DB2A7EFF}"/>
                  </a:ext>
                </a:extLst>
              </p:cNvPr>
              <p:cNvSpPr>
                <a:spLocks noChangeShapeType="1"/>
              </p:cNvSpPr>
              <p:nvPr/>
            </p:nvSpPr>
            <p:spPr bwMode="auto">
              <a:xfrm>
                <a:off x="6397625" y="4364038"/>
                <a:ext cx="201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31" name="Line 323">
                <a:extLst>
                  <a:ext uri="{FF2B5EF4-FFF2-40B4-BE49-F238E27FC236}">
                    <a16:creationId xmlns:a16="http://schemas.microsoft.com/office/drawing/2014/main" id="{CEBCAC6C-9391-AD73-D248-F984A7F80299}"/>
                  </a:ext>
                </a:extLst>
              </p:cNvPr>
              <p:cNvSpPr>
                <a:spLocks noChangeShapeType="1"/>
              </p:cNvSpPr>
              <p:nvPr/>
            </p:nvSpPr>
            <p:spPr bwMode="auto">
              <a:xfrm>
                <a:off x="6988175" y="4248150"/>
                <a:ext cx="203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32" name="Line 324">
                <a:extLst>
                  <a:ext uri="{FF2B5EF4-FFF2-40B4-BE49-F238E27FC236}">
                    <a16:creationId xmlns:a16="http://schemas.microsoft.com/office/drawing/2014/main" id="{FDAF49E8-6A46-7856-66F0-DBACAE49DCF5}"/>
                  </a:ext>
                </a:extLst>
              </p:cNvPr>
              <p:cNvSpPr>
                <a:spLocks noChangeShapeType="1"/>
              </p:cNvSpPr>
              <p:nvPr/>
            </p:nvSpPr>
            <p:spPr bwMode="auto">
              <a:xfrm>
                <a:off x="6999288" y="4354513"/>
                <a:ext cx="2016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33" name="Line 325">
                <a:extLst>
                  <a:ext uri="{FF2B5EF4-FFF2-40B4-BE49-F238E27FC236}">
                    <a16:creationId xmlns:a16="http://schemas.microsoft.com/office/drawing/2014/main" id="{D2A4EE2F-57A0-C8C8-C0D5-BF6FE65F8ACF}"/>
                  </a:ext>
                </a:extLst>
              </p:cNvPr>
              <p:cNvSpPr>
                <a:spLocks noChangeShapeType="1"/>
              </p:cNvSpPr>
              <p:nvPr/>
            </p:nvSpPr>
            <p:spPr bwMode="auto">
              <a:xfrm>
                <a:off x="5580063" y="4259263"/>
                <a:ext cx="257175"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534" name="Line 326">
                <a:extLst>
                  <a:ext uri="{FF2B5EF4-FFF2-40B4-BE49-F238E27FC236}">
                    <a16:creationId xmlns:a16="http://schemas.microsoft.com/office/drawing/2014/main" id="{97A10270-4414-EE2F-674E-E27914BDDDEC}"/>
                  </a:ext>
                </a:extLst>
              </p:cNvPr>
              <p:cNvSpPr>
                <a:spLocks noChangeShapeType="1"/>
              </p:cNvSpPr>
              <p:nvPr/>
            </p:nvSpPr>
            <p:spPr bwMode="auto">
              <a:xfrm>
                <a:off x="5591175" y="4381500"/>
                <a:ext cx="257175"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535" name="Rectangle 327">
                <a:extLst>
                  <a:ext uri="{FF2B5EF4-FFF2-40B4-BE49-F238E27FC236}">
                    <a16:creationId xmlns:a16="http://schemas.microsoft.com/office/drawing/2014/main" id="{D778463C-C27F-2528-26DA-1BD40AEF64E9}"/>
                  </a:ext>
                </a:extLst>
              </p:cNvPr>
              <p:cNvSpPr>
                <a:spLocks noChangeArrowheads="1"/>
              </p:cNvSpPr>
              <p:nvPr/>
            </p:nvSpPr>
            <p:spPr bwMode="auto">
              <a:xfrm>
                <a:off x="2276475" y="4637088"/>
                <a:ext cx="284163"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36" name="Rectangle 328">
                <a:extLst>
                  <a:ext uri="{FF2B5EF4-FFF2-40B4-BE49-F238E27FC236}">
                    <a16:creationId xmlns:a16="http://schemas.microsoft.com/office/drawing/2014/main" id="{E660287D-8BAB-80E7-F888-F05678C9BD71}"/>
                  </a:ext>
                </a:extLst>
              </p:cNvPr>
              <p:cNvSpPr>
                <a:spLocks noChangeArrowheads="1"/>
              </p:cNvSpPr>
              <p:nvPr/>
            </p:nvSpPr>
            <p:spPr bwMode="auto">
              <a:xfrm>
                <a:off x="2819400" y="4640263"/>
                <a:ext cx="277813"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37" name="Line 329">
                <a:extLst>
                  <a:ext uri="{FF2B5EF4-FFF2-40B4-BE49-F238E27FC236}">
                    <a16:creationId xmlns:a16="http://schemas.microsoft.com/office/drawing/2014/main" id="{EA5AD822-F69C-979A-E815-4621548C0ED0}"/>
                  </a:ext>
                </a:extLst>
              </p:cNvPr>
              <p:cNvSpPr>
                <a:spLocks noChangeShapeType="1"/>
              </p:cNvSpPr>
              <p:nvPr/>
            </p:nvSpPr>
            <p:spPr bwMode="auto">
              <a:xfrm>
                <a:off x="2008188" y="4699000"/>
                <a:ext cx="257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38" name="Line 330">
                <a:extLst>
                  <a:ext uri="{FF2B5EF4-FFF2-40B4-BE49-F238E27FC236}">
                    <a16:creationId xmlns:a16="http://schemas.microsoft.com/office/drawing/2014/main" id="{2E4A7A2A-23C5-04AF-CDCF-61DC74F83F0F}"/>
                  </a:ext>
                </a:extLst>
              </p:cNvPr>
              <p:cNvSpPr>
                <a:spLocks noChangeShapeType="1"/>
              </p:cNvSpPr>
              <p:nvPr/>
            </p:nvSpPr>
            <p:spPr bwMode="auto">
              <a:xfrm>
                <a:off x="2008188" y="4841875"/>
                <a:ext cx="2571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39" name="Line 331">
                <a:extLst>
                  <a:ext uri="{FF2B5EF4-FFF2-40B4-BE49-F238E27FC236}">
                    <a16:creationId xmlns:a16="http://schemas.microsoft.com/office/drawing/2014/main" id="{35158E58-E7C2-ECCF-B51A-56F0B3D0E966}"/>
                  </a:ext>
                </a:extLst>
              </p:cNvPr>
              <p:cNvSpPr>
                <a:spLocks noChangeShapeType="1"/>
              </p:cNvSpPr>
              <p:nvPr/>
            </p:nvSpPr>
            <p:spPr bwMode="auto">
              <a:xfrm>
                <a:off x="2576513" y="4699000"/>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40" name="Line 332">
                <a:extLst>
                  <a:ext uri="{FF2B5EF4-FFF2-40B4-BE49-F238E27FC236}">
                    <a16:creationId xmlns:a16="http://schemas.microsoft.com/office/drawing/2014/main" id="{88D9FB94-C988-EA45-799D-904C280C7430}"/>
                  </a:ext>
                </a:extLst>
              </p:cNvPr>
              <p:cNvSpPr>
                <a:spLocks noChangeShapeType="1"/>
              </p:cNvSpPr>
              <p:nvPr/>
            </p:nvSpPr>
            <p:spPr bwMode="auto">
              <a:xfrm>
                <a:off x="2576513" y="4832350"/>
                <a:ext cx="2397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41" name="Line 333">
                <a:extLst>
                  <a:ext uri="{FF2B5EF4-FFF2-40B4-BE49-F238E27FC236}">
                    <a16:creationId xmlns:a16="http://schemas.microsoft.com/office/drawing/2014/main" id="{9CCE4D41-883A-39D7-4A75-0959B0594637}"/>
                  </a:ext>
                </a:extLst>
              </p:cNvPr>
              <p:cNvSpPr>
                <a:spLocks noChangeShapeType="1"/>
              </p:cNvSpPr>
              <p:nvPr/>
            </p:nvSpPr>
            <p:spPr bwMode="auto">
              <a:xfrm>
                <a:off x="3103563" y="4697413"/>
                <a:ext cx="2317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42" name="Line 334">
                <a:extLst>
                  <a:ext uri="{FF2B5EF4-FFF2-40B4-BE49-F238E27FC236}">
                    <a16:creationId xmlns:a16="http://schemas.microsoft.com/office/drawing/2014/main" id="{45234D93-F213-D451-65B2-724739A433AF}"/>
                  </a:ext>
                </a:extLst>
              </p:cNvPr>
              <p:cNvSpPr>
                <a:spLocks noChangeShapeType="1"/>
              </p:cNvSpPr>
              <p:nvPr/>
            </p:nvSpPr>
            <p:spPr bwMode="auto">
              <a:xfrm>
                <a:off x="3103563" y="4832350"/>
                <a:ext cx="2317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43" name="Line 335">
                <a:extLst>
                  <a:ext uri="{FF2B5EF4-FFF2-40B4-BE49-F238E27FC236}">
                    <a16:creationId xmlns:a16="http://schemas.microsoft.com/office/drawing/2014/main" id="{E58EC2EB-BE62-D2C8-7940-9A66372BD821}"/>
                  </a:ext>
                </a:extLst>
              </p:cNvPr>
              <p:cNvSpPr>
                <a:spLocks noChangeShapeType="1"/>
              </p:cNvSpPr>
              <p:nvPr/>
            </p:nvSpPr>
            <p:spPr bwMode="auto">
              <a:xfrm>
                <a:off x="2341563" y="4879975"/>
                <a:ext cx="0" cy="1857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44" name="Line 336">
                <a:extLst>
                  <a:ext uri="{FF2B5EF4-FFF2-40B4-BE49-F238E27FC236}">
                    <a16:creationId xmlns:a16="http://schemas.microsoft.com/office/drawing/2014/main" id="{5ED2059D-896B-DFC3-AF36-819219663F88}"/>
                  </a:ext>
                </a:extLst>
              </p:cNvPr>
              <p:cNvSpPr>
                <a:spLocks noChangeShapeType="1"/>
              </p:cNvSpPr>
              <p:nvPr/>
            </p:nvSpPr>
            <p:spPr bwMode="auto">
              <a:xfrm>
                <a:off x="2501900" y="4879975"/>
                <a:ext cx="0" cy="1857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45" name="Line 337">
                <a:extLst>
                  <a:ext uri="{FF2B5EF4-FFF2-40B4-BE49-F238E27FC236}">
                    <a16:creationId xmlns:a16="http://schemas.microsoft.com/office/drawing/2014/main" id="{0D3F037B-8636-24E5-6E88-CBA9DB21AA57}"/>
                  </a:ext>
                </a:extLst>
              </p:cNvPr>
              <p:cNvSpPr>
                <a:spLocks noChangeShapeType="1"/>
              </p:cNvSpPr>
              <p:nvPr/>
            </p:nvSpPr>
            <p:spPr bwMode="auto">
              <a:xfrm>
                <a:off x="2886075" y="4878388"/>
                <a:ext cx="0" cy="2016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46" name="Line 338">
                <a:extLst>
                  <a:ext uri="{FF2B5EF4-FFF2-40B4-BE49-F238E27FC236}">
                    <a16:creationId xmlns:a16="http://schemas.microsoft.com/office/drawing/2014/main" id="{53DCDD27-EB0E-367C-D0CE-61B83651F2A5}"/>
                  </a:ext>
                </a:extLst>
              </p:cNvPr>
              <p:cNvSpPr>
                <a:spLocks noChangeShapeType="1"/>
              </p:cNvSpPr>
              <p:nvPr/>
            </p:nvSpPr>
            <p:spPr bwMode="auto">
              <a:xfrm>
                <a:off x="3038475" y="4878388"/>
                <a:ext cx="0" cy="2016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47" name="Line 339">
                <a:extLst>
                  <a:ext uri="{FF2B5EF4-FFF2-40B4-BE49-F238E27FC236}">
                    <a16:creationId xmlns:a16="http://schemas.microsoft.com/office/drawing/2014/main" id="{1CBFD2C1-4166-D0D3-0671-18D14B35B2FB}"/>
                  </a:ext>
                </a:extLst>
              </p:cNvPr>
              <p:cNvSpPr>
                <a:spLocks noChangeShapeType="1"/>
              </p:cNvSpPr>
              <p:nvPr/>
            </p:nvSpPr>
            <p:spPr bwMode="auto">
              <a:xfrm>
                <a:off x="2352675" y="443230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48" name="Line 340">
                <a:extLst>
                  <a:ext uri="{FF2B5EF4-FFF2-40B4-BE49-F238E27FC236}">
                    <a16:creationId xmlns:a16="http://schemas.microsoft.com/office/drawing/2014/main" id="{CB98D6DF-478F-D196-99C5-707229B8BD90}"/>
                  </a:ext>
                </a:extLst>
              </p:cNvPr>
              <p:cNvSpPr>
                <a:spLocks noChangeShapeType="1"/>
              </p:cNvSpPr>
              <p:nvPr/>
            </p:nvSpPr>
            <p:spPr bwMode="auto">
              <a:xfrm>
                <a:off x="2490788" y="443230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49" name="Line 341">
                <a:extLst>
                  <a:ext uri="{FF2B5EF4-FFF2-40B4-BE49-F238E27FC236}">
                    <a16:creationId xmlns:a16="http://schemas.microsoft.com/office/drawing/2014/main" id="{FE1A3938-2270-B632-1517-5CCC4B098BD5}"/>
                  </a:ext>
                </a:extLst>
              </p:cNvPr>
              <p:cNvSpPr>
                <a:spLocks noChangeShapeType="1"/>
              </p:cNvSpPr>
              <p:nvPr/>
            </p:nvSpPr>
            <p:spPr bwMode="auto">
              <a:xfrm>
                <a:off x="2889250" y="4476750"/>
                <a:ext cx="0" cy="1571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50" name="Line 342">
                <a:extLst>
                  <a:ext uri="{FF2B5EF4-FFF2-40B4-BE49-F238E27FC236}">
                    <a16:creationId xmlns:a16="http://schemas.microsoft.com/office/drawing/2014/main" id="{F653CCA3-62AD-DD13-5980-87A9E115519C}"/>
                  </a:ext>
                </a:extLst>
              </p:cNvPr>
              <p:cNvSpPr>
                <a:spLocks noChangeShapeType="1"/>
              </p:cNvSpPr>
              <p:nvPr/>
            </p:nvSpPr>
            <p:spPr bwMode="auto">
              <a:xfrm>
                <a:off x="3028950" y="4476750"/>
                <a:ext cx="0" cy="1571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51" name="Rectangle 343">
                <a:extLst>
                  <a:ext uri="{FF2B5EF4-FFF2-40B4-BE49-F238E27FC236}">
                    <a16:creationId xmlns:a16="http://schemas.microsoft.com/office/drawing/2014/main" id="{CEFD1534-57E9-5C71-BAE7-5063C980D2B8}"/>
                  </a:ext>
                </a:extLst>
              </p:cNvPr>
              <p:cNvSpPr>
                <a:spLocks noChangeArrowheads="1"/>
              </p:cNvSpPr>
              <p:nvPr/>
            </p:nvSpPr>
            <p:spPr bwMode="auto">
              <a:xfrm>
                <a:off x="3343275" y="4643438"/>
                <a:ext cx="284163" cy="234950"/>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52" name="Rectangle 344">
                <a:extLst>
                  <a:ext uri="{FF2B5EF4-FFF2-40B4-BE49-F238E27FC236}">
                    <a16:creationId xmlns:a16="http://schemas.microsoft.com/office/drawing/2014/main" id="{6B1A9856-C69E-D4B3-2F4E-5589FD8FAA6F}"/>
                  </a:ext>
                </a:extLst>
              </p:cNvPr>
              <p:cNvSpPr>
                <a:spLocks noChangeArrowheads="1"/>
              </p:cNvSpPr>
              <p:nvPr/>
            </p:nvSpPr>
            <p:spPr bwMode="auto">
              <a:xfrm>
                <a:off x="3887788" y="4645025"/>
                <a:ext cx="276225"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53" name="Line 345">
                <a:extLst>
                  <a:ext uri="{FF2B5EF4-FFF2-40B4-BE49-F238E27FC236}">
                    <a16:creationId xmlns:a16="http://schemas.microsoft.com/office/drawing/2014/main" id="{8C19F455-F39B-44CF-1C75-F52852FF89E1}"/>
                  </a:ext>
                </a:extLst>
              </p:cNvPr>
              <p:cNvSpPr>
                <a:spLocks noChangeShapeType="1"/>
              </p:cNvSpPr>
              <p:nvPr/>
            </p:nvSpPr>
            <p:spPr bwMode="auto">
              <a:xfrm>
                <a:off x="3635375" y="4695825"/>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54" name="Line 346">
                <a:extLst>
                  <a:ext uri="{FF2B5EF4-FFF2-40B4-BE49-F238E27FC236}">
                    <a16:creationId xmlns:a16="http://schemas.microsoft.com/office/drawing/2014/main" id="{E078A985-7410-AC6A-2E4D-003F5996E5C5}"/>
                  </a:ext>
                </a:extLst>
              </p:cNvPr>
              <p:cNvSpPr>
                <a:spLocks noChangeShapeType="1"/>
              </p:cNvSpPr>
              <p:nvPr/>
            </p:nvSpPr>
            <p:spPr bwMode="auto">
              <a:xfrm>
                <a:off x="3644900" y="4838700"/>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55" name="Line 347">
                <a:extLst>
                  <a:ext uri="{FF2B5EF4-FFF2-40B4-BE49-F238E27FC236}">
                    <a16:creationId xmlns:a16="http://schemas.microsoft.com/office/drawing/2014/main" id="{8B2F9ADB-791B-FEA0-3617-0F4BF46C3D37}"/>
                  </a:ext>
                </a:extLst>
              </p:cNvPr>
              <p:cNvSpPr>
                <a:spLocks noChangeShapeType="1"/>
              </p:cNvSpPr>
              <p:nvPr/>
            </p:nvSpPr>
            <p:spPr bwMode="auto">
              <a:xfrm>
                <a:off x="3421063" y="4883150"/>
                <a:ext cx="0" cy="203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56" name="Line 348">
                <a:extLst>
                  <a:ext uri="{FF2B5EF4-FFF2-40B4-BE49-F238E27FC236}">
                    <a16:creationId xmlns:a16="http://schemas.microsoft.com/office/drawing/2014/main" id="{28D13387-E67E-D51D-696C-18307B5CE14B}"/>
                  </a:ext>
                </a:extLst>
              </p:cNvPr>
              <p:cNvSpPr>
                <a:spLocks noChangeShapeType="1"/>
              </p:cNvSpPr>
              <p:nvPr/>
            </p:nvSpPr>
            <p:spPr bwMode="auto">
              <a:xfrm>
                <a:off x="3559175" y="4883150"/>
                <a:ext cx="0" cy="203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57" name="Line 349">
                <a:extLst>
                  <a:ext uri="{FF2B5EF4-FFF2-40B4-BE49-F238E27FC236}">
                    <a16:creationId xmlns:a16="http://schemas.microsoft.com/office/drawing/2014/main" id="{E0A25EE1-4F03-FC83-002C-F1FBF7CDAAC3}"/>
                  </a:ext>
                </a:extLst>
              </p:cNvPr>
              <p:cNvSpPr>
                <a:spLocks noChangeShapeType="1"/>
              </p:cNvSpPr>
              <p:nvPr/>
            </p:nvSpPr>
            <p:spPr bwMode="auto">
              <a:xfrm>
                <a:off x="3954463" y="4883150"/>
                <a:ext cx="0" cy="203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58" name="Line 350">
                <a:extLst>
                  <a:ext uri="{FF2B5EF4-FFF2-40B4-BE49-F238E27FC236}">
                    <a16:creationId xmlns:a16="http://schemas.microsoft.com/office/drawing/2014/main" id="{2759AF5E-112D-A839-301C-68CCE2900748}"/>
                  </a:ext>
                </a:extLst>
              </p:cNvPr>
              <p:cNvSpPr>
                <a:spLocks noChangeShapeType="1"/>
              </p:cNvSpPr>
              <p:nvPr/>
            </p:nvSpPr>
            <p:spPr bwMode="auto">
              <a:xfrm>
                <a:off x="4106863" y="4883150"/>
                <a:ext cx="0" cy="203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59" name="Line 351">
                <a:extLst>
                  <a:ext uri="{FF2B5EF4-FFF2-40B4-BE49-F238E27FC236}">
                    <a16:creationId xmlns:a16="http://schemas.microsoft.com/office/drawing/2014/main" id="{B2802401-3B0A-0F88-2122-220BDB10ADDD}"/>
                  </a:ext>
                </a:extLst>
              </p:cNvPr>
              <p:cNvSpPr>
                <a:spLocks noChangeShapeType="1"/>
              </p:cNvSpPr>
              <p:nvPr/>
            </p:nvSpPr>
            <p:spPr bwMode="auto">
              <a:xfrm>
                <a:off x="3421063" y="4437063"/>
                <a:ext cx="0" cy="198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60" name="Line 352">
                <a:extLst>
                  <a:ext uri="{FF2B5EF4-FFF2-40B4-BE49-F238E27FC236}">
                    <a16:creationId xmlns:a16="http://schemas.microsoft.com/office/drawing/2014/main" id="{7DAA97EC-A105-2751-CC55-7DBA7353C8C7}"/>
                  </a:ext>
                </a:extLst>
              </p:cNvPr>
              <p:cNvSpPr>
                <a:spLocks noChangeShapeType="1"/>
              </p:cNvSpPr>
              <p:nvPr/>
            </p:nvSpPr>
            <p:spPr bwMode="auto">
              <a:xfrm>
                <a:off x="3552825" y="4437063"/>
                <a:ext cx="0" cy="19843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61" name="Line 353">
                <a:extLst>
                  <a:ext uri="{FF2B5EF4-FFF2-40B4-BE49-F238E27FC236}">
                    <a16:creationId xmlns:a16="http://schemas.microsoft.com/office/drawing/2014/main" id="{7411022E-D3F2-4C67-FF17-768B321CF8E0}"/>
                  </a:ext>
                </a:extLst>
              </p:cNvPr>
              <p:cNvSpPr>
                <a:spLocks noChangeShapeType="1"/>
              </p:cNvSpPr>
              <p:nvPr/>
            </p:nvSpPr>
            <p:spPr bwMode="auto">
              <a:xfrm>
                <a:off x="3957638" y="4481513"/>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62" name="Line 354">
                <a:extLst>
                  <a:ext uri="{FF2B5EF4-FFF2-40B4-BE49-F238E27FC236}">
                    <a16:creationId xmlns:a16="http://schemas.microsoft.com/office/drawing/2014/main" id="{284FC963-9B59-F6B2-3617-FB0BCA621DA2}"/>
                  </a:ext>
                </a:extLst>
              </p:cNvPr>
              <p:cNvSpPr>
                <a:spLocks noChangeShapeType="1"/>
              </p:cNvSpPr>
              <p:nvPr/>
            </p:nvSpPr>
            <p:spPr bwMode="auto">
              <a:xfrm>
                <a:off x="4106863" y="4481513"/>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63" name="Line 355">
                <a:extLst>
                  <a:ext uri="{FF2B5EF4-FFF2-40B4-BE49-F238E27FC236}">
                    <a16:creationId xmlns:a16="http://schemas.microsoft.com/office/drawing/2014/main" id="{A355E5E4-53A1-336B-E89B-04630B59341A}"/>
                  </a:ext>
                </a:extLst>
              </p:cNvPr>
              <p:cNvSpPr>
                <a:spLocks noChangeShapeType="1"/>
              </p:cNvSpPr>
              <p:nvPr/>
            </p:nvSpPr>
            <p:spPr bwMode="auto">
              <a:xfrm>
                <a:off x="4160838" y="4703763"/>
                <a:ext cx="2413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64" name="Line 356">
                <a:extLst>
                  <a:ext uri="{FF2B5EF4-FFF2-40B4-BE49-F238E27FC236}">
                    <a16:creationId xmlns:a16="http://schemas.microsoft.com/office/drawing/2014/main" id="{FBB46B27-9632-AA4B-C800-1FAF6A4C6CEC}"/>
                  </a:ext>
                </a:extLst>
              </p:cNvPr>
              <p:cNvSpPr>
                <a:spLocks noChangeShapeType="1"/>
              </p:cNvSpPr>
              <p:nvPr/>
            </p:nvSpPr>
            <p:spPr bwMode="auto">
              <a:xfrm>
                <a:off x="4160838" y="4845050"/>
                <a:ext cx="2413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65" name="Rectangle 357">
                <a:extLst>
                  <a:ext uri="{FF2B5EF4-FFF2-40B4-BE49-F238E27FC236}">
                    <a16:creationId xmlns:a16="http://schemas.microsoft.com/office/drawing/2014/main" id="{B6866013-9656-F6F4-5593-8AF2331F097E}"/>
                  </a:ext>
                </a:extLst>
              </p:cNvPr>
              <p:cNvSpPr>
                <a:spLocks noChangeArrowheads="1"/>
              </p:cNvSpPr>
              <p:nvPr/>
            </p:nvSpPr>
            <p:spPr bwMode="auto">
              <a:xfrm>
                <a:off x="4413250" y="4645025"/>
                <a:ext cx="284163" cy="236538"/>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66" name="Rectangle 358">
                <a:extLst>
                  <a:ext uri="{FF2B5EF4-FFF2-40B4-BE49-F238E27FC236}">
                    <a16:creationId xmlns:a16="http://schemas.microsoft.com/office/drawing/2014/main" id="{7DB5CBEC-2E1D-6634-CB54-13B72D06AA6B}"/>
                  </a:ext>
                </a:extLst>
              </p:cNvPr>
              <p:cNvSpPr>
                <a:spLocks noChangeArrowheads="1"/>
              </p:cNvSpPr>
              <p:nvPr/>
            </p:nvSpPr>
            <p:spPr bwMode="auto">
              <a:xfrm>
                <a:off x="4956175" y="4649788"/>
                <a:ext cx="277813"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67" name="Line 359">
                <a:extLst>
                  <a:ext uri="{FF2B5EF4-FFF2-40B4-BE49-F238E27FC236}">
                    <a16:creationId xmlns:a16="http://schemas.microsoft.com/office/drawing/2014/main" id="{36A5291A-D35C-112E-5E89-BEFE68DD2D32}"/>
                  </a:ext>
                </a:extLst>
              </p:cNvPr>
              <p:cNvSpPr>
                <a:spLocks noChangeShapeType="1"/>
              </p:cNvSpPr>
              <p:nvPr/>
            </p:nvSpPr>
            <p:spPr bwMode="auto">
              <a:xfrm>
                <a:off x="4714875" y="4708525"/>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68" name="Line 360">
                <a:extLst>
                  <a:ext uri="{FF2B5EF4-FFF2-40B4-BE49-F238E27FC236}">
                    <a16:creationId xmlns:a16="http://schemas.microsoft.com/office/drawing/2014/main" id="{DF421559-3D8D-38C5-3758-8BAD8D1F6EA8}"/>
                  </a:ext>
                </a:extLst>
              </p:cNvPr>
              <p:cNvSpPr>
                <a:spLocks noChangeShapeType="1"/>
              </p:cNvSpPr>
              <p:nvPr/>
            </p:nvSpPr>
            <p:spPr bwMode="auto">
              <a:xfrm>
                <a:off x="4714875" y="4841875"/>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69" name="Line 361">
                <a:extLst>
                  <a:ext uri="{FF2B5EF4-FFF2-40B4-BE49-F238E27FC236}">
                    <a16:creationId xmlns:a16="http://schemas.microsoft.com/office/drawing/2014/main" id="{8668A64C-8CDB-6EF8-5F66-DF59439C078A}"/>
                  </a:ext>
                </a:extLst>
              </p:cNvPr>
              <p:cNvSpPr>
                <a:spLocks noChangeShapeType="1"/>
              </p:cNvSpPr>
              <p:nvPr/>
            </p:nvSpPr>
            <p:spPr bwMode="auto">
              <a:xfrm>
                <a:off x="4502150" y="4441825"/>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70" name="Line 362">
                <a:extLst>
                  <a:ext uri="{FF2B5EF4-FFF2-40B4-BE49-F238E27FC236}">
                    <a16:creationId xmlns:a16="http://schemas.microsoft.com/office/drawing/2014/main" id="{946ADC5D-A76C-69D1-FF97-259220188800}"/>
                  </a:ext>
                </a:extLst>
              </p:cNvPr>
              <p:cNvSpPr>
                <a:spLocks noChangeShapeType="1"/>
              </p:cNvSpPr>
              <p:nvPr/>
            </p:nvSpPr>
            <p:spPr bwMode="auto">
              <a:xfrm>
                <a:off x="4638675" y="4448175"/>
                <a:ext cx="0" cy="2000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71" name="Line 363">
                <a:extLst>
                  <a:ext uri="{FF2B5EF4-FFF2-40B4-BE49-F238E27FC236}">
                    <a16:creationId xmlns:a16="http://schemas.microsoft.com/office/drawing/2014/main" id="{1D749F57-C5B9-3603-F04C-B3895F6B00C7}"/>
                  </a:ext>
                </a:extLst>
              </p:cNvPr>
              <p:cNvSpPr>
                <a:spLocks noChangeShapeType="1"/>
              </p:cNvSpPr>
              <p:nvPr/>
            </p:nvSpPr>
            <p:spPr bwMode="auto">
              <a:xfrm>
                <a:off x="5029200" y="4484688"/>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72" name="Line 364">
                <a:extLst>
                  <a:ext uri="{FF2B5EF4-FFF2-40B4-BE49-F238E27FC236}">
                    <a16:creationId xmlns:a16="http://schemas.microsoft.com/office/drawing/2014/main" id="{0A9ED6D6-8531-64B1-3CC5-5E6A4CD13F92}"/>
                  </a:ext>
                </a:extLst>
              </p:cNvPr>
              <p:cNvSpPr>
                <a:spLocks noChangeShapeType="1"/>
              </p:cNvSpPr>
              <p:nvPr/>
            </p:nvSpPr>
            <p:spPr bwMode="auto">
              <a:xfrm>
                <a:off x="5186363" y="4484688"/>
                <a:ext cx="0" cy="1587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73" name="Line 365">
                <a:extLst>
                  <a:ext uri="{FF2B5EF4-FFF2-40B4-BE49-F238E27FC236}">
                    <a16:creationId xmlns:a16="http://schemas.microsoft.com/office/drawing/2014/main" id="{252C2F8A-7C96-FACD-92B7-A129C1572D16}"/>
                  </a:ext>
                </a:extLst>
              </p:cNvPr>
              <p:cNvSpPr>
                <a:spLocks noChangeShapeType="1"/>
              </p:cNvSpPr>
              <p:nvPr/>
            </p:nvSpPr>
            <p:spPr bwMode="auto">
              <a:xfrm>
                <a:off x="5230813" y="4708525"/>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74" name="Line 366">
                <a:extLst>
                  <a:ext uri="{FF2B5EF4-FFF2-40B4-BE49-F238E27FC236}">
                    <a16:creationId xmlns:a16="http://schemas.microsoft.com/office/drawing/2014/main" id="{4FA23940-2083-D212-E730-EEDA1542CB84}"/>
                  </a:ext>
                </a:extLst>
              </p:cNvPr>
              <p:cNvSpPr>
                <a:spLocks noChangeShapeType="1"/>
              </p:cNvSpPr>
              <p:nvPr/>
            </p:nvSpPr>
            <p:spPr bwMode="auto">
              <a:xfrm>
                <a:off x="5230813" y="4845050"/>
                <a:ext cx="2381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75" name="Line 367">
                <a:extLst>
                  <a:ext uri="{FF2B5EF4-FFF2-40B4-BE49-F238E27FC236}">
                    <a16:creationId xmlns:a16="http://schemas.microsoft.com/office/drawing/2014/main" id="{35063E81-8E85-ECA8-0B82-B784295AE31A}"/>
                  </a:ext>
                </a:extLst>
              </p:cNvPr>
              <p:cNvSpPr>
                <a:spLocks noChangeShapeType="1"/>
              </p:cNvSpPr>
              <p:nvPr/>
            </p:nvSpPr>
            <p:spPr bwMode="auto">
              <a:xfrm>
                <a:off x="5848350" y="4714875"/>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76" name="Line 368">
                <a:extLst>
                  <a:ext uri="{FF2B5EF4-FFF2-40B4-BE49-F238E27FC236}">
                    <a16:creationId xmlns:a16="http://schemas.microsoft.com/office/drawing/2014/main" id="{54B6DE3D-05D9-B5FA-C0EC-A89F21B470A7}"/>
                  </a:ext>
                </a:extLst>
              </p:cNvPr>
              <p:cNvSpPr>
                <a:spLocks noChangeShapeType="1"/>
              </p:cNvSpPr>
              <p:nvPr/>
            </p:nvSpPr>
            <p:spPr bwMode="auto">
              <a:xfrm>
                <a:off x="5848350" y="4837113"/>
                <a:ext cx="2397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77" name="Rectangle 369">
                <a:extLst>
                  <a:ext uri="{FF2B5EF4-FFF2-40B4-BE49-F238E27FC236}">
                    <a16:creationId xmlns:a16="http://schemas.microsoft.com/office/drawing/2014/main" id="{81E6ED30-4076-021D-534F-B8EDBAC757DE}"/>
                  </a:ext>
                </a:extLst>
              </p:cNvPr>
              <p:cNvSpPr>
                <a:spLocks noChangeArrowheads="1"/>
              </p:cNvSpPr>
              <p:nvPr/>
            </p:nvSpPr>
            <p:spPr bwMode="auto">
              <a:xfrm>
                <a:off x="6099175" y="4637088"/>
                <a:ext cx="285750"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78" name="Rectangle 370">
                <a:extLst>
                  <a:ext uri="{FF2B5EF4-FFF2-40B4-BE49-F238E27FC236}">
                    <a16:creationId xmlns:a16="http://schemas.microsoft.com/office/drawing/2014/main" id="{7BD1CCFC-FF81-DC9E-F15C-EFDC898D4ACC}"/>
                  </a:ext>
                </a:extLst>
              </p:cNvPr>
              <p:cNvSpPr>
                <a:spLocks noChangeArrowheads="1"/>
              </p:cNvSpPr>
              <p:nvPr/>
            </p:nvSpPr>
            <p:spPr bwMode="auto">
              <a:xfrm>
                <a:off x="6645275" y="4640263"/>
                <a:ext cx="274638" cy="236537"/>
              </a:xfrm>
              <a:prstGeom prst="rect">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79" name="Line 371">
                <a:extLst>
                  <a:ext uri="{FF2B5EF4-FFF2-40B4-BE49-F238E27FC236}">
                    <a16:creationId xmlns:a16="http://schemas.microsoft.com/office/drawing/2014/main" id="{3B2C9181-5859-3AC3-2AD7-0C65EF52AD98}"/>
                  </a:ext>
                </a:extLst>
              </p:cNvPr>
              <p:cNvSpPr>
                <a:spLocks noChangeShapeType="1"/>
              </p:cNvSpPr>
              <p:nvPr/>
            </p:nvSpPr>
            <p:spPr bwMode="auto">
              <a:xfrm>
                <a:off x="6400800" y="4699000"/>
                <a:ext cx="2413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80" name="Line 372">
                <a:extLst>
                  <a:ext uri="{FF2B5EF4-FFF2-40B4-BE49-F238E27FC236}">
                    <a16:creationId xmlns:a16="http://schemas.microsoft.com/office/drawing/2014/main" id="{BCED0B79-B10E-2FA1-12E5-43F5E383F1B6}"/>
                  </a:ext>
                </a:extLst>
              </p:cNvPr>
              <p:cNvSpPr>
                <a:spLocks noChangeShapeType="1"/>
              </p:cNvSpPr>
              <p:nvPr/>
            </p:nvSpPr>
            <p:spPr bwMode="auto">
              <a:xfrm>
                <a:off x="6400800" y="4832350"/>
                <a:ext cx="2413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81" name="Line 373">
                <a:extLst>
                  <a:ext uri="{FF2B5EF4-FFF2-40B4-BE49-F238E27FC236}">
                    <a16:creationId xmlns:a16="http://schemas.microsoft.com/office/drawing/2014/main" id="{D71A0778-9729-9063-455E-E29B8049EF35}"/>
                  </a:ext>
                </a:extLst>
              </p:cNvPr>
              <p:cNvSpPr>
                <a:spLocks noChangeShapeType="1"/>
              </p:cNvSpPr>
              <p:nvPr/>
            </p:nvSpPr>
            <p:spPr bwMode="auto">
              <a:xfrm>
                <a:off x="6175375" y="443230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82" name="Line 374">
                <a:extLst>
                  <a:ext uri="{FF2B5EF4-FFF2-40B4-BE49-F238E27FC236}">
                    <a16:creationId xmlns:a16="http://schemas.microsoft.com/office/drawing/2014/main" id="{6011E263-6E63-891B-7A63-DCDE1C6F348F}"/>
                  </a:ext>
                </a:extLst>
              </p:cNvPr>
              <p:cNvSpPr>
                <a:spLocks noChangeShapeType="1"/>
              </p:cNvSpPr>
              <p:nvPr/>
            </p:nvSpPr>
            <p:spPr bwMode="auto">
              <a:xfrm>
                <a:off x="6337300" y="4432300"/>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83" name="Line 375">
                <a:extLst>
                  <a:ext uri="{FF2B5EF4-FFF2-40B4-BE49-F238E27FC236}">
                    <a16:creationId xmlns:a16="http://schemas.microsoft.com/office/drawing/2014/main" id="{75EB067B-3100-FAF3-4F3D-A79DA47B2E9C}"/>
                  </a:ext>
                </a:extLst>
              </p:cNvPr>
              <p:cNvSpPr>
                <a:spLocks noChangeShapeType="1"/>
              </p:cNvSpPr>
              <p:nvPr/>
            </p:nvSpPr>
            <p:spPr bwMode="auto">
              <a:xfrm>
                <a:off x="6705600" y="4476750"/>
                <a:ext cx="0" cy="1571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84" name="Line 376">
                <a:extLst>
                  <a:ext uri="{FF2B5EF4-FFF2-40B4-BE49-F238E27FC236}">
                    <a16:creationId xmlns:a16="http://schemas.microsoft.com/office/drawing/2014/main" id="{47F0AE33-8DB0-79EB-A6D4-199E74ED2A9A}"/>
                  </a:ext>
                </a:extLst>
              </p:cNvPr>
              <p:cNvSpPr>
                <a:spLocks noChangeShapeType="1"/>
              </p:cNvSpPr>
              <p:nvPr/>
            </p:nvSpPr>
            <p:spPr bwMode="auto">
              <a:xfrm>
                <a:off x="6851650" y="4476750"/>
                <a:ext cx="0" cy="1571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85" name="Line 377">
                <a:extLst>
                  <a:ext uri="{FF2B5EF4-FFF2-40B4-BE49-F238E27FC236}">
                    <a16:creationId xmlns:a16="http://schemas.microsoft.com/office/drawing/2014/main" id="{309DC77F-39A8-08A2-B349-D83C85256E35}"/>
                  </a:ext>
                </a:extLst>
              </p:cNvPr>
              <p:cNvSpPr>
                <a:spLocks noChangeShapeType="1"/>
              </p:cNvSpPr>
              <p:nvPr/>
            </p:nvSpPr>
            <p:spPr bwMode="auto">
              <a:xfrm>
                <a:off x="6927850" y="4697413"/>
                <a:ext cx="2762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86" name="Line 378">
                <a:extLst>
                  <a:ext uri="{FF2B5EF4-FFF2-40B4-BE49-F238E27FC236}">
                    <a16:creationId xmlns:a16="http://schemas.microsoft.com/office/drawing/2014/main" id="{B61AC3BF-D2C9-5C53-5AB7-87E93C4129A4}"/>
                  </a:ext>
                </a:extLst>
              </p:cNvPr>
              <p:cNvSpPr>
                <a:spLocks noChangeShapeType="1"/>
              </p:cNvSpPr>
              <p:nvPr/>
            </p:nvSpPr>
            <p:spPr bwMode="auto">
              <a:xfrm>
                <a:off x="6924675" y="4824413"/>
                <a:ext cx="2762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87" name="Line 379">
                <a:extLst>
                  <a:ext uri="{FF2B5EF4-FFF2-40B4-BE49-F238E27FC236}">
                    <a16:creationId xmlns:a16="http://schemas.microsoft.com/office/drawing/2014/main" id="{34BCDE2C-019C-BB61-77E1-224F05CC6C4D}"/>
                  </a:ext>
                </a:extLst>
              </p:cNvPr>
              <p:cNvSpPr>
                <a:spLocks noChangeShapeType="1"/>
              </p:cNvSpPr>
              <p:nvPr/>
            </p:nvSpPr>
            <p:spPr bwMode="auto">
              <a:xfrm>
                <a:off x="5530850" y="4708525"/>
                <a:ext cx="257175"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588" name="Line 380">
                <a:extLst>
                  <a:ext uri="{FF2B5EF4-FFF2-40B4-BE49-F238E27FC236}">
                    <a16:creationId xmlns:a16="http://schemas.microsoft.com/office/drawing/2014/main" id="{4042ED7D-D268-44C7-6611-D29D0E6DA87B}"/>
                  </a:ext>
                </a:extLst>
              </p:cNvPr>
              <p:cNvSpPr>
                <a:spLocks noChangeShapeType="1"/>
              </p:cNvSpPr>
              <p:nvPr/>
            </p:nvSpPr>
            <p:spPr bwMode="auto">
              <a:xfrm>
                <a:off x="5541963" y="4845050"/>
                <a:ext cx="257175" cy="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589" name="Line 381">
                <a:extLst>
                  <a:ext uri="{FF2B5EF4-FFF2-40B4-BE49-F238E27FC236}">
                    <a16:creationId xmlns:a16="http://schemas.microsoft.com/office/drawing/2014/main" id="{97BEE4A3-0D00-061C-D9B2-34EC6874EE01}"/>
                  </a:ext>
                </a:extLst>
              </p:cNvPr>
              <p:cNvSpPr>
                <a:spLocks noChangeShapeType="1"/>
              </p:cNvSpPr>
              <p:nvPr/>
            </p:nvSpPr>
            <p:spPr bwMode="auto">
              <a:xfrm>
                <a:off x="2333625" y="3436938"/>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90" name="Line 382">
                <a:extLst>
                  <a:ext uri="{FF2B5EF4-FFF2-40B4-BE49-F238E27FC236}">
                    <a16:creationId xmlns:a16="http://schemas.microsoft.com/office/drawing/2014/main" id="{FC89EA11-C58E-B952-F7AD-C907CB449CF4}"/>
                  </a:ext>
                </a:extLst>
              </p:cNvPr>
              <p:cNvSpPr>
                <a:spLocks noChangeShapeType="1"/>
              </p:cNvSpPr>
              <p:nvPr/>
            </p:nvSpPr>
            <p:spPr bwMode="auto">
              <a:xfrm>
                <a:off x="2335213" y="3711575"/>
                <a:ext cx="0" cy="2159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591" name="Line 383">
                <a:extLst>
                  <a:ext uri="{FF2B5EF4-FFF2-40B4-BE49-F238E27FC236}">
                    <a16:creationId xmlns:a16="http://schemas.microsoft.com/office/drawing/2014/main" id="{89377CFB-F3E2-A6C4-91C4-35810BCC9E09}"/>
                  </a:ext>
                </a:extLst>
              </p:cNvPr>
              <p:cNvSpPr>
                <a:spLocks noChangeShapeType="1"/>
              </p:cNvSpPr>
              <p:nvPr/>
            </p:nvSpPr>
            <p:spPr bwMode="auto">
              <a:xfrm>
                <a:off x="2476500" y="3436938"/>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92" name="Line 384">
                <a:extLst>
                  <a:ext uri="{FF2B5EF4-FFF2-40B4-BE49-F238E27FC236}">
                    <a16:creationId xmlns:a16="http://schemas.microsoft.com/office/drawing/2014/main" id="{A745103A-8520-EEE8-82E7-86CD5F7F166A}"/>
                  </a:ext>
                </a:extLst>
              </p:cNvPr>
              <p:cNvSpPr>
                <a:spLocks noChangeShapeType="1"/>
              </p:cNvSpPr>
              <p:nvPr/>
            </p:nvSpPr>
            <p:spPr bwMode="auto">
              <a:xfrm>
                <a:off x="3419475" y="3436938"/>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93" name="Line 385">
                <a:extLst>
                  <a:ext uri="{FF2B5EF4-FFF2-40B4-BE49-F238E27FC236}">
                    <a16:creationId xmlns:a16="http://schemas.microsoft.com/office/drawing/2014/main" id="{87C59459-B137-F75A-C260-77E795AC0CD3}"/>
                  </a:ext>
                </a:extLst>
              </p:cNvPr>
              <p:cNvSpPr>
                <a:spLocks noChangeShapeType="1"/>
              </p:cNvSpPr>
              <p:nvPr/>
            </p:nvSpPr>
            <p:spPr bwMode="auto">
              <a:xfrm>
                <a:off x="3560763" y="3436938"/>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94" name="Line 386">
                <a:extLst>
                  <a:ext uri="{FF2B5EF4-FFF2-40B4-BE49-F238E27FC236}">
                    <a16:creationId xmlns:a16="http://schemas.microsoft.com/office/drawing/2014/main" id="{C79AE81B-DFA1-ECEE-7A82-BF62E8475077}"/>
                  </a:ext>
                </a:extLst>
              </p:cNvPr>
              <p:cNvSpPr>
                <a:spLocks noChangeShapeType="1"/>
              </p:cNvSpPr>
              <p:nvPr/>
            </p:nvSpPr>
            <p:spPr bwMode="auto">
              <a:xfrm>
                <a:off x="4494213" y="3444875"/>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95" name="Line 387">
                <a:extLst>
                  <a:ext uri="{FF2B5EF4-FFF2-40B4-BE49-F238E27FC236}">
                    <a16:creationId xmlns:a16="http://schemas.microsoft.com/office/drawing/2014/main" id="{FE27B84B-3209-D2C1-6FD1-A4915E2A5694}"/>
                  </a:ext>
                </a:extLst>
              </p:cNvPr>
              <p:cNvSpPr>
                <a:spLocks noChangeShapeType="1"/>
              </p:cNvSpPr>
              <p:nvPr/>
            </p:nvSpPr>
            <p:spPr bwMode="auto">
              <a:xfrm>
                <a:off x="4635500" y="3444875"/>
                <a:ext cx="0" cy="1984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96" name="Line 388">
                <a:extLst>
                  <a:ext uri="{FF2B5EF4-FFF2-40B4-BE49-F238E27FC236}">
                    <a16:creationId xmlns:a16="http://schemas.microsoft.com/office/drawing/2014/main" id="{528F8B87-C628-CB88-5A19-80B88E3C86DF}"/>
                  </a:ext>
                </a:extLst>
              </p:cNvPr>
              <p:cNvSpPr>
                <a:spLocks noChangeShapeType="1"/>
              </p:cNvSpPr>
              <p:nvPr/>
            </p:nvSpPr>
            <p:spPr bwMode="auto">
              <a:xfrm>
                <a:off x="6170613" y="3436938"/>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97" name="Line 389">
                <a:extLst>
                  <a:ext uri="{FF2B5EF4-FFF2-40B4-BE49-F238E27FC236}">
                    <a16:creationId xmlns:a16="http://schemas.microsoft.com/office/drawing/2014/main" id="{04EC9BE9-A5C9-D069-D969-370597443628}"/>
                  </a:ext>
                </a:extLst>
              </p:cNvPr>
              <p:cNvSpPr>
                <a:spLocks noChangeShapeType="1"/>
              </p:cNvSpPr>
              <p:nvPr/>
            </p:nvSpPr>
            <p:spPr bwMode="auto">
              <a:xfrm>
                <a:off x="6311900" y="3436938"/>
                <a:ext cx="0" cy="1968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598" name="Line 390">
                <a:extLst>
                  <a:ext uri="{FF2B5EF4-FFF2-40B4-BE49-F238E27FC236}">
                    <a16:creationId xmlns:a16="http://schemas.microsoft.com/office/drawing/2014/main" id="{2ADBF383-FCE4-3307-554F-80AA66B9F5BC}"/>
                  </a:ext>
                </a:extLst>
              </p:cNvPr>
              <p:cNvSpPr>
                <a:spLocks noChangeShapeType="1"/>
              </p:cNvSpPr>
              <p:nvPr/>
            </p:nvSpPr>
            <p:spPr bwMode="auto">
              <a:xfrm>
                <a:off x="2476500" y="3711575"/>
                <a:ext cx="0" cy="2159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599" name="Line 391">
                <a:extLst>
                  <a:ext uri="{FF2B5EF4-FFF2-40B4-BE49-F238E27FC236}">
                    <a16:creationId xmlns:a16="http://schemas.microsoft.com/office/drawing/2014/main" id="{782CEA27-B744-E795-A3F5-08C0114D52E9}"/>
                  </a:ext>
                </a:extLst>
              </p:cNvPr>
              <p:cNvSpPr>
                <a:spLocks noChangeShapeType="1"/>
              </p:cNvSpPr>
              <p:nvPr/>
            </p:nvSpPr>
            <p:spPr bwMode="auto">
              <a:xfrm>
                <a:off x="2873375" y="3703638"/>
                <a:ext cx="0" cy="2143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600" name="Line 392">
                <a:extLst>
                  <a:ext uri="{FF2B5EF4-FFF2-40B4-BE49-F238E27FC236}">
                    <a16:creationId xmlns:a16="http://schemas.microsoft.com/office/drawing/2014/main" id="{E28B7505-96AC-1B85-3D52-AD583ADBBE57}"/>
                  </a:ext>
                </a:extLst>
              </p:cNvPr>
              <p:cNvSpPr>
                <a:spLocks noChangeShapeType="1"/>
              </p:cNvSpPr>
              <p:nvPr/>
            </p:nvSpPr>
            <p:spPr bwMode="auto">
              <a:xfrm>
                <a:off x="3013075" y="3703638"/>
                <a:ext cx="0" cy="2143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601" name="Line 393">
                <a:extLst>
                  <a:ext uri="{FF2B5EF4-FFF2-40B4-BE49-F238E27FC236}">
                    <a16:creationId xmlns:a16="http://schemas.microsoft.com/office/drawing/2014/main" id="{FB6C32B5-C1E1-257E-E5CD-2B53698FB625}"/>
                  </a:ext>
                </a:extLst>
              </p:cNvPr>
              <p:cNvSpPr>
                <a:spLocks noChangeShapeType="1"/>
              </p:cNvSpPr>
              <p:nvPr/>
            </p:nvSpPr>
            <p:spPr bwMode="auto">
              <a:xfrm>
                <a:off x="2871788" y="3471863"/>
                <a:ext cx="0" cy="1571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02" name="Line 394">
                <a:extLst>
                  <a:ext uri="{FF2B5EF4-FFF2-40B4-BE49-F238E27FC236}">
                    <a16:creationId xmlns:a16="http://schemas.microsoft.com/office/drawing/2014/main" id="{6C4D6F73-E101-3920-66DA-2BA4EDB55033}"/>
                  </a:ext>
                </a:extLst>
              </p:cNvPr>
              <p:cNvSpPr>
                <a:spLocks noChangeShapeType="1"/>
              </p:cNvSpPr>
              <p:nvPr/>
            </p:nvSpPr>
            <p:spPr bwMode="auto">
              <a:xfrm>
                <a:off x="3013075" y="3471863"/>
                <a:ext cx="0" cy="1571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03" name="Line 395">
                <a:extLst>
                  <a:ext uri="{FF2B5EF4-FFF2-40B4-BE49-F238E27FC236}">
                    <a16:creationId xmlns:a16="http://schemas.microsoft.com/office/drawing/2014/main" id="{E912191C-F88E-E4DB-0BDB-DCE3B5DDE8ED}"/>
                  </a:ext>
                </a:extLst>
              </p:cNvPr>
              <p:cNvSpPr>
                <a:spLocks noChangeShapeType="1"/>
              </p:cNvSpPr>
              <p:nvPr/>
            </p:nvSpPr>
            <p:spPr bwMode="auto">
              <a:xfrm>
                <a:off x="3956050" y="3481388"/>
                <a:ext cx="0" cy="1571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04" name="Line 396">
                <a:extLst>
                  <a:ext uri="{FF2B5EF4-FFF2-40B4-BE49-F238E27FC236}">
                    <a16:creationId xmlns:a16="http://schemas.microsoft.com/office/drawing/2014/main" id="{C9CC198B-E246-1619-0D7C-2B931A60DFC8}"/>
                  </a:ext>
                </a:extLst>
              </p:cNvPr>
              <p:cNvSpPr>
                <a:spLocks noChangeShapeType="1"/>
              </p:cNvSpPr>
              <p:nvPr/>
            </p:nvSpPr>
            <p:spPr bwMode="auto">
              <a:xfrm>
                <a:off x="4097338" y="3481388"/>
                <a:ext cx="0" cy="1571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05" name="Line 397">
                <a:extLst>
                  <a:ext uri="{FF2B5EF4-FFF2-40B4-BE49-F238E27FC236}">
                    <a16:creationId xmlns:a16="http://schemas.microsoft.com/office/drawing/2014/main" id="{9D7D7A77-9F6B-48AE-658E-6D6924C9FF35}"/>
                  </a:ext>
                </a:extLst>
              </p:cNvPr>
              <p:cNvSpPr>
                <a:spLocks noChangeShapeType="1"/>
              </p:cNvSpPr>
              <p:nvPr/>
            </p:nvSpPr>
            <p:spPr bwMode="auto">
              <a:xfrm>
                <a:off x="5019675" y="3481388"/>
                <a:ext cx="0" cy="1571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06" name="Line 398">
                <a:extLst>
                  <a:ext uri="{FF2B5EF4-FFF2-40B4-BE49-F238E27FC236}">
                    <a16:creationId xmlns:a16="http://schemas.microsoft.com/office/drawing/2014/main" id="{FD545503-689C-18BF-8DBE-7796408A4039}"/>
                  </a:ext>
                </a:extLst>
              </p:cNvPr>
              <p:cNvSpPr>
                <a:spLocks noChangeShapeType="1"/>
              </p:cNvSpPr>
              <p:nvPr/>
            </p:nvSpPr>
            <p:spPr bwMode="auto">
              <a:xfrm>
                <a:off x="5160963" y="3481388"/>
                <a:ext cx="0" cy="1571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07" name="Line 399">
                <a:extLst>
                  <a:ext uri="{FF2B5EF4-FFF2-40B4-BE49-F238E27FC236}">
                    <a16:creationId xmlns:a16="http://schemas.microsoft.com/office/drawing/2014/main" id="{C216F8C7-F045-0058-5B65-7E742181CC40}"/>
                  </a:ext>
                </a:extLst>
              </p:cNvPr>
              <p:cNvSpPr>
                <a:spLocks noChangeShapeType="1"/>
              </p:cNvSpPr>
              <p:nvPr/>
            </p:nvSpPr>
            <p:spPr bwMode="auto">
              <a:xfrm>
                <a:off x="6716713" y="3471863"/>
                <a:ext cx="0" cy="1571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08" name="Line 400">
                <a:extLst>
                  <a:ext uri="{FF2B5EF4-FFF2-40B4-BE49-F238E27FC236}">
                    <a16:creationId xmlns:a16="http://schemas.microsoft.com/office/drawing/2014/main" id="{6D7101E3-7A73-CC18-43B7-A046DC8E800F}"/>
                  </a:ext>
                </a:extLst>
              </p:cNvPr>
              <p:cNvSpPr>
                <a:spLocks noChangeShapeType="1"/>
              </p:cNvSpPr>
              <p:nvPr/>
            </p:nvSpPr>
            <p:spPr bwMode="auto">
              <a:xfrm>
                <a:off x="6859588" y="3471863"/>
                <a:ext cx="0" cy="1571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09" name="Line 401">
                <a:extLst>
                  <a:ext uri="{FF2B5EF4-FFF2-40B4-BE49-F238E27FC236}">
                    <a16:creationId xmlns:a16="http://schemas.microsoft.com/office/drawing/2014/main" id="{F2A5DA53-C2DC-5D64-A388-786DB250B12A}"/>
                  </a:ext>
                </a:extLst>
              </p:cNvPr>
              <p:cNvSpPr>
                <a:spLocks noChangeShapeType="1"/>
              </p:cNvSpPr>
              <p:nvPr/>
            </p:nvSpPr>
            <p:spPr bwMode="auto">
              <a:xfrm>
                <a:off x="4483100" y="4881563"/>
                <a:ext cx="0" cy="203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10" name="Line 402">
                <a:extLst>
                  <a:ext uri="{FF2B5EF4-FFF2-40B4-BE49-F238E27FC236}">
                    <a16:creationId xmlns:a16="http://schemas.microsoft.com/office/drawing/2014/main" id="{05CD21EF-F904-C0E5-C21B-12B522D2F827}"/>
                  </a:ext>
                </a:extLst>
              </p:cNvPr>
              <p:cNvSpPr>
                <a:spLocks noChangeShapeType="1"/>
              </p:cNvSpPr>
              <p:nvPr/>
            </p:nvSpPr>
            <p:spPr bwMode="auto">
              <a:xfrm>
                <a:off x="4635500" y="4881563"/>
                <a:ext cx="0" cy="203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11" name="Line 403">
                <a:extLst>
                  <a:ext uri="{FF2B5EF4-FFF2-40B4-BE49-F238E27FC236}">
                    <a16:creationId xmlns:a16="http://schemas.microsoft.com/office/drawing/2014/main" id="{384A843B-77C9-F7D9-9C44-9BC18DA6EFFE}"/>
                  </a:ext>
                </a:extLst>
              </p:cNvPr>
              <p:cNvSpPr>
                <a:spLocks noChangeShapeType="1"/>
              </p:cNvSpPr>
              <p:nvPr/>
            </p:nvSpPr>
            <p:spPr bwMode="auto">
              <a:xfrm>
                <a:off x="5019675" y="4889500"/>
                <a:ext cx="0" cy="203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12" name="Line 404">
                <a:extLst>
                  <a:ext uri="{FF2B5EF4-FFF2-40B4-BE49-F238E27FC236}">
                    <a16:creationId xmlns:a16="http://schemas.microsoft.com/office/drawing/2014/main" id="{BE3D529E-3160-15EE-164B-D88099E6066B}"/>
                  </a:ext>
                </a:extLst>
              </p:cNvPr>
              <p:cNvSpPr>
                <a:spLocks noChangeShapeType="1"/>
              </p:cNvSpPr>
              <p:nvPr/>
            </p:nvSpPr>
            <p:spPr bwMode="auto">
              <a:xfrm>
                <a:off x="5172075" y="4889500"/>
                <a:ext cx="0" cy="203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13" name="Line 405">
                <a:extLst>
                  <a:ext uri="{FF2B5EF4-FFF2-40B4-BE49-F238E27FC236}">
                    <a16:creationId xmlns:a16="http://schemas.microsoft.com/office/drawing/2014/main" id="{49C6F3AD-C7DF-64F0-66C8-0E264E06BAAB}"/>
                  </a:ext>
                </a:extLst>
              </p:cNvPr>
              <p:cNvSpPr>
                <a:spLocks noChangeShapeType="1"/>
              </p:cNvSpPr>
              <p:nvPr/>
            </p:nvSpPr>
            <p:spPr bwMode="auto">
              <a:xfrm>
                <a:off x="6161088" y="4873625"/>
                <a:ext cx="0" cy="2016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14" name="Line 406">
                <a:extLst>
                  <a:ext uri="{FF2B5EF4-FFF2-40B4-BE49-F238E27FC236}">
                    <a16:creationId xmlns:a16="http://schemas.microsoft.com/office/drawing/2014/main" id="{FF1210BC-AA0D-6F1D-D462-31DD60FDB967}"/>
                  </a:ext>
                </a:extLst>
              </p:cNvPr>
              <p:cNvSpPr>
                <a:spLocks noChangeShapeType="1"/>
              </p:cNvSpPr>
              <p:nvPr/>
            </p:nvSpPr>
            <p:spPr bwMode="auto">
              <a:xfrm>
                <a:off x="6313488" y="4873625"/>
                <a:ext cx="0" cy="2016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15" name="Line 407">
                <a:extLst>
                  <a:ext uri="{FF2B5EF4-FFF2-40B4-BE49-F238E27FC236}">
                    <a16:creationId xmlns:a16="http://schemas.microsoft.com/office/drawing/2014/main" id="{A1D4030E-9163-1EDB-27FD-039A49D8D720}"/>
                  </a:ext>
                </a:extLst>
              </p:cNvPr>
              <p:cNvSpPr>
                <a:spLocks noChangeShapeType="1"/>
              </p:cNvSpPr>
              <p:nvPr/>
            </p:nvSpPr>
            <p:spPr bwMode="auto">
              <a:xfrm>
                <a:off x="6705600" y="4881563"/>
                <a:ext cx="0" cy="203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16" name="Line 408">
                <a:extLst>
                  <a:ext uri="{FF2B5EF4-FFF2-40B4-BE49-F238E27FC236}">
                    <a16:creationId xmlns:a16="http://schemas.microsoft.com/office/drawing/2014/main" id="{312F89DE-D596-E98F-FB88-C4C7BC48BDF1}"/>
                  </a:ext>
                </a:extLst>
              </p:cNvPr>
              <p:cNvSpPr>
                <a:spLocks noChangeShapeType="1"/>
              </p:cNvSpPr>
              <p:nvPr/>
            </p:nvSpPr>
            <p:spPr bwMode="auto">
              <a:xfrm>
                <a:off x="6859588" y="4881563"/>
                <a:ext cx="0" cy="203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377" name="Rectangle 409">
                <a:extLst>
                  <a:ext uri="{FF2B5EF4-FFF2-40B4-BE49-F238E27FC236}">
                    <a16:creationId xmlns:a16="http://schemas.microsoft.com/office/drawing/2014/main" id="{4B0B30DF-F7EE-4D72-AE62-ABC070195BA3}"/>
                  </a:ext>
                </a:extLst>
              </p:cNvPr>
              <p:cNvSpPr>
                <a:spLocks noChangeArrowheads="1"/>
              </p:cNvSpPr>
              <p:nvPr/>
            </p:nvSpPr>
            <p:spPr bwMode="auto">
              <a:xfrm>
                <a:off x="2257099" y="5068867"/>
                <a:ext cx="4755021" cy="363558"/>
              </a:xfrm>
              <a:prstGeom prst="rect">
                <a:avLst/>
              </a:prstGeom>
              <a:solidFill>
                <a:schemeClr val="accent1">
                  <a:lumMod val="40000"/>
                  <a:lumOff val="60000"/>
                </a:schemeClr>
              </a:solidFill>
              <a:ln w="22225">
                <a:solidFill>
                  <a:srgbClr val="000000"/>
                </a:solidFill>
                <a:miter lim="800000"/>
                <a:headEnd/>
                <a:tailEnd/>
              </a:ln>
            </p:spPr>
            <p:txBody>
              <a:bodyPr/>
              <a:lstStyle/>
              <a:p>
                <a:pPr algn="ctr" eaLnBrk="1" hangingPunct="1">
                  <a:defRPr/>
                </a:pPr>
                <a:r>
                  <a:rPr lang="en-US" sz="1400">
                    <a:latin typeface="Arial" charset="0"/>
                    <a:cs typeface="Arial" charset="0"/>
                  </a:rPr>
                  <a:t>I/O block</a:t>
                </a:r>
              </a:p>
              <a:p>
                <a:pPr eaLnBrk="1" hangingPunct="1">
                  <a:defRPr/>
                </a:pPr>
                <a:endParaRPr lang="ru-RU" sz="1400">
                  <a:latin typeface="Arial" charset="0"/>
                  <a:cs typeface="Arial" charset="0"/>
                </a:endParaRPr>
              </a:p>
            </p:txBody>
          </p:sp>
          <p:sp>
            <p:nvSpPr>
              <p:cNvPr id="51618" name="Line 410">
                <a:extLst>
                  <a:ext uri="{FF2B5EF4-FFF2-40B4-BE49-F238E27FC236}">
                    <a16:creationId xmlns:a16="http://schemas.microsoft.com/office/drawing/2014/main" id="{83D3521B-7457-5291-D04E-07CACE55FB03}"/>
                  </a:ext>
                </a:extLst>
              </p:cNvPr>
              <p:cNvSpPr>
                <a:spLocks noChangeShapeType="1"/>
              </p:cNvSpPr>
              <p:nvPr/>
            </p:nvSpPr>
            <p:spPr bwMode="auto">
              <a:xfrm>
                <a:off x="3421063" y="3703638"/>
                <a:ext cx="0" cy="2143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619" name="Line 411">
                <a:extLst>
                  <a:ext uri="{FF2B5EF4-FFF2-40B4-BE49-F238E27FC236}">
                    <a16:creationId xmlns:a16="http://schemas.microsoft.com/office/drawing/2014/main" id="{B83AC74C-5D73-16B3-0BEF-4CB2306DDB85}"/>
                  </a:ext>
                </a:extLst>
              </p:cNvPr>
              <p:cNvSpPr>
                <a:spLocks noChangeShapeType="1"/>
              </p:cNvSpPr>
              <p:nvPr/>
            </p:nvSpPr>
            <p:spPr bwMode="auto">
              <a:xfrm>
                <a:off x="3560763" y="3703638"/>
                <a:ext cx="0" cy="2143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620" name="Line 412">
                <a:extLst>
                  <a:ext uri="{FF2B5EF4-FFF2-40B4-BE49-F238E27FC236}">
                    <a16:creationId xmlns:a16="http://schemas.microsoft.com/office/drawing/2014/main" id="{43610E67-75C7-E36F-9B38-B9D87070A6B7}"/>
                  </a:ext>
                </a:extLst>
              </p:cNvPr>
              <p:cNvSpPr>
                <a:spLocks noChangeShapeType="1"/>
              </p:cNvSpPr>
              <p:nvPr/>
            </p:nvSpPr>
            <p:spPr bwMode="auto">
              <a:xfrm>
                <a:off x="3957638" y="3703638"/>
                <a:ext cx="0" cy="2143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621" name="Line 413">
                <a:extLst>
                  <a:ext uri="{FF2B5EF4-FFF2-40B4-BE49-F238E27FC236}">
                    <a16:creationId xmlns:a16="http://schemas.microsoft.com/office/drawing/2014/main" id="{4CC7C1A1-276F-1088-E797-0519FAA8F403}"/>
                  </a:ext>
                </a:extLst>
              </p:cNvPr>
              <p:cNvSpPr>
                <a:spLocks noChangeShapeType="1"/>
              </p:cNvSpPr>
              <p:nvPr/>
            </p:nvSpPr>
            <p:spPr bwMode="auto">
              <a:xfrm>
                <a:off x="4097338" y="3703638"/>
                <a:ext cx="0" cy="2143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622" name="Line 414">
                <a:extLst>
                  <a:ext uri="{FF2B5EF4-FFF2-40B4-BE49-F238E27FC236}">
                    <a16:creationId xmlns:a16="http://schemas.microsoft.com/office/drawing/2014/main" id="{E850FC9A-DBF0-9EC8-F15D-939F40A15C08}"/>
                  </a:ext>
                </a:extLst>
              </p:cNvPr>
              <p:cNvSpPr>
                <a:spLocks noChangeShapeType="1"/>
              </p:cNvSpPr>
              <p:nvPr/>
            </p:nvSpPr>
            <p:spPr bwMode="auto">
              <a:xfrm>
                <a:off x="4495800" y="3711575"/>
                <a:ext cx="0" cy="2159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623" name="Line 415">
                <a:extLst>
                  <a:ext uri="{FF2B5EF4-FFF2-40B4-BE49-F238E27FC236}">
                    <a16:creationId xmlns:a16="http://schemas.microsoft.com/office/drawing/2014/main" id="{37FDAAD9-4755-8F85-5740-40397F8448BF}"/>
                  </a:ext>
                </a:extLst>
              </p:cNvPr>
              <p:cNvSpPr>
                <a:spLocks noChangeShapeType="1"/>
              </p:cNvSpPr>
              <p:nvPr/>
            </p:nvSpPr>
            <p:spPr bwMode="auto">
              <a:xfrm>
                <a:off x="4635500" y="3711575"/>
                <a:ext cx="0" cy="2159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624" name="Line 416">
                <a:extLst>
                  <a:ext uri="{FF2B5EF4-FFF2-40B4-BE49-F238E27FC236}">
                    <a16:creationId xmlns:a16="http://schemas.microsoft.com/office/drawing/2014/main" id="{5B73FEC7-314A-5677-CC67-DB7E04E17D64}"/>
                  </a:ext>
                </a:extLst>
              </p:cNvPr>
              <p:cNvSpPr>
                <a:spLocks noChangeShapeType="1"/>
              </p:cNvSpPr>
              <p:nvPr/>
            </p:nvSpPr>
            <p:spPr bwMode="auto">
              <a:xfrm>
                <a:off x="5021263" y="3711575"/>
                <a:ext cx="0" cy="2159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625" name="Line 417">
                <a:extLst>
                  <a:ext uri="{FF2B5EF4-FFF2-40B4-BE49-F238E27FC236}">
                    <a16:creationId xmlns:a16="http://schemas.microsoft.com/office/drawing/2014/main" id="{E2C295C8-BF0B-B736-5CC5-768241FF3079}"/>
                  </a:ext>
                </a:extLst>
              </p:cNvPr>
              <p:cNvSpPr>
                <a:spLocks noChangeShapeType="1"/>
              </p:cNvSpPr>
              <p:nvPr/>
            </p:nvSpPr>
            <p:spPr bwMode="auto">
              <a:xfrm>
                <a:off x="5160963" y="3711575"/>
                <a:ext cx="0" cy="215900"/>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626" name="Line 418">
                <a:extLst>
                  <a:ext uri="{FF2B5EF4-FFF2-40B4-BE49-F238E27FC236}">
                    <a16:creationId xmlns:a16="http://schemas.microsoft.com/office/drawing/2014/main" id="{C82ED34C-E213-08B2-9E28-09DC3D8CE25A}"/>
                  </a:ext>
                </a:extLst>
              </p:cNvPr>
              <p:cNvSpPr>
                <a:spLocks noChangeShapeType="1"/>
              </p:cNvSpPr>
              <p:nvPr/>
            </p:nvSpPr>
            <p:spPr bwMode="auto">
              <a:xfrm>
                <a:off x="6170613" y="3694113"/>
                <a:ext cx="0" cy="2143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627" name="Line 419">
                <a:extLst>
                  <a:ext uri="{FF2B5EF4-FFF2-40B4-BE49-F238E27FC236}">
                    <a16:creationId xmlns:a16="http://schemas.microsoft.com/office/drawing/2014/main" id="{1FD00B58-1DAD-7497-925E-7CCEB0E30BA2}"/>
                  </a:ext>
                </a:extLst>
              </p:cNvPr>
              <p:cNvSpPr>
                <a:spLocks noChangeShapeType="1"/>
              </p:cNvSpPr>
              <p:nvPr/>
            </p:nvSpPr>
            <p:spPr bwMode="auto">
              <a:xfrm>
                <a:off x="6311900" y="3694113"/>
                <a:ext cx="0" cy="214312"/>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628" name="Line 420">
                <a:extLst>
                  <a:ext uri="{FF2B5EF4-FFF2-40B4-BE49-F238E27FC236}">
                    <a16:creationId xmlns:a16="http://schemas.microsoft.com/office/drawing/2014/main" id="{EAA5F844-712A-9B51-5D08-6195D7B75207}"/>
                  </a:ext>
                </a:extLst>
              </p:cNvPr>
              <p:cNvSpPr>
                <a:spLocks noChangeShapeType="1"/>
              </p:cNvSpPr>
              <p:nvPr/>
            </p:nvSpPr>
            <p:spPr bwMode="auto">
              <a:xfrm>
                <a:off x="6708775" y="3686175"/>
                <a:ext cx="0" cy="214313"/>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629" name="Line 421">
                <a:extLst>
                  <a:ext uri="{FF2B5EF4-FFF2-40B4-BE49-F238E27FC236}">
                    <a16:creationId xmlns:a16="http://schemas.microsoft.com/office/drawing/2014/main" id="{4CF4565B-94ED-3C7F-C3EE-CD6BB0BC6F6D}"/>
                  </a:ext>
                </a:extLst>
              </p:cNvPr>
              <p:cNvSpPr>
                <a:spLocks noChangeShapeType="1"/>
              </p:cNvSpPr>
              <p:nvPr/>
            </p:nvSpPr>
            <p:spPr bwMode="auto">
              <a:xfrm>
                <a:off x="6848475" y="3686175"/>
                <a:ext cx="0" cy="214313"/>
              </a:xfrm>
              <a:prstGeom prst="line">
                <a:avLst/>
              </a:prstGeom>
              <a:noFill/>
              <a:ln w="222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630" name="Text Box 422">
                <a:extLst>
                  <a:ext uri="{FF2B5EF4-FFF2-40B4-BE49-F238E27FC236}">
                    <a16:creationId xmlns:a16="http://schemas.microsoft.com/office/drawing/2014/main" id="{1E991FFF-D8A3-81D1-B05D-52D81727510C}"/>
                  </a:ext>
                </a:extLst>
              </p:cNvPr>
              <p:cNvSpPr txBox="1">
                <a:spLocks noChangeArrowheads="1"/>
              </p:cNvSpPr>
              <p:nvPr/>
            </p:nvSpPr>
            <p:spPr bwMode="auto">
              <a:xfrm>
                <a:off x="902090" y="2133600"/>
                <a:ext cx="82352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I/O block</a:t>
                </a:r>
                <a:endParaRPr lang="ru-RU" altLang="en-US" sz="1400"/>
              </a:p>
            </p:txBody>
          </p:sp>
          <p:sp>
            <p:nvSpPr>
              <p:cNvPr id="51631" name="Text Box 423">
                <a:extLst>
                  <a:ext uri="{FF2B5EF4-FFF2-40B4-BE49-F238E27FC236}">
                    <a16:creationId xmlns:a16="http://schemas.microsoft.com/office/drawing/2014/main" id="{2DAF0273-1EAB-9B66-F93A-6A4FF3D0BF7F}"/>
                  </a:ext>
                </a:extLst>
              </p:cNvPr>
              <p:cNvSpPr txBox="1">
                <a:spLocks noChangeArrowheads="1"/>
              </p:cNvSpPr>
              <p:nvPr/>
            </p:nvSpPr>
            <p:spPr bwMode="auto">
              <a:xfrm>
                <a:off x="7618412" y="1857375"/>
                <a:ext cx="814686"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I/O block</a:t>
                </a:r>
                <a:endParaRPr lang="ru-RU" altLang="en-US" sz="1400"/>
              </a:p>
            </p:txBody>
          </p:sp>
        </p:grpSp>
        <p:cxnSp>
          <p:nvCxnSpPr>
            <p:cNvPr id="51206" name="Straight Connector 429">
              <a:extLst>
                <a:ext uri="{FF2B5EF4-FFF2-40B4-BE49-F238E27FC236}">
                  <a16:creationId xmlns:a16="http://schemas.microsoft.com/office/drawing/2014/main" id="{BC52DB88-FB79-5A6A-B098-45B3F8447DCF}"/>
                </a:ext>
              </a:extLst>
            </p:cNvPr>
            <p:cNvCxnSpPr>
              <a:cxnSpLocks noChangeShapeType="1"/>
            </p:cNvCxnSpPr>
            <p:nvPr/>
          </p:nvCxnSpPr>
          <p:spPr bwMode="auto">
            <a:xfrm rot="10800000">
              <a:off x="2286000" y="1447800"/>
              <a:ext cx="1676402" cy="2286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1207" name="TextBox 432">
              <a:extLst>
                <a:ext uri="{FF2B5EF4-FFF2-40B4-BE49-F238E27FC236}">
                  <a16:creationId xmlns:a16="http://schemas.microsoft.com/office/drawing/2014/main" id="{E2E09AB9-62A5-8864-9D35-FCC98CBFF556}"/>
                </a:ext>
              </a:extLst>
            </p:cNvPr>
            <p:cNvSpPr txBox="1">
              <a:spLocks noChangeArrowheads="1"/>
            </p:cNvSpPr>
            <p:nvPr/>
          </p:nvSpPr>
          <p:spPr bwMode="auto">
            <a:xfrm>
              <a:off x="457200" y="1066800"/>
              <a:ext cx="1676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CLB – </a:t>
              </a:r>
            </a:p>
            <a:p>
              <a:pPr eaLnBrk="1" hangingPunct="1"/>
              <a:r>
                <a:rPr lang="en-US" altLang="en-US" b="0" u="none"/>
                <a:t>Configurable logic block</a:t>
              </a:r>
            </a:p>
            <a:p>
              <a:pPr eaLnBrk="1" hangingPunct="1"/>
              <a:endParaRPr lang="en-GB" altLang="en-US" b="0" u="none"/>
            </a:p>
          </p:txBody>
        </p:sp>
        <p:cxnSp>
          <p:nvCxnSpPr>
            <p:cNvPr id="51208" name="Straight Connector 433">
              <a:extLst>
                <a:ext uri="{FF2B5EF4-FFF2-40B4-BE49-F238E27FC236}">
                  <a16:creationId xmlns:a16="http://schemas.microsoft.com/office/drawing/2014/main" id="{D056E7DE-5481-B01A-E35B-E4D390C2953F}"/>
                </a:ext>
              </a:extLst>
            </p:cNvPr>
            <p:cNvCxnSpPr>
              <a:cxnSpLocks noChangeShapeType="1"/>
            </p:cNvCxnSpPr>
            <p:nvPr/>
          </p:nvCxnSpPr>
          <p:spPr bwMode="auto">
            <a:xfrm rot="10800000" flipV="1">
              <a:off x="2057400" y="2743200"/>
              <a:ext cx="1371602" cy="1524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1209" name="TextBox 436">
              <a:extLst>
                <a:ext uri="{FF2B5EF4-FFF2-40B4-BE49-F238E27FC236}">
                  <a16:creationId xmlns:a16="http://schemas.microsoft.com/office/drawing/2014/main" id="{0455A0BC-E5FC-0E59-D141-F573D20EFE7B}"/>
                </a:ext>
              </a:extLst>
            </p:cNvPr>
            <p:cNvSpPr txBox="1">
              <a:spLocks noChangeArrowheads="1"/>
            </p:cNvSpPr>
            <p:nvPr/>
          </p:nvSpPr>
          <p:spPr bwMode="auto">
            <a:xfrm>
              <a:off x="381000" y="2743200"/>
              <a:ext cx="20574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Interconnection</a:t>
              </a:r>
              <a:r>
                <a:rPr lang="ru-RU" altLang="en-US" b="0" u="none"/>
                <a:t> </a:t>
              </a:r>
              <a:r>
                <a:rPr lang="en-US" altLang="en-US" b="0" u="none"/>
                <a:t>Switches</a:t>
              </a:r>
              <a:endParaRPr lang="ru-RU" altLang="en-US" b="0"/>
            </a:p>
            <a:p>
              <a:pPr eaLnBrk="1" hangingPunct="1"/>
              <a:endParaRPr lang="en-GB" altLang="en-US" b="0"/>
            </a:p>
          </p:txBody>
        </p:sp>
      </p:grpSp>
      <p:sp>
        <p:nvSpPr>
          <p:cNvPr id="51203" name="Title 1">
            <a:extLst>
              <a:ext uri="{FF2B5EF4-FFF2-40B4-BE49-F238E27FC236}">
                <a16:creationId xmlns:a16="http://schemas.microsoft.com/office/drawing/2014/main" id="{6AAFC670-F7AA-22D8-93E0-98751EF8C4E9}"/>
              </a:ext>
            </a:extLst>
          </p:cNvPr>
          <p:cNvSpPr>
            <a:spLocks noGrp="1" noChangeArrowheads="1"/>
          </p:cNvSpPr>
          <p:nvPr>
            <p:ph type="title"/>
          </p:nvPr>
        </p:nvSpPr>
        <p:spPr>
          <a:xfrm>
            <a:off x="0" y="183401"/>
            <a:ext cx="11612880" cy="704088"/>
          </a:xfrm>
        </p:spPr>
        <p:txBody>
          <a:bodyPr/>
          <a:lstStyle/>
          <a:p>
            <a:r>
              <a:rPr lang="en-US" altLang="en-US"/>
              <a:t>FPGA (2)</a:t>
            </a:r>
          </a:p>
        </p:txBody>
      </p:sp>
      <p:sp>
        <p:nvSpPr>
          <p:cNvPr id="51204" name="TextBox 430">
            <a:extLst>
              <a:ext uri="{FF2B5EF4-FFF2-40B4-BE49-F238E27FC236}">
                <a16:creationId xmlns:a16="http://schemas.microsoft.com/office/drawing/2014/main" id="{97153A97-0C3F-543C-8198-1E31074885E4}"/>
              </a:ext>
            </a:extLst>
          </p:cNvPr>
          <p:cNvSpPr txBox="1">
            <a:spLocks noChangeArrowheads="1"/>
          </p:cNvSpPr>
          <p:nvPr/>
        </p:nvSpPr>
        <p:spPr bwMode="auto">
          <a:xfrm>
            <a:off x="2057400" y="914400"/>
            <a:ext cx="2286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Conceptual  FPGA </a:t>
            </a:r>
            <a:endParaRPr lang="en-GB" altLang="en-US" u="none"/>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a:extLst>
              <a:ext uri="{FF2B5EF4-FFF2-40B4-BE49-F238E27FC236}">
                <a16:creationId xmlns:a16="http://schemas.microsoft.com/office/drawing/2014/main" id="{ABFECBCB-8CC7-79C6-EBD8-FDE01E6BD187}"/>
              </a:ext>
            </a:extLst>
          </p:cNvPr>
          <p:cNvSpPr>
            <a:spLocks noGrp="1" noChangeArrowheads="1"/>
          </p:cNvSpPr>
          <p:nvPr>
            <p:ph type="title"/>
          </p:nvPr>
        </p:nvSpPr>
        <p:spPr>
          <a:xfrm>
            <a:off x="0" y="183401"/>
            <a:ext cx="11612880" cy="704088"/>
          </a:xfrm>
        </p:spPr>
        <p:txBody>
          <a:bodyPr/>
          <a:lstStyle/>
          <a:p>
            <a:r>
              <a:rPr lang="en-US" altLang="en-US"/>
              <a:t>XILINX 4000 Series (Example) </a:t>
            </a:r>
            <a:endParaRPr lang="ru-RU" altLang="en-US"/>
          </a:p>
        </p:txBody>
      </p:sp>
      <p:sp>
        <p:nvSpPr>
          <p:cNvPr id="52227" name="Text Box 55">
            <a:extLst>
              <a:ext uri="{FF2B5EF4-FFF2-40B4-BE49-F238E27FC236}">
                <a16:creationId xmlns:a16="http://schemas.microsoft.com/office/drawing/2014/main" id="{B59018C7-55E5-B80E-0ECD-7396DF87913D}"/>
              </a:ext>
            </a:extLst>
          </p:cNvPr>
          <p:cNvSpPr txBox="1">
            <a:spLocks noChangeArrowheads="1"/>
          </p:cNvSpPr>
          <p:nvPr/>
        </p:nvSpPr>
        <p:spPr bwMode="auto">
          <a:xfrm>
            <a:off x="1828801" y="4800601"/>
            <a:ext cx="8474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Distributed RAM bits – 1 038 336</a:t>
            </a:r>
            <a:endParaRPr lang="ru-RU" altLang="en-US" sz="2000" b="0" u="none"/>
          </a:p>
        </p:txBody>
      </p:sp>
      <p:graphicFrame>
        <p:nvGraphicFramePr>
          <p:cNvPr id="6" name="Table 5">
            <a:extLst>
              <a:ext uri="{FF2B5EF4-FFF2-40B4-BE49-F238E27FC236}">
                <a16:creationId xmlns:a16="http://schemas.microsoft.com/office/drawing/2014/main" id="{89A8DFE4-1A16-49D6-B101-898DCF3CF0C0}"/>
              </a:ext>
            </a:extLst>
          </p:cNvPr>
          <p:cNvGraphicFramePr>
            <a:graphicFrameLocks noGrp="1"/>
          </p:cNvGraphicFramePr>
          <p:nvPr>
            <p:extLst>
              <p:ext uri="{D42A27DB-BD31-4B8C-83A1-F6EECF244321}">
                <p14:modId xmlns:p14="http://schemas.microsoft.com/office/powerpoint/2010/main" val="4168804015"/>
              </p:ext>
            </p:extLst>
          </p:nvPr>
        </p:nvGraphicFramePr>
        <p:xfrm>
          <a:off x="1905000" y="1944688"/>
          <a:ext cx="8382000" cy="2627352"/>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1524000">
                  <a:extLst>
                    <a:ext uri="{9D8B030D-6E8A-4147-A177-3AD203B41FA5}">
                      <a16:colId xmlns:a16="http://schemas.microsoft.com/office/drawing/2014/main" val="20007"/>
                    </a:ext>
                  </a:extLst>
                </a:gridCol>
              </a:tblGrid>
              <a:tr h="98753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2"/>
                          </a:solidFill>
                          <a:effectLst/>
                          <a:latin typeface="Arial" pitchFamily="34" charset="0"/>
                          <a:cs typeface="Arial" pitchFamily="34" charset="0"/>
                        </a:rPr>
                        <a:t>Device </a:t>
                      </a:r>
                      <a:endParaRPr kumimoji="0" lang="ru-RU" sz="1400" b="0" i="0" u="none" strike="noStrike" cap="none" normalizeH="0" baseline="0" dirty="0">
                        <a:ln>
                          <a:noFill/>
                        </a:ln>
                        <a:solidFill>
                          <a:schemeClr val="bg2"/>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2"/>
                          </a:solidFill>
                          <a:effectLst/>
                          <a:latin typeface="Arial" pitchFamily="34" charset="0"/>
                          <a:cs typeface="Arial" pitchFamily="34" charset="0"/>
                        </a:rPr>
                        <a:t>CLB</a:t>
                      </a:r>
                      <a:br>
                        <a:rPr kumimoji="0" lang="en-US" sz="1400" b="0" i="0" u="none" strike="noStrike" cap="none" normalizeH="0" baseline="0">
                          <a:ln>
                            <a:noFill/>
                          </a:ln>
                          <a:solidFill>
                            <a:schemeClr val="bg2"/>
                          </a:solidFill>
                          <a:effectLst/>
                          <a:latin typeface="Arial" pitchFamily="34" charset="0"/>
                          <a:cs typeface="Arial" pitchFamily="34" charset="0"/>
                        </a:rPr>
                      </a:br>
                      <a:r>
                        <a:rPr kumimoji="0" lang="en-US" sz="1400" b="0" i="0" u="none" strike="noStrike" cap="none" normalizeH="0" baseline="0">
                          <a:ln>
                            <a:noFill/>
                          </a:ln>
                          <a:solidFill>
                            <a:schemeClr val="bg2"/>
                          </a:solidFill>
                          <a:effectLst/>
                          <a:latin typeface="Arial" pitchFamily="34" charset="0"/>
                          <a:cs typeface="Arial" pitchFamily="34" charset="0"/>
                        </a:rPr>
                        <a:t>matrix</a:t>
                      </a:r>
                      <a:endParaRPr kumimoji="0" lang="ru-RU" sz="1400" b="0" i="0" u="none" strike="noStrike" cap="none" normalizeH="0" baseline="0">
                        <a:ln>
                          <a:noFill/>
                        </a:ln>
                        <a:solidFill>
                          <a:schemeClr val="bg2"/>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2"/>
                          </a:solidFill>
                          <a:effectLst/>
                          <a:latin typeface="Arial" pitchFamily="34" charset="0"/>
                          <a:cs typeface="Arial" pitchFamily="34" charset="0"/>
                        </a:rPr>
                        <a:t>Total CLBs</a:t>
                      </a:r>
                      <a:endParaRPr kumimoji="0" lang="ru-RU" sz="1400" b="0" i="0" u="none" strike="noStrike" cap="none" normalizeH="0" baseline="0">
                        <a:ln>
                          <a:noFill/>
                        </a:ln>
                        <a:solidFill>
                          <a:schemeClr val="bg2"/>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2"/>
                          </a:solidFill>
                          <a:effectLst/>
                          <a:latin typeface="Arial" pitchFamily="34" charset="0"/>
                          <a:cs typeface="Arial" pitchFamily="34" charset="0"/>
                        </a:rPr>
                        <a:t>Max.</a:t>
                      </a:r>
                      <a:br>
                        <a:rPr kumimoji="0" lang="en-US" sz="1400" b="0" i="0" u="none" strike="noStrike" cap="none" normalizeH="0" baseline="0" dirty="0">
                          <a:ln>
                            <a:noFill/>
                          </a:ln>
                          <a:solidFill>
                            <a:schemeClr val="bg2"/>
                          </a:solidFill>
                          <a:effectLst/>
                          <a:latin typeface="Arial" pitchFamily="34" charset="0"/>
                          <a:cs typeface="Arial" pitchFamily="34" charset="0"/>
                        </a:rPr>
                      </a:br>
                      <a:r>
                        <a:rPr kumimoji="0" lang="en-US" sz="1400" b="0" i="0" u="none" strike="noStrike" cap="none" normalizeH="0" baseline="0" dirty="0">
                          <a:ln>
                            <a:noFill/>
                          </a:ln>
                          <a:solidFill>
                            <a:schemeClr val="bg2"/>
                          </a:solidFill>
                          <a:effectLst/>
                          <a:latin typeface="Arial" pitchFamily="34" charset="0"/>
                          <a:cs typeface="Arial" pitchFamily="34" charset="0"/>
                        </a:rPr>
                        <a:t>I/O</a:t>
                      </a:r>
                      <a:endParaRPr kumimoji="0" lang="ru-RU" sz="1400" b="0" i="0" u="none" strike="noStrike" cap="none" normalizeH="0" baseline="0" dirty="0">
                        <a:ln>
                          <a:noFill/>
                        </a:ln>
                        <a:solidFill>
                          <a:schemeClr val="bg2"/>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2"/>
                          </a:solidFill>
                          <a:effectLst/>
                          <a:latin typeface="Arial" pitchFamily="34" charset="0"/>
                          <a:cs typeface="Arial" pitchFamily="34" charset="0"/>
                        </a:rPr>
                        <a:t>Flip-Flops</a:t>
                      </a:r>
                      <a:endParaRPr kumimoji="0" lang="ru-RU" sz="1400" b="0" i="0" u="none" strike="noStrike" cap="none" normalizeH="0" baseline="0">
                        <a:ln>
                          <a:noFill/>
                        </a:ln>
                        <a:solidFill>
                          <a:schemeClr val="bg2"/>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2"/>
                          </a:solidFill>
                          <a:effectLst/>
                          <a:latin typeface="Arial" pitchFamily="34" charset="0"/>
                          <a:cs typeface="Arial" pitchFamily="34" charset="0"/>
                        </a:rPr>
                        <a:t>Max RAM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2"/>
                          </a:solidFill>
                          <a:effectLst/>
                          <a:latin typeface="Arial" pitchFamily="34" charset="0"/>
                          <a:cs typeface="Arial" pitchFamily="34" charset="0"/>
                        </a:rPr>
                        <a:t>Bits</a:t>
                      </a:r>
                      <a:endParaRPr kumimoji="0" lang="ru-RU" sz="1400" b="0" i="0" u="none" strike="noStrike" cap="none" normalizeH="0" baseline="0">
                        <a:ln>
                          <a:noFill/>
                        </a:ln>
                        <a:solidFill>
                          <a:schemeClr val="bg2"/>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2"/>
                          </a:solidFill>
                          <a:effectLst/>
                          <a:latin typeface="Arial" pitchFamily="34" charset="0"/>
                          <a:cs typeface="Arial" pitchFamily="34" charset="0"/>
                        </a:rPr>
                        <a:t>Max.</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bg2"/>
                          </a:solidFill>
                          <a:effectLst/>
                          <a:latin typeface="Arial" pitchFamily="34" charset="0"/>
                          <a:cs typeface="Arial" pitchFamily="34" charset="0"/>
                        </a:rPr>
                        <a:t>Gates</a:t>
                      </a:r>
                      <a:br>
                        <a:rPr kumimoji="0" lang="en-US" sz="1400" b="0" i="0" u="none" strike="noStrike" cap="none" normalizeH="0" baseline="0">
                          <a:ln>
                            <a:noFill/>
                          </a:ln>
                          <a:solidFill>
                            <a:schemeClr val="bg2"/>
                          </a:solidFill>
                          <a:effectLst/>
                          <a:latin typeface="Arial" pitchFamily="34" charset="0"/>
                          <a:cs typeface="Arial" pitchFamily="34" charset="0"/>
                        </a:rPr>
                      </a:br>
                      <a:r>
                        <a:rPr kumimoji="0" lang="en-US" sz="1400" b="0" i="0" u="none" strike="noStrike" cap="none" normalizeH="0" baseline="0">
                          <a:ln>
                            <a:noFill/>
                          </a:ln>
                          <a:solidFill>
                            <a:schemeClr val="bg2"/>
                          </a:solidFill>
                          <a:effectLst/>
                          <a:latin typeface="Arial" pitchFamily="34" charset="0"/>
                          <a:cs typeface="Arial" pitchFamily="34" charset="0"/>
                        </a:rPr>
                        <a:t>(no RAM)</a:t>
                      </a:r>
                      <a:endParaRPr kumimoji="0" lang="ru-RU" sz="1400" b="0" i="0" u="none" strike="noStrike" cap="none" normalizeH="0" baseline="0">
                        <a:ln>
                          <a:noFill/>
                        </a:ln>
                        <a:solidFill>
                          <a:schemeClr val="bg2"/>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2"/>
                          </a:solidFill>
                          <a:effectLst/>
                          <a:latin typeface="Arial" pitchFamily="34" charset="0"/>
                          <a:cs typeface="Arial" pitchFamily="34" charset="0"/>
                        </a:rPr>
                        <a:t>Typical</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2"/>
                          </a:solidFill>
                          <a:effectLst/>
                          <a:latin typeface="Arial" pitchFamily="34" charset="0"/>
                          <a:cs typeface="Arial" pitchFamily="34" charset="0"/>
                        </a:rPr>
                        <a:t>Gates range</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bg2"/>
                          </a:solidFill>
                          <a:effectLst/>
                          <a:latin typeface="Arial" pitchFamily="34" charset="0"/>
                          <a:cs typeface="Arial" pitchFamily="34" charset="0"/>
                        </a:rPr>
                        <a:t>Logic and RAM)</a:t>
                      </a:r>
                      <a:endParaRPr kumimoji="0" lang="ru-RU" sz="1400" b="0" i="0" u="none" strike="noStrike" cap="none" normalizeH="0" baseline="0" dirty="0">
                        <a:ln>
                          <a:noFill/>
                        </a:ln>
                        <a:solidFill>
                          <a:schemeClr val="bg2"/>
                        </a:solidFill>
                        <a:effectLst/>
                        <a:latin typeface="Arial" pitchFamily="34" charset="0"/>
                        <a:cs typeface="Arial" pitchFamily="34" charset="0"/>
                      </a:endParaRPr>
                    </a:p>
                  </a:txBody>
                  <a:tcPr marT="45717" marB="45717" horzOverflow="overflow"/>
                </a:tc>
                <a:extLst>
                  <a:ext uri="{0D108BD9-81ED-4DB2-BD59-A6C34878D82A}">
                    <a16:rowId xmlns:a16="http://schemas.microsoft.com/office/drawing/2014/main" val="10000"/>
                  </a:ext>
                </a:extLst>
              </a:tr>
              <a:tr h="56081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XC4002</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XL</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8×8</a:t>
                      </a: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64</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64</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256</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2048</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1600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1000-3000</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marT="45717" marB="45717" horzOverflow="overflow"/>
                </a:tc>
                <a:extLst>
                  <a:ext uri="{0D108BD9-81ED-4DB2-BD59-A6C34878D82A}">
                    <a16:rowId xmlns:a16="http://schemas.microsoft.com/office/drawing/2014/main" val="10001"/>
                  </a:ext>
                </a:extLst>
              </a:tr>
              <a:tr h="51814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XC4003</a:t>
                      </a:r>
                      <a:br>
                        <a:rPr kumimoji="0" lang="en-US" sz="1400" b="0" i="0" u="none" strike="noStrike" cap="none" normalizeH="0" baseline="0">
                          <a:ln>
                            <a:noFill/>
                          </a:ln>
                          <a:solidFill>
                            <a:schemeClr val="tx1"/>
                          </a:solidFill>
                          <a:effectLst/>
                          <a:latin typeface="Arial" pitchFamily="34" charset="0"/>
                          <a:cs typeface="Arial" pitchFamily="34" charset="0"/>
                        </a:rPr>
                      </a:br>
                      <a:r>
                        <a:rPr kumimoji="0" lang="en-US" sz="1400" b="0" i="0" u="none" strike="noStrike" cap="none" normalizeH="0" baseline="0">
                          <a:ln>
                            <a:noFill/>
                          </a:ln>
                          <a:solidFill>
                            <a:schemeClr val="tx1"/>
                          </a:solidFill>
                          <a:effectLst/>
                          <a:latin typeface="Arial" pitchFamily="34" charset="0"/>
                          <a:cs typeface="Arial" pitchFamily="34" charset="0"/>
                        </a:rPr>
                        <a:t>E/XL</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10×10</a:t>
                      </a: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100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80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360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3200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3000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2000-5000</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marT="45717" marB="45717" horzOverflow="overflow"/>
                </a:tc>
                <a:extLst>
                  <a:ext uri="{0D108BD9-81ED-4DB2-BD59-A6C34878D82A}">
                    <a16:rowId xmlns:a16="http://schemas.microsoft.com/office/drawing/2014/main" val="10002"/>
                  </a:ext>
                </a:extLst>
              </a:tr>
              <a:tr h="56081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XC4085</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XL</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56×56</a:t>
                      </a: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3 136</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448</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7 168</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100352</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Arial" pitchFamily="34" charset="0"/>
                        </a:rPr>
                        <a:t>85000</a:t>
                      </a:r>
                      <a:endParaRPr kumimoji="0" lang="ru-RU" sz="1400" b="0" i="0" u="none" strike="noStrike" cap="none" normalizeH="0" baseline="0">
                        <a:ln>
                          <a:noFill/>
                        </a:ln>
                        <a:solidFill>
                          <a:schemeClr val="tx1"/>
                        </a:solidFill>
                        <a:effectLst/>
                        <a:latin typeface="Arial" pitchFamily="34" charset="0"/>
                        <a:cs typeface="Arial" pitchFamily="34" charset="0"/>
                      </a:endParaRPr>
                    </a:p>
                  </a:txBody>
                  <a:tcPr marT="45717" marB="45717"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55000-180000</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marT="45717" marB="45717" horzOverflow="overflow"/>
                </a:tc>
                <a:extLst>
                  <a:ext uri="{0D108BD9-81ED-4DB2-BD59-A6C34878D82A}">
                    <a16:rowId xmlns:a16="http://schemas.microsoft.com/office/drawing/2014/main" val="10003"/>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a:extLst>
              <a:ext uri="{FF2B5EF4-FFF2-40B4-BE49-F238E27FC236}">
                <a16:creationId xmlns:a16="http://schemas.microsoft.com/office/drawing/2014/main" id="{A3425626-326F-35AD-41D2-2D5B7C74BFAA}"/>
              </a:ext>
            </a:extLst>
          </p:cNvPr>
          <p:cNvSpPr>
            <a:spLocks noGrp="1" noChangeArrowheads="1"/>
          </p:cNvSpPr>
          <p:nvPr>
            <p:ph type="title"/>
          </p:nvPr>
        </p:nvSpPr>
        <p:spPr>
          <a:xfrm>
            <a:off x="0" y="183401"/>
            <a:ext cx="11612880" cy="704088"/>
          </a:xfrm>
        </p:spPr>
        <p:txBody>
          <a:bodyPr/>
          <a:lstStyle/>
          <a:p>
            <a:r>
              <a:rPr lang="en-US" altLang="en-US"/>
              <a:t>Boolean Functions Implementation</a:t>
            </a:r>
            <a:endParaRPr lang="ru-RU" altLang="en-US"/>
          </a:p>
        </p:txBody>
      </p:sp>
      <p:sp>
        <p:nvSpPr>
          <p:cNvPr id="53251" name="Text Box 21">
            <a:extLst>
              <a:ext uri="{FF2B5EF4-FFF2-40B4-BE49-F238E27FC236}">
                <a16:creationId xmlns:a16="http://schemas.microsoft.com/office/drawing/2014/main" id="{7EEC13FC-C683-FA85-8DB2-C4EC668D1759}"/>
              </a:ext>
            </a:extLst>
          </p:cNvPr>
          <p:cNvSpPr txBox="1">
            <a:spLocks noChangeArrowheads="1"/>
          </p:cNvSpPr>
          <p:nvPr/>
        </p:nvSpPr>
        <p:spPr bwMode="auto">
          <a:xfrm>
            <a:off x="2057400" y="4191001"/>
            <a:ext cx="80772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sz="2000" b="0" u="none"/>
              <a:t>In the LUT at A3, A2, A1, A0 “1” is written, if the address code is a minterm given </a:t>
            </a:r>
            <a:r>
              <a:rPr lang="en-US" altLang="en-US" sz="2000" b="0" u="none"/>
              <a:t>by </a:t>
            </a:r>
            <a:r>
              <a:rPr lang="ru-RU" altLang="en-US" sz="2000" b="0" u="none"/>
              <a:t>4-input logic function. For example, if </a:t>
            </a:r>
            <a:r>
              <a:rPr lang="en-US" altLang="en-US" sz="2000" b="0" u="none"/>
              <a:t>it </a:t>
            </a:r>
            <a:r>
              <a:rPr lang="ru-RU" altLang="en-US" sz="2000" b="0" u="none"/>
              <a:t>is written at 1,1,1,1 address “1”, and for other addresses - zero, then the LUT implements 4-variables AND function.</a:t>
            </a:r>
            <a:endParaRPr lang="ru-RU" altLang="en-US" sz="2000" b="0"/>
          </a:p>
        </p:txBody>
      </p:sp>
      <p:sp>
        <p:nvSpPr>
          <p:cNvPr id="46085" name="Rectangle 4">
            <a:extLst>
              <a:ext uri="{FF2B5EF4-FFF2-40B4-BE49-F238E27FC236}">
                <a16:creationId xmlns:a16="http://schemas.microsoft.com/office/drawing/2014/main" id="{5C4AD69F-A7DB-4559-92FD-0C6CF72AF163}"/>
              </a:ext>
            </a:extLst>
          </p:cNvPr>
          <p:cNvSpPr>
            <a:spLocks noChangeArrowheads="1"/>
          </p:cNvSpPr>
          <p:nvPr/>
        </p:nvSpPr>
        <p:spPr bwMode="auto">
          <a:xfrm>
            <a:off x="4913313" y="2057401"/>
            <a:ext cx="1287462" cy="1736725"/>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53253" name="Line 5">
            <a:extLst>
              <a:ext uri="{FF2B5EF4-FFF2-40B4-BE49-F238E27FC236}">
                <a16:creationId xmlns:a16="http://schemas.microsoft.com/office/drawing/2014/main" id="{74BA853F-9369-8856-869F-F6EF2502014C}"/>
              </a:ext>
            </a:extLst>
          </p:cNvPr>
          <p:cNvSpPr>
            <a:spLocks noChangeShapeType="1"/>
          </p:cNvSpPr>
          <p:nvPr/>
        </p:nvSpPr>
        <p:spPr bwMode="auto">
          <a:xfrm>
            <a:off x="4376738" y="2401888"/>
            <a:ext cx="5064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4" name="Line 6">
            <a:extLst>
              <a:ext uri="{FF2B5EF4-FFF2-40B4-BE49-F238E27FC236}">
                <a16:creationId xmlns:a16="http://schemas.microsoft.com/office/drawing/2014/main" id="{4906B04D-1EFE-2ED5-1510-2262640B21DB}"/>
              </a:ext>
            </a:extLst>
          </p:cNvPr>
          <p:cNvSpPr>
            <a:spLocks noChangeShapeType="1"/>
          </p:cNvSpPr>
          <p:nvPr/>
        </p:nvSpPr>
        <p:spPr bwMode="auto">
          <a:xfrm>
            <a:off x="4387851" y="2686050"/>
            <a:ext cx="5064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5" name="Line 7">
            <a:extLst>
              <a:ext uri="{FF2B5EF4-FFF2-40B4-BE49-F238E27FC236}">
                <a16:creationId xmlns:a16="http://schemas.microsoft.com/office/drawing/2014/main" id="{DCD13FC0-98BB-2275-3F95-FC5BD987E9E4}"/>
              </a:ext>
            </a:extLst>
          </p:cNvPr>
          <p:cNvSpPr>
            <a:spLocks noChangeShapeType="1"/>
          </p:cNvSpPr>
          <p:nvPr/>
        </p:nvSpPr>
        <p:spPr bwMode="auto">
          <a:xfrm>
            <a:off x="4398963" y="2986088"/>
            <a:ext cx="5064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6" name="Line 8">
            <a:extLst>
              <a:ext uri="{FF2B5EF4-FFF2-40B4-BE49-F238E27FC236}">
                <a16:creationId xmlns:a16="http://schemas.microsoft.com/office/drawing/2014/main" id="{446B8C9C-E5FD-8758-2DCF-19E1765BB80C}"/>
              </a:ext>
            </a:extLst>
          </p:cNvPr>
          <p:cNvSpPr>
            <a:spLocks noChangeShapeType="1"/>
          </p:cNvSpPr>
          <p:nvPr/>
        </p:nvSpPr>
        <p:spPr bwMode="auto">
          <a:xfrm>
            <a:off x="4391026" y="3298825"/>
            <a:ext cx="5064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7" name="Line 9">
            <a:extLst>
              <a:ext uri="{FF2B5EF4-FFF2-40B4-BE49-F238E27FC236}">
                <a16:creationId xmlns:a16="http://schemas.microsoft.com/office/drawing/2014/main" id="{38A45FE4-9DFC-1329-A32D-7ED06043A6DA}"/>
              </a:ext>
            </a:extLst>
          </p:cNvPr>
          <p:cNvSpPr>
            <a:spLocks noChangeShapeType="1"/>
          </p:cNvSpPr>
          <p:nvPr/>
        </p:nvSpPr>
        <p:spPr bwMode="auto">
          <a:xfrm>
            <a:off x="6200776" y="2882900"/>
            <a:ext cx="4286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8" name="Text Box 10">
            <a:extLst>
              <a:ext uri="{FF2B5EF4-FFF2-40B4-BE49-F238E27FC236}">
                <a16:creationId xmlns:a16="http://schemas.microsoft.com/office/drawing/2014/main" id="{9416D940-CEAB-042E-9046-6B78B29250BC}"/>
              </a:ext>
            </a:extLst>
          </p:cNvPr>
          <p:cNvSpPr txBox="1">
            <a:spLocks noChangeArrowheads="1"/>
          </p:cNvSpPr>
          <p:nvPr/>
        </p:nvSpPr>
        <p:spPr bwMode="auto">
          <a:xfrm>
            <a:off x="4973638" y="2171701"/>
            <a:ext cx="8445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A3</a:t>
            </a:r>
            <a:endParaRPr lang="ru-RU" altLang="en-US" sz="1600" b="0" u="none"/>
          </a:p>
        </p:txBody>
      </p:sp>
      <p:sp>
        <p:nvSpPr>
          <p:cNvPr id="53259" name="Text Box 11">
            <a:extLst>
              <a:ext uri="{FF2B5EF4-FFF2-40B4-BE49-F238E27FC236}">
                <a16:creationId xmlns:a16="http://schemas.microsoft.com/office/drawing/2014/main" id="{8350A20F-E2D3-CF9E-057B-799FB5DEFDEF}"/>
              </a:ext>
            </a:extLst>
          </p:cNvPr>
          <p:cNvSpPr txBox="1">
            <a:spLocks noChangeArrowheads="1"/>
          </p:cNvSpPr>
          <p:nvPr/>
        </p:nvSpPr>
        <p:spPr bwMode="auto">
          <a:xfrm>
            <a:off x="4984751" y="2489201"/>
            <a:ext cx="842963"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A2</a:t>
            </a:r>
            <a:endParaRPr lang="ru-RU" altLang="en-US" sz="1600" b="0" u="none"/>
          </a:p>
        </p:txBody>
      </p:sp>
      <p:sp>
        <p:nvSpPr>
          <p:cNvPr id="53260" name="Text Box 12">
            <a:extLst>
              <a:ext uri="{FF2B5EF4-FFF2-40B4-BE49-F238E27FC236}">
                <a16:creationId xmlns:a16="http://schemas.microsoft.com/office/drawing/2014/main" id="{7B2B73D5-E8C2-FB72-B667-2B2D52C7C8D0}"/>
              </a:ext>
            </a:extLst>
          </p:cNvPr>
          <p:cNvSpPr txBox="1">
            <a:spLocks noChangeArrowheads="1"/>
          </p:cNvSpPr>
          <p:nvPr/>
        </p:nvSpPr>
        <p:spPr bwMode="auto">
          <a:xfrm>
            <a:off x="4995863" y="2787651"/>
            <a:ext cx="842962"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A1</a:t>
            </a:r>
            <a:endParaRPr lang="ru-RU" altLang="en-US" sz="1600" b="0" u="none"/>
          </a:p>
        </p:txBody>
      </p:sp>
      <p:sp>
        <p:nvSpPr>
          <p:cNvPr id="53261" name="Text Box 13">
            <a:extLst>
              <a:ext uri="{FF2B5EF4-FFF2-40B4-BE49-F238E27FC236}">
                <a16:creationId xmlns:a16="http://schemas.microsoft.com/office/drawing/2014/main" id="{543AC8A1-623D-5806-3342-3BD9EC935588}"/>
              </a:ext>
            </a:extLst>
          </p:cNvPr>
          <p:cNvSpPr txBox="1">
            <a:spLocks noChangeArrowheads="1"/>
          </p:cNvSpPr>
          <p:nvPr/>
        </p:nvSpPr>
        <p:spPr bwMode="auto">
          <a:xfrm>
            <a:off x="4984751" y="3141664"/>
            <a:ext cx="842963"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A0</a:t>
            </a:r>
            <a:endParaRPr lang="ru-RU" altLang="en-US" sz="1600" b="0" u="none"/>
          </a:p>
        </p:txBody>
      </p:sp>
      <p:sp>
        <p:nvSpPr>
          <p:cNvPr id="53262" name="Text Box 14">
            <a:extLst>
              <a:ext uri="{FF2B5EF4-FFF2-40B4-BE49-F238E27FC236}">
                <a16:creationId xmlns:a16="http://schemas.microsoft.com/office/drawing/2014/main" id="{AE1DA0A9-7464-1F85-20A1-7A09BBAE522E}"/>
              </a:ext>
            </a:extLst>
          </p:cNvPr>
          <p:cNvSpPr txBox="1">
            <a:spLocks noChangeArrowheads="1"/>
          </p:cNvSpPr>
          <p:nvPr/>
        </p:nvSpPr>
        <p:spPr bwMode="auto">
          <a:xfrm>
            <a:off x="5853113" y="2767014"/>
            <a:ext cx="8445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G</a:t>
            </a:r>
            <a:endParaRPr lang="ru-RU" altLang="en-US" sz="1600" b="0" u="none"/>
          </a:p>
        </p:txBody>
      </p:sp>
      <p:sp>
        <p:nvSpPr>
          <p:cNvPr id="53263" name="Text Box 15">
            <a:extLst>
              <a:ext uri="{FF2B5EF4-FFF2-40B4-BE49-F238E27FC236}">
                <a16:creationId xmlns:a16="http://schemas.microsoft.com/office/drawing/2014/main" id="{D4DC01E1-5C1C-9714-C1AE-06E2300157F2}"/>
              </a:ext>
            </a:extLst>
          </p:cNvPr>
          <p:cNvSpPr txBox="1">
            <a:spLocks noChangeArrowheads="1"/>
          </p:cNvSpPr>
          <p:nvPr/>
        </p:nvSpPr>
        <p:spPr bwMode="auto">
          <a:xfrm>
            <a:off x="3876676" y="2235201"/>
            <a:ext cx="842963"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G4</a:t>
            </a:r>
            <a:endParaRPr lang="ru-RU" altLang="en-US" sz="1600" b="0" u="none"/>
          </a:p>
        </p:txBody>
      </p:sp>
      <p:sp>
        <p:nvSpPr>
          <p:cNvPr id="53264" name="Text Box 16">
            <a:extLst>
              <a:ext uri="{FF2B5EF4-FFF2-40B4-BE49-F238E27FC236}">
                <a16:creationId xmlns:a16="http://schemas.microsoft.com/office/drawing/2014/main" id="{B83B0B97-96C7-B2B0-9499-ED6AE8BB352C}"/>
              </a:ext>
            </a:extLst>
          </p:cNvPr>
          <p:cNvSpPr txBox="1">
            <a:spLocks noChangeArrowheads="1"/>
          </p:cNvSpPr>
          <p:nvPr/>
        </p:nvSpPr>
        <p:spPr bwMode="auto">
          <a:xfrm>
            <a:off x="3887788" y="2543176"/>
            <a:ext cx="842962"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G3</a:t>
            </a:r>
            <a:endParaRPr lang="ru-RU" altLang="en-US" sz="1600" b="0" u="none"/>
          </a:p>
        </p:txBody>
      </p:sp>
      <p:sp>
        <p:nvSpPr>
          <p:cNvPr id="53265" name="Text Box 17">
            <a:extLst>
              <a:ext uri="{FF2B5EF4-FFF2-40B4-BE49-F238E27FC236}">
                <a16:creationId xmlns:a16="http://schemas.microsoft.com/office/drawing/2014/main" id="{D0042D45-7E62-FCDA-4E26-8BA52874D404}"/>
              </a:ext>
            </a:extLst>
          </p:cNvPr>
          <p:cNvSpPr txBox="1">
            <a:spLocks noChangeArrowheads="1"/>
          </p:cNvSpPr>
          <p:nvPr/>
        </p:nvSpPr>
        <p:spPr bwMode="auto">
          <a:xfrm>
            <a:off x="3876676" y="2833689"/>
            <a:ext cx="842963"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G2</a:t>
            </a:r>
            <a:endParaRPr lang="ru-RU" altLang="en-US" sz="1600" b="0" u="none"/>
          </a:p>
        </p:txBody>
      </p:sp>
      <p:sp>
        <p:nvSpPr>
          <p:cNvPr id="53266" name="Text Box 18">
            <a:extLst>
              <a:ext uri="{FF2B5EF4-FFF2-40B4-BE49-F238E27FC236}">
                <a16:creationId xmlns:a16="http://schemas.microsoft.com/office/drawing/2014/main" id="{DD533A55-EE6F-BB3F-9CF8-5D07CF3B34BF}"/>
              </a:ext>
            </a:extLst>
          </p:cNvPr>
          <p:cNvSpPr txBox="1">
            <a:spLocks noChangeArrowheads="1"/>
          </p:cNvSpPr>
          <p:nvPr/>
        </p:nvSpPr>
        <p:spPr bwMode="auto">
          <a:xfrm>
            <a:off x="3902076" y="3155951"/>
            <a:ext cx="842963"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G1</a:t>
            </a:r>
            <a:endParaRPr lang="ru-RU" altLang="en-US" sz="1600" b="0" u="none"/>
          </a:p>
        </p:txBody>
      </p:sp>
      <p:sp>
        <p:nvSpPr>
          <p:cNvPr id="53267" name="Text Box 22">
            <a:extLst>
              <a:ext uri="{FF2B5EF4-FFF2-40B4-BE49-F238E27FC236}">
                <a16:creationId xmlns:a16="http://schemas.microsoft.com/office/drawing/2014/main" id="{972661AF-B0AD-7D79-EB6E-0B1C3930697B}"/>
              </a:ext>
            </a:extLst>
          </p:cNvPr>
          <p:cNvSpPr txBox="1">
            <a:spLocks noChangeArrowheads="1"/>
          </p:cNvSpPr>
          <p:nvPr/>
        </p:nvSpPr>
        <p:spPr bwMode="auto">
          <a:xfrm>
            <a:off x="3505200" y="1295401"/>
            <a:ext cx="411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sz="2000" b="0" u="none"/>
              <a:t>Look-up Table</a:t>
            </a:r>
            <a:r>
              <a:rPr lang="en-US" altLang="en-US" sz="2000" b="0" u="none"/>
              <a:t> (4-LUT block)</a:t>
            </a:r>
            <a:endParaRPr lang="ru-RU" altLang="en-US" sz="2000" b="0" u="none"/>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4FF1464E-0F07-FEF0-B1EC-5DB9E0C81E23}"/>
              </a:ext>
            </a:extLst>
          </p:cNvPr>
          <p:cNvSpPr>
            <a:spLocks noGrp="1" noChangeArrowheads="1"/>
          </p:cNvSpPr>
          <p:nvPr>
            <p:ph type="title"/>
          </p:nvPr>
        </p:nvSpPr>
        <p:spPr/>
        <p:txBody>
          <a:bodyPr/>
          <a:lstStyle/>
          <a:p>
            <a:r>
              <a:rPr lang="en-US" altLang="en-US"/>
              <a:t>Example</a:t>
            </a:r>
            <a:endParaRPr lang="ru-RU" altLang="en-US"/>
          </a:p>
        </p:txBody>
      </p:sp>
      <p:sp>
        <p:nvSpPr>
          <p:cNvPr id="54275" name="Content Placeholder 4">
            <a:extLst>
              <a:ext uri="{FF2B5EF4-FFF2-40B4-BE49-F238E27FC236}">
                <a16:creationId xmlns:a16="http://schemas.microsoft.com/office/drawing/2014/main" id="{51F72D2E-5704-582A-3C0D-73A5DE66EAC9}"/>
              </a:ext>
            </a:extLst>
          </p:cNvPr>
          <p:cNvSpPr>
            <a:spLocks noGrp="1" noChangeArrowheads="1"/>
          </p:cNvSpPr>
          <p:nvPr>
            <p:ph type="body" sz="quarter" idx="13"/>
          </p:nvPr>
        </p:nvSpPr>
        <p:spPr>
          <a:xfrm>
            <a:off x="457199" y="1188720"/>
            <a:ext cx="6128657" cy="5238974"/>
          </a:xfrm>
        </p:spPr>
        <p:txBody>
          <a:bodyPr/>
          <a:lstStyle/>
          <a:p>
            <a:r>
              <a:rPr lang="en-US" altLang="en-US" dirty="0"/>
              <a:t>G</a:t>
            </a:r>
            <a:r>
              <a:rPr lang="ru-RU" altLang="en-US" dirty="0"/>
              <a:t> = </a:t>
            </a:r>
            <a:r>
              <a:rPr lang="en-US" altLang="en-US" dirty="0"/>
              <a:t>G</a:t>
            </a:r>
            <a:r>
              <a:rPr lang="ru-RU" altLang="en-US" dirty="0"/>
              <a:t>1 </a:t>
            </a:r>
            <a:r>
              <a:rPr lang="en-US" altLang="en-US" dirty="0">
                <a:sym typeface="Symbol" panose="05050102010706020507" pitchFamily="18" charset="2"/>
              </a:rPr>
              <a:t></a:t>
            </a:r>
            <a:r>
              <a:rPr lang="en-US" altLang="en-US" dirty="0"/>
              <a:t> </a:t>
            </a:r>
            <a:r>
              <a:rPr lang="en-US" altLang="en-US" dirty="0">
                <a:sym typeface="Symbol" panose="05050102010706020507" pitchFamily="18" charset="2"/>
              </a:rPr>
              <a:t>G</a:t>
            </a:r>
            <a:r>
              <a:rPr lang="ru-RU" altLang="en-US" dirty="0">
                <a:sym typeface="Symbol" panose="05050102010706020507" pitchFamily="18" charset="2"/>
              </a:rPr>
              <a:t>2 </a:t>
            </a:r>
            <a:r>
              <a:rPr lang="ru-RU" altLang="en-US" dirty="0"/>
              <a:t> </a:t>
            </a:r>
            <a:r>
              <a:rPr lang="en-US" altLang="en-US" dirty="0">
                <a:sym typeface="Symbol" panose="05050102010706020507" pitchFamily="18" charset="2"/>
              </a:rPr>
              <a:t>G</a:t>
            </a:r>
            <a:r>
              <a:rPr lang="ru-RU" altLang="en-US" dirty="0">
                <a:sym typeface="Symbol" panose="05050102010706020507" pitchFamily="18" charset="2"/>
              </a:rPr>
              <a:t>3 </a:t>
            </a:r>
            <a:r>
              <a:rPr lang="en-US" altLang="en-US" dirty="0"/>
              <a:t>G</a:t>
            </a:r>
            <a:r>
              <a:rPr lang="ru-RU" altLang="en-US" dirty="0">
                <a:sym typeface="Symbol" panose="05050102010706020507" pitchFamily="18" charset="2"/>
              </a:rPr>
              <a:t>4 </a:t>
            </a:r>
            <a:endParaRPr lang="en-US" altLang="en-US" dirty="0">
              <a:sym typeface="Symbol" panose="05050102010706020507" pitchFamily="18" charset="2"/>
            </a:endParaRPr>
          </a:p>
          <a:p>
            <a:r>
              <a:rPr lang="ru-RU" altLang="en-US" dirty="0">
                <a:sym typeface="Symbol" panose="05050102010706020507" pitchFamily="18" charset="2"/>
              </a:rPr>
              <a:t>0,3,5,6,9,10,12,15 at addresses are recorded 0, and for other addresses - 1. 		</a:t>
            </a:r>
            <a:endParaRPr lang="en-US" altLang="en-US" dirty="0">
              <a:sym typeface="Symbol" panose="05050102010706020507" pitchFamily="18" charset="2"/>
            </a:endParaRPr>
          </a:p>
          <a:p>
            <a:endParaRPr lang="en-US" altLang="en-US" dirty="0"/>
          </a:p>
        </p:txBody>
      </p:sp>
      <p:graphicFrame>
        <p:nvGraphicFramePr>
          <p:cNvPr id="10" name="Content Placeholder 9">
            <a:extLst>
              <a:ext uri="{FF2B5EF4-FFF2-40B4-BE49-F238E27FC236}">
                <a16:creationId xmlns:a16="http://schemas.microsoft.com/office/drawing/2014/main" id="{B7B390CA-3CBC-48A0-B0C0-D0D5EA0D1A5F}"/>
              </a:ext>
            </a:extLst>
          </p:cNvPr>
          <p:cNvGraphicFramePr>
            <a:graphicFrameLocks noGrp="1"/>
          </p:cNvGraphicFramePr>
          <p:nvPr>
            <p:ph sz="half" idx="4294967295"/>
            <p:extLst>
              <p:ext uri="{D42A27DB-BD31-4B8C-83A1-F6EECF244321}">
                <p14:modId xmlns:p14="http://schemas.microsoft.com/office/powerpoint/2010/main" val="405046546"/>
              </p:ext>
            </p:extLst>
          </p:nvPr>
        </p:nvGraphicFramePr>
        <p:xfrm>
          <a:off x="7326085" y="1217407"/>
          <a:ext cx="2438400" cy="5181600"/>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20000"/>
                    </a:ext>
                  </a:extLst>
                </a:gridCol>
                <a:gridCol w="419100">
                  <a:extLst>
                    <a:ext uri="{9D8B030D-6E8A-4147-A177-3AD203B41FA5}">
                      <a16:colId xmlns:a16="http://schemas.microsoft.com/office/drawing/2014/main" val="20001"/>
                    </a:ext>
                  </a:extLst>
                </a:gridCol>
              </a:tblGrid>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bg2"/>
                          </a:solidFill>
                          <a:effectLst/>
                          <a:latin typeface="Arial" pitchFamily="34" charset="0"/>
                          <a:cs typeface="Times New Roman" pitchFamily="18" charset="0"/>
                        </a:rPr>
                        <a:t>G4 G3 G2 G1</a:t>
                      </a:r>
                      <a:endParaRPr kumimoji="0" lang="en-US" sz="1400" b="0" i="0" u="none" strike="noStrike" cap="none" normalizeH="0" baseline="0" dirty="0">
                        <a:ln>
                          <a:noFill/>
                        </a:ln>
                        <a:solidFill>
                          <a:schemeClr val="bg2"/>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bg2"/>
                          </a:solidFill>
                          <a:effectLst/>
                          <a:latin typeface="Arial" pitchFamily="34" charset="0"/>
                          <a:cs typeface="Times New Roman" pitchFamily="18" charset="0"/>
                        </a:rPr>
                        <a:t>G</a:t>
                      </a:r>
                      <a:endParaRPr kumimoji="0" lang="en-US" sz="1400" b="0" i="0" u="none" strike="noStrike" cap="none" normalizeH="0" baseline="0" dirty="0">
                        <a:ln>
                          <a:noFill/>
                        </a:ln>
                        <a:solidFill>
                          <a:schemeClr val="bg2"/>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0"/>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 0    0    0    0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1"/>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 0    0    0    1</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2"/>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 0    0    1    0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3"/>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 0    0    1    1</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4"/>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 0    1    0    0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5"/>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 0    1    0    1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6"/>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 0    1    1    0</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7"/>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 0    1    1    1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8"/>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 1    0    0    0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09"/>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 1    0    0    1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0"/>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 1    0    1    0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1"/>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 1    0    1    1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2"/>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 1    1    0    0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3"/>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 1    1    0    1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4"/>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 1    1    1    0</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5"/>
                  </a:ext>
                </a:extLst>
              </a:tr>
              <a:tr h="29135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cs typeface="Times New Roman" pitchFamily="18" charset="0"/>
                        </a:rPr>
                        <a:t> 1    1    1    1</a:t>
                      </a:r>
                      <a:endParaRPr kumimoji="0" lang="en-US" sz="1400" b="0" i="0" u="none" strike="noStrike" cap="none" normalizeH="0" baseline="0">
                        <a:ln>
                          <a:noFill/>
                        </a:ln>
                        <a:solidFill>
                          <a:schemeClr val="tx1"/>
                        </a:solidFill>
                        <a:effectLst/>
                        <a:latin typeface="Arial" pitchFamily="34" charset="0"/>
                        <a:cs typeface="Arial" pitchFamily="34"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Times New Roman" pitchFamily="18" charset="0"/>
                        </a:rPr>
                        <a:t>0</a:t>
                      </a:r>
                      <a:endParaRPr kumimoji="0" lang="en-US" sz="1400" b="0" i="0" u="none" strike="noStrike" cap="none" normalizeH="0" baseline="0" dirty="0">
                        <a:ln>
                          <a:noFill/>
                        </a:ln>
                        <a:solidFill>
                          <a:schemeClr val="tx1"/>
                        </a:solidFill>
                        <a:effectLst/>
                        <a:latin typeface="Arial" pitchFamily="34" charset="0"/>
                        <a:cs typeface="Arial" pitchFamily="34" charset="0"/>
                      </a:endParaRPr>
                    </a:p>
                  </a:txBody>
                  <a:tcPr horzOverflow="overflow"/>
                </a:tc>
                <a:extLst>
                  <a:ext uri="{0D108BD9-81ED-4DB2-BD59-A6C34878D82A}">
                    <a16:rowId xmlns:a16="http://schemas.microsoft.com/office/drawing/2014/main" val="10016"/>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a:extLst>
              <a:ext uri="{FF2B5EF4-FFF2-40B4-BE49-F238E27FC236}">
                <a16:creationId xmlns:a16="http://schemas.microsoft.com/office/drawing/2014/main" id="{CE46A6F0-E680-FEDC-41C9-71BD3A6BE6E5}"/>
              </a:ext>
            </a:extLst>
          </p:cNvPr>
          <p:cNvSpPr>
            <a:spLocks noGrp="1" noChangeArrowheads="1"/>
          </p:cNvSpPr>
          <p:nvPr>
            <p:ph type="title"/>
          </p:nvPr>
        </p:nvSpPr>
        <p:spPr>
          <a:xfrm>
            <a:off x="0" y="183401"/>
            <a:ext cx="11612880" cy="704088"/>
          </a:xfrm>
        </p:spPr>
        <p:txBody>
          <a:bodyPr/>
          <a:lstStyle/>
          <a:p>
            <a:r>
              <a:rPr lang="en-US" altLang="en-US"/>
              <a:t>Example. Implementation Function of Five Variables</a:t>
            </a:r>
            <a:endParaRPr lang="ru-RU" altLang="en-US"/>
          </a:p>
        </p:txBody>
      </p:sp>
      <p:sp>
        <p:nvSpPr>
          <p:cNvPr id="55299" name="Rectangle 34">
            <a:extLst>
              <a:ext uri="{FF2B5EF4-FFF2-40B4-BE49-F238E27FC236}">
                <a16:creationId xmlns:a16="http://schemas.microsoft.com/office/drawing/2014/main" id="{D5012290-9DE2-60B8-6ADA-8BA321DB58A8}"/>
              </a:ext>
            </a:extLst>
          </p:cNvPr>
          <p:cNvSpPr>
            <a:spLocks noChangeArrowheads="1"/>
          </p:cNvSpPr>
          <p:nvPr/>
        </p:nvSpPr>
        <p:spPr bwMode="auto">
          <a:xfrm>
            <a:off x="1614488" y="2676009"/>
            <a:ext cx="4283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41300">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grpSp>
        <p:nvGrpSpPr>
          <p:cNvPr id="55300" name="Group 35">
            <a:extLst>
              <a:ext uri="{FF2B5EF4-FFF2-40B4-BE49-F238E27FC236}">
                <a16:creationId xmlns:a16="http://schemas.microsoft.com/office/drawing/2014/main" id="{95E47557-A849-B750-9853-8542D693DF6A}"/>
              </a:ext>
            </a:extLst>
          </p:cNvPr>
          <p:cNvGrpSpPr>
            <a:grpSpLocks/>
          </p:cNvGrpSpPr>
          <p:nvPr/>
        </p:nvGrpSpPr>
        <p:grpSpPr bwMode="auto">
          <a:xfrm>
            <a:off x="2895600" y="2133600"/>
            <a:ext cx="6629400" cy="3124200"/>
            <a:chOff x="381000" y="2743200"/>
            <a:chExt cx="6629400" cy="3124200"/>
          </a:xfrm>
        </p:grpSpPr>
        <p:sp>
          <p:nvSpPr>
            <p:cNvPr id="52229" name="Rectangle 4">
              <a:extLst>
                <a:ext uri="{FF2B5EF4-FFF2-40B4-BE49-F238E27FC236}">
                  <a16:creationId xmlns:a16="http://schemas.microsoft.com/office/drawing/2014/main" id="{CD1F222B-090F-4815-B7AC-9F1073A5B75F}"/>
                </a:ext>
              </a:extLst>
            </p:cNvPr>
            <p:cNvSpPr>
              <a:spLocks noChangeArrowheads="1"/>
            </p:cNvSpPr>
            <p:nvPr/>
          </p:nvSpPr>
          <p:spPr bwMode="auto">
            <a:xfrm>
              <a:off x="1489075" y="2762250"/>
              <a:ext cx="1038225" cy="1330325"/>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55302" name="Line 5">
              <a:extLst>
                <a:ext uri="{FF2B5EF4-FFF2-40B4-BE49-F238E27FC236}">
                  <a16:creationId xmlns:a16="http://schemas.microsoft.com/office/drawing/2014/main" id="{0EFE353D-AE58-59DE-915B-BB06C3F19405}"/>
                </a:ext>
              </a:extLst>
            </p:cNvPr>
            <p:cNvSpPr>
              <a:spLocks noChangeShapeType="1"/>
            </p:cNvSpPr>
            <p:nvPr/>
          </p:nvSpPr>
          <p:spPr bwMode="auto">
            <a:xfrm>
              <a:off x="865188" y="2982913"/>
              <a:ext cx="6238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3" name="Line 6">
              <a:extLst>
                <a:ext uri="{FF2B5EF4-FFF2-40B4-BE49-F238E27FC236}">
                  <a16:creationId xmlns:a16="http://schemas.microsoft.com/office/drawing/2014/main" id="{E4C57028-5A8F-5C84-78CB-C326FDEDE62B}"/>
                </a:ext>
              </a:extLst>
            </p:cNvPr>
            <p:cNvSpPr>
              <a:spLocks noChangeShapeType="1"/>
            </p:cNvSpPr>
            <p:nvPr/>
          </p:nvSpPr>
          <p:spPr bwMode="auto">
            <a:xfrm>
              <a:off x="865188" y="3260725"/>
              <a:ext cx="6238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4" name="Line 7">
              <a:extLst>
                <a:ext uri="{FF2B5EF4-FFF2-40B4-BE49-F238E27FC236}">
                  <a16:creationId xmlns:a16="http://schemas.microsoft.com/office/drawing/2014/main" id="{533E300D-94DC-D50E-187E-297AFF99A1A6}"/>
                </a:ext>
              </a:extLst>
            </p:cNvPr>
            <p:cNvSpPr>
              <a:spLocks noChangeShapeType="1"/>
            </p:cNvSpPr>
            <p:nvPr/>
          </p:nvSpPr>
          <p:spPr bwMode="auto">
            <a:xfrm>
              <a:off x="865188" y="3519488"/>
              <a:ext cx="6238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5" name="Line 8">
              <a:extLst>
                <a:ext uri="{FF2B5EF4-FFF2-40B4-BE49-F238E27FC236}">
                  <a16:creationId xmlns:a16="http://schemas.microsoft.com/office/drawing/2014/main" id="{C72CC19B-EFD6-ACE1-CE4B-A71236FD833C}"/>
                </a:ext>
              </a:extLst>
            </p:cNvPr>
            <p:cNvSpPr>
              <a:spLocks noChangeShapeType="1"/>
            </p:cNvSpPr>
            <p:nvPr/>
          </p:nvSpPr>
          <p:spPr bwMode="auto">
            <a:xfrm>
              <a:off x="865188" y="3778250"/>
              <a:ext cx="6238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6" name="Text Box 9">
              <a:extLst>
                <a:ext uri="{FF2B5EF4-FFF2-40B4-BE49-F238E27FC236}">
                  <a16:creationId xmlns:a16="http://schemas.microsoft.com/office/drawing/2014/main" id="{C59BE10B-B50C-75BB-EEAC-59C8E9AD78AF}"/>
                </a:ext>
              </a:extLst>
            </p:cNvPr>
            <p:cNvSpPr txBox="1">
              <a:spLocks noChangeArrowheads="1"/>
            </p:cNvSpPr>
            <p:nvPr/>
          </p:nvSpPr>
          <p:spPr bwMode="auto">
            <a:xfrm>
              <a:off x="1601788" y="2890838"/>
              <a:ext cx="912812"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cs typeface="Times New Roman" panose="02020603050405020304" pitchFamily="18" charset="0"/>
                </a:rPr>
                <a:t>LUT</a:t>
              </a:r>
              <a:endParaRPr lang="ru-RU" altLang="en-US" sz="1600" b="0" u="none"/>
            </a:p>
            <a:p>
              <a:endParaRPr lang="ru-RU" altLang="en-US" sz="1600" b="0" u="none"/>
            </a:p>
          </p:txBody>
        </p:sp>
        <p:sp>
          <p:nvSpPr>
            <p:cNvPr id="52235" name="Rectangle 10">
              <a:extLst>
                <a:ext uri="{FF2B5EF4-FFF2-40B4-BE49-F238E27FC236}">
                  <a16:creationId xmlns:a16="http://schemas.microsoft.com/office/drawing/2014/main" id="{26CCA067-6CFB-4DA0-AD4E-E06B70DAEC52}"/>
                </a:ext>
              </a:extLst>
            </p:cNvPr>
            <p:cNvSpPr>
              <a:spLocks noChangeArrowheads="1"/>
            </p:cNvSpPr>
            <p:nvPr/>
          </p:nvSpPr>
          <p:spPr bwMode="auto">
            <a:xfrm>
              <a:off x="1506538" y="4537075"/>
              <a:ext cx="1038225" cy="1330325"/>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55308" name="Line 11">
              <a:extLst>
                <a:ext uri="{FF2B5EF4-FFF2-40B4-BE49-F238E27FC236}">
                  <a16:creationId xmlns:a16="http://schemas.microsoft.com/office/drawing/2014/main" id="{66826E62-29E6-C0F3-18E9-B7DFB476FCDA}"/>
                </a:ext>
              </a:extLst>
            </p:cNvPr>
            <p:cNvSpPr>
              <a:spLocks noChangeShapeType="1"/>
            </p:cNvSpPr>
            <p:nvPr/>
          </p:nvSpPr>
          <p:spPr bwMode="auto">
            <a:xfrm>
              <a:off x="882650" y="4757738"/>
              <a:ext cx="6238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9" name="Line 12">
              <a:extLst>
                <a:ext uri="{FF2B5EF4-FFF2-40B4-BE49-F238E27FC236}">
                  <a16:creationId xmlns:a16="http://schemas.microsoft.com/office/drawing/2014/main" id="{4B18691B-1E5F-A29D-0B13-C26F0D256E67}"/>
                </a:ext>
              </a:extLst>
            </p:cNvPr>
            <p:cNvSpPr>
              <a:spLocks noChangeShapeType="1"/>
            </p:cNvSpPr>
            <p:nvPr/>
          </p:nvSpPr>
          <p:spPr bwMode="auto">
            <a:xfrm>
              <a:off x="882650" y="5035550"/>
              <a:ext cx="6238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0" name="Line 13">
              <a:extLst>
                <a:ext uri="{FF2B5EF4-FFF2-40B4-BE49-F238E27FC236}">
                  <a16:creationId xmlns:a16="http://schemas.microsoft.com/office/drawing/2014/main" id="{3CD3A1B4-7D1D-F35E-3229-201551CE0599}"/>
                </a:ext>
              </a:extLst>
            </p:cNvPr>
            <p:cNvSpPr>
              <a:spLocks noChangeShapeType="1"/>
            </p:cNvSpPr>
            <p:nvPr/>
          </p:nvSpPr>
          <p:spPr bwMode="auto">
            <a:xfrm>
              <a:off x="882650" y="5294313"/>
              <a:ext cx="6238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1" name="Line 14">
              <a:extLst>
                <a:ext uri="{FF2B5EF4-FFF2-40B4-BE49-F238E27FC236}">
                  <a16:creationId xmlns:a16="http://schemas.microsoft.com/office/drawing/2014/main" id="{E867C4CA-5FCE-914C-635F-3ABABB06BCCD}"/>
                </a:ext>
              </a:extLst>
            </p:cNvPr>
            <p:cNvSpPr>
              <a:spLocks noChangeShapeType="1"/>
            </p:cNvSpPr>
            <p:nvPr/>
          </p:nvSpPr>
          <p:spPr bwMode="auto">
            <a:xfrm>
              <a:off x="882650" y="5553075"/>
              <a:ext cx="6238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2" name="Text Box 15">
              <a:extLst>
                <a:ext uri="{FF2B5EF4-FFF2-40B4-BE49-F238E27FC236}">
                  <a16:creationId xmlns:a16="http://schemas.microsoft.com/office/drawing/2014/main" id="{9B77E656-0B43-D7B5-C210-C6AC149D4009}"/>
                </a:ext>
              </a:extLst>
            </p:cNvPr>
            <p:cNvSpPr txBox="1">
              <a:spLocks noChangeArrowheads="1"/>
            </p:cNvSpPr>
            <p:nvPr/>
          </p:nvSpPr>
          <p:spPr bwMode="auto">
            <a:xfrm>
              <a:off x="381000" y="2743200"/>
              <a:ext cx="744538"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cs typeface="Times New Roman" panose="02020603050405020304" pitchFamily="18" charset="0"/>
                </a:rPr>
                <a:t>a0</a:t>
              </a:r>
              <a:endParaRPr lang="en-US" altLang="en-US" sz="1600" b="0" u="none"/>
            </a:p>
          </p:txBody>
        </p:sp>
        <p:sp>
          <p:nvSpPr>
            <p:cNvPr id="55313" name="Text Box 16">
              <a:extLst>
                <a:ext uri="{FF2B5EF4-FFF2-40B4-BE49-F238E27FC236}">
                  <a16:creationId xmlns:a16="http://schemas.microsoft.com/office/drawing/2014/main" id="{822203B2-5BF5-F988-EDA5-64EE1F10AFF2}"/>
                </a:ext>
              </a:extLst>
            </p:cNvPr>
            <p:cNvSpPr txBox="1">
              <a:spLocks noChangeArrowheads="1"/>
            </p:cNvSpPr>
            <p:nvPr/>
          </p:nvSpPr>
          <p:spPr bwMode="auto">
            <a:xfrm>
              <a:off x="398463" y="2982913"/>
              <a:ext cx="744537"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cs typeface="Times New Roman" panose="02020603050405020304" pitchFamily="18" charset="0"/>
                </a:rPr>
                <a:t>a1</a:t>
              </a:r>
              <a:endParaRPr lang="en-US" altLang="en-US" sz="1600" b="0" u="none"/>
            </a:p>
          </p:txBody>
        </p:sp>
        <p:sp>
          <p:nvSpPr>
            <p:cNvPr id="55314" name="Text Box 17">
              <a:extLst>
                <a:ext uri="{FF2B5EF4-FFF2-40B4-BE49-F238E27FC236}">
                  <a16:creationId xmlns:a16="http://schemas.microsoft.com/office/drawing/2014/main" id="{946BF416-5D29-5B84-9B46-4B5CE565DC94}"/>
                </a:ext>
              </a:extLst>
            </p:cNvPr>
            <p:cNvSpPr txBox="1">
              <a:spLocks noChangeArrowheads="1"/>
            </p:cNvSpPr>
            <p:nvPr/>
          </p:nvSpPr>
          <p:spPr bwMode="auto">
            <a:xfrm>
              <a:off x="398463" y="3241675"/>
              <a:ext cx="74453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cs typeface="Times New Roman" panose="02020603050405020304" pitchFamily="18" charset="0"/>
                </a:rPr>
                <a:t>a2</a:t>
              </a:r>
              <a:endParaRPr lang="en-US" altLang="en-US" sz="1600" b="0" u="none"/>
            </a:p>
          </p:txBody>
        </p:sp>
        <p:sp>
          <p:nvSpPr>
            <p:cNvPr id="55315" name="Text Box 18">
              <a:extLst>
                <a:ext uri="{FF2B5EF4-FFF2-40B4-BE49-F238E27FC236}">
                  <a16:creationId xmlns:a16="http://schemas.microsoft.com/office/drawing/2014/main" id="{DAB3936C-8A99-96AA-4905-DF001F20EA4B}"/>
                </a:ext>
              </a:extLst>
            </p:cNvPr>
            <p:cNvSpPr txBox="1">
              <a:spLocks noChangeArrowheads="1"/>
            </p:cNvSpPr>
            <p:nvPr/>
          </p:nvSpPr>
          <p:spPr bwMode="auto">
            <a:xfrm>
              <a:off x="398463" y="3500438"/>
              <a:ext cx="744537"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cs typeface="Times New Roman" panose="02020603050405020304" pitchFamily="18" charset="0"/>
                </a:rPr>
                <a:t>a3</a:t>
              </a:r>
              <a:endParaRPr lang="en-US" altLang="en-US" sz="1600" b="0" u="none"/>
            </a:p>
          </p:txBody>
        </p:sp>
        <p:sp>
          <p:nvSpPr>
            <p:cNvPr id="55316" name="Text Box 19">
              <a:extLst>
                <a:ext uri="{FF2B5EF4-FFF2-40B4-BE49-F238E27FC236}">
                  <a16:creationId xmlns:a16="http://schemas.microsoft.com/office/drawing/2014/main" id="{D22B106A-7A09-62EA-0498-A0650C695A9D}"/>
                </a:ext>
              </a:extLst>
            </p:cNvPr>
            <p:cNvSpPr txBox="1">
              <a:spLocks noChangeArrowheads="1"/>
            </p:cNvSpPr>
            <p:nvPr/>
          </p:nvSpPr>
          <p:spPr bwMode="auto">
            <a:xfrm>
              <a:off x="415925" y="4481513"/>
              <a:ext cx="744538"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cs typeface="Times New Roman" panose="02020603050405020304" pitchFamily="18" charset="0"/>
                </a:rPr>
                <a:t>а0</a:t>
              </a:r>
              <a:endParaRPr lang="en-US" altLang="en-US" sz="1600" b="0" u="none"/>
            </a:p>
          </p:txBody>
        </p:sp>
        <p:sp>
          <p:nvSpPr>
            <p:cNvPr id="55317" name="Text Box 20">
              <a:extLst>
                <a:ext uri="{FF2B5EF4-FFF2-40B4-BE49-F238E27FC236}">
                  <a16:creationId xmlns:a16="http://schemas.microsoft.com/office/drawing/2014/main" id="{D92FCCC8-7154-BF6E-8220-29B5A4B9B7E7}"/>
                </a:ext>
              </a:extLst>
            </p:cNvPr>
            <p:cNvSpPr txBox="1">
              <a:spLocks noChangeArrowheads="1"/>
            </p:cNvSpPr>
            <p:nvPr/>
          </p:nvSpPr>
          <p:spPr bwMode="auto">
            <a:xfrm>
              <a:off x="433388" y="4721225"/>
              <a:ext cx="74453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cs typeface="Times New Roman" panose="02020603050405020304" pitchFamily="18" charset="0"/>
                </a:rPr>
                <a:t>а1</a:t>
              </a:r>
              <a:endParaRPr lang="en-US" altLang="en-US" sz="1600" b="0" u="none"/>
            </a:p>
          </p:txBody>
        </p:sp>
        <p:sp>
          <p:nvSpPr>
            <p:cNvPr id="55318" name="Text Box 21">
              <a:extLst>
                <a:ext uri="{FF2B5EF4-FFF2-40B4-BE49-F238E27FC236}">
                  <a16:creationId xmlns:a16="http://schemas.microsoft.com/office/drawing/2014/main" id="{DDCFDAC4-23B1-CFD0-304E-A81A601065F6}"/>
                </a:ext>
              </a:extLst>
            </p:cNvPr>
            <p:cNvSpPr txBox="1">
              <a:spLocks noChangeArrowheads="1"/>
            </p:cNvSpPr>
            <p:nvPr/>
          </p:nvSpPr>
          <p:spPr bwMode="auto">
            <a:xfrm>
              <a:off x="433388" y="4979988"/>
              <a:ext cx="744537"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cs typeface="Times New Roman" panose="02020603050405020304" pitchFamily="18" charset="0"/>
                </a:rPr>
                <a:t>а2</a:t>
              </a:r>
              <a:endParaRPr lang="en-US" altLang="en-US" sz="1600" b="0" u="none"/>
            </a:p>
          </p:txBody>
        </p:sp>
        <p:sp>
          <p:nvSpPr>
            <p:cNvPr id="55319" name="Text Box 22">
              <a:extLst>
                <a:ext uri="{FF2B5EF4-FFF2-40B4-BE49-F238E27FC236}">
                  <a16:creationId xmlns:a16="http://schemas.microsoft.com/office/drawing/2014/main" id="{BA0F8253-4D4B-C796-5EDE-63BAB49C198B}"/>
                </a:ext>
              </a:extLst>
            </p:cNvPr>
            <p:cNvSpPr txBox="1">
              <a:spLocks noChangeArrowheads="1"/>
            </p:cNvSpPr>
            <p:nvPr/>
          </p:nvSpPr>
          <p:spPr bwMode="auto">
            <a:xfrm>
              <a:off x="433388" y="5238750"/>
              <a:ext cx="74453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cs typeface="Times New Roman" panose="02020603050405020304" pitchFamily="18" charset="0"/>
                </a:rPr>
                <a:t>а3</a:t>
              </a:r>
              <a:endParaRPr lang="en-US" altLang="en-US" sz="1600" b="0" u="none"/>
            </a:p>
          </p:txBody>
        </p:sp>
        <p:sp>
          <p:nvSpPr>
            <p:cNvPr id="55320" name="Line 23">
              <a:extLst>
                <a:ext uri="{FF2B5EF4-FFF2-40B4-BE49-F238E27FC236}">
                  <a16:creationId xmlns:a16="http://schemas.microsoft.com/office/drawing/2014/main" id="{BC9D0E7E-9008-18B5-930D-ECEE4CAD2DE4}"/>
                </a:ext>
              </a:extLst>
            </p:cNvPr>
            <p:cNvSpPr>
              <a:spLocks noChangeShapeType="1"/>
            </p:cNvSpPr>
            <p:nvPr/>
          </p:nvSpPr>
          <p:spPr bwMode="auto">
            <a:xfrm>
              <a:off x="2524125" y="3390900"/>
              <a:ext cx="404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1" name="Line 24">
              <a:extLst>
                <a:ext uri="{FF2B5EF4-FFF2-40B4-BE49-F238E27FC236}">
                  <a16:creationId xmlns:a16="http://schemas.microsoft.com/office/drawing/2014/main" id="{D260D0B0-4A71-FD23-C2DA-8F27CD0D055B}"/>
                </a:ext>
              </a:extLst>
            </p:cNvPr>
            <p:cNvSpPr>
              <a:spLocks noChangeShapeType="1"/>
            </p:cNvSpPr>
            <p:nvPr/>
          </p:nvSpPr>
          <p:spPr bwMode="auto">
            <a:xfrm>
              <a:off x="2562225" y="5164138"/>
              <a:ext cx="3397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50" name="AutoShape 25">
              <a:extLst>
                <a:ext uri="{FF2B5EF4-FFF2-40B4-BE49-F238E27FC236}">
                  <a16:creationId xmlns:a16="http://schemas.microsoft.com/office/drawing/2014/main" id="{FB663A91-8543-48D2-9646-57588E9B9BC4}"/>
                </a:ext>
              </a:extLst>
            </p:cNvPr>
            <p:cNvSpPr>
              <a:spLocks noChangeArrowheads="1"/>
            </p:cNvSpPr>
            <p:nvPr/>
          </p:nvSpPr>
          <p:spPr bwMode="auto">
            <a:xfrm rot="-5400000">
              <a:off x="3249613" y="4070350"/>
              <a:ext cx="774700" cy="4191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55323" name="Line 26">
              <a:extLst>
                <a:ext uri="{FF2B5EF4-FFF2-40B4-BE49-F238E27FC236}">
                  <a16:creationId xmlns:a16="http://schemas.microsoft.com/office/drawing/2014/main" id="{BA1509B0-32E6-FADE-FC35-684D76F01C63}"/>
                </a:ext>
              </a:extLst>
            </p:cNvPr>
            <p:cNvSpPr>
              <a:spLocks noChangeShapeType="1"/>
            </p:cNvSpPr>
            <p:nvPr/>
          </p:nvSpPr>
          <p:spPr bwMode="auto">
            <a:xfrm>
              <a:off x="2925763" y="3390900"/>
              <a:ext cx="0" cy="6778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4" name="Line 27">
              <a:extLst>
                <a:ext uri="{FF2B5EF4-FFF2-40B4-BE49-F238E27FC236}">
                  <a16:creationId xmlns:a16="http://schemas.microsoft.com/office/drawing/2014/main" id="{197E32D2-6188-D8A6-10FD-8193E47E4C99}"/>
                </a:ext>
              </a:extLst>
            </p:cNvPr>
            <p:cNvSpPr>
              <a:spLocks noChangeShapeType="1"/>
            </p:cNvSpPr>
            <p:nvPr/>
          </p:nvSpPr>
          <p:spPr bwMode="auto">
            <a:xfrm>
              <a:off x="2917825" y="4487863"/>
              <a:ext cx="0" cy="6778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5" name="Line 28">
              <a:extLst>
                <a:ext uri="{FF2B5EF4-FFF2-40B4-BE49-F238E27FC236}">
                  <a16:creationId xmlns:a16="http://schemas.microsoft.com/office/drawing/2014/main" id="{1E65518C-A587-6335-E593-A0E4BC7BED2E}"/>
                </a:ext>
              </a:extLst>
            </p:cNvPr>
            <p:cNvSpPr>
              <a:spLocks noChangeShapeType="1"/>
            </p:cNvSpPr>
            <p:nvPr/>
          </p:nvSpPr>
          <p:spPr bwMode="auto">
            <a:xfrm>
              <a:off x="2925763" y="4073525"/>
              <a:ext cx="4905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6" name="Line 29">
              <a:extLst>
                <a:ext uri="{FF2B5EF4-FFF2-40B4-BE49-F238E27FC236}">
                  <a16:creationId xmlns:a16="http://schemas.microsoft.com/office/drawing/2014/main" id="{7AC7DB2F-A82D-0C5A-A5F1-E2F021D6A51A}"/>
                </a:ext>
              </a:extLst>
            </p:cNvPr>
            <p:cNvSpPr>
              <a:spLocks noChangeShapeType="1"/>
            </p:cNvSpPr>
            <p:nvPr/>
          </p:nvSpPr>
          <p:spPr bwMode="auto">
            <a:xfrm>
              <a:off x="2917825" y="4487863"/>
              <a:ext cx="4905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7" name="Line 30">
              <a:extLst>
                <a:ext uri="{FF2B5EF4-FFF2-40B4-BE49-F238E27FC236}">
                  <a16:creationId xmlns:a16="http://schemas.microsoft.com/office/drawing/2014/main" id="{65B21385-BAAA-B888-6F58-7E6D6C8CC56D}"/>
                </a:ext>
              </a:extLst>
            </p:cNvPr>
            <p:cNvSpPr>
              <a:spLocks noChangeShapeType="1"/>
            </p:cNvSpPr>
            <p:nvPr/>
          </p:nvSpPr>
          <p:spPr bwMode="auto">
            <a:xfrm>
              <a:off x="3843338" y="4278313"/>
              <a:ext cx="4143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8" name="Line 31">
              <a:extLst>
                <a:ext uri="{FF2B5EF4-FFF2-40B4-BE49-F238E27FC236}">
                  <a16:creationId xmlns:a16="http://schemas.microsoft.com/office/drawing/2014/main" id="{E50FBDD7-FCE6-5CE5-70CA-A2AE60D2FBE7}"/>
                </a:ext>
              </a:extLst>
            </p:cNvPr>
            <p:cNvSpPr>
              <a:spLocks noChangeShapeType="1"/>
            </p:cNvSpPr>
            <p:nvPr/>
          </p:nvSpPr>
          <p:spPr bwMode="auto">
            <a:xfrm>
              <a:off x="3652838" y="4565650"/>
              <a:ext cx="0" cy="3778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9" name="Text Box 32">
              <a:extLst>
                <a:ext uri="{FF2B5EF4-FFF2-40B4-BE49-F238E27FC236}">
                  <a16:creationId xmlns:a16="http://schemas.microsoft.com/office/drawing/2014/main" id="{B0EB66CF-9179-1D51-ABAB-63BE593876C6}"/>
                </a:ext>
              </a:extLst>
            </p:cNvPr>
            <p:cNvSpPr txBox="1">
              <a:spLocks noChangeArrowheads="1"/>
            </p:cNvSpPr>
            <p:nvPr/>
          </p:nvSpPr>
          <p:spPr bwMode="auto">
            <a:xfrm>
              <a:off x="4310063" y="4048125"/>
              <a:ext cx="2700337" cy="88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cs typeface="Times New Roman" panose="02020603050405020304" pitchFamily="18" charset="0"/>
                </a:rPr>
                <a:t>y=f(a0,a1,a2,a3,a4)</a:t>
              </a:r>
              <a:endParaRPr lang="en-US" altLang="en-US" b="0" u="none"/>
            </a:p>
          </p:txBody>
        </p:sp>
        <p:sp>
          <p:nvSpPr>
            <p:cNvPr id="55330" name="Text Box 33">
              <a:extLst>
                <a:ext uri="{FF2B5EF4-FFF2-40B4-BE49-F238E27FC236}">
                  <a16:creationId xmlns:a16="http://schemas.microsoft.com/office/drawing/2014/main" id="{3AB50EC1-5D8B-92EE-191D-FFFB29726AB9}"/>
                </a:ext>
              </a:extLst>
            </p:cNvPr>
            <p:cNvSpPr txBox="1">
              <a:spLocks noChangeArrowheads="1"/>
            </p:cNvSpPr>
            <p:nvPr/>
          </p:nvSpPr>
          <p:spPr bwMode="auto">
            <a:xfrm>
              <a:off x="3324225" y="4916488"/>
              <a:ext cx="74295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cs typeface="Times New Roman" panose="02020603050405020304" pitchFamily="18" charset="0"/>
                </a:rPr>
                <a:t>a4</a:t>
              </a:r>
              <a:endParaRPr lang="en-US" altLang="en-US" sz="1600" b="0" u="none"/>
            </a:p>
          </p:txBody>
        </p:sp>
        <p:sp>
          <p:nvSpPr>
            <p:cNvPr id="55331" name="Text Box 35">
              <a:extLst>
                <a:ext uri="{FF2B5EF4-FFF2-40B4-BE49-F238E27FC236}">
                  <a16:creationId xmlns:a16="http://schemas.microsoft.com/office/drawing/2014/main" id="{FC9D8373-0ED5-5A16-B058-9D197A445863}"/>
                </a:ext>
              </a:extLst>
            </p:cNvPr>
            <p:cNvSpPr txBox="1">
              <a:spLocks noChangeArrowheads="1"/>
            </p:cNvSpPr>
            <p:nvPr/>
          </p:nvSpPr>
          <p:spPr bwMode="auto">
            <a:xfrm>
              <a:off x="1573213" y="4618038"/>
              <a:ext cx="912812"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cs typeface="Times New Roman" panose="02020603050405020304" pitchFamily="18" charset="0"/>
                </a:rPr>
                <a:t>LUT</a:t>
              </a:r>
              <a:endParaRPr lang="ru-RU" altLang="en-US" sz="1600" b="0" u="none"/>
            </a:p>
            <a:p>
              <a:endParaRPr lang="ru-RU" altLang="en-US" sz="1600" b="0" u="none"/>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8F473C2D-2A1E-93BD-410C-FB835685EA9C}"/>
              </a:ext>
            </a:extLst>
          </p:cNvPr>
          <p:cNvSpPr>
            <a:spLocks noGrp="1" noChangeArrowheads="1"/>
          </p:cNvSpPr>
          <p:nvPr>
            <p:ph type="title"/>
          </p:nvPr>
        </p:nvSpPr>
        <p:spPr>
          <a:xfrm>
            <a:off x="0" y="183401"/>
            <a:ext cx="11612880" cy="704088"/>
          </a:xfrm>
        </p:spPr>
        <p:txBody>
          <a:bodyPr/>
          <a:lstStyle/>
          <a:p>
            <a:r>
              <a:rPr lang="en-US" altLang="en-US"/>
              <a:t>Implementation of Two Functions</a:t>
            </a:r>
            <a:endParaRPr lang="ru-RU" altLang="en-US"/>
          </a:p>
        </p:txBody>
      </p:sp>
      <p:grpSp>
        <p:nvGrpSpPr>
          <p:cNvPr id="56323" name="Group 27">
            <a:extLst>
              <a:ext uri="{FF2B5EF4-FFF2-40B4-BE49-F238E27FC236}">
                <a16:creationId xmlns:a16="http://schemas.microsoft.com/office/drawing/2014/main" id="{531400FB-5A98-EC8A-7B93-F512DE19C53A}"/>
              </a:ext>
            </a:extLst>
          </p:cNvPr>
          <p:cNvGrpSpPr>
            <a:grpSpLocks/>
          </p:cNvGrpSpPr>
          <p:nvPr/>
        </p:nvGrpSpPr>
        <p:grpSpPr bwMode="auto">
          <a:xfrm>
            <a:off x="3657601" y="1847850"/>
            <a:ext cx="3738563" cy="3105150"/>
            <a:chOff x="2133600" y="1847850"/>
            <a:chExt cx="3738563" cy="3105150"/>
          </a:xfrm>
        </p:grpSpPr>
        <p:sp>
          <p:nvSpPr>
            <p:cNvPr id="53252" name="Rectangle 4">
              <a:extLst>
                <a:ext uri="{FF2B5EF4-FFF2-40B4-BE49-F238E27FC236}">
                  <a16:creationId xmlns:a16="http://schemas.microsoft.com/office/drawing/2014/main" id="{57AC4790-D955-48A2-9CD3-0118395AB4F2}"/>
                </a:ext>
              </a:extLst>
            </p:cNvPr>
            <p:cNvSpPr>
              <a:spLocks noChangeArrowheads="1"/>
            </p:cNvSpPr>
            <p:nvPr/>
          </p:nvSpPr>
          <p:spPr bwMode="auto">
            <a:xfrm>
              <a:off x="3670300" y="1847850"/>
              <a:ext cx="1038225" cy="1330325"/>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56325" name="Line 5">
              <a:extLst>
                <a:ext uri="{FF2B5EF4-FFF2-40B4-BE49-F238E27FC236}">
                  <a16:creationId xmlns:a16="http://schemas.microsoft.com/office/drawing/2014/main" id="{B2FC6EEB-1A0B-002C-8681-E9BE19FFA110}"/>
                </a:ext>
              </a:extLst>
            </p:cNvPr>
            <p:cNvSpPr>
              <a:spLocks noChangeShapeType="1"/>
            </p:cNvSpPr>
            <p:nvPr/>
          </p:nvSpPr>
          <p:spPr bwMode="auto">
            <a:xfrm>
              <a:off x="2559049" y="2068513"/>
              <a:ext cx="10972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6" name="Line 6">
              <a:extLst>
                <a:ext uri="{FF2B5EF4-FFF2-40B4-BE49-F238E27FC236}">
                  <a16:creationId xmlns:a16="http://schemas.microsoft.com/office/drawing/2014/main" id="{57084BFD-6073-CD36-62E8-1B68EB1FABFB}"/>
                </a:ext>
              </a:extLst>
            </p:cNvPr>
            <p:cNvSpPr>
              <a:spLocks noChangeShapeType="1"/>
            </p:cNvSpPr>
            <p:nvPr/>
          </p:nvSpPr>
          <p:spPr bwMode="auto">
            <a:xfrm>
              <a:off x="2574925" y="2319338"/>
              <a:ext cx="10906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7" name="Line 7">
              <a:extLst>
                <a:ext uri="{FF2B5EF4-FFF2-40B4-BE49-F238E27FC236}">
                  <a16:creationId xmlns:a16="http://schemas.microsoft.com/office/drawing/2014/main" id="{C30AF7AD-614D-972D-0BD3-94DFDD9E076B}"/>
                </a:ext>
              </a:extLst>
            </p:cNvPr>
            <p:cNvSpPr>
              <a:spLocks noChangeShapeType="1"/>
            </p:cNvSpPr>
            <p:nvPr/>
          </p:nvSpPr>
          <p:spPr bwMode="auto">
            <a:xfrm>
              <a:off x="2589213" y="2590800"/>
              <a:ext cx="10906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8" name="Line 8">
              <a:extLst>
                <a:ext uri="{FF2B5EF4-FFF2-40B4-BE49-F238E27FC236}">
                  <a16:creationId xmlns:a16="http://schemas.microsoft.com/office/drawing/2014/main" id="{15223B8A-4DB0-9379-3FFE-4ABF24EA418F}"/>
                </a:ext>
              </a:extLst>
            </p:cNvPr>
            <p:cNvSpPr>
              <a:spLocks noChangeShapeType="1"/>
            </p:cNvSpPr>
            <p:nvPr/>
          </p:nvSpPr>
          <p:spPr bwMode="auto">
            <a:xfrm>
              <a:off x="2560638" y="2876550"/>
              <a:ext cx="10906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29" name="Text Box 9">
              <a:extLst>
                <a:ext uri="{FF2B5EF4-FFF2-40B4-BE49-F238E27FC236}">
                  <a16:creationId xmlns:a16="http://schemas.microsoft.com/office/drawing/2014/main" id="{C3EA7E18-A790-4CB7-9396-5E478F12B388}"/>
                </a:ext>
              </a:extLst>
            </p:cNvPr>
            <p:cNvSpPr txBox="1">
              <a:spLocks noChangeArrowheads="1"/>
            </p:cNvSpPr>
            <p:nvPr/>
          </p:nvSpPr>
          <p:spPr bwMode="auto">
            <a:xfrm>
              <a:off x="3783013" y="1976438"/>
              <a:ext cx="912813"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cs typeface="Times New Roman" panose="02020603050405020304" pitchFamily="18" charset="0"/>
                </a:rPr>
                <a:t>LUT</a:t>
              </a:r>
              <a:endParaRPr lang="ru-RU" altLang="en-US" b="0" u="none"/>
            </a:p>
            <a:p>
              <a:endParaRPr lang="ru-RU" altLang="en-US" b="0" u="none"/>
            </a:p>
          </p:txBody>
        </p:sp>
        <p:sp>
          <p:nvSpPr>
            <p:cNvPr id="53258" name="Rectangle 10">
              <a:extLst>
                <a:ext uri="{FF2B5EF4-FFF2-40B4-BE49-F238E27FC236}">
                  <a16:creationId xmlns:a16="http://schemas.microsoft.com/office/drawing/2014/main" id="{73B7AF72-4999-4740-90D3-153235E42ACE}"/>
                </a:ext>
              </a:extLst>
            </p:cNvPr>
            <p:cNvSpPr>
              <a:spLocks noChangeArrowheads="1"/>
            </p:cNvSpPr>
            <p:nvPr/>
          </p:nvSpPr>
          <p:spPr bwMode="auto">
            <a:xfrm>
              <a:off x="3687763" y="3622675"/>
              <a:ext cx="1038225" cy="1330325"/>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2000" dirty="0">
                <a:latin typeface="Arial" charset="0"/>
                <a:cs typeface="Arial" charset="0"/>
              </a:endParaRPr>
            </a:p>
          </p:txBody>
        </p:sp>
        <p:sp>
          <p:nvSpPr>
            <p:cNvPr id="56331" name="Line 11">
              <a:extLst>
                <a:ext uri="{FF2B5EF4-FFF2-40B4-BE49-F238E27FC236}">
                  <a16:creationId xmlns:a16="http://schemas.microsoft.com/office/drawing/2014/main" id="{FB244DFB-BFCF-87B6-2472-419629F3DE2D}"/>
                </a:ext>
              </a:extLst>
            </p:cNvPr>
            <p:cNvSpPr>
              <a:spLocks noChangeShapeType="1"/>
            </p:cNvSpPr>
            <p:nvPr/>
          </p:nvSpPr>
          <p:spPr bwMode="auto">
            <a:xfrm>
              <a:off x="3413125" y="3843338"/>
              <a:ext cx="2524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2" name="Line 12">
              <a:extLst>
                <a:ext uri="{FF2B5EF4-FFF2-40B4-BE49-F238E27FC236}">
                  <a16:creationId xmlns:a16="http://schemas.microsoft.com/office/drawing/2014/main" id="{3A91D864-3A65-37E6-AD2C-9C585D108E31}"/>
                </a:ext>
              </a:extLst>
            </p:cNvPr>
            <p:cNvSpPr>
              <a:spLocks noChangeShapeType="1"/>
            </p:cNvSpPr>
            <p:nvPr/>
          </p:nvSpPr>
          <p:spPr bwMode="auto">
            <a:xfrm>
              <a:off x="3235325" y="4121150"/>
              <a:ext cx="4429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3" name="Line 13">
              <a:extLst>
                <a:ext uri="{FF2B5EF4-FFF2-40B4-BE49-F238E27FC236}">
                  <a16:creationId xmlns:a16="http://schemas.microsoft.com/office/drawing/2014/main" id="{DB71E812-0CE1-CD09-243E-6E99104D379A}"/>
                </a:ext>
              </a:extLst>
            </p:cNvPr>
            <p:cNvSpPr>
              <a:spLocks noChangeShapeType="1"/>
            </p:cNvSpPr>
            <p:nvPr/>
          </p:nvSpPr>
          <p:spPr bwMode="auto">
            <a:xfrm>
              <a:off x="3049588" y="4365625"/>
              <a:ext cx="6238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4" name="Line 14">
              <a:extLst>
                <a:ext uri="{FF2B5EF4-FFF2-40B4-BE49-F238E27FC236}">
                  <a16:creationId xmlns:a16="http://schemas.microsoft.com/office/drawing/2014/main" id="{9C898E5B-73CD-0C20-F08D-F7527C6B27B5}"/>
                </a:ext>
              </a:extLst>
            </p:cNvPr>
            <p:cNvSpPr>
              <a:spLocks noChangeShapeType="1"/>
            </p:cNvSpPr>
            <p:nvPr/>
          </p:nvSpPr>
          <p:spPr bwMode="auto">
            <a:xfrm>
              <a:off x="2863850" y="4638675"/>
              <a:ext cx="803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35" name="Text Box 15">
              <a:extLst>
                <a:ext uri="{FF2B5EF4-FFF2-40B4-BE49-F238E27FC236}">
                  <a16:creationId xmlns:a16="http://schemas.microsoft.com/office/drawing/2014/main" id="{9AF72F50-68E1-36C0-90B9-F43F0B2B4C7B}"/>
                </a:ext>
              </a:extLst>
            </p:cNvPr>
            <p:cNvSpPr txBox="1">
              <a:spLocks noChangeArrowheads="1"/>
            </p:cNvSpPr>
            <p:nvPr/>
          </p:nvSpPr>
          <p:spPr bwMode="auto">
            <a:xfrm>
              <a:off x="2133600" y="1881187"/>
              <a:ext cx="744538"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cs typeface="Times New Roman" panose="02020603050405020304" pitchFamily="18" charset="0"/>
                </a:rPr>
                <a:t>a0</a:t>
              </a:r>
              <a:endParaRPr lang="en-US" altLang="en-US" b="0" u="none"/>
            </a:p>
          </p:txBody>
        </p:sp>
        <p:sp>
          <p:nvSpPr>
            <p:cNvPr id="56336" name="Text Box 16">
              <a:extLst>
                <a:ext uri="{FF2B5EF4-FFF2-40B4-BE49-F238E27FC236}">
                  <a16:creationId xmlns:a16="http://schemas.microsoft.com/office/drawing/2014/main" id="{F3F0BA28-6EAF-DFB8-B6FA-71E5BA34F3A2}"/>
                </a:ext>
              </a:extLst>
            </p:cNvPr>
            <p:cNvSpPr txBox="1">
              <a:spLocks noChangeArrowheads="1"/>
            </p:cNvSpPr>
            <p:nvPr/>
          </p:nvSpPr>
          <p:spPr bwMode="auto">
            <a:xfrm>
              <a:off x="2151063" y="2149475"/>
              <a:ext cx="744538"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cs typeface="Times New Roman" panose="02020603050405020304" pitchFamily="18" charset="0"/>
                </a:rPr>
                <a:t>a1</a:t>
              </a:r>
              <a:endParaRPr lang="en-US" altLang="en-US" b="0" u="none"/>
            </a:p>
          </p:txBody>
        </p:sp>
        <p:sp>
          <p:nvSpPr>
            <p:cNvPr id="56337" name="Text Box 17">
              <a:extLst>
                <a:ext uri="{FF2B5EF4-FFF2-40B4-BE49-F238E27FC236}">
                  <a16:creationId xmlns:a16="http://schemas.microsoft.com/office/drawing/2014/main" id="{543FB0AE-A0C4-6EF6-41EA-84FC3A124A15}"/>
                </a:ext>
              </a:extLst>
            </p:cNvPr>
            <p:cNvSpPr txBox="1">
              <a:spLocks noChangeArrowheads="1"/>
            </p:cNvSpPr>
            <p:nvPr/>
          </p:nvSpPr>
          <p:spPr bwMode="auto">
            <a:xfrm>
              <a:off x="2151063" y="2433637"/>
              <a:ext cx="744538"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cs typeface="Times New Roman" panose="02020603050405020304" pitchFamily="18" charset="0"/>
                </a:rPr>
                <a:t>a2</a:t>
              </a:r>
              <a:endParaRPr lang="en-US" altLang="en-US" b="0" u="none"/>
            </a:p>
          </p:txBody>
        </p:sp>
        <p:sp>
          <p:nvSpPr>
            <p:cNvPr id="56338" name="Text Box 18">
              <a:extLst>
                <a:ext uri="{FF2B5EF4-FFF2-40B4-BE49-F238E27FC236}">
                  <a16:creationId xmlns:a16="http://schemas.microsoft.com/office/drawing/2014/main" id="{C82FE358-08E5-0338-F55C-B3ED478797FD}"/>
                </a:ext>
              </a:extLst>
            </p:cNvPr>
            <p:cNvSpPr txBox="1">
              <a:spLocks noChangeArrowheads="1"/>
            </p:cNvSpPr>
            <p:nvPr/>
          </p:nvSpPr>
          <p:spPr bwMode="auto">
            <a:xfrm>
              <a:off x="2151063" y="2692400"/>
              <a:ext cx="74453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cs typeface="Times New Roman" panose="02020603050405020304" pitchFamily="18" charset="0"/>
                </a:rPr>
                <a:t>a3</a:t>
              </a:r>
              <a:endParaRPr lang="en-US" altLang="en-US" b="0" u="none"/>
            </a:p>
          </p:txBody>
        </p:sp>
        <p:sp>
          <p:nvSpPr>
            <p:cNvPr id="56339" name="Line 19">
              <a:extLst>
                <a:ext uri="{FF2B5EF4-FFF2-40B4-BE49-F238E27FC236}">
                  <a16:creationId xmlns:a16="http://schemas.microsoft.com/office/drawing/2014/main" id="{44C8F653-862C-2054-352A-F9F59377821A}"/>
                </a:ext>
              </a:extLst>
            </p:cNvPr>
            <p:cNvSpPr>
              <a:spLocks noChangeShapeType="1"/>
            </p:cNvSpPr>
            <p:nvPr/>
          </p:nvSpPr>
          <p:spPr bwMode="auto">
            <a:xfrm>
              <a:off x="4705350" y="2476500"/>
              <a:ext cx="404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0" name="Line 20">
              <a:extLst>
                <a:ext uri="{FF2B5EF4-FFF2-40B4-BE49-F238E27FC236}">
                  <a16:creationId xmlns:a16="http://schemas.microsoft.com/office/drawing/2014/main" id="{17F2B65A-F627-6C70-98D8-3DA4228B2B1B}"/>
                </a:ext>
              </a:extLst>
            </p:cNvPr>
            <p:cNvSpPr>
              <a:spLocks noChangeShapeType="1"/>
            </p:cNvSpPr>
            <p:nvPr/>
          </p:nvSpPr>
          <p:spPr bwMode="auto">
            <a:xfrm>
              <a:off x="4730750" y="4249738"/>
              <a:ext cx="3397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41" name="Text Box 21">
              <a:extLst>
                <a:ext uri="{FF2B5EF4-FFF2-40B4-BE49-F238E27FC236}">
                  <a16:creationId xmlns:a16="http://schemas.microsoft.com/office/drawing/2014/main" id="{3B4FA043-E736-19FC-F118-00B7298158F5}"/>
                </a:ext>
              </a:extLst>
            </p:cNvPr>
            <p:cNvSpPr txBox="1">
              <a:spLocks noChangeArrowheads="1"/>
            </p:cNvSpPr>
            <p:nvPr/>
          </p:nvSpPr>
          <p:spPr bwMode="auto">
            <a:xfrm>
              <a:off x="3754438" y="3703638"/>
              <a:ext cx="912813"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cs typeface="Times New Roman" panose="02020603050405020304" pitchFamily="18" charset="0"/>
                </a:rPr>
                <a:t>LUT</a:t>
              </a:r>
              <a:endParaRPr lang="ru-RU" altLang="en-US" sz="2000" b="0" u="none"/>
            </a:p>
            <a:p>
              <a:endParaRPr lang="ru-RU" altLang="en-US" sz="2000" b="0" u="none"/>
            </a:p>
          </p:txBody>
        </p:sp>
        <p:sp>
          <p:nvSpPr>
            <p:cNvPr id="56342" name="Line 22">
              <a:extLst>
                <a:ext uri="{FF2B5EF4-FFF2-40B4-BE49-F238E27FC236}">
                  <a16:creationId xmlns:a16="http://schemas.microsoft.com/office/drawing/2014/main" id="{EC73186B-7270-604E-82D2-8D8534010359}"/>
                </a:ext>
              </a:extLst>
            </p:cNvPr>
            <p:cNvSpPr>
              <a:spLocks noChangeShapeType="1"/>
            </p:cNvSpPr>
            <p:nvPr/>
          </p:nvSpPr>
          <p:spPr bwMode="auto">
            <a:xfrm flipV="1">
              <a:off x="3433763" y="2057400"/>
              <a:ext cx="0" cy="1770063"/>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6343" name="Line 23">
              <a:extLst>
                <a:ext uri="{FF2B5EF4-FFF2-40B4-BE49-F238E27FC236}">
                  <a16:creationId xmlns:a16="http://schemas.microsoft.com/office/drawing/2014/main" id="{0E0CA866-F559-A7E1-EE11-C9BC2EF577E9}"/>
                </a:ext>
              </a:extLst>
            </p:cNvPr>
            <p:cNvSpPr>
              <a:spLocks noChangeShapeType="1"/>
            </p:cNvSpPr>
            <p:nvPr/>
          </p:nvSpPr>
          <p:spPr bwMode="auto">
            <a:xfrm flipV="1">
              <a:off x="3243263" y="2328863"/>
              <a:ext cx="0" cy="1792288"/>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6344" name="Line 24">
              <a:extLst>
                <a:ext uri="{FF2B5EF4-FFF2-40B4-BE49-F238E27FC236}">
                  <a16:creationId xmlns:a16="http://schemas.microsoft.com/office/drawing/2014/main" id="{A4DAF4F0-3842-109E-6615-8010EF677547}"/>
                </a:ext>
              </a:extLst>
            </p:cNvPr>
            <p:cNvSpPr>
              <a:spLocks noChangeShapeType="1"/>
            </p:cNvSpPr>
            <p:nvPr/>
          </p:nvSpPr>
          <p:spPr bwMode="auto">
            <a:xfrm flipV="1">
              <a:off x="3052763" y="2590800"/>
              <a:ext cx="0" cy="178435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6345" name="Line 25">
              <a:extLst>
                <a:ext uri="{FF2B5EF4-FFF2-40B4-BE49-F238E27FC236}">
                  <a16:creationId xmlns:a16="http://schemas.microsoft.com/office/drawing/2014/main" id="{AB39242D-A706-6421-34E0-6327D93DD867}"/>
                </a:ext>
              </a:extLst>
            </p:cNvPr>
            <p:cNvSpPr>
              <a:spLocks noChangeShapeType="1"/>
            </p:cNvSpPr>
            <p:nvPr/>
          </p:nvSpPr>
          <p:spPr bwMode="auto">
            <a:xfrm flipV="1">
              <a:off x="2867025" y="2876550"/>
              <a:ext cx="0" cy="1755775"/>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6346" name="Text Box 26">
              <a:extLst>
                <a:ext uri="{FF2B5EF4-FFF2-40B4-BE49-F238E27FC236}">
                  <a16:creationId xmlns:a16="http://schemas.microsoft.com/office/drawing/2014/main" id="{A3D412A4-5B88-BEE8-EDF3-AAC0346310CE}"/>
                </a:ext>
              </a:extLst>
            </p:cNvPr>
            <p:cNvSpPr txBox="1">
              <a:spLocks noChangeArrowheads="1"/>
            </p:cNvSpPr>
            <p:nvPr/>
          </p:nvSpPr>
          <p:spPr bwMode="auto">
            <a:xfrm>
              <a:off x="5118100" y="2273300"/>
              <a:ext cx="744538"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cs typeface="Times New Roman" panose="02020603050405020304" pitchFamily="18" charset="0"/>
                </a:rPr>
                <a:t>Y0</a:t>
              </a:r>
              <a:endParaRPr lang="en-US" altLang="en-US" b="0" u="none"/>
            </a:p>
          </p:txBody>
        </p:sp>
        <p:sp>
          <p:nvSpPr>
            <p:cNvPr id="56347" name="Text Box 27">
              <a:extLst>
                <a:ext uri="{FF2B5EF4-FFF2-40B4-BE49-F238E27FC236}">
                  <a16:creationId xmlns:a16="http://schemas.microsoft.com/office/drawing/2014/main" id="{5901ACC1-DF3B-D4A8-CEF1-25DAAE3BEEFE}"/>
                </a:ext>
              </a:extLst>
            </p:cNvPr>
            <p:cNvSpPr txBox="1">
              <a:spLocks noChangeArrowheads="1"/>
            </p:cNvSpPr>
            <p:nvPr/>
          </p:nvSpPr>
          <p:spPr bwMode="auto">
            <a:xfrm>
              <a:off x="5127625" y="4060825"/>
              <a:ext cx="744538"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cs typeface="Times New Roman" panose="02020603050405020304" pitchFamily="18" charset="0"/>
                </a:rPr>
                <a:t>Y1</a:t>
              </a:r>
              <a:endParaRPr lang="en-US" altLang="en-US" sz="1600" b="0" u="none"/>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BD55A449-05C0-3EBF-3021-99D885D86407}"/>
              </a:ext>
            </a:extLst>
          </p:cNvPr>
          <p:cNvSpPr>
            <a:spLocks noGrp="1" noChangeArrowheads="1"/>
          </p:cNvSpPr>
          <p:nvPr>
            <p:ph type="title"/>
          </p:nvPr>
        </p:nvSpPr>
        <p:spPr>
          <a:xfrm>
            <a:off x="0" y="183401"/>
            <a:ext cx="11612880" cy="704088"/>
          </a:xfrm>
        </p:spPr>
        <p:txBody>
          <a:bodyPr>
            <a:normAutofit/>
          </a:bodyPr>
          <a:lstStyle/>
          <a:p>
            <a:r>
              <a:rPr lang="en-GB" altLang="en-US" dirty="0"/>
              <a:t>One Possible Implementation of a 3-LUT</a:t>
            </a:r>
          </a:p>
        </p:txBody>
      </p:sp>
      <p:sp>
        <p:nvSpPr>
          <p:cNvPr id="57347" name="TextBox 163">
            <a:extLst>
              <a:ext uri="{FF2B5EF4-FFF2-40B4-BE49-F238E27FC236}">
                <a16:creationId xmlns:a16="http://schemas.microsoft.com/office/drawing/2014/main" id="{F2E1BE0B-E344-14EC-4274-3716D48219EA}"/>
              </a:ext>
            </a:extLst>
          </p:cNvPr>
          <p:cNvSpPr txBox="1">
            <a:spLocks noChangeArrowheads="1"/>
          </p:cNvSpPr>
          <p:nvPr/>
        </p:nvSpPr>
        <p:spPr bwMode="auto">
          <a:xfrm>
            <a:off x="7010400" y="3479800"/>
            <a:ext cx="457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Y</a:t>
            </a:r>
            <a:endParaRPr lang="en-GB" altLang="en-US" sz="1600" b="0" u="none"/>
          </a:p>
        </p:txBody>
      </p:sp>
      <p:grpSp>
        <p:nvGrpSpPr>
          <p:cNvPr id="57348" name="Group 185">
            <a:extLst>
              <a:ext uri="{FF2B5EF4-FFF2-40B4-BE49-F238E27FC236}">
                <a16:creationId xmlns:a16="http://schemas.microsoft.com/office/drawing/2014/main" id="{6550DA55-15A6-7ADD-BED4-97BE0DE3F3C4}"/>
              </a:ext>
            </a:extLst>
          </p:cNvPr>
          <p:cNvGrpSpPr>
            <a:grpSpLocks/>
          </p:cNvGrpSpPr>
          <p:nvPr/>
        </p:nvGrpSpPr>
        <p:grpSpPr bwMode="auto">
          <a:xfrm>
            <a:off x="2814639" y="1122364"/>
            <a:ext cx="4200525" cy="4518025"/>
            <a:chOff x="1320800" y="1143000"/>
            <a:chExt cx="4200525" cy="4517941"/>
          </a:xfrm>
        </p:grpSpPr>
        <p:sp>
          <p:nvSpPr>
            <p:cNvPr id="57363" name="Rectangle 3">
              <a:extLst>
                <a:ext uri="{FF2B5EF4-FFF2-40B4-BE49-F238E27FC236}">
                  <a16:creationId xmlns:a16="http://schemas.microsoft.com/office/drawing/2014/main" id="{F6CE18F7-1CEA-B8FD-4B09-DD191D5AE94A}"/>
                </a:ext>
              </a:extLst>
            </p:cNvPr>
            <p:cNvSpPr>
              <a:spLocks noChangeArrowheads="1"/>
            </p:cNvSpPr>
            <p:nvPr/>
          </p:nvSpPr>
          <p:spPr bwMode="auto">
            <a:xfrm>
              <a:off x="1334135" y="2104258"/>
              <a:ext cx="457200" cy="252062"/>
            </a:xfrm>
            <a:prstGeom prst="rect">
              <a:avLst/>
            </a:prstGeom>
            <a:solidFill>
              <a:srgbClr val="FFFFFF"/>
            </a:solidFill>
            <a:ln w="95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57364" name="AutoShape 4">
              <a:extLst>
                <a:ext uri="{FF2B5EF4-FFF2-40B4-BE49-F238E27FC236}">
                  <a16:creationId xmlns:a16="http://schemas.microsoft.com/office/drawing/2014/main" id="{96D26D9C-5C08-5021-FD84-DA5F8343F82E}"/>
                </a:ext>
              </a:extLst>
            </p:cNvPr>
            <p:cNvCxnSpPr>
              <a:cxnSpLocks noChangeShapeType="1"/>
            </p:cNvCxnSpPr>
            <p:nvPr/>
          </p:nvCxnSpPr>
          <p:spPr bwMode="auto">
            <a:xfrm>
              <a:off x="1791293" y="2240766"/>
              <a:ext cx="76695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65" name="AutoShape 5">
              <a:extLst>
                <a:ext uri="{FF2B5EF4-FFF2-40B4-BE49-F238E27FC236}">
                  <a16:creationId xmlns:a16="http://schemas.microsoft.com/office/drawing/2014/main" id="{D11847A2-5C40-67C0-791E-1626A91ACA0A}"/>
                </a:ext>
              </a:extLst>
            </p:cNvPr>
            <p:cNvCxnSpPr>
              <a:cxnSpLocks noChangeShapeType="1"/>
            </p:cNvCxnSpPr>
            <p:nvPr/>
          </p:nvCxnSpPr>
          <p:spPr bwMode="auto">
            <a:xfrm>
              <a:off x="2334131" y="1447155"/>
              <a:ext cx="0" cy="42062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66" name="AutoShape 6">
              <a:extLst>
                <a:ext uri="{FF2B5EF4-FFF2-40B4-BE49-F238E27FC236}">
                  <a16:creationId xmlns:a16="http://schemas.microsoft.com/office/drawing/2014/main" id="{2964C993-6C93-0C65-6E60-18BFA1807A87}"/>
                </a:ext>
              </a:extLst>
            </p:cNvPr>
            <p:cNvCxnSpPr>
              <a:cxnSpLocks noChangeShapeType="1"/>
            </p:cNvCxnSpPr>
            <p:nvPr/>
          </p:nvCxnSpPr>
          <p:spPr bwMode="auto">
            <a:xfrm>
              <a:off x="2334131" y="1907435"/>
              <a:ext cx="359988"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367" name="AutoShape 7">
              <a:extLst>
                <a:ext uri="{FF2B5EF4-FFF2-40B4-BE49-F238E27FC236}">
                  <a16:creationId xmlns:a16="http://schemas.microsoft.com/office/drawing/2014/main" id="{038A6474-360A-D00D-D0B1-980CE36D3D87}"/>
                </a:ext>
              </a:extLst>
            </p:cNvPr>
            <p:cNvCxnSpPr>
              <a:cxnSpLocks noChangeShapeType="1"/>
            </p:cNvCxnSpPr>
            <p:nvPr/>
          </p:nvCxnSpPr>
          <p:spPr bwMode="auto">
            <a:xfrm>
              <a:off x="2694119" y="1907435"/>
              <a:ext cx="0" cy="1428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68" name="AutoShape 8">
              <a:extLst>
                <a:ext uri="{FF2B5EF4-FFF2-40B4-BE49-F238E27FC236}">
                  <a16:creationId xmlns:a16="http://schemas.microsoft.com/office/drawing/2014/main" id="{51E94CC9-6908-7E5C-24E5-07687D59B066}"/>
                </a:ext>
              </a:extLst>
            </p:cNvPr>
            <p:cNvCxnSpPr>
              <a:cxnSpLocks noChangeShapeType="1"/>
            </p:cNvCxnSpPr>
            <p:nvPr/>
          </p:nvCxnSpPr>
          <p:spPr bwMode="auto">
            <a:xfrm>
              <a:off x="2566504" y="2050291"/>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69" name="AutoShape 9">
              <a:extLst>
                <a:ext uri="{FF2B5EF4-FFF2-40B4-BE49-F238E27FC236}">
                  <a16:creationId xmlns:a16="http://schemas.microsoft.com/office/drawing/2014/main" id="{17F60B76-E8DB-FAA6-0DD5-8C1345DFEBEE}"/>
                </a:ext>
              </a:extLst>
            </p:cNvPr>
            <p:cNvCxnSpPr>
              <a:cxnSpLocks noChangeShapeType="1"/>
            </p:cNvCxnSpPr>
            <p:nvPr/>
          </p:nvCxnSpPr>
          <p:spPr bwMode="auto">
            <a:xfrm>
              <a:off x="2566504" y="2126481"/>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70" name="AutoShape 10">
              <a:extLst>
                <a:ext uri="{FF2B5EF4-FFF2-40B4-BE49-F238E27FC236}">
                  <a16:creationId xmlns:a16="http://schemas.microsoft.com/office/drawing/2014/main" id="{00CFF9E1-B91F-7412-27B2-25A0808DF463}"/>
                </a:ext>
              </a:extLst>
            </p:cNvPr>
            <p:cNvCxnSpPr>
              <a:cxnSpLocks noChangeShapeType="1"/>
            </p:cNvCxnSpPr>
            <p:nvPr/>
          </p:nvCxnSpPr>
          <p:spPr bwMode="auto">
            <a:xfrm>
              <a:off x="2566504" y="2126481"/>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71" name="AutoShape 11">
              <a:extLst>
                <a:ext uri="{FF2B5EF4-FFF2-40B4-BE49-F238E27FC236}">
                  <a16:creationId xmlns:a16="http://schemas.microsoft.com/office/drawing/2014/main" id="{ED4A0411-2730-C800-A3C5-E86D426FDDBB}"/>
                </a:ext>
              </a:extLst>
            </p:cNvPr>
            <p:cNvCxnSpPr>
              <a:cxnSpLocks noChangeShapeType="1"/>
            </p:cNvCxnSpPr>
            <p:nvPr/>
          </p:nvCxnSpPr>
          <p:spPr bwMode="auto">
            <a:xfrm>
              <a:off x="2818559" y="2126481"/>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nvGrpSpPr>
            <p:cNvPr id="57372" name="Group 12">
              <a:extLst>
                <a:ext uri="{FF2B5EF4-FFF2-40B4-BE49-F238E27FC236}">
                  <a16:creationId xmlns:a16="http://schemas.microsoft.com/office/drawing/2014/main" id="{EC335C0F-ED64-5B88-0E7E-EF638E0EEE6E}"/>
                </a:ext>
              </a:extLst>
            </p:cNvPr>
            <p:cNvGrpSpPr>
              <a:grpSpLocks/>
            </p:cNvGrpSpPr>
            <p:nvPr/>
          </p:nvGrpSpPr>
          <p:grpSpPr bwMode="auto">
            <a:xfrm rot="5400000">
              <a:off x="2935378" y="1724610"/>
              <a:ext cx="228570" cy="237452"/>
              <a:chOff x="5146" y="7434"/>
              <a:chExt cx="360" cy="374"/>
            </a:xfrm>
          </p:grpSpPr>
          <p:sp>
            <p:nvSpPr>
              <p:cNvPr id="57529" name="AutoShape 13">
                <a:extLst>
                  <a:ext uri="{FF2B5EF4-FFF2-40B4-BE49-F238E27FC236}">
                    <a16:creationId xmlns:a16="http://schemas.microsoft.com/office/drawing/2014/main" id="{31B7E000-57F9-3D59-6CC4-21E12BB7E385}"/>
                  </a:ext>
                </a:extLst>
              </p:cNvPr>
              <p:cNvSpPr>
                <a:spLocks noChangeArrowheads="1"/>
              </p:cNvSpPr>
              <p:nvPr/>
            </p:nvSpPr>
            <p:spPr bwMode="auto">
              <a:xfrm rot="5435204">
                <a:off x="5078" y="7502"/>
                <a:ext cx="374" cy="238"/>
              </a:xfrm>
              <a:prstGeom prst="triangle">
                <a:avLst>
                  <a:gd name="adj" fmla="val 50000"/>
                </a:avLst>
              </a:prstGeom>
              <a:solidFill>
                <a:srgbClr val="FFFFFF"/>
              </a:solidFill>
              <a:ln w="1905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57530" name="Oval 14">
                <a:extLst>
                  <a:ext uri="{FF2B5EF4-FFF2-40B4-BE49-F238E27FC236}">
                    <a16:creationId xmlns:a16="http://schemas.microsoft.com/office/drawing/2014/main" id="{AD104154-0642-FA76-BF89-0F6585B41433}"/>
                  </a:ext>
                </a:extLst>
              </p:cNvPr>
              <p:cNvSpPr>
                <a:spLocks noChangeArrowheads="1"/>
              </p:cNvSpPr>
              <p:nvPr/>
            </p:nvSpPr>
            <p:spPr bwMode="auto">
              <a:xfrm>
                <a:off x="5387" y="7570"/>
                <a:ext cx="119" cy="119"/>
              </a:xfrm>
              <a:prstGeom prst="ellipse">
                <a:avLst/>
              </a:prstGeom>
              <a:solidFill>
                <a:srgbClr val="FFFFFF"/>
              </a:solidFill>
              <a:ln w="1905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sp>
          <p:nvSpPr>
            <p:cNvPr id="57373" name="Rectangle 15">
              <a:extLst>
                <a:ext uri="{FF2B5EF4-FFF2-40B4-BE49-F238E27FC236}">
                  <a16:creationId xmlns:a16="http://schemas.microsoft.com/office/drawing/2014/main" id="{05C8558D-D52E-20DA-7784-D3E28BD863A4}"/>
                </a:ext>
              </a:extLst>
            </p:cNvPr>
            <p:cNvSpPr>
              <a:spLocks noChangeArrowheads="1"/>
            </p:cNvSpPr>
            <p:nvPr/>
          </p:nvSpPr>
          <p:spPr bwMode="auto">
            <a:xfrm>
              <a:off x="1321435" y="2583621"/>
              <a:ext cx="457200" cy="252062"/>
            </a:xfrm>
            <a:prstGeom prst="rect">
              <a:avLst/>
            </a:prstGeom>
            <a:solidFill>
              <a:srgbClr val="FFFFFF"/>
            </a:solidFill>
            <a:ln w="95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57374" name="AutoShape 16">
              <a:extLst>
                <a:ext uri="{FF2B5EF4-FFF2-40B4-BE49-F238E27FC236}">
                  <a16:creationId xmlns:a16="http://schemas.microsoft.com/office/drawing/2014/main" id="{0E7D5AF4-8378-AAC2-B1AE-992E2A80483D}"/>
                </a:ext>
              </a:extLst>
            </p:cNvPr>
            <p:cNvCxnSpPr>
              <a:cxnSpLocks noChangeShapeType="1"/>
            </p:cNvCxnSpPr>
            <p:nvPr/>
          </p:nvCxnSpPr>
          <p:spPr bwMode="auto">
            <a:xfrm>
              <a:off x="1791293" y="2707429"/>
              <a:ext cx="76695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75" name="AutoShape 17">
              <a:extLst>
                <a:ext uri="{FF2B5EF4-FFF2-40B4-BE49-F238E27FC236}">
                  <a16:creationId xmlns:a16="http://schemas.microsoft.com/office/drawing/2014/main" id="{AE5E7E04-C36B-7736-64B9-D4ACE52C0FEB}"/>
                </a:ext>
              </a:extLst>
            </p:cNvPr>
            <p:cNvCxnSpPr>
              <a:cxnSpLocks noChangeShapeType="1"/>
            </p:cNvCxnSpPr>
            <p:nvPr/>
          </p:nvCxnSpPr>
          <p:spPr bwMode="auto">
            <a:xfrm rot="10800000">
              <a:off x="2686500" y="2374098"/>
              <a:ext cx="359988"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376" name="AutoShape 18">
              <a:extLst>
                <a:ext uri="{FF2B5EF4-FFF2-40B4-BE49-F238E27FC236}">
                  <a16:creationId xmlns:a16="http://schemas.microsoft.com/office/drawing/2014/main" id="{BE96F68A-2A72-E29E-B617-A7E8ECC0C1F8}"/>
                </a:ext>
              </a:extLst>
            </p:cNvPr>
            <p:cNvCxnSpPr>
              <a:cxnSpLocks noChangeShapeType="1"/>
            </p:cNvCxnSpPr>
            <p:nvPr/>
          </p:nvCxnSpPr>
          <p:spPr bwMode="auto">
            <a:xfrm>
              <a:off x="2694119" y="2374098"/>
              <a:ext cx="0" cy="1428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77" name="AutoShape 19">
              <a:extLst>
                <a:ext uri="{FF2B5EF4-FFF2-40B4-BE49-F238E27FC236}">
                  <a16:creationId xmlns:a16="http://schemas.microsoft.com/office/drawing/2014/main" id="{70BFA544-15FC-FED5-3740-6C134040E2E9}"/>
                </a:ext>
              </a:extLst>
            </p:cNvPr>
            <p:cNvCxnSpPr>
              <a:cxnSpLocks noChangeShapeType="1"/>
            </p:cNvCxnSpPr>
            <p:nvPr/>
          </p:nvCxnSpPr>
          <p:spPr bwMode="auto">
            <a:xfrm>
              <a:off x="2566504" y="2516955"/>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78" name="AutoShape 20">
              <a:extLst>
                <a:ext uri="{FF2B5EF4-FFF2-40B4-BE49-F238E27FC236}">
                  <a16:creationId xmlns:a16="http://schemas.microsoft.com/office/drawing/2014/main" id="{4460BFEC-5307-5E99-7494-AAEBC6C170F1}"/>
                </a:ext>
              </a:extLst>
            </p:cNvPr>
            <p:cNvCxnSpPr>
              <a:cxnSpLocks noChangeShapeType="1"/>
            </p:cNvCxnSpPr>
            <p:nvPr/>
          </p:nvCxnSpPr>
          <p:spPr bwMode="auto">
            <a:xfrm>
              <a:off x="2566504" y="2593144"/>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79" name="AutoShape 21">
              <a:extLst>
                <a:ext uri="{FF2B5EF4-FFF2-40B4-BE49-F238E27FC236}">
                  <a16:creationId xmlns:a16="http://schemas.microsoft.com/office/drawing/2014/main" id="{08C4CA20-D0CE-9283-18CD-E50934B2B1F9}"/>
                </a:ext>
              </a:extLst>
            </p:cNvPr>
            <p:cNvCxnSpPr>
              <a:cxnSpLocks noChangeShapeType="1"/>
            </p:cNvCxnSpPr>
            <p:nvPr/>
          </p:nvCxnSpPr>
          <p:spPr bwMode="auto">
            <a:xfrm>
              <a:off x="2566504" y="2593144"/>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80" name="AutoShape 22">
              <a:extLst>
                <a:ext uri="{FF2B5EF4-FFF2-40B4-BE49-F238E27FC236}">
                  <a16:creationId xmlns:a16="http://schemas.microsoft.com/office/drawing/2014/main" id="{8868D846-110F-1244-F90F-161E37D5DB77}"/>
                </a:ext>
              </a:extLst>
            </p:cNvPr>
            <p:cNvCxnSpPr>
              <a:cxnSpLocks noChangeShapeType="1"/>
            </p:cNvCxnSpPr>
            <p:nvPr/>
          </p:nvCxnSpPr>
          <p:spPr bwMode="auto">
            <a:xfrm>
              <a:off x="2818559" y="2593144"/>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81" name="AutoShape 23">
              <a:extLst>
                <a:ext uri="{FF2B5EF4-FFF2-40B4-BE49-F238E27FC236}">
                  <a16:creationId xmlns:a16="http://schemas.microsoft.com/office/drawing/2014/main" id="{F654D55E-5290-7E57-250F-8752BCF4D632}"/>
                </a:ext>
              </a:extLst>
            </p:cNvPr>
            <p:cNvCxnSpPr>
              <a:cxnSpLocks noChangeShapeType="1"/>
            </p:cNvCxnSpPr>
            <p:nvPr/>
          </p:nvCxnSpPr>
          <p:spPr bwMode="auto">
            <a:xfrm>
              <a:off x="3046488" y="1957621"/>
              <a:ext cx="0" cy="37033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82" name="AutoShape 24">
              <a:extLst>
                <a:ext uri="{FF2B5EF4-FFF2-40B4-BE49-F238E27FC236}">
                  <a16:creationId xmlns:a16="http://schemas.microsoft.com/office/drawing/2014/main" id="{5F074F1A-3292-8FDE-94B4-B16AEC3F81D4}"/>
                </a:ext>
              </a:extLst>
            </p:cNvPr>
            <p:cNvCxnSpPr>
              <a:cxnSpLocks noChangeShapeType="1"/>
            </p:cNvCxnSpPr>
            <p:nvPr/>
          </p:nvCxnSpPr>
          <p:spPr bwMode="auto">
            <a:xfrm flipH="1">
              <a:off x="2343655" y="1596353"/>
              <a:ext cx="712357" cy="0"/>
            </a:xfrm>
            <a:prstGeom prst="straightConnector1">
              <a:avLst/>
            </a:prstGeom>
            <a:noFill/>
            <a:ln w="19050">
              <a:solidFill>
                <a:srgbClr val="000000"/>
              </a:solidFill>
              <a:round/>
              <a:headEnd type="none" w="sm" len="sm"/>
              <a:tailEnd type="oval" w="sm" len="sm"/>
            </a:ln>
            <a:extLst>
              <a:ext uri="{909E8E84-426E-40DD-AFC4-6F175D3DCCD1}">
                <a14:hiddenFill xmlns:a14="http://schemas.microsoft.com/office/drawing/2010/main">
                  <a:noFill/>
                </a14:hiddenFill>
              </a:ext>
            </a:extLst>
          </p:spPr>
        </p:cxnSp>
        <p:cxnSp>
          <p:nvCxnSpPr>
            <p:cNvPr id="57383" name="AutoShape 25">
              <a:extLst>
                <a:ext uri="{FF2B5EF4-FFF2-40B4-BE49-F238E27FC236}">
                  <a16:creationId xmlns:a16="http://schemas.microsoft.com/office/drawing/2014/main" id="{FC315F68-6044-4D3C-FC66-15E39FD04365}"/>
                </a:ext>
              </a:extLst>
            </p:cNvPr>
            <p:cNvCxnSpPr>
              <a:cxnSpLocks noChangeShapeType="1"/>
            </p:cNvCxnSpPr>
            <p:nvPr/>
          </p:nvCxnSpPr>
          <p:spPr bwMode="auto">
            <a:xfrm>
              <a:off x="3056012" y="1596353"/>
              <a:ext cx="0" cy="132697"/>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84" name="AutoShape 26">
              <a:extLst>
                <a:ext uri="{FF2B5EF4-FFF2-40B4-BE49-F238E27FC236}">
                  <a16:creationId xmlns:a16="http://schemas.microsoft.com/office/drawing/2014/main" id="{3261831F-0F0C-0DE0-71FA-1FC90F522B33}"/>
                </a:ext>
              </a:extLst>
            </p:cNvPr>
            <p:cNvCxnSpPr>
              <a:cxnSpLocks noChangeShapeType="1"/>
            </p:cNvCxnSpPr>
            <p:nvPr/>
          </p:nvCxnSpPr>
          <p:spPr bwMode="auto">
            <a:xfrm>
              <a:off x="3373461" y="1434455"/>
              <a:ext cx="0" cy="420624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7385" name="AutoShape 27">
              <a:extLst>
                <a:ext uri="{FF2B5EF4-FFF2-40B4-BE49-F238E27FC236}">
                  <a16:creationId xmlns:a16="http://schemas.microsoft.com/office/drawing/2014/main" id="{460E48E5-9BB2-C1EE-F8ED-A47AE54CD8F7}"/>
                </a:ext>
              </a:extLst>
            </p:cNvPr>
            <p:cNvCxnSpPr>
              <a:cxnSpLocks noChangeShapeType="1"/>
            </p:cNvCxnSpPr>
            <p:nvPr/>
          </p:nvCxnSpPr>
          <p:spPr bwMode="auto">
            <a:xfrm>
              <a:off x="3373461" y="2116958"/>
              <a:ext cx="359988"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386" name="AutoShape 28">
              <a:extLst>
                <a:ext uri="{FF2B5EF4-FFF2-40B4-BE49-F238E27FC236}">
                  <a16:creationId xmlns:a16="http://schemas.microsoft.com/office/drawing/2014/main" id="{44B23D72-84B8-7960-2AF9-FC0295BD1EFE}"/>
                </a:ext>
              </a:extLst>
            </p:cNvPr>
            <p:cNvCxnSpPr>
              <a:cxnSpLocks noChangeShapeType="1"/>
            </p:cNvCxnSpPr>
            <p:nvPr/>
          </p:nvCxnSpPr>
          <p:spPr bwMode="auto">
            <a:xfrm>
              <a:off x="3733449" y="2116958"/>
              <a:ext cx="0" cy="1428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87" name="AutoShape 29">
              <a:extLst>
                <a:ext uri="{FF2B5EF4-FFF2-40B4-BE49-F238E27FC236}">
                  <a16:creationId xmlns:a16="http://schemas.microsoft.com/office/drawing/2014/main" id="{6DE09DB7-9211-757E-18B7-114370E019D9}"/>
                </a:ext>
              </a:extLst>
            </p:cNvPr>
            <p:cNvCxnSpPr>
              <a:cxnSpLocks noChangeShapeType="1"/>
            </p:cNvCxnSpPr>
            <p:nvPr/>
          </p:nvCxnSpPr>
          <p:spPr bwMode="auto">
            <a:xfrm>
              <a:off x="3605834" y="2259814"/>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88" name="AutoShape 30">
              <a:extLst>
                <a:ext uri="{FF2B5EF4-FFF2-40B4-BE49-F238E27FC236}">
                  <a16:creationId xmlns:a16="http://schemas.microsoft.com/office/drawing/2014/main" id="{018C05D4-B40F-E409-B955-995E2767D00D}"/>
                </a:ext>
              </a:extLst>
            </p:cNvPr>
            <p:cNvCxnSpPr>
              <a:cxnSpLocks noChangeShapeType="1"/>
            </p:cNvCxnSpPr>
            <p:nvPr/>
          </p:nvCxnSpPr>
          <p:spPr bwMode="auto">
            <a:xfrm>
              <a:off x="3605834" y="2336004"/>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89" name="AutoShape 31">
              <a:extLst>
                <a:ext uri="{FF2B5EF4-FFF2-40B4-BE49-F238E27FC236}">
                  <a16:creationId xmlns:a16="http://schemas.microsoft.com/office/drawing/2014/main" id="{A87E2637-C06D-4B4C-0069-77FF20228E04}"/>
                </a:ext>
              </a:extLst>
            </p:cNvPr>
            <p:cNvCxnSpPr>
              <a:cxnSpLocks noChangeShapeType="1"/>
            </p:cNvCxnSpPr>
            <p:nvPr/>
          </p:nvCxnSpPr>
          <p:spPr bwMode="auto">
            <a:xfrm>
              <a:off x="3605834" y="2336004"/>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90" name="AutoShape 32">
              <a:extLst>
                <a:ext uri="{FF2B5EF4-FFF2-40B4-BE49-F238E27FC236}">
                  <a16:creationId xmlns:a16="http://schemas.microsoft.com/office/drawing/2014/main" id="{0356DEBB-301B-5904-487C-0516A801D0BE}"/>
                </a:ext>
              </a:extLst>
            </p:cNvPr>
            <p:cNvCxnSpPr>
              <a:cxnSpLocks noChangeShapeType="1"/>
            </p:cNvCxnSpPr>
            <p:nvPr/>
          </p:nvCxnSpPr>
          <p:spPr bwMode="auto">
            <a:xfrm>
              <a:off x="3857889" y="2336004"/>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nvGrpSpPr>
            <p:cNvPr id="57391" name="Group 33">
              <a:extLst>
                <a:ext uri="{FF2B5EF4-FFF2-40B4-BE49-F238E27FC236}">
                  <a16:creationId xmlns:a16="http://schemas.microsoft.com/office/drawing/2014/main" id="{52C2D5A4-CC0E-AEB7-0459-2A43D7D0C542}"/>
                </a:ext>
              </a:extLst>
            </p:cNvPr>
            <p:cNvGrpSpPr>
              <a:grpSpLocks/>
            </p:cNvGrpSpPr>
            <p:nvPr/>
          </p:nvGrpSpPr>
          <p:grpSpPr bwMode="auto">
            <a:xfrm rot="5400000">
              <a:off x="3974708" y="1724610"/>
              <a:ext cx="228570" cy="237452"/>
              <a:chOff x="5146" y="7434"/>
              <a:chExt cx="360" cy="374"/>
            </a:xfrm>
          </p:grpSpPr>
          <p:sp>
            <p:nvSpPr>
              <p:cNvPr id="57527" name="AutoShape 34">
                <a:extLst>
                  <a:ext uri="{FF2B5EF4-FFF2-40B4-BE49-F238E27FC236}">
                    <a16:creationId xmlns:a16="http://schemas.microsoft.com/office/drawing/2014/main" id="{81517835-2ABC-E9B1-BDC5-1C621D70F0E7}"/>
                  </a:ext>
                </a:extLst>
              </p:cNvPr>
              <p:cNvSpPr>
                <a:spLocks noChangeArrowheads="1"/>
              </p:cNvSpPr>
              <p:nvPr/>
            </p:nvSpPr>
            <p:spPr bwMode="auto">
              <a:xfrm rot="5435204">
                <a:off x="5078" y="7502"/>
                <a:ext cx="374" cy="238"/>
              </a:xfrm>
              <a:prstGeom prst="triangle">
                <a:avLst>
                  <a:gd name="adj" fmla="val 50000"/>
                </a:avLst>
              </a:prstGeom>
              <a:solidFill>
                <a:srgbClr val="FFFFFF"/>
              </a:solidFill>
              <a:ln w="1905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57528" name="Oval 35">
                <a:extLst>
                  <a:ext uri="{FF2B5EF4-FFF2-40B4-BE49-F238E27FC236}">
                    <a16:creationId xmlns:a16="http://schemas.microsoft.com/office/drawing/2014/main" id="{2297E8DF-137D-AB03-1D06-AB67B40EBDC0}"/>
                  </a:ext>
                </a:extLst>
              </p:cNvPr>
              <p:cNvSpPr>
                <a:spLocks noChangeArrowheads="1"/>
              </p:cNvSpPr>
              <p:nvPr/>
            </p:nvSpPr>
            <p:spPr bwMode="auto">
              <a:xfrm>
                <a:off x="5387" y="7570"/>
                <a:ext cx="119" cy="119"/>
              </a:xfrm>
              <a:prstGeom prst="ellipse">
                <a:avLst/>
              </a:prstGeom>
              <a:solidFill>
                <a:srgbClr val="FFFFFF"/>
              </a:solidFill>
              <a:ln w="1905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cxnSp>
          <p:nvCxnSpPr>
            <p:cNvPr id="57392" name="AutoShape 36">
              <a:extLst>
                <a:ext uri="{FF2B5EF4-FFF2-40B4-BE49-F238E27FC236}">
                  <a16:creationId xmlns:a16="http://schemas.microsoft.com/office/drawing/2014/main" id="{A601EC1A-CCAF-98BB-1325-2BEB52881306}"/>
                </a:ext>
              </a:extLst>
            </p:cNvPr>
            <p:cNvCxnSpPr>
              <a:cxnSpLocks noChangeShapeType="1"/>
            </p:cNvCxnSpPr>
            <p:nvPr/>
          </p:nvCxnSpPr>
          <p:spPr bwMode="auto">
            <a:xfrm rot="10800000">
              <a:off x="3725830" y="3050284"/>
              <a:ext cx="359988"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393" name="AutoShape 37">
              <a:extLst>
                <a:ext uri="{FF2B5EF4-FFF2-40B4-BE49-F238E27FC236}">
                  <a16:creationId xmlns:a16="http://schemas.microsoft.com/office/drawing/2014/main" id="{5F1B84D0-A748-381B-65CC-0B99E38F32BB}"/>
                </a:ext>
              </a:extLst>
            </p:cNvPr>
            <p:cNvCxnSpPr>
              <a:cxnSpLocks noChangeShapeType="1"/>
            </p:cNvCxnSpPr>
            <p:nvPr/>
          </p:nvCxnSpPr>
          <p:spPr bwMode="auto">
            <a:xfrm>
              <a:off x="3733449" y="3050284"/>
              <a:ext cx="0" cy="1428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94" name="AutoShape 38">
              <a:extLst>
                <a:ext uri="{FF2B5EF4-FFF2-40B4-BE49-F238E27FC236}">
                  <a16:creationId xmlns:a16="http://schemas.microsoft.com/office/drawing/2014/main" id="{FC7B95EF-26D5-5633-A42F-AFBFDE4F9DE1}"/>
                </a:ext>
              </a:extLst>
            </p:cNvPr>
            <p:cNvCxnSpPr>
              <a:cxnSpLocks noChangeShapeType="1"/>
            </p:cNvCxnSpPr>
            <p:nvPr/>
          </p:nvCxnSpPr>
          <p:spPr bwMode="auto">
            <a:xfrm>
              <a:off x="3605834" y="3193140"/>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95" name="AutoShape 39">
              <a:extLst>
                <a:ext uri="{FF2B5EF4-FFF2-40B4-BE49-F238E27FC236}">
                  <a16:creationId xmlns:a16="http://schemas.microsoft.com/office/drawing/2014/main" id="{F2CFB794-8529-9BAC-9E58-E2FA31F8DDB5}"/>
                </a:ext>
              </a:extLst>
            </p:cNvPr>
            <p:cNvCxnSpPr>
              <a:cxnSpLocks noChangeShapeType="1"/>
            </p:cNvCxnSpPr>
            <p:nvPr/>
          </p:nvCxnSpPr>
          <p:spPr bwMode="auto">
            <a:xfrm>
              <a:off x="3605834" y="3269330"/>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96" name="AutoShape 40">
              <a:extLst>
                <a:ext uri="{FF2B5EF4-FFF2-40B4-BE49-F238E27FC236}">
                  <a16:creationId xmlns:a16="http://schemas.microsoft.com/office/drawing/2014/main" id="{5C4AC863-F2DD-0058-1F71-C04F1FAEF354}"/>
                </a:ext>
              </a:extLst>
            </p:cNvPr>
            <p:cNvCxnSpPr>
              <a:cxnSpLocks noChangeShapeType="1"/>
            </p:cNvCxnSpPr>
            <p:nvPr/>
          </p:nvCxnSpPr>
          <p:spPr bwMode="auto">
            <a:xfrm>
              <a:off x="3605834" y="3269330"/>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97" name="AutoShape 41">
              <a:extLst>
                <a:ext uri="{FF2B5EF4-FFF2-40B4-BE49-F238E27FC236}">
                  <a16:creationId xmlns:a16="http://schemas.microsoft.com/office/drawing/2014/main" id="{C6743B1B-DC1B-CB71-E06F-A92BB6D26A84}"/>
                </a:ext>
              </a:extLst>
            </p:cNvPr>
            <p:cNvCxnSpPr>
              <a:cxnSpLocks noChangeShapeType="1"/>
            </p:cNvCxnSpPr>
            <p:nvPr/>
          </p:nvCxnSpPr>
          <p:spPr bwMode="auto">
            <a:xfrm>
              <a:off x="3857889" y="3269330"/>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98" name="AutoShape 42">
              <a:extLst>
                <a:ext uri="{FF2B5EF4-FFF2-40B4-BE49-F238E27FC236}">
                  <a16:creationId xmlns:a16="http://schemas.microsoft.com/office/drawing/2014/main" id="{F04C6233-A7B2-48AF-F7AF-D2935274646D}"/>
                </a:ext>
              </a:extLst>
            </p:cNvPr>
            <p:cNvCxnSpPr>
              <a:cxnSpLocks noChangeShapeType="1"/>
            </p:cNvCxnSpPr>
            <p:nvPr/>
          </p:nvCxnSpPr>
          <p:spPr bwMode="auto">
            <a:xfrm>
              <a:off x="4085818" y="1957621"/>
              <a:ext cx="0" cy="36576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399" name="AutoShape 43">
              <a:extLst>
                <a:ext uri="{FF2B5EF4-FFF2-40B4-BE49-F238E27FC236}">
                  <a16:creationId xmlns:a16="http://schemas.microsoft.com/office/drawing/2014/main" id="{2CEA6E31-F5C6-02AB-9DA9-D391EA995392}"/>
                </a:ext>
              </a:extLst>
            </p:cNvPr>
            <p:cNvCxnSpPr>
              <a:cxnSpLocks noChangeShapeType="1"/>
            </p:cNvCxnSpPr>
            <p:nvPr/>
          </p:nvCxnSpPr>
          <p:spPr bwMode="auto">
            <a:xfrm flipH="1">
              <a:off x="3382985" y="1596353"/>
              <a:ext cx="712357" cy="0"/>
            </a:xfrm>
            <a:prstGeom prst="straightConnector1">
              <a:avLst/>
            </a:prstGeom>
            <a:noFill/>
            <a:ln w="19050">
              <a:solidFill>
                <a:srgbClr val="000000"/>
              </a:solidFill>
              <a:round/>
              <a:headEnd type="none" w="sm" len="sm"/>
              <a:tailEnd type="oval" w="sm" len="sm"/>
            </a:ln>
            <a:extLst>
              <a:ext uri="{909E8E84-426E-40DD-AFC4-6F175D3DCCD1}">
                <a14:hiddenFill xmlns:a14="http://schemas.microsoft.com/office/drawing/2010/main">
                  <a:noFill/>
                </a14:hiddenFill>
              </a:ext>
            </a:extLst>
          </p:spPr>
        </p:cxnSp>
        <p:cxnSp>
          <p:nvCxnSpPr>
            <p:cNvPr id="57400" name="AutoShape 44">
              <a:extLst>
                <a:ext uri="{FF2B5EF4-FFF2-40B4-BE49-F238E27FC236}">
                  <a16:creationId xmlns:a16="http://schemas.microsoft.com/office/drawing/2014/main" id="{AFD29A6D-0405-1215-7AFD-F2575D6C3F69}"/>
                </a:ext>
              </a:extLst>
            </p:cNvPr>
            <p:cNvCxnSpPr>
              <a:cxnSpLocks noChangeShapeType="1"/>
            </p:cNvCxnSpPr>
            <p:nvPr/>
          </p:nvCxnSpPr>
          <p:spPr bwMode="auto">
            <a:xfrm>
              <a:off x="4095342" y="1596353"/>
              <a:ext cx="0" cy="132697"/>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01" name="AutoShape 45">
              <a:extLst>
                <a:ext uri="{FF2B5EF4-FFF2-40B4-BE49-F238E27FC236}">
                  <a16:creationId xmlns:a16="http://schemas.microsoft.com/office/drawing/2014/main" id="{0DD5D395-7157-BBD7-EC38-8EDE531A43A2}"/>
                </a:ext>
              </a:extLst>
            </p:cNvPr>
            <p:cNvCxnSpPr>
              <a:cxnSpLocks noChangeShapeType="1"/>
            </p:cNvCxnSpPr>
            <p:nvPr/>
          </p:nvCxnSpPr>
          <p:spPr bwMode="auto">
            <a:xfrm>
              <a:off x="4415331" y="1422400"/>
              <a:ext cx="0" cy="420624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7402" name="AutoShape 46">
              <a:extLst>
                <a:ext uri="{FF2B5EF4-FFF2-40B4-BE49-F238E27FC236}">
                  <a16:creationId xmlns:a16="http://schemas.microsoft.com/office/drawing/2014/main" id="{67ADA992-0CB4-3051-DA3E-465B64D575F0}"/>
                </a:ext>
              </a:extLst>
            </p:cNvPr>
            <p:cNvCxnSpPr>
              <a:cxnSpLocks noChangeShapeType="1"/>
            </p:cNvCxnSpPr>
            <p:nvPr/>
          </p:nvCxnSpPr>
          <p:spPr bwMode="auto">
            <a:xfrm>
              <a:off x="4415331" y="2441400"/>
              <a:ext cx="359988"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403" name="AutoShape 47">
              <a:extLst>
                <a:ext uri="{FF2B5EF4-FFF2-40B4-BE49-F238E27FC236}">
                  <a16:creationId xmlns:a16="http://schemas.microsoft.com/office/drawing/2014/main" id="{AE4115F4-B582-F906-23B0-8E467ED8E1D5}"/>
                </a:ext>
              </a:extLst>
            </p:cNvPr>
            <p:cNvCxnSpPr>
              <a:cxnSpLocks noChangeShapeType="1"/>
            </p:cNvCxnSpPr>
            <p:nvPr/>
          </p:nvCxnSpPr>
          <p:spPr bwMode="auto">
            <a:xfrm>
              <a:off x="4775319" y="2441400"/>
              <a:ext cx="0" cy="1428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04" name="AutoShape 48">
              <a:extLst>
                <a:ext uri="{FF2B5EF4-FFF2-40B4-BE49-F238E27FC236}">
                  <a16:creationId xmlns:a16="http://schemas.microsoft.com/office/drawing/2014/main" id="{DF4537EA-0A24-2FA0-6F05-2723CAE6BD38}"/>
                </a:ext>
              </a:extLst>
            </p:cNvPr>
            <p:cNvCxnSpPr>
              <a:cxnSpLocks noChangeShapeType="1"/>
            </p:cNvCxnSpPr>
            <p:nvPr/>
          </p:nvCxnSpPr>
          <p:spPr bwMode="auto">
            <a:xfrm>
              <a:off x="4647704" y="2584256"/>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05" name="AutoShape 49">
              <a:extLst>
                <a:ext uri="{FF2B5EF4-FFF2-40B4-BE49-F238E27FC236}">
                  <a16:creationId xmlns:a16="http://schemas.microsoft.com/office/drawing/2014/main" id="{680DB6FE-17A6-66D7-568E-70E693A497AF}"/>
                </a:ext>
              </a:extLst>
            </p:cNvPr>
            <p:cNvCxnSpPr>
              <a:cxnSpLocks noChangeShapeType="1"/>
            </p:cNvCxnSpPr>
            <p:nvPr/>
          </p:nvCxnSpPr>
          <p:spPr bwMode="auto">
            <a:xfrm>
              <a:off x="4657227" y="2660446"/>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06" name="AutoShape 50">
              <a:extLst>
                <a:ext uri="{FF2B5EF4-FFF2-40B4-BE49-F238E27FC236}">
                  <a16:creationId xmlns:a16="http://schemas.microsoft.com/office/drawing/2014/main" id="{FFDEFBFE-C93B-434C-366E-554EAB99FFD6}"/>
                </a:ext>
              </a:extLst>
            </p:cNvPr>
            <p:cNvCxnSpPr>
              <a:cxnSpLocks noChangeShapeType="1"/>
            </p:cNvCxnSpPr>
            <p:nvPr/>
          </p:nvCxnSpPr>
          <p:spPr bwMode="auto">
            <a:xfrm>
              <a:off x="4657227" y="2660446"/>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07" name="AutoShape 51">
              <a:extLst>
                <a:ext uri="{FF2B5EF4-FFF2-40B4-BE49-F238E27FC236}">
                  <a16:creationId xmlns:a16="http://schemas.microsoft.com/office/drawing/2014/main" id="{C794375D-4846-120E-910F-3CC3188C6CE4}"/>
                </a:ext>
              </a:extLst>
            </p:cNvPr>
            <p:cNvCxnSpPr>
              <a:cxnSpLocks noChangeShapeType="1"/>
            </p:cNvCxnSpPr>
            <p:nvPr/>
          </p:nvCxnSpPr>
          <p:spPr bwMode="auto">
            <a:xfrm>
              <a:off x="4909282" y="2660446"/>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grpSp>
          <p:nvGrpSpPr>
            <p:cNvPr id="57408" name="Group 52">
              <a:extLst>
                <a:ext uri="{FF2B5EF4-FFF2-40B4-BE49-F238E27FC236}">
                  <a16:creationId xmlns:a16="http://schemas.microsoft.com/office/drawing/2014/main" id="{CA72BED9-D203-7EB4-7AC4-1B024B9534A9}"/>
                </a:ext>
              </a:extLst>
            </p:cNvPr>
            <p:cNvGrpSpPr>
              <a:grpSpLocks/>
            </p:cNvGrpSpPr>
            <p:nvPr/>
          </p:nvGrpSpPr>
          <p:grpSpPr bwMode="auto">
            <a:xfrm rot="5400000">
              <a:off x="5016577" y="1715721"/>
              <a:ext cx="228570" cy="237452"/>
              <a:chOff x="5146" y="7434"/>
              <a:chExt cx="360" cy="374"/>
            </a:xfrm>
          </p:grpSpPr>
          <p:sp>
            <p:nvSpPr>
              <p:cNvPr id="57525" name="AutoShape 53">
                <a:extLst>
                  <a:ext uri="{FF2B5EF4-FFF2-40B4-BE49-F238E27FC236}">
                    <a16:creationId xmlns:a16="http://schemas.microsoft.com/office/drawing/2014/main" id="{BF43B4AB-ED5F-3682-0B7D-7F3AE7CE971A}"/>
                  </a:ext>
                </a:extLst>
              </p:cNvPr>
              <p:cNvSpPr>
                <a:spLocks noChangeArrowheads="1"/>
              </p:cNvSpPr>
              <p:nvPr/>
            </p:nvSpPr>
            <p:spPr bwMode="auto">
              <a:xfrm rot="5435204">
                <a:off x="5078" y="7502"/>
                <a:ext cx="374" cy="238"/>
              </a:xfrm>
              <a:prstGeom prst="triangle">
                <a:avLst>
                  <a:gd name="adj" fmla="val 50000"/>
                </a:avLst>
              </a:prstGeom>
              <a:solidFill>
                <a:srgbClr val="FFFFFF"/>
              </a:solidFill>
              <a:ln w="1905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57526" name="Oval 54">
                <a:extLst>
                  <a:ext uri="{FF2B5EF4-FFF2-40B4-BE49-F238E27FC236}">
                    <a16:creationId xmlns:a16="http://schemas.microsoft.com/office/drawing/2014/main" id="{4F8CB57B-662E-047D-EE6B-F6EB5BFC76A1}"/>
                  </a:ext>
                </a:extLst>
              </p:cNvPr>
              <p:cNvSpPr>
                <a:spLocks noChangeArrowheads="1"/>
              </p:cNvSpPr>
              <p:nvPr/>
            </p:nvSpPr>
            <p:spPr bwMode="auto">
              <a:xfrm>
                <a:off x="5387" y="7570"/>
                <a:ext cx="119" cy="119"/>
              </a:xfrm>
              <a:prstGeom prst="ellipse">
                <a:avLst/>
              </a:prstGeom>
              <a:solidFill>
                <a:srgbClr val="FFFFFF"/>
              </a:solidFill>
              <a:ln w="1905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cxnSp>
          <p:nvCxnSpPr>
            <p:cNvPr id="57409" name="AutoShape 55">
              <a:extLst>
                <a:ext uri="{FF2B5EF4-FFF2-40B4-BE49-F238E27FC236}">
                  <a16:creationId xmlns:a16="http://schemas.microsoft.com/office/drawing/2014/main" id="{FCC19F67-1A80-0085-6E38-D71FA58EE403}"/>
                </a:ext>
              </a:extLst>
            </p:cNvPr>
            <p:cNvCxnSpPr>
              <a:cxnSpLocks noChangeShapeType="1"/>
            </p:cNvCxnSpPr>
            <p:nvPr/>
          </p:nvCxnSpPr>
          <p:spPr bwMode="auto">
            <a:xfrm>
              <a:off x="5130800" y="1955800"/>
              <a:ext cx="0" cy="365760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10" name="AutoShape 56">
              <a:extLst>
                <a:ext uri="{FF2B5EF4-FFF2-40B4-BE49-F238E27FC236}">
                  <a16:creationId xmlns:a16="http://schemas.microsoft.com/office/drawing/2014/main" id="{CFFFA354-0DAD-A6F2-F71C-22FBC682948E}"/>
                </a:ext>
              </a:extLst>
            </p:cNvPr>
            <p:cNvCxnSpPr>
              <a:cxnSpLocks noChangeShapeType="1"/>
            </p:cNvCxnSpPr>
            <p:nvPr/>
          </p:nvCxnSpPr>
          <p:spPr bwMode="auto">
            <a:xfrm flipH="1">
              <a:off x="4415331" y="1587465"/>
              <a:ext cx="712357" cy="0"/>
            </a:xfrm>
            <a:prstGeom prst="straightConnector1">
              <a:avLst/>
            </a:prstGeom>
            <a:noFill/>
            <a:ln w="19050">
              <a:solidFill>
                <a:srgbClr val="000000"/>
              </a:solidFill>
              <a:round/>
              <a:headEnd type="none" w="sm" len="sm"/>
              <a:tailEnd type="oval" w="sm" len="sm"/>
            </a:ln>
            <a:extLst>
              <a:ext uri="{909E8E84-426E-40DD-AFC4-6F175D3DCCD1}">
                <a14:hiddenFill xmlns:a14="http://schemas.microsoft.com/office/drawing/2010/main">
                  <a:noFill/>
                </a14:hiddenFill>
              </a:ext>
            </a:extLst>
          </p:spPr>
        </p:cxnSp>
        <p:cxnSp>
          <p:nvCxnSpPr>
            <p:cNvPr id="57411" name="AutoShape 57">
              <a:extLst>
                <a:ext uri="{FF2B5EF4-FFF2-40B4-BE49-F238E27FC236}">
                  <a16:creationId xmlns:a16="http://schemas.microsoft.com/office/drawing/2014/main" id="{B1CF63CE-2313-50D7-9D43-C292B8E0BEE5}"/>
                </a:ext>
              </a:extLst>
            </p:cNvPr>
            <p:cNvCxnSpPr>
              <a:cxnSpLocks noChangeShapeType="1"/>
            </p:cNvCxnSpPr>
            <p:nvPr/>
          </p:nvCxnSpPr>
          <p:spPr bwMode="auto">
            <a:xfrm>
              <a:off x="5137211" y="1587465"/>
              <a:ext cx="0" cy="132697"/>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12" name="AutoShape 58">
              <a:extLst>
                <a:ext uri="{FF2B5EF4-FFF2-40B4-BE49-F238E27FC236}">
                  <a16:creationId xmlns:a16="http://schemas.microsoft.com/office/drawing/2014/main" id="{CD47E569-5A8E-8261-E089-6297BD842A2C}"/>
                </a:ext>
              </a:extLst>
            </p:cNvPr>
            <p:cNvCxnSpPr>
              <a:cxnSpLocks noChangeShapeType="1"/>
            </p:cNvCxnSpPr>
            <p:nvPr/>
          </p:nvCxnSpPr>
          <p:spPr bwMode="auto">
            <a:xfrm>
              <a:off x="2818559" y="2249020"/>
              <a:ext cx="35998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13" name="AutoShape 59">
              <a:extLst>
                <a:ext uri="{FF2B5EF4-FFF2-40B4-BE49-F238E27FC236}">
                  <a16:creationId xmlns:a16="http://schemas.microsoft.com/office/drawing/2014/main" id="{CE300554-89F0-5238-F7B0-6078119EBF75}"/>
                </a:ext>
              </a:extLst>
            </p:cNvPr>
            <p:cNvCxnSpPr>
              <a:cxnSpLocks noChangeShapeType="1"/>
            </p:cNvCxnSpPr>
            <p:nvPr/>
          </p:nvCxnSpPr>
          <p:spPr bwMode="auto">
            <a:xfrm>
              <a:off x="2818559" y="2707429"/>
              <a:ext cx="35998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14" name="AutoShape 60">
              <a:extLst>
                <a:ext uri="{FF2B5EF4-FFF2-40B4-BE49-F238E27FC236}">
                  <a16:creationId xmlns:a16="http://schemas.microsoft.com/office/drawing/2014/main" id="{D16DB4F9-6AD4-67F9-5478-ADA04CC2A3D4}"/>
                </a:ext>
              </a:extLst>
            </p:cNvPr>
            <p:cNvCxnSpPr>
              <a:cxnSpLocks noChangeShapeType="1"/>
            </p:cNvCxnSpPr>
            <p:nvPr/>
          </p:nvCxnSpPr>
          <p:spPr bwMode="auto">
            <a:xfrm>
              <a:off x="3178547" y="2249020"/>
              <a:ext cx="0" cy="45840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15" name="AutoShape 61">
              <a:extLst>
                <a:ext uri="{FF2B5EF4-FFF2-40B4-BE49-F238E27FC236}">
                  <a16:creationId xmlns:a16="http://schemas.microsoft.com/office/drawing/2014/main" id="{6114F687-A01D-5EEC-22BE-89243F01A3F1}"/>
                </a:ext>
              </a:extLst>
            </p:cNvPr>
            <p:cNvCxnSpPr>
              <a:cxnSpLocks noChangeShapeType="1"/>
            </p:cNvCxnSpPr>
            <p:nvPr/>
          </p:nvCxnSpPr>
          <p:spPr bwMode="auto">
            <a:xfrm>
              <a:off x="3178547" y="2458542"/>
              <a:ext cx="427287"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sp>
          <p:nvSpPr>
            <p:cNvPr id="57416" name="Rectangle 62">
              <a:extLst>
                <a:ext uri="{FF2B5EF4-FFF2-40B4-BE49-F238E27FC236}">
                  <a16:creationId xmlns:a16="http://schemas.microsoft.com/office/drawing/2014/main" id="{377A7530-8B10-27EB-D97B-6FDB1A450AC9}"/>
                </a:ext>
              </a:extLst>
            </p:cNvPr>
            <p:cNvSpPr>
              <a:spLocks noChangeArrowheads="1"/>
            </p:cNvSpPr>
            <p:nvPr/>
          </p:nvSpPr>
          <p:spPr bwMode="auto">
            <a:xfrm>
              <a:off x="1334135" y="3040760"/>
              <a:ext cx="457200" cy="252062"/>
            </a:xfrm>
            <a:prstGeom prst="rect">
              <a:avLst/>
            </a:prstGeom>
            <a:solidFill>
              <a:srgbClr val="FFFFFF"/>
            </a:solidFill>
            <a:ln w="95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57417" name="AutoShape 63">
              <a:extLst>
                <a:ext uri="{FF2B5EF4-FFF2-40B4-BE49-F238E27FC236}">
                  <a16:creationId xmlns:a16="http://schemas.microsoft.com/office/drawing/2014/main" id="{6F6476E8-1153-3AB2-9CE9-360BDF168C1B}"/>
                </a:ext>
              </a:extLst>
            </p:cNvPr>
            <p:cNvCxnSpPr>
              <a:cxnSpLocks noChangeShapeType="1"/>
            </p:cNvCxnSpPr>
            <p:nvPr/>
          </p:nvCxnSpPr>
          <p:spPr bwMode="auto">
            <a:xfrm>
              <a:off x="1791293" y="3174092"/>
              <a:ext cx="76695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18" name="AutoShape 64">
              <a:extLst>
                <a:ext uri="{FF2B5EF4-FFF2-40B4-BE49-F238E27FC236}">
                  <a16:creationId xmlns:a16="http://schemas.microsoft.com/office/drawing/2014/main" id="{A6AC0660-F4F2-B4D9-BA82-214F40CF2341}"/>
                </a:ext>
              </a:extLst>
            </p:cNvPr>
            <p:cNvCxnSpPr>
              <a:cxnSpLocks noChangeShapeType="1"/>
            </p:cNvCxnSpPr>
            <p:nvPr/>
          </p:nvCxnSpPr>
          <p:spPr bwMode="auto">
            <a:xfrm>
              <a:off x="2334131" y="2840762"/>
              <a:ext cx="359988"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419" name="AutoShape 65">
              <a:extLst>
                <a:ext uri="{FF2B5EF4-FFF2-40B4-BE49-F238E27FC236}">
                  <a16:creationId xmlns:a16="http://schemas.microsoft.com/office/drawing/2014/main" id="{1734939D-FC6C-061A-6C94-BD834312E96E}"/>
                </a:ext>
              </a:extLst>
            </p:cNvPr>
            <p:cNvCxnSpPr>
              <a:cxnSpLocks noChangeShapeType="1"/>
            </p:cNvCxnSpPr>
            <p:nvPr/>
          </p:nvCxnSpPr>
          <p:spPr bwMode="auto">
            <a:xfrm>
              <a:off x="2694119" y="2840762"/>
              <a:ext cx="0" cy="1428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20" name="AutoShape 66">
              <a:extLst>
                <a:ext uri="{FF2B5EF4-FFF2-40B4-BE49-F238E27FC236}">
                  <a16:creationId xmlns:a16="http://schemas.microsoft.com/office/drawing/2014/main" id="{5F12A0EC-B694-4E12-2FBC-F771B5E34334}"/>
                </a:ext>
              </a:extLst>
            </p:cNvPr>
            <p:cNvCxnSpPr>
              <a:cxnSpLocks noChangeShapeType="1"/>
            </p:cNvCxnSpPr>
            <p:nvPr/>
          </p:nvCxnSpPr>
          <p:spPr bwMode="auto">
            <a:xfrm>
              <a:off x="2566504" y="2983618"/>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21" name="AutoShape 67">
              <a:extLst>
                <a:ext uri="{FF2B5EF4-FFF2-40B4-BE49-F238E27FC236}">
                  <a16:creationId xmlns:a16="http://schemas.microsoft.com/office/drawing/2014/main" id="{02BCF843-5142-F035-050F-D1FDA250DB1C}"/>
                </a:ext>
              </a:extLst>
            </p:cNvPr>
            <p:cNvCxnSpPr>
              <a:cxnSpLocks noChangeShapeType="1"/>
            </p:cNvCxnSpPr>
            <p:nvPr/>
          </p:nvCxnSpPr>
          <p:spPr bwMode="auto">
            <a:xfrm>
              <a:off x="2566504" y="3059808"/>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22" name="AutoShape 68">
              <a:extLst>
                <a:ext uri="{FF2B5EF4-FFF2-40B4-BE49-F238E27FC236}">
                  <a16:creationId xmlns:a16="http://schemas.microsoft.com/office/drawing/2014/main" id="{3AF5ABB2-1E70-F54A-ABB8-79F36615234B}"/>
                </a:ext>
              </a:extLst>
            </p:cNvPr>
            <p:cNvCxnSpPr>
              <a:cxnSpLocks noChangeShapeType="1"/>
            </p:cNvCxnSpPr>
            <p:nvPr/>
          </p:nvCxnSpPr>
          <p:spPr bwMode="auto">
            <a:xfrm>
              <a:off x="2566504" y="3059808"/>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23" name="AutoShape 69">
              <a:extLst>
                <a:ext uri="{FF2B5EF4-FFF2-40B4-BE49-F238E27FC236}">
                  <a16:creationId xmlns:a16="http://schemas.microsoft.com/office/drawing/2014/main" id="{35E5777D-EE3F-1C96-5F51-7CD1E1412092}"/>
                </a:ext>
              </a:extLst>
            </p:cNvPr>
            <p:cNvCxnSpPr>
              <a:cxnSpLocks noChangeShapeType="1"/>
            </p:cNvCxnSpPr>
            <p:nvPr/>
          </p:nvCxnSpPr>
          <p:spPr bwMode="auto">
            <a:xfrm>
              <a:off x="2818559" y="3059808"/>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57424" name="Rectangle 70">
              <a:extLst>
                <a:ext uri="{FF2B5EF4-FFF2-40B4-BE49-F238E27FC236}">
                  <a16:creationId xmlns:a16="http://schemas.microsoft.com/office/drawing/2014/main" id="{B7C0C6C6-8BBB-2BF0-C576-6945B3040D96}"/>
                </a:ext>
              </a:extLst>
            </p:cNvPr>
            <p:cNvSpPr>
              <a:spLocks noChangeArrowheads="1"/>
            </p:cNvSpPr>
            <p:nvPr/>
          </p:nvSpPr>
          <p:spPr bwMode="auto">
            <a:xfrm>
              <a:off x="1334135" y="3526471"/>
              <a:ext cx="457200" cy="252062"/>
            </a:xfrm>
            <a:prstGeom prst="rect">
              <a:avLst/>
            </a:prstGeom>
            <a:solidFill>
              <a:srgbClr val="FFFFFF"/>
            </a:solidFill>
            <a:ln w="95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57425" name="AutoShape 71">
              <a:extLst>
                <a:ext uri="{FF2B5EF4-FFF2-40B4-BE49-F238E27FC236}">
                  <a16:creationId xmlns:a16="http://schemas.microsoft.com/office/drawing/2014/main" id="{F1E79184-7931-B685-A061-974507D637EB}"/>
                </a:ext>
              </a:extLst>
            </p:cNvPr>
            <p:cNvCxnSpPr>
              <a:cxnSpLocks noChangeShapeType="1"/>
            </p:cNvCxnSpPr>
            <p:nvPr/>
          </p:nvCxnSpPr>
          <p:spPr bwMode="auto">
            <a:xfrm>
              <a:off x="1791293" y="3640756"/>
              <a:ext cx="76695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26" name="AutoShape 72">
              <a:extLst>
                <a:ext uri="{FF2B5EF4-FFF2-40B4-BE49-F238E27FC236}">
                  <a16:creationId xmlns:a16="http://schemas.microsoft.com/office/drawing/2014/main" id="{0F1443D7-830E-5D97-58B2-C3E519A239D4}"/>
                </a:ext>
              </a:extLst>
            </p:cNvPr>
            <p:cNvCxnSpPr>
              <a:cxnSpLocks noChangeShapeType="1"/>
            </p:cNvCxnSpPr>
            <p:nvPr/>
          </p:nvCxnSpPr>
          <p:spPr bwMode="auto">
            <a:xfrm rot="10800000">
              <a:off x="2686500" y="3307425"/>
              <a:ext cx="359988"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427" name="AutoShape 73">
              <a:extLst>
                <a:ext uri="{FF2B5EF4-FFF2-40B4-BE49-F238E27FC236}">
                  <a16:creationId xmlns:a16="http://schemas.microsoft.com/office/drawing/2014/main" id="{BA992A0E-55AF-ACAC-4EA7-8917655B7791}"/>
                </a:ext>
              </a:extLst>
            </p:cNvPr>
            <p:cNvCxnSpPr>
              <a:cxnSpLocks noChangeShapeType="1"/>
            </p:cNvCxnSpPr>
            <p:nvPr/>
          </p:nvCxnSpPr>
          <p:spPr bwMode="auto">
            <a:xfrm>
              <a:off x="2694119" y="3307425"/>
              <a:ext cx="0" cy="1428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28" name="AutoShape 74">
              <a:extLst>
                <a:ext uri="{FF2B5EF4-FFF2-40B4-BE49-F238E27FC236}">
                  <a16:creationId xmlns:a16="http://schemas.microsoft.com/office/drawing/2014/main" id="{A7F08DDB-910D-6F2F-B02F-F08C0A7574A5}"/>
                </a:ext>
              </a:extLst>
            </p:cNvPr>
            <p:cNvCxnSpPr>
              <a:cxnSpLocks noChangeShapeType="1"/>
            </p:cNvCxnSpPr>
            <p:nvPr/>
          </p:nvCxnSpPr>
          <p:spPr bwMode="auto">
            <a:xfrm>
              <a:off x="2566504" y="3450281"/>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29" name="AutoShape 75">
              <a:extLst>
                <a:ext uri="{FF2B5EF4-FFF2-40B4-BE49-F238E27FC236}">
                  <a16:creationId xmlns:a16="http://schemas.microsoft.com/office/drawing/2014/main" id="{E1E33264-824E-97A3-5917-7A259A957553}"/>
                </a:ext>
              </a:extLst>
            </p:cNvPr>
            <p:cNvCxnSpPr>
              <a:cxnSpLocks noChangeShapeType="1"/>
            </p:cNvCxnSpPr>
            <p:nvPr/>
          </p:nvCxnSpPr>
          <p:spPr bwMode="auto">
            <a:xfrm>
              <a:off x="2566504" y="3526471"/>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30" name="AutoShape 76">
              <a:extLst>
                <a:ext uri="{FF2B5EF4-FFF2-40B4-BE49-F238E27FC236}">
                  <a16:creationId xmlns:a16="http://schemas.microsoft.com/office/drawing/2014/main" id="{5F42EA85-0B32-86F3-BB5B-AA1EBC9BED44}"/>
                </a:ext>
              </a:extLst>
            </p:cNvPr>
            <p:cNvCxnSpPr>
              <a:cxnSpLocks noChangeShapeType="1"/>
            </p:cNvCxnSpPr>
            <p:nvPr/>
          </p:nvCxnSpPr>
          <p:spPr bwMode="auto">
            <a:xfrm>
              <a:off x="2566504" y="3526471"/>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31" name="AutoShape 77">
              <a:extLst>
                <a:ext uri="{FF2B5EF4-FFF2-40B4-BE49-F238E27FC236}">
                  <a16:creationId xmlns:a16="http://schemas.microsoft.com/office/drawing/2014/main" id="{FFE5C820-0AF1-0752-ABF1-A4B73999E1B2}"/>
                </a:ext>
              </a:extLst>
            </p:cNvPr>
            <p:cNvCxnSpPr>
              <a:cxnSpLocks noChangeShapeType="1"/>
            </p:cNvCxnSpPr>
            <p:nvPr/>
          </p:nvCxnSpPr>
          <p:spPr bwMode="auto">
            <a:xfrm>
              <a:off x="2818559" y="3526471"/>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32" name="AutoShape 78">
              <a:extLst>
                <a:ext uri="{FF2B5EF4-FFF2-40B4-BE49-F238E27FC236}">
                  <a16:creationId xmlns:a16="http://schemas.microsoft.com/office/drawing/2014/main" id="{9713F5EF-7B69-CAC9-ECF5-2D73F98B1043}"/>
                </a:ext>
              </a:extLst>
            </p:cNvPr>
            <p:cNvCxnSpPr>
              <a:cxnSpLocks noChangeShapeType="1"/>
            </p:cNvCxnSpPr>
            <p:nvPr/>
          </p:nvCxnSpPr>
          <p:spPr bwMode="auto">
            <a:xfrm>
              <a:off x="2818559" y="3182346"/>
              <a:ext cx="35998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33" name="AutoShape 79">
              <a:extLst>
                <a:ext uri="{FF2B5EF4-FFF2-40B4-BE49-F238E27FC236}">
                  <a16:creationId xmlns:a16="http://schemas.microsoft.com/office/drawing/2014/main" id="{E180F35F-1BA6-41E2-760E-9E5DB14671AE}"/>
                </a:ext>
              </a:extLst>
            </p:cNvPr>
            <p:cNvCxnSpPr>
              <a:cxnSpLocks noChangeShapeType="1"/>
            </p:cNvCxnSpPr>
            <p:nvPr/>
          </p:nvCxnSpPr>
          <p:spPr bwMode="auto">
            <a:xfrm>
              <a:off x="2818559" y="3640756"/>
              <a:ext cx="35998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34" name="AutoShape 80">
              <a:extLst>
                <a:ext uri="{FF2B5EF4-FFF2-40B4-BE49-F238E27FC236}">
                  <a16:creationId xmlns:a16="http://schemas.microsoft.com/office/drawing/2014/main" id="{6723C3B5-8E2A-3ABC-4DBF-9D8081B88CCE}"/>
                </a:ext>
              </a:extLst>
            </p:cNvPr>
            <p:cNvCxnSpPr>
              <a:cxnSpLocks noChangeShapeType="1"/>
            </p:cNvCxnSpPr>
            <p:nvPr/>
          </p:nvCxnSpPr>
          <p:spPr bwMode="auto">
            <a:xfrm>
              <a:off x="3178547" y="3182346"/>
              <a:ext cx="0" cy="45840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35" name="AutoShape 81">
              <a:extLst>
                <a:ext uri="{FF2B5EF4-FFF2-40B4-BE49-F238E27FC236}">
                  <a16:creationId xmlns:a16="http://schemas.microsoft.com/office/drawing/2014/main" id="{DBE8406E-DB9E-5984-8433-E1A0E901CAD0}"/>
                </a:ext>
              </a:extLst>
            </p:cNvPr>
            <p:cNvCxnSpPr>
              <a:cxnSpLocks noChangeShapeType="1"/>
            </p:cNvCxnSpPr>
            <p:nvPr/>
          </p:nvCxnSpPr>
          <p:spPr bwMode="auto">
            <a:xfrm>
              <a:off x="3168389" y="3393138"/>
              <a:ext cx="427287"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436" name="AutoShape 82">
              <a:extLst>
                <a:ext uri="{FF2B5EF4-FFF2-40B4-BE49-F238E27FC236}">
                  <a16:creationId xmlns:a16="http://schemas.microsoft.com/office/drawing/2014/main" id="{3421C136-C5DC-1482-60E7-858C4B8A5D35}"/>
                </a:ext>
              </a:extLst>
            </p:cNvPr>
            <p:cNvCxnSpPr>
              <a:cxnSpLocks noChangeShapeType="1"/>
            </p:cNvCxnSpPr>
            <p:nvPr/>
          </p:nvCxnSpPr>
          <p:spPr bwMode="auto">
            <a:xfrm>
              <a:off x="3857889" y="2458542"/>
              <a:ext cx="35998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37" name="AutoShape 83">
              <a:extLst>
                <a:ext uri="{FF2B5EF4-FFF2-40B4-BE49-F238E27FC236}">
                  <a16:creationId xmlns:a16="http://schemas.microsoft.com/office/drawing/2014/main" id="{C6128A58-CA0D-750B-66C4-6EC3E5B806A6}"/>
                </a:ext>
              </a:extLst>
            </p:cNvPr>
            <p:cNvCxnSpPr>
              <a:cxnSpLocks noChangeShapeType="1"/>
            </p:cNvCxnSpPr>
            <p:nvPr/>
          </p:nvCxnSpPr>
          <p:spPr bwMode="auto">
            <a:xfrm>
              <a:off x="3866778" y="3393138"/>
              <a:ext cx="35998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38" name="AutoShape 84">
              <a:extLst>
                <a:ext uri="{FF2B5EF4-FFF2-40B4-BE49-F238E27FC236}">
                  <a16:creationId xmlns:a16="http://schemas.microsoft.com/office/drawing/2014/main" id="{6025C95A-1551-6E7D-FA90-60AA26E285CB}"/>
                </a:ext>
              </a:extLst>
            </p:cNvPr>
            <p:cNvCxnSpPr>
              <a:cxnSpLocks noChangeShapeType="1"/>
            </p:cNvCxnSpPr>
            <p:nvPr/>
          </p:nvCxnSpPr>
          <p:spPr bwMode="auto">
            <a:xfrm>
              <a:off x="4227401" y="2458542"/>
              <a:ext cx="0" cy="93459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39" name="AutoShape 85">
              <a:extLst>
                <a:ext uri="{FF2B5EF4-FFF2-40B4-BE49-F238E27FC236}">
                  <a16:creationId xmlns:a16="http://schemas.microsoft.com/office/drawing/2014/main" id="{DE36A227-5B17-4CE4-4FD5-893164F312D0}"/>
                </a:ext>
              </a:extLst>
            </p:cNvPr>
            <p:cNvCxnSpPr>
              <a:cxnSpLocks noChangeShapeType="1"/>
            </p:cNvCxnSpPr>
            <p:nvPr/>
          </p:nvCxnSpPr>
          <p:spPr bwMode="auto">
            <a:xfrm>
              <a:off x="4227401" y="2782984"/>
              <a:ext cx="427287"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sp>
          <p:nvSpPr>
            <p:cNvPr id="57440" name="Rectangle 86">
              <a:extLst>
                <a:ext uri="{FF2B5EF4-FFF2-40B4-BE49-F238E27FC236}">
                  <a16:creationId xmlns:a16="http://schemas.microsoft.com/office/drawing/2014/main" id="{EE62DF29-6965-B501-8979-20FC1C30E589}"/>
                </a:ext>
              </a:extLst>
            </p:cNvPr>
            <p:cNvSpPr>
              <a:spLocks noChangeArrowheads="1"/>
            </p:cNvSpPr>
            <p:nvPr/>
          </p:nvSpPr>
          <p:spPr bwMode="auto">
            <a:xfrm>
              <a:off x="1333500" y="3978531"/>
              <a:ext cx="457200" cy="252062"/>
            </a:xfrm>
            <a:prstGeom prst="rect">
              <a:avLst/>
            </a:prstGeom>
            <a:solidFill>
              <a:srgbClr val="FFFFFF"/>
            </a:solidFill>
            <a:ln w="95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57441" name="AutoShape 87">
              <a:extLst>
                <a:ext uri="{FF2B5EF4-FFF2-40B4-BE49-F238E27FC236}">
                  <a16:creationId xmlns:a16="http://schemas.microsoft.com/office/drawing/2014/main" id="{F9786D60-C507-B013-B995-7851C6067D8C}"/>
                </a:ext>
              </a:extLst>
            </p:cNvPr>
            <p:cNvCxnSpPr>
              <a:cxnSpLocks noChangeShapeType="1"/>
            </p:cNvCxnSpPr>
            <p:nvPr/>
          </p:nvCxnSpPr>
          <p:spPr bwMode="auto">
            <a:xfrm>
              <a:off x="1790658" y="4092816"/>
              <a:ext cx="766958"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7442" name="AutoShape 88">
              <a:extLst>
                <a:ext uri="{FF2B5EF4-FFF2-40B4-BE49-F238E27FC236}">
                  <a16:creationId xmlns:a16="http://schemas.microsoft.com/office/drawing/2014/main" id="{02DCF18E-8E97-E739-2976-4A2717BD2512}"/>
                </a:ext>
              </a:extLst>
            </p:cNvPr>
            <p:cNvCxnSpPr>
              <a:cxnSpLocks noChangeShapeType="1"/>
            </p:cNvCxnSpPr>
            <p:nvPr/>
          </p:nvCxnSpPr>
          <p:spPr bwMode="auto">
            <a:xfrm>
              <a:off x="2565869" y="3902341"/>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43" name="AutoShape 89">
              <a:extLst>
                <a:ext uri="{FF2B5EF4-FFF2-40B4-BE49-F238E27FC236}">
                  <a16:creationId xmlns:a16="http://schemas.microsoft.com/office/drawing/2014/main" id="{F80D5A4E-E983-029A-7835-774C8516F422}"/>
                </a:ext>
              </a:extLst>
            </p:cNvPr>
            <p:cNvCxnSpPr>
              <a:cxnSpLocks noChangeShapeType="1"/>
            </p:cNvCxnSpPr>
            <p:nvPr/>
          </p:nvCxnSpPr>
          <p:spPr bwMode="auto">
            <a:xfrm>
              <a:off x="2565869" y="3978531"/>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44" name="AutoShape 90">
              <a:extLst>
                <a:ext uri="{FF2B5EF4-FFF2-40B4-BE49-F238E27FC236}">
                  <a16:creationId xmlns:a16="http://schemas.microsoft.com/office/drawing/2014/main" id="{EAC7A337-D142-A76F-82E1-6C2AAD9E2542}"/>
                </a:ext>
              </a:extLst>
            </p:cNvPr>
            <p:cNvCxnSpPr>
              <a:cxnSpLocks noChangeShapeType="1"/>
            </p:cNvCxnSpPr>
            <p:nvPr/>
          </p:nvCxnSpPr>
          <p:spPr bwMode="auto">
            <a:xfrm>
              <a:off x="2565869" y="3978531"/>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45" name="AutoShape 91">
              <a:extLst>
                <a:ext uri="{FF2B5EF4-FFF2-40B4-BE49-F238E27FC236}">
                  <a16:creationId xmlns:a16="http://schemas.microsoft.com/office/drawing/2014/main" id="{FC8FE12C-E510-0C4B-D3D3-A2D11B7AED86}"/>
                </a:ext>
              </a:extLst>
            </p:cNvPr>
            <p:cNvCxnSpPr>
              <a:cxnSpLocks noChangeShapeType="1"/>
            </p:cNvCxnSpPr>
            <p:nvPr/>
          </p:nvCxnSpPr>
          <p:spPr bwMode="auto">
            <a:xfrm>
              <a:off x="2817924" y="3978531"/>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57446" name="Rectangle 92">
              <a:extLst>
                <a:ext uri="{FF2B5EF4-FFF2-40B4-BE49-F238E27FC236}">
                  <a16:creationId xmlns:a16="http://schemas.microsoft.com/office/drawing/2014/main" id="{CF8191E3-67B2-1600-09CE-F1E13F4D48EB}"/>
                </a:ext>
              </a:extLst>
            </p:cNvPr>
            <p:cNvSpPr>
              <a:spLocks noChangeArrowheads="1"/>
            </p:cNvSpPr>
            <p:nvPr/>
          </p:nvSpPr>
          <p:spPr bwMode="auto">
            <a:xfrm>
              <a:off x="1346200" y="4435670"/>
              <a:ext cx="457200" cy="252062"/>
            </a:xfrm>
            <a:prstGeom prst="rect">
              <a:avLst/>
            </a:prstGeom>
            <a:solidFill>
              <a:srgbClr val="FFFFFF"/>
            </a:solidFill>
            <a:ln w="95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57447" name="AutoShape 93">
              <a:extLst>
                <a:ext uri="{FF2B5EF4-FFF2-40B4-BE49-F238E27FC236}">
                  <a16:creationId xmlns:a16="http://schemas.microsoft.com/office/drawing/2014/main" id="{A81C7549-C773-EBB2-1E48-FD2199AD71F0}"/>
                </a:ext>
              </a:extLst>
            </p:cNvPr>
            <p:cNvCxnSpPr>
              <a:cxnSpLocks noChangeShapeType="1"/>
            </p:cNvCxnSpPr>
            <p:nvPr/>
          </p:nvCxnSpPr>
          <p:spPr bwMode="auto">
            <a:xfrm>
              <a:off x="1790658" y="4559479"/>
              <a:ext cx="766958"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7448" name="AutoShape 94">
              <a:extLst>
                <a:ext uri="{FF2B5EF4-FFF2-40B4-BE49-F238E27FC236}">
                  <a16:creationId xmlns:a16="http://schemas.microsoft.com/office/drawing/2014/main" id="{FA350C2D-8BFA-1AFD-CCE2-86D632B38359}"/>
                </a:ext>
              </a:extLst>
            </p:cNvPr>
            <p:cNvCxnSpPr>
              <a:cxnSpLocks noChangeShapeType="1"/>
            </p:cNvCxnSpPr>
            <p:nvPr/>
          </p:nvCxnSpPr>
          <p:spPr bwMode="auto">
            <a:xfrm rot="10800000">
              <a:off x="2685865" y="4226148"/>
              <a:ext cx="359988"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449" name="AutoShape 95">
              <a:extLst>
                <a:ext uri="{FF2B5EF4-FFF2-40B4-BE49-F238E27FC236}">
                  <a16:creationId xmlns:a16="http://schemas.microsoft.com/office/drawing/2014/main" id="{C36A2461-C19D-BAEB-EB10-D3FA10F50F60}"/>
                </a:ext>
              </a:extLst>
            </p:cNvPr>
            <p:cNvCxnSpPr>
              <a:cxnSpLocks noChangeShapeType="1"/>
            </p:cNvCxnSpPr>
            <p:nvPr/>
          </p:nvCxnSpPr>
          <p:spPr bwMode="auto">
            <a:xfrm>
              <a:off x="2693484" y="4226148"/>
              <a:ext cx="0" cy="1428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50" name="AutoShape 96">
              <a:extLst>
                <a:ext uri="{FF2B5EF4-FFF2-40B4-BE49-F238E27FC236}">
                  <a16:creationId xmlns:a16="http://schemas.microsoft.com/office/drawing/2014/main" id="{A3B03EEC-88A5-2B14-D98A-25FC2F49F3AB}"/>
                </a:ext>
              </a:extLst>
            </p:cNvPr>
            <p:cNvCxnSpPr>
              <a:cxnSpLocks noChangeShapeType="1"/>
            </p:cNvCxnSpPr>
            <p:nvPr/>
          </p:nvCxnSpPr>
          <p:spPr bwMode="auto">
            <a:xfrm>
              <a:off x="2565869" y="4369004"/>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51" name="AutoShape 97">
              <a:extLst>
                <a:ext uri="{FF2B5EF4-FFF2-40B4-BE49-F238E27FC236}">
                  <a16:creationId xmlns:a16="http://schemas.microsoft.com/office/drawing/2014/main" id="{6C95AC19-8449-C8E8-5D45-A7C4F6A84FBC}"/>
                </a:ext>
              </a:extLst>
            </p:cNvPr>
            <p:cNvCxnSpPr>
              <a:cxnSpLocks noChangeShapeType="1"/>
            </p:cNvCxnSpPr>
            <p:nvPr/>
          </p:nvCxnSpPr>
          <p:spPr bwMode="auto">
            <a:xfrm>
              <a:off x="2565869" y="4445194"/>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52" name="AutoShape 98">
              <a:extLst>
                <a:ext uri="{FF2B5EF4-FFF2-40B4-BE49-F238E27FC236}">
                  <a16:creationId xmlns:a16="http://schemas.microsoft.com/office/drawing/2014/main" id="{55863F46-1593-1C54-C51B-C6FA97538FBC}"/>
                </a:ext>
              </a:extLst>
            </p:cNvPr>
            <p:cNvCxnSpPr>
              <a:cxnSpLocks noChangeShapeType="1"/>
            </p:cNvCxnSpPr>
            <p:nvPr/>
          </p:nvCxnSpPr>
          <p:spPr bwMode="auto">
            <a:xfrm>
              <a:off x="2565869" y="4445194"/>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53" name="AutoShape 99">
              <a:extLst>
                <a:ext uri="{FF2B5EF4-FFF2-40B4-BE49-F238E27FC236}">
                  <a16:creationId xmlns:a16="http://schemas.microsoft.com/office/drawing/2014/main" id="{39361A12-F93B-45B7-9699-36539842C5FD}"/>
                </a:ext>
              </a:extLst>
            </p:cNvPr>
            <p:cNvCxnSpPr>
              <a:cxnSpLocks noChangeShapeType="1"/>
            </p:cNvCxnSpPr>
            <p:nvPr/>
          </p:nvCxnSpPr>
          <p:spPr bwMode="auto">
            <a:xfrm>
              <a:off x="2817924" y="4445194"/>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54" name="AutoShape 100">
              <a:extLst>
                <a:ext uri="{FF2B5EF4-FFF2-40B4-BE49-F238E27FC236}">
                  <a16:creationId xmlns:a16="http://schemas.microsoft.com/office/drawing/2014/main" id="{213B342E-A525-2C52-874F-14851C9A7D3E}"/>
                </a:ext>
              </a:extLst>
            </p:cNvPr>
            <p:cNvCxnSpPr>
              <a:cxnSpLocks noChangeShapeType="1"/>
            </p:cNvCxnSpPr>
            <p:nvPr/>
          </p:nvCxnSpPr>
          <p:spPr bwMode="auto">
            <a:xfrm>
              <a:off x="3372826" y="3969007"/>
              <a:ext cx="359988"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455" name="AutoShape 101">
              <a:extLst>
                <a:ext uri="{FF2B5EF4-FFF2-40B4-BE49-F238E27FC236}">
                  <a16:creationId xmlns:a16="http://schemas.microsoft.com/office/drawing/2014/main" id="{484FB061-9D00-1824-37DF-C14DDBF721EB}"/>
                </a:ext>
              </a:extLst>
            </p:cNvPr>
            <p:cNvCxnSpPr>
              <a:cxnSpLocks noChangeShapeType="1"/>
            </p:cNvCxnSpPr>
            <p:nvPr/>
          </p:nvCxnSpPr>
          <p:spPr bwMode="auto">
            <a:xfrm>
              <a:off x="3732814" y="3969007"/>
              <a:ext cx="0" cy="1428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56" name="AutoShape 102">
              <a:extLst>
                <a:ext uri="{FF2B5EF4-FFF2-40B4-BE49-F238E27FC236}">
                  <a16:creationId xmlns:a16="http://schemas.microsoft.com/office/drawing/2014/main" id="{D1897AE2-F466-3910-47B3-1E2CD6C4DD56}"/>
                </a:ext>
              </a:extLst>
            </p:cNvPr>
            <p:cNvCxnSpPr>
              <a:cxnSpLocks noChangeShapeType="1"/>
            </p:cNvCxnSpPr>
            <p:nvPr/>
          </p:nvCxnSpPr>
          <p:spPr bwMode="auto">
            <a:xfrm>
              <a:off x="3605199" y="4111863"/>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57" name="AutoShape 103">
              <a:extLst>
                <a:ext uri="{FF2B5EF4-FFF2-40B4-BE49-F238E27FC236}">
                  <a16:creationId xmlns:a16="http://schemas.microsoft.com/office/drawing/2014/main" id="{573D984B-45D6-1404-85D3-436B1F20490E}"/>
                </a:ext>
              </a:extLst>
            </p:cNvPr>
            <p:cNvCxnSpPr>
              <a:cxnSpLocks noChangeShapeType="1"/>
            </p:cNvCxnSpPr>
            <p:nvPr/>
          </p:nvCxnSpPr>
          <p:spPr bwMode="auto">
            <a:xfrm>
              <a:off x="3605199" y="4188053"/>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58" name="AutoShape 104">
              <a:extLst>
                <a:ext uri="{FF2B5EF4-FFF2-40B4-BE49-F238E27FC236}">
                  <a16:creationId xmlns:a16="http://schemas.microsoft.com/office/drawing/2014/main" id="{DB9EAFD1-AC9C-A380-44EE-FC146D579B6D}"/>
                </a:ext>
              </a:extLst>
            </p:cNvPr>
            <p:cNvCxnSpPr>
              <a:cxnSpLocks noChangeShapeType="1"/>
            </p:cNvCxnSpPr>
            <p:nvPr/>
          </p:nvCxnSpPr>
          <p:spPr bwMode="auto">
            <a:xfrm>
              <a:off x="3605199" y="4188053"/>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59" name="AutoShape 105">
              <a:extLst>
                <a:ext uri="{FF2B5EF4-FFF2-40B4-BE49-F238E27FC236}">
                  <a16:creationId xmlns:a16="http://schemas.microsoft.com/office/drawing/2014/main" id="{6576BBB9-0465-A862-1D9F-65C85A47B637}"/>
                </a:ext>
              </a:extLst>
            </p:cNvPr>
            <p:cNvCxnSpPr>
              <a:cxnSpLocks noChangeShapeType="1"/>
            </p:cNvCxnSpPr>
            <p:nvPr/>
          </p:nvCxnSpPr>
          <p:spPr bwMode="auto">
            <a:xfrm>
              <a:off x="3857254" y="4188053"/>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60" name="AutoShape 106">
              <a:extLst>
                <a:ext uri="{FF2B5EF4-FFF2-40B4-BE49-F238E27FC236}">
                  <a16:creationId xmlns:a16="http://schemas.microsoft.com/office/drawing/2014/main" id="{FD48F3E7-BC30-D24B-9417-061554CCBA0D}"/>
                </a:ext>
              </a:extLst>
            </p:cNvPr>
            <p:cNvCxnSpPr>
              <a:cxnSpLocks noChangeShapeType="1"/>
            </p:cNvCxnSpPr>
            <p:nvPr/>
          </p:nvCxnSpPr>
          <p:spPr bwMode="auto">
            <a:xfrm rot="10800000">
              <a:off x="3725195" y="4902333"/>
              <a:ext cx="359988"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461" name="AutoShape 107">
              <a:extLst>
                <a:ext uri="{FF2B5EF4-FFF2-40B4-BE49-F238E27FC236}">
                  <a16:creationId xmlns:a16="http://schemas.microsoft.com/office/drawing/2014/main" id="{B6EFFB56-DC7F-8880-DD3A-C102D29576C2}"/>
                </a:ext>
              </a:extLst>
            </p:cNvPr>
            <p:cNvCxnSpPr>
              <a:cxnSpLocks noChangeShapeType="1"/>
            </p:cNvCxnSpPr>
            <p:nvPr/>
          </p:nvCxnSpPr>
          <p:spPr bwMode="auto">
            <a:xfrm>
              <a:off x="3732814" y="4902333"/>
              <a:ext cx="0" cy="1428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62" name="AutoShape 108">
              <a:extLst>
                <a:ext uri="{FF2B5EF4-FFF2-40B4-BE49-F238E27FC236}">
                  <a16:creationId xmlns:a16="http://schemas.microsoft.com/office/drawing/2014/main" id="{5395F46D-98A5-C736-F800-D0FF1500C30D}"/>
                </a:ext>
              </a:extLst>
            </p:cNvPr>
            <p:cNvCxnSpPr>
              <a:cxnSpLocks noChangeShapeType="1"/>
            </p:cNvCxnSpPr>
            <p:nvPr/>
          </p:nvCxnSpPr>
          <p:spPr bwMode="auto">
            <a:xfrm>
              <a:off x="3605199" y="5045189"/>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63" name="AutoShape 109">
              <a:extLst>
                <a:ext uri="{FF2B5EF4-FFF2-40B4-BE49-F238E27FC236}">
                  <a16:creationId xmlns:a16="http://schemas.microsoft.com/office/drawing/2014/main" id="{C082FFD8-5D4C-6AC4-B7F3-53E89FF047C4}"/>
                </a:ext>
              </a:extLst>
            </p:cNvPr>
            <p:cNvCxnSpPr>
              <a:cxnSpLocks noChangeShapeType="1"/>
            </p:cNvCxnSpPr>
            <p:nvPr/>
          </p:nvCxnSpPr>
          <p:spPr bwMode="auto">
            <a:xfrm>
              <a:off x="3605199" y="5121379"/>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64" name="AutoShape 110">
              <a:extLst>
                <a:ext uri="{FF2B5EF4-FFF2-40B4-BE49-F238E27FC236}">
                  <a16:creationId xmlns:a16="http://schemas.microsoft.com/office/drawing/2014/main" id="{1F215903-A5EE-0CB0-149D-E5BAED808F11}"/>
                </a:ext>
              </a:extLst>
            </p:cNvPr>
            <p:cNvCxnSpPr>
              <a:cxnSpLocks noChangeShapeType="1"/>
            </p:cNvCxnSpPr>
            <p:nvPr/>
          </p:nvCxnSpPr>
          <p:spPr bwMode="auto">
            <a:xfrm>
              <a:off x="3605199" y="5121379"/>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65" name="AutoShape 111">
              <a:extLst>
                <a:ext uri="{FF2B5EF4-FFF2-40B4-BE49-F238E27FC236}">
                  <a16:creationId xmlns:a16="http://schemas.microsoft.com/office/drawing/2014/main" id="{6C8DEC7C-C2CD-2811-3D8E-7D0BB0E09831}"/>
                </a:ext>
              </a:extLst>
            </p:cNvPr>
            <p:cNvCxnSpPr>
              <a:cxnSpLocks noChangeShapeType="1"/>
            </p:cNvCxnSpPr>
            <p:nvPr/>
          </p:nvCxnSpPr>
          <p:spPr bwMode="auto">
            <a:xfrm>
              <a:off x="3857254" y="5121379"/>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66" name="AutoShape 112">
              <a:extLst>
                <a:ext uri="{FF2B5EF4-FFF2-40B4-BE49-F238E27FC236}">
                  <a16:creationId xmlns:a16="http://schemas.microsoft.com/office/drawing/2014/main" id="{C2BED5E6-A6D7-8296-6546-589B89AB576C}"/>
                </a:ext>
              </a:extLst>
            </p:cNvPr>
            <p:cNvCxnSpPr>
              <a:cxnSpLocks noChangeShapeType="1"/>
            </p:cNvCxnSpPr>
            <p:nvPr/>
          </p:nvCxnSpPr>
          <p:spPr bwMode="auto">
            <a:xfrm>
              <a:off x="4775200" y="4279900"/>
              <a:ext cx="359988" cy="0"/>
            </a:xfrm>
            <a:prstGeom prst="straightConnector1">
              <a:avLst/>
            </a:prstGeom>
            <a:noFill/>
            <a:ln w="19050">
              <a:solidFill>
                <a:srgbClr val="000000"/>
              </a:solidFill>
              <a:round/>
              <a:headEnd type="none" w="sm" len="sm"/>
              <a:tailEnd type="oval" w="med" len="med"/>
            </a:ln>
            <a:extLst>
              <a:ext uri="{909E8E84-426E-40DD-AFC4-6F175D3DCCD1}">
                <a14:hiddenFill xmlns:a14="http://schemas.microsoft.com/office/drawing/2010/main">
                  <a:noFill/>
                </a14:hiddenFill>
              </a:ext>
            </a:extLst>
          </p:spPr>
        </p:cxnSp>
        <p:cxnSp>
          <p:nvCxnSpPr>
            <p:cNvPr id="57467" name="AutoShape 113">
              <a:extLst>
                <a:ext uri="{FF2B5EF4-FFF2-40B4-BE49-F238E27FC236}">
                  <a16:creationId xmlns:a16="http://schemas.microsoft.com/office/drawing/2014/main" id="{1804AA51-9B2B-2D2C-A6DE-FA993ABA78D3}"/>
                </a:ext>
              </a:extLst>
            </p:cNvPr>
            <p:cNvCxnSpPr>
              <a:cxnSpLocks noChangeShapeType="1"/>
            </p:cNvCxnSpPr>
            <p:nvPr/>
          </p:nvCxnSpPr>
          <p:spPr bwMode="auto">
            <a:xfrm>
              <a:off x="4774684" y="4293449"/>
              <a:ext cx="0" cy="1428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68" name="AutoShape 114">
              <a:extLst>
                <a:ext uri="{FF2B5EF4-FFF2-40B4-BE49-F238E27FC236}">
                  <a16:creationId xmlns:a16="http://schemas.microsoft.com/office/drawing/2014/main" id="{C62B68D7-0DC1-D7CD-E60F-44989919B22C}"/>
                </a:ext>
              </a:extLst>
            </p:cNvPr>
            <p:cNvCxnSpPr>
              <a:cxnSpLocks noChangeShapeType="1"/>
            </p:cNvCxnSpPr>
            <p:nvPr/>
          </p:nvCxnSpPr>
          <p:spPr bwMode="auto">
            <a:xfrm>
              <a:off x="4647069" y="4436305"/>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69" name="AutoShape 115">
              <a:extLst>
                <a:ext uri="{FF2B5EF4-FFF2-40B4-BE49-F238E27FC236}">
                  <a16:creationId xmlns:a16="http://schemas.microsoft.com/office/drawing/2014/main" id="{DB79E105-265C-6C21-0E99-7285732EAE5F}"/>
                </a:ext>
              </a:extLst>
            </p:cNvPr>
            <p:cNvCxnSpPr>
              <a:cxnSpLocks noChangeShapeType="1"/>
            </p:cNvCxnSpPr>
            <p:nvPr/>
          </p:nvCxnSpPr>
          <p:spPr bwMode="auto">
            <a:xfrm>
              <a:off x="4656592" y="4512495"/>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70" name="AutoShape 116">
              <a:extLst>
                <a:ext uri="{FF2B5EF4-FFF2-40B4-BE49-F238E27FC236}">
                  <a16:creationId xmlns:a16="http://schemas.microsoft.com/office/drawing/2014/main" id="{1580D83C-376E-4223-0236-AD1CD839A00E}"/>
                </a:ext>
              </a:extLst>
            </p:cNvPr>
            <p:cNvCxnSpPr>
              <a:cxnSpLocks noChangeShapeType="1"/>
            </p:cNvCxnSpPr>
            <p:nvPr/>
          </p:nvCxnSpPr>
          <p:spPr bwMode="auto">
            <a:xfrm>
              <a:off x="4656592" y="4512495"/>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71" name="AutoShape 117">
              <a:extLst>
                <a:ext uri="{FF2B5EF4-FFF2-40B4-BE49-F238E27FC236}">
                  <a16:creationId xmlns:a16="http://schemas.microsoft.com/office/drawing/2014/main" id="{FF80BFFC-FEEB-7E82-9F19-AAB11B6294B1}"/>
                </a:ext>
              </a:extLst>
            </p:cNvPr>
            <p:cNvCxnSpPr>
              <a:cxnSpLocks noChangeShapeType="1"/>
            </p:cNvCxnSpPr>
            <p:nvPr/>
          </p:nvCxnSpPr>
          <p:spPr bwMode="auto">
            <a:xfrm>
              <a:off x="4908647" y="4512495"/>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72" name="AutoShape 118">
              <a:extLst>
                <a:ext uri="{FF2B5EF4-FFF2-40B4-BE49-F238E27FC236}">
                  <a16:creationId xmlns:a16="http://schemas.microsoft.com/office/drawing/2014/main" id="{A3522D69-FDC7-07AA-6507-08AAD208F7D0}"/>
                </a:ext>
              </a:extLst>
            </p:cNvPr>
            <p:cNvCxnSpPr>
              <a:cxnSpLocks noChangeShapeType="1"/>
            </p:cNvCxnSpPr>
            <p:nvPr/>
          </p:nvCxnSpPr>
          <p:spPr bwMode="auto">
            <a:xfrm>
              <a:off x="2817924" y="4101070"/>
              <a:ext cx="35998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73" name="AutoShape 119">
              <a:extLst>
                <a:ext uri="{FF2B5EF4-FFF2-40B4-BE49-F238E27FC236}">
                  <a16:creationId xmlns:a16="http://schemas.microsoft.com/office/drawing/2014/main" id="{0DEA629A-F5D8-DA07-0166-9742BD649D9F}"/>
                </a:ext>
              </a:extLst>
            </p:cNvPr>
            <p:cNvCxnSpPr>
              <a:cxnSpLocks noChangeShapeType="1"/>
            </p:cNvCxnSpPr>
            <p:nvPr/>
          </p:nvCxnSpPr>
          <p:spPr bwMode="auto">
            <a:xfrm>
              <a:off x="2817924" y="4569003"/>
              <a:ext cx="35998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74" name="AutoShape 120">
              <a:extLst>
                <a:ext uri="{FF2B5EF4-FFF2-40B4-BE49-F238E27FC236}">
                  <a16:creationId xmlns:a16="http://schemas.microsoft.com/office/drawing/2014/main" id="{F8FEBA9B-5D3B-877D-F932-A04DFA64FE22}"/>
                </a:ext>
              </a:extLst>
            </p:cNvPr>
            <p:cNvCxnSpPr>
              <a:cxnSpLocks noChangeShapeType="1"/>
            </p:cNvCxnSpPr>
            <p:nvPr/>
          </p:nvCxnSpPr>
          <p:spPr bwMode="auto">
            <a:xfrm>
              <a:off x="3177912" y="4101070"/>
              <a:ext cx="0" cy="45840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75" name="AutoShape 121">
              <a:extLst>
                <a:ext uri="{FF2B5EF4-FFF2-40B4-BE49-F238E27FC236}">
                  <a16:creationId xmlns:a16="http://schemas.microsoft.com/office/drawing/2014/main" id="{DF58D5D7-F330-1573-C949-F8D127CC4326}"/>
                </a:ext>
              </a:extLst>
            </p:cNvPr>
            <p:cNvCxnSpPr>
              <a:cxnSpLocks noChangeShapeType="1"/>
            </p:cNvCxnSpPr>
            <p:nvPr/>
          </p:nvCxnSpPr>
          <p:spPr bwMode="auto">
            <a:xfrm>
              <a:off x="3177912" y="4310592"/>
              <a:ext cx="427287"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sp>
          <p:nvSpPr>
            <p:cNvPr id="57476" name="Rectangle 122">
              <a:extLst>
                <a:ext uri="{FF2B5EF4-FFF2-40B4-BE49-F238E27FC236}">
                  <a16:creationId xmlns:a16="http://schemas.microsoft.com/office/drawing/2014/main" id="{E5F47F87-5DC5-97BA-61C6-F4773FE2A265}"/>
                </a:ext>
              </a:extLst>
            </p:cNvPr>
            <p:cNvSpPr>
              <a:spLocks noChangeArrowheads="1"/>
            </p:cNvSpPr>
            <p:nvPr/>
          </p:nvSpPr>
          <p:spPr bwMode="auto">
            <a:xfrm>
              <a:off x="1333500" y="4902333"/>
              <a:ext cx="457200" cy="252062"/>
            </a:xfrm>
            <a:prstGeom prst="rect">
              <a:avLst/>
            </a:prstGeom>
            <a:solidFill>
              <a:srgbClr val="FFFFFF"/>
            </a:solidFill>
            <a:ln w="95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57477" name="AutoShape 123">
              <a:extLst>
                <a:ext uri="{FF2B5EF4-FFF2-40B4-BE49-F238E27FC236}">
                  <a16:creationId xmlns:a16="http://schemas.microsoft.com/office/drawing/2014/main" id="{8251A823-23B1-DEA5-2D73-BF591EE90E1B}"/>
                </a:ext>
              </a:extLst>
            </p:cNvPr>
            <p:cNvCxnSpPr>
              <a:cxnSpLocks noChangeShapeType="1"/>
            </p:cNvCxnSpPr>
            <p:nvPr/>
          </p:nvCxnSpPr>
          <p:spPr bwMode="auto">
            <a:xfrm>
              <a:off x="1790658" y="5026142"/>
              <a:ext cx="766958"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7478" name="AutoShape 124">
              <a:extLst>
                <a:ext uri="{FF2B5EF4-FFF2-40B4-BE49-F238E27FC236}">
                  <a16:creationId xmlns:a16="http://schemas.microsoft.com/office/drawing/2014/main" id="{724C9783-1AA5-DAFF-F069-3FDB1605B59D}"/>
                </a:ext>
              </a:extLst>
            </p:cNvPr>
            <p:cNvCxnSpPr>
              <a:cxnSpLocks noChangeShapeType="1"/>
            </p:cNvCxnSpPr>
            <p:nvPr/>
          </p:nvCxnSpPr>
          <p:spPr bwMode="auto">
            <a:xfrm>
              <a:off x="2343020" y="4692811"/>
              <a:ext cx="359988"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479" name="AutoShape 125">
              <a:extLst>
                <a:ext uri="{FF2B5EF4-FFF2-40B4-BE49-F238E27FC236}">
                  <a16:creationId xmlns:a16="http://schemas.microsoft.com/office/drawing/2014/main" id="{15AA0C1C-8680-9430-C673-A612ED9AA492}"/>
                </a:ext>
              </a:extLst>
            </p:cNvPr>
            <p:cNvCxnSpPr>
              <a:cxnSpLocks noChangeShapeType="1"/>
            </p:cNvCxnSpPr>
            <p:nvPr/>
          </p:nvCxnSpPr>
          <p:spPr bwMode="auto">
            <a:xfrm>
              <a:off x="2693484" y="4692811"/>
              <a:ext cx="0" cy="1428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80" name="AutoShape 126">
              <a:extLst>
                <a:ext uri="{FF2B5EF4-FFF2-40B4-BE49-F238E27FC236}">
                  <a16:creationId xmlns:a16="http://schemas.microsoft.com/office/drawing/2014/main" id="{2CE42575-C061-9B07-81FA-8206C39D8D00}"/>
                </a:ext>
              </a:extLst>
            </p:cNvPr>
            <p:cNvCxnSpPr>
              <a:cxnSpLocks noChangeShapeType="1"/>
            </p:cNvCxnSpPr>
            <p:nvPr/>
          </p:nvCxnSpPr>
          <p:spPr bwMode="auto">
            <a:xfrm>
              <a:off x="2565869" y="4835667"/>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81" name="AutoShape 127">
              <a:extLst>
                <a:ext uri="{FF2B5EF4-FFF2-40B4-BE49-F238E27FC236}">
                  <a16:creationId xmlns:a16="http://schemas.microsoft.com/office/drawing/2014/main" id="{2458A3C2-9033-2E19-35B9-6BAC5C208CC1}"/>
                </a:ext>
              </a:extLst>
            </p:cNvPr>
            <p:cNvCxnSpPr>
              <a:cxnSpLocks noChangeShapeType="1"/>
            </p:cNvCxnSpPr>
            <p:nvPr/>
          </p:nvCxnSpPr>
          <p:spPr bwMode="auto">
            <a:xfrm>
              <a:off x="2565869" y="4911857"/>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82" name="AutoShape 128">
              <a:extLst>
                <a:ext uri="{FF2B5EF4-FFF2-40B4-BE49-F238E27FC236}">
                  <a16:creationId xmlns:a16="http://schemas.microsoft.com/office/drawing/2014/main" id="{E356522E-0C5A-7E2E-6FE6-257E26329309}"/>
                </a:ext>
              </a:extLst>
            </p:cNvPr>
            <p:cNvCxnSpPr>
              <a:cxnSpLocks noChangeShapeType="1"/>
            </p:cNvCxnSpPr>
            <p:nvPr/>
          </p:nvCxnSpPr>
          <p:spPr bwMode="auto">
            <a:xfrm>
              <a:off x="2565869" y="4911857"/>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83" name="AutoShape 129">
              <a:extLst>
                <a:ext uri="{FF2B5EF4-FFF2-40B4-BE49-F238E27FC236}">
                  <a16:creationId xmlns:a16="http://schemas.microsoft.com/office/drawing/2014/main" id="{2349BE5A-AEAE-30F6-60FB-5F0F4D58DD87}"/>
                </a:ext>
              </a:extLst>
            </p:cNvPr>
            <p:cNvCxnSpPr>
              <a:cxnSpLocks noChangeShapeType="1"/>
            </p:cNvCxnSpPr>
            <p:nvPr/>
          </p:nvCxnSpPr>
          <p:spPr bwMode="auto">
            <a:xfrm>
              <a:off x="2817924" y="4911857"/>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57484" name="Rectangle 130">
              <a:extLst>
                <a:ext uri="{FF2B5EF4-FFF2-40B4-BE49-F238E27FC236}">
                  <a16:creationId xmlns:a16="http://schemas.microsoft.com/office/drawing/2014/main" id="{E57BC2A3-C5E8-84DD-99C8-A6E056C5F0CE}"/>
                </a:ext>
              </a:extLst>
            </p:cNvPr>
            <p:cNvSpPr>
              <a:spLocks noChangeArrowheads="1"/>
            </p:cNvSpPr>
            <p:nvPr/>
          </p:nvSpPr>
          <p:spPr bwMode="auto">
            <a:xfrm>
              <a:off x="1346200" y="5368997"/>
              <a:ext cx="457200" cy="252062"/>
            </a:xfrm>
            <a:prstGeom prst="rect">
              <a:avLst/>
            </a:prstGeom>
            <a:solidFill>
              <a:srgbClr val="FFFFFF"/>
            </a:solidFill>
            <a:ln w="95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cxnSp>
          <p:nvCxnSpPr>
            <p:cNvPr id="57485" name="AutoShape 131">
              <a:extLst>
                <a:ext uri="{FF2B5EF4-FFF2-40B4-BE49-F238E27FC236}">
                  <a16:creationId xmlns:a16="http://schemas.microsoft.com/office/drawing/2014/main" id="{469BAD1E-2BD2-74F7-EC46-6D9B3B9F0F09}"/>
                </a:ext>
              </a:extLst>
            </p:cNvPr>
            <p:cNvCxnSpPr>
              <a:cxnSpLocks noChangeShapeType="1"/>
            </p:cNvCxnSpPr>
            <p:nvPr/>
          </p:nvCxnSpPr>
          <p:spPr bwMode="auto">
            <a:xfrm>
              <a:off x="1790658" y="5492805"/>
              <a:ext cx="766958"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57486" name="AutoShape 132">
              <a:extLst>
                <a:ext uri="{FF2B5EF4-FFF2-40B4-BE49-F238E27FC236}">
                  <a16:creationId xmlns:a16="http://schemas.microsoft.com/office/drawing/2014/main" id="{3C519C2E-5CDC-D26F-1697-2886224F06F7}"/>
                </a:ext>
              </a:extLst>
            </p:cNvPr>
            <p:cNvCxnSpPr>
              <a:cxnSpLocks noChangeShapeType="1"/>
            </p:cNvCxnSpPr>
            <p:nvPr/>
          </p:nvCxnSpPr>
          <p:spPr bwMode="auto">
            <a:xfrm rot="10800000">
              <a:off x="2685865" y="5159474"/>
              <a:ext cx="359988"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487" name="AutoShape 133">
              <a:extLst>
                <a:ext uri="{FF2B5EF4-FFF2-40B4-BE49-F238E27FC236}">
                  <a16:creationId xmlns:a16="http://schemas.microsoft.com/office/drawing/2014/main" id="{5FAD4200-B705-FBA8-8199-688F6E3F1E90}"/>
                </a:ext>
              </a:extLst>
            </p:cNvPr>
            <p:cNvCxnSpPr>
              <a:cxnSpLocks noChangeShapeType="1"/>
            </p:cNvCxnSpPr>
            <p:nvPr/>
          </p:nvCxnSpPr>
          <p:spPr bwMode="auto">
            <a:xfrm>
              <a:off x="2693484" y="5159474"/>
              <a:ext cx="0" cy="1428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88" name="AutoShape 134">
              <a:extLst>
                <a:ext uri="{FF2B5EF4-FFF2-40B4-BE49-F238E27FC236}">
                  <a16:creationId xmlns:a16="http://schemas.microsoft.com/office/drawing/2014/main" id="{B7A5C44D-5FF1-49CB-D043-40162BAEB962}"/>
                </a:ext>
              </a:extLst>
            </p:cNvPr>
            <p:cNvCxnSpPr>
              <a:cxnSpLocks noChangeShapeType="1"/>
            </p:cNvCxnSpPr>
            <p:nvPr/>
          </p:nvCxnSpPr>
          <p:spPr bwMode="auto">
            <a:xfrm>
              <a:off x="2565869" y="5302330"/>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89" name="AutoShape 135">
              <a:extLst>
                <a:ext uri="{FF2B5EF4-FFF2-40B4-BE49-F238E27FC236}">
                  <a16:creationId xmlns:a16="http://schemas.microsoft.com/office/drawing/2014/main" id="{5EF65852-2B62-1252-5207-AA637026F7D7}"/>
                </a:ext>
              </a:extLst>
            </p:cNvPr>
            <p:cNvCxnSpPr>
              <a:cxnSpLocks noChangeShapeType="1"/>
            </p:cNvCxnSpPr>
            <p:nvPr/>
          </p:nvCxnSpPr>
          <p:spPr bwMode="auto">
            <a:xfrm>
              <a:off x="2565869" y="5378520"/>
              <a:ext cx="252055"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90" name="AutoShape 136">
              <a:extLst>
                <a:ext uri="{FF2B5EF4-FFF2-40B4-BE49-F238E27FC236}">
                  <a16:creationId xmlns:a16="http://schemas.microsoft.com/office/drawing/2014/main" id="{EBC88CE1-4682-C2FE-F14E-81760EC7215A}"/>
                </a:ext>
              </a:extLst>
            </p:cNvPr>
            <p:cNvCxnSpPr>
              <a:cxnSpLocks noChangeShapeType="1"/>
            </p:cNvCxnSpPr>
            <p:nvPr/>
          </p:nvCxnSpPr>
          <p:spPr bwMode="auto">
            <a:xfrm>
              <a:off x="2565869" y="5378520"/>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91" name="AutoShape 137">
              <a:extLst>
                <a:ext uri="{FF2B5EF4-FFF2-40B4-BE49-F238E27FC236}">
                  <a16:creationId xmlns:a16="http://schemas.microsoft.com/office/drawing/2014/main" id="{CEB580BA-CB8C-975D-3E16-6283A1E4576F}"/>
                </a:ext>
              </a:extLst>
            </p:cNvPr>
            <p:cNvCxnSpPr>
              <a:cxnSpLocks noChangeShapeType="1"/>
            </p:cNvCxnSpPr>
            <p:nvPr/>
          </p:nvCxnSpPr>
          <p:spPr bwMode="auto">
            <a:xfrm>
              <a:off x="2817924" y="5378520"/>
              <a:ext cx="0" cy="12253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92" name="AutoShape 138">
              <a:extLst>
                <a:ext uri="{FF2B5EF4-FFF2-40B4-BE49-F238E27FC236}">
                  <a16:creationId xmlns:a16="http://schemas.microsoft.com/office/drawing/2014/main" id="{A75A59D4-FEE5-3F83-4EC6-E1BB01E8AC7E}"/>
                </a:ext>
              </a:extLst>
            </p:cNvPr>
            <p:cNvCxnSpPr>
              <a:cxnSpLocks noChangeShapeType="1"/>
            </p:cNvCxnSpPr>
            <p:nvPr/>
          </p:nvCxnSpPr>
          <p:spPr bwMode="auto">
            <a:xfrm>
              <a:off x="2817924" y="5034396"/>
              <a:ext cx="35998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93" name="AutoShape 139">
              <a:extLst>
                <a:ext uri="{FF2B5EF4-FFF2-40B4-BE49-F238E27FC236}">
                  <a16:creationId xmlns:a16="http://schemas.microsoft.com/office/drawing/2014/main" id="{AAAD2890-27F4-3BCF-503B-AA5F7EFD2D3F}"/>
                </a:ext>
              </a:extLst>
            </p:cNvPr>
            <p:cNvCxnSpPr>
              <a:cxnSpLocks noChangeShapeType="1"/>
            </p:cNvCxnSpPr>
            <p:nvPr/>
          </p:nvCxnSpPr>
          <p:spPr bwMode="auto">
            <a:xfrm>
              <a:off x="2817924" y="5492805"/>
              <a:ext cx="35998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94" name="AutoShape 140">
              <a:extLst>
                <a:ext uri="{FF2B5EF4-FFF2-40B4-BE49-F238E27FC236}">
                  <a16:creationId xmlns:a16="http://schemas.microsoft.com/office/drawing/2014/main" id="{A652CDF7-0D22-10A9-C5EA-93928DDC4EBE}"/>
                </a:ext>
              </a:extLst>
            </p:cNvPr>
            <p:cNvCxnSpPr>
              <a:cxnSpLocks noChangeShapeType="1"/>
            </p:cNvCxnSpPr>
            <p:nvPr/>
          </p:nvCxnSpPr>
          <p:spPr bwMode="auto">
            <a:xfrm>
              <a:off x="3177912" y="5034396"/>
              <a:ext cx="0" cy="458409"/>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95" name="AutoShape 141">
              <a:extLst>
                <a:ext uri="{FF2B5EF4-FFF2-40B4-BE49-F238E27FC236}">
                  <a16:creationId xmlns:a16="http://schemas.microsoft.com/office/drawing/2014/main" id="{CFB75F73-510B-C8D5-B869-877CABADF115}"/>
                </a:ext>
              </a:extLst>
            </p:cNvPr>
            <p:cNvCxnSpPr>
              <a:cxnSpLocks noChangeShapeType="1"/>
            </p:cNvCxnSpPr>
            <p:nvPr/>
          </p:nvCxnSpPr>
          <p:spPr bwMode="auto">
            <a:xfrm>
              <a:off x="3167754" y="5245188"/>
              <a:ext cx="427287"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496" name="AutoShape 142">
              <a:extLst>
                <a:ext uri="{FF2B5EF4-FFF2-40B4-BE49-F238E27FC236}">
                  <a16:creationId xmlns:a16="http://schemas.microsoft.com/office/drawing/2014/main" id="{C67825E8-01F9-B7E3-54AE-A5E39E4D19FA}"/>
                </a:ext>
              </a:extLst>
            </p:cNvPr>
            <p:cNvCxnSpPr>
              <a:cxnSpLocks noChangeShapeType="1"/>
            </p:cNvCxnSpPr>
            <p:nvPr/>
          </p:nvCxnSpPr>
          <p:spPr bwMode="auto">
            <a:xfrm>
              <a:off x="3857254" y="4310592"/>
              <a:ext cx="35998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97" name="AutoShape 143">
              <a:extLst>
                <a:ext uri="{FF2B5EF4-FFF2-40B4-BE49-F238E27FC236}">
                  <a16:creationId xmlns:a16="http://schemas.microsoft.com/office/drawing/2014/main" id="{844C4973-257C-9A02-010F-47CA1814A370}"/>
                </a:ext>
              </a:extLst>
            </p:cNvPr>
            <p:cNvCxnSpPr>
              <a:cxnSpLocks noChangeShapeType="1"/>
            </p:cNvCxnSpPr>
            <p:nvPr/>
          </p:nvCxnSpPr>
          <p:spPr bwMode="auto">
            <a:xfrm>
              <a:off x="3866143" y="5245188"/>
              <a:ext cx="35998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98" name="AutoShape 144">
              <a:extLst>
                <a:ext uri="{FF2B5EF4-FFF2-40B4-BE49-F238E27FC236}">
                  <a16:creationId xmlns:a16="http://schemas.microsoft.com/office/drawing/2014/main" id="{572F4455-0FE3-2E3D-CFAD-86D30693C7BE}"/>
                </a:ext>
              </a:extLst>
            </p:cNvPr>
            <p:cNvCxnSpPr>
              <a:cxnSpLocks noChangeShapeType="1"/>
            </p:cNvCxnSpPr>
            <p:nvPr/>
          </p:nvCxnSpPr>
          <p:spPr bwMode="auto">
            <a:xfrm>
              <a:off x="4226766" y="4310592"/>
              <a:ext cx="0" cy="93459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499" name="AutoShape 145">
              <a:extLst>
                <a:ext uri="{FF2B5EF4-FFF2-40B4-BE49-F238E27FC236}">
                  <a16:creationId xmlns:a16="http://schemas.microsoft.com/office/drawing/2014/main" id="{CFC2672A-A817-C2E6-CE4F-04F2663CC4E8}"/>
                </a:ext>
              </a:extLst>
            </p:cNvPr>
            <p:cNvCxnSpPr>
              <a:cxnSpLocks noChangeShapeType="1"/>
            </p:cNvCxnSpPr>
            <p:nvPr/>
          </p:nvCxnSpPr>
          <p:spPr bwMode="auto">
            <a:xfrm>
              <a:off x="4226766" y="4635034"/>
              <a:ext cx="427287"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500" name="AutoShape 146">
              <a:extLst>
                <a:ext uri="{FF2B5EF4-FFF2-40B4-BE49-F238E27FC236}">
                  <a16:creationId xmlns:a16="http://schemas.microsoft.com/office/drawing/2014/main" id="{70B46133-723D-7CF0-B3B8-87BBB20BFA80}"/>
                </a:ext>
              </a:extLst>
            </p:cNvPr>
            <p:cNvCxnSpPr>
              <a:cxnSpLocks noChangeShapeType="1"/>
            </p:cNvCxnSpPr>
            <p:nvPr/>
          </p:nvCxnSpPr>
          <p:spPr bwMode="auto">
            <a:xfrm>
              <a:off x="2334131" y="3759485"/>
              <a:ext cx="359988"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57501" name="AutoShape 147">
              <a:extLst>
                <a:ext uri="{FF2B5EF4-FFF2-40B4-BE49-F238E27FC236}">
                  <a16:creationId xmlns:a16="http://schemas.microsoft.com/office/drawing/2014/main" id="{C3F68AAF-9FED-CC25-85CC-BF8CE964613E}"/>
                </a:ext>
              </a:extLst>
            </p:cNvPr>
            <p:cNvCxnSpPr>
              <a:cxnSpLocks noChangeShapeType="1"/>
            </p:cNvCxnSpPr>
            <p:nvPr/>
          </p:nvCxnSpPr>
          <p:spPr bwMode="auto">
            <a:xfrm>
              <a:off x="2695389" y="3749961"/>
              <a:ext cx="0" cy="142856"/>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502" name="AutoShape 148">
              <a:extLst>
                <a:ext uri="{FF2B5EF4-FFF2-40B4-BE49-F238E27FC236}">
                  <a16:creationId xmlns:a16="http://schemas.microsoft.com/office/drawing/2014/main" id="{9B3E5593-9298-8C83-4BA8-1BF4FCB90CCF}"/>
                </a:ext>
              </a:extLst>
            </p:cNvPr>
            <p:cNvCxnSpPr>
              <a:cxnSpLocks noChangeShapeType="1"/>
            </p:cNvCxnSpPr>
            <p:nvPr/>
          </p:nvCxnSpPr>
          <p:spPr bwMode="auto">
            <a:xfrm>
              <a:off x="4909282" y="2782984"/>
              <a:ext cx="35998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503" name="AutoShape 149">
              <a:extLst>
                <a:ext uri="{FF2B5EF4-FFF2-40B4-BE49-F238E27FC236}">
                  <a16:creationId xmlns:a16="http://schemas.microsoft.com/office/drawing/2014/main" id="{1756F01D-5FEC-2536-3E5F-1F7A86B5C765}"/>
                </a:ext>
              </a:extLst>
            </p:cNvPr>
            <p:cNvCxnSpPr>
              <a:cxnSpLocks noChangeShapeType="1"/>
            </p:cNvCxnSpPr>
            <p:nvPr/>
          </p:nvCxnSpPr>
          <p:spPr bwMode="auto">
            <a:xfrm>
              <a:off x="4909282" y="4635034"/>
              <a:ext cx="359988"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504" name="AutoShape 150">
              <a:extLst>
                <a:ext uri="{FF2B5EF4-FFF2-40B4-BE49-F238E27FC236}">
                  <a16:creationId xmlns:a16="http://schemas.microsoft.com/office/drawing/2014/main" id="{D2CB5A08-EE1F-3848-E580-27B84DF7891A}"/>
                </a:ext>
              </a:extLst>
            </p:cNvPr>
            <p:cNvCxnSpPr>
              <a:cxnSpLocks noChangeShapeType="1"/>
            </p:cNvCxnSpPr>
            <p:nvPr/>
          </p:nvCxnSpPr>
          <p:spPr bwMode="auto">
            <a:xfrm>
              <a:off x="5269270" y="2782984"/>
              <a:ext cx="0" cy="1846335"/>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57505" name="AutoShape 151">
              <a:extLst>
                <a:ext uri="{FF2B5EF4-FFF2-40B4-BE49-F238E27FC236}">
                  <a16:creationId xmlns:a16="http://schemas.microsoft.com/office/drawing/2014/main" id="{90D6E034-762F-6425-EA1C-3A9BC9FE29B0}"/>
                </a:ext>
              </a:extLst>
            </p:cNvPr>
            <p:cNvCxnSpPr>
              <a:cxnSpLocks noChangeShapeType="1"/>
            </p:cNvCxnSpPr>
            <p:nvPr/>
          </p:nvCxnSpPr>
          <p:spPr bwMode="auto">
            <a:xfrm>
              <a:off x="5269270" y="3640756"/>
              <a:ext cx="252055" cy="0"/>
            </a:xfrm>
            <a:prstGeom prst="straightConnector1">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cxnSp>
        <p:sp>
          <p:nvSpPr>
            <p:cNvPr id="57506" name="TextBox 152">
              <a:extLst>
                <a:ext uri="{FF2B5EF4-FFF2-40B4-BE49-F238E27FC236}">
                  <a16:creationId xmlns:a16="http://schemas.microsoft.com/office/drawing/2014/main" id="{6C7D4758-7D54-671A-454E-4946FDC3ECE7}"/>
                </a:ext>
              </a:extLst>
            </p:cNvPr>
            <p:cNvSpPr txBox="1">
              <a:spLocks noChangeArrowheads="1"/>
            </p:cNvSpPr>
            <p:nvPr/>
          </p:nvSpPr>
          <p:spPr bwMode="auto">
            <a:xfrm>
              <a:off x="2133600" y="1160046"/>
              <a:ext cx="457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A0</a:t>
              </a:r>
              <a:endParaRPr lang="en-GB" altLang="en-US" sz="1600" b="0" u="none"/>
            </a:p>
          </p:txBody>
        </p:sp>
        <p:sp>
          <p:nvSpPr>
            <p:cNvPr id="57507" name="TextBox 153">
              <a:extLst>
                <a:ext uri="{FF2B5EF4-FFF2-40B4-BE49-F238E27FC236}">
                  <a16:creationId xmlns:a16="http://schemas.microsoft.com/office/drawing/2014/main" id="{EDD30FE2-8475-E2FC-8EEA-3F67BF664400}"/>
                </a:ext>
              </a:extLst>
            </p:cNvPr>
            <p:cNvSpPr txBox="1">
              <a:spLocks noChangeArrowheads="1"/>
            </p:cNvSpPr>
            <p:nvPr/>
          </p:nvSpPr>
          <p:spPr bwMode="auto">
            <a:xfrm>
              <a:off x="3200400" y="1155700"/>
              <a:ext cx="457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A1</a:t>
              </a:r>
              <a:endParaRPr lang="en-GB" altLang="en-US" sz="1600" b="0" u="none"/>
            </a:p>
          </p:txBody>
        </p:sp>
        <p:sp>
          <p:nvSpPr>
            <p:cNvPr id="57508" name="TextBox 154">
              <a:extLst>
                <a:ext uri="{FF2B5EF4-FFF2-40B4-BE49-F238E27FC236}">
                  <a16:creationId xmlns:a16="http://schemas.microsoft.com/office/drawing/2014/main" id="{011CBD47-7C74-1072-0793-F733E5829FE0}"/>
                </a:ext>
              </a:extLst>
            </p:cNvPr>
            <p:cNvSpPr txBox="1">
              <a:spLocks noChangeArrowheads="1"/>
            </p:cNvSpPr>
            <p:nvPr/>
          </p:nvSpPr>
          <p:spPr bwMode="auto">
            <a:xfrm>
              <a:off x="4203700" y="1143000"/>
              <a:ext cx="457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A2</a:t>
              </a:r>
              <a:endParaRPr lang="en-GB" altLang="en-US" sz="1600" b="0" u="none"/>
            </a:p>
          </p:txBody>
        </p:sp>
        <p:sp>
          <p:nvSpPr>
            <p:cNvPr id="57509" name="TextBox 155">
              <a:extLst>
                <a:ext uri="{FF2B5EF4-FFF2-40B4-BE49-F238E27FC236}">
                  <a16:creationId xmlns:a16="http://schemas.microsoft.com/office/drawing/2014/main" id="{18CF4868-5EAF-0DB0-C76B-1C2C67DF888F}"/>
                </a:ext>
              </a:extLst>
            </p:cNvPr>
            <p:cNvSpPr txBox="1">
              <a:spLocks noChangeArrowheads="1"/>
            </p:cNvSpPr>
            <p:nvPr/>
          </p:nvSpPr>
          <p:spPr bwMode="auto">
            <a:xfrm>
              <a:off x="1333500" y="20574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0/1</a:t>
              </a:r>
              <a:endParaRPr lang="en-GB" altLang="en-US" sz="1600" b="0" u="none"/>
            </a:p>
          </p:txBody>
        </p:sp>
        <p:sp>
          <p:nvSpPr>
            <p:cNvPr id="57510" name="TextBox 156">
              <a:extLst>
                <a:ext uri="{FF2B5EF4-FFF2-40B4-BE49-F238E27FC236}">
                  <a16:creationId xmlns:a16="http://schemas.microsoft.com/office/drawing/2014/main" id="{8FE6064A-D28F-25E9-1073-189838D6DCB1}"/>
                </a:ext>
              </a:extLst>
            </p:cNvPr>
            <p:cNvSpPr txBox="1">
              <a:spLocks noChangeArrowheads="1"/>
            </p:cNvSpPr>
            <p:nvPr/>
          </p:nvSpPr>
          <p:spPr bwMode="auto">
            <a:xfrm>
              <a:off x="1333500" y="2544346"/>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0/1</a:t>
              </a:r>
              <a:endParaRPr lang="en-GB" altLang="en-US" sz="1600" b="0" u="none"/>
            </a:p>
          </p:txBody>
        </p:sp>
        <p:sp>
          <p:nvSpPr>
            <p:cNvPr id="57511" name="TextBox 157">
              <a:extLst>
                <a:ext uri="{FF2B5EF4-FFF2-40B4-BE49-F238E27FC236}">
                  <a16:creationId xmlns:a16="http://schemas.microsoft.com/office/drawing/2014/main" id="{1B9A61B0-CB32-9F0A-AA84-9B59966297DB}"/>
                </a:ext>
              </a:extLst>
            </p:cNvPr>
            <p:cNvSpPr txBox="1">
              <a:spLocks noChangeArrowheads="1"/>
            </p:cNvSpPr>
            <p:nvPr/>
          </p:nvSpPr>
          <p:spPr bwMode="auto">
            <a:xfrm>
              <a:off x="1333500" y="29845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0/1</a:t>
              </a:r>
              <a:endParaRPr lang="en-GB" altLang="en-US" sz="1600" b="0" u="none"/>
            </a:p>
          </p:txBody>
        </p:sp>
        <p:sp>
          <p:nvSpPr>
            <p:cNvPr id="57512" name="TextBox 158">
              <a:extLst>
                <a:ext uri="{FF2B5EF4-FFF2-40B4-BE49-F238E27FC236}">
                  <a16:creationId xmlns:a16="http://schemas.microsoft.com/office/drawing/2014/main" id="{653C4FCB-28AC-72F9-8451-E01C870382F0}"/>
                </a:ext>
              </a:extLst>
            </p:cNvPr>
            <p:cNvSpPr txBox="1">
              <a:spLocks noChangeArrowheads="1"/>
            </p:cNvSpPr>
            <p:nvPr/>
          </p:nvSpPr>
          <p:spPr bwMode="auto">
            <a:xfrm>
              <a:off x="1333500" y="34798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0/1</a:t>
              </a:r>
              <a:endParaRPr lang="en-GB" altLang="en-US" sz="1600" b="0" u="none"/>
            </a:p>
          </p:txBody>
        </p:sp>
        <p:sp>
          <p:nvSpPr>
            <p:cNvPr id="57513" name="TextBox 159">
              <a:extLst>
                <a:ext uri="{FF2B5EF4-FFF2-40B4-BE49-F238E27FC236}">
                  <a16:creationId xmlns:a16="http://schemas.microsoft.com/office/drawing/2014/main" id="{2BC63EC7-8B90-4D44-994D-41B655991B1A}"/>
                </a:ext>
              </a:extLst>
            </p:cNvPr>
            <p:cNvSpPr txBox="1">
              <a:spLocks noChangeArrowheads="1"/>
            </p:cNvSpPr>
            <p:nvPr/>
          </p:nvSpPr>
          <p:spPr bwMode="auto">
            <a:xfrm>
              <a:off x="1346200" y="39370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0/1</a:t>
              </a:r>
              <a:endParaRPr lang="en-GB" altLang="en-US" sz="1600" b="0" u="none"/>
            </a:p>
          </p:txBody>
        </p:sp>
        <p:sp>
          <p:nvSpPr>
            <p:cNvPr id="57514" name="TextBox 160">
              <a:extLst>
                <a:ext uri="{FF2B5EF4-FFF2-40B4-BE49-F238E27FC236}">
                  <a16:creationId xmlns:a16="http://schemas.microsoft.com/office/drawing/2014/main" id="{E288930E-88D4-12F1-7EEB-8A566814F4A1}"/>
                </a:ext>
              </a:extLst>
            </p:cNvPr>
            <p:cNvSpPr txBox="1">
              <a:spLocks noChangeArrowheads="1"/>
            </p:cNvSpPr>
            <p:nvPr/>
          </p:nvSpPr>
          <p:spPr bwMode="auto">
            <a:xfrm>
              <a:off x="1333500" y="43942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0/1</a:t>
              </a:r>
              <a:endParaRPr lang="en-GB" altLang="en-US" sz="1600" b="0" u="none"/>
            </a:p>
          </p:txBody>
        </p:sp>
        <p:sp>
          <p:nvSpPr>
            <p:cNvPr id="57515" name="TextBox 161">
              <a:extLst>
                <a:ext uri="{FF2B5EF4-FFF2-40B4-BE49-F238E27FC236}">
                  <a16:creationId xmlns:a16="http://schemas.microsoft.com/office/drawing/2014/main" id="{F5648BDB-8904-A602-6A58-9240BCB523E8}"/>
                </a:ext>
              </a:extLst>
            </p:cNvPr>
            <p:cNvSpPr txBox="1">
              <a:spLocks noChangeArrowheads="1"/>
            </p:cNvSpPr>
            <p:nvPr/>
          </p:nvSpPr>
          <p:spPr bwMode="auto">
            <a:xfrm>
              <a:off x="1320800" y="48514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0/1</a:t>
              </a:r>
              <a:endParaRPr lang="en-GB" altLang="en-US" sz="1600" b="0" u="none"/>
            </a:p>
          </p:txBody>
        </p:sp>
        <p:sp>
          <p:nvSpPr>
            <p:cNvPr id="57516" name="TextBox 162">
              <a:extLst>
                <a:ext uri="{FF2B5EF4-FFF2-40B4-BE49-F238E27FC236}">
                  <a16:creationId xmlns:a16="http://schemas.microsoft.com/office/drawing/2014/main" id="{59E1E914-EDAC-BCD0-8680-C96A848BA9CD}"/>
                </a:ext>
              </a:extLst>
            </p:cNvPr>
            <p:cNvSpPr txBox="1">
              <a:spLocks noChangeArrowheads="1"/>
            </p:cNvSpPr>
            <p:nvPr/>
          </p:nvSpPr>
          <p:spPr bwMode="auto">
            <a:xfrm>
              <a:off x="1320800" y="53213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0/1</a:t>
              </a:r>
              <a:endParaRPr lang="en-GB" altLang="en-US" sz="1600" b="0" u="none"/>
            </a:p>
          </p:txBody>
        </p:sp>
        <p:sp>
          <p:nvSpPr>
            <p:cNvPr id="57517" name="TextBox 164">
              <a:extLst>
                <a:ext uri="{FF2B5EF4-FFF2-40B4-BE49-F238E27FC236}">
                  <a16:creationId xmlns:a16="http://schemas.microsoft.com/office/drawing/2014/main" id="{82956313-746D-2236-5E72-68133663EEB3}"/>
                </a:ext>
              </a:extLst>
            </p:cNvPr>
            <p:cNvSpPr txBox="1">
              <a:spLocks noChangeArrowheads="1"/>
            </p:cNvSpPr>
            <p:nvPr/>
          </p:nvSpPr>
          <p:spPr bwMode="auto">
            <a:xfrm>
              <a:off x="1752600" y="19558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111</a:t>
              </a:r>
              <a:endParaRPr lang="en-GB" altLang="en-US" sz="1600" b="0" u="none"/>
            </a:p>
          </p:txBody>
        </p:sp>
        <p:sp>
          <p:nvSpPr>
            <p:cNvPr id="57518" name="TextBox 165">
              <a:extLst>
                <a:ext uri="{FF2B5EF4-FFF2-40B4-BE49-F238E27FC236}">
                  <a16:creationId xmlns:a16="http://schemas.microsoft.com/office/drawing/2014/main" id="{6CC24163-8EFF-F75D-F46D-3F2D353E0FFD}"/>
                </a:ext>
              </a:extLst>
            </p:cNvPr>
            <p:cNvSpPr txBox="1">
              <a:spLocks noChangeArrowheads="1"/>
            </p:cNvSpPr>
            <p:nvPr/>
          </p:nvSpPr>
          <p:spPr bwMode="auto">
            <a:xfrm>
              <a:off x="1752600" y="24130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110</a:t>
              </a:r>
              <a:endParaRPr lang="en-GB" altLang="en-US" sz="1600" b="0" u="none"/>
            </a:p>
          </p:txBody>
        </p:sp>
        <p:sp>
          <p:nvSpPr>
            <p:cNvPr id="57519" name="TextBox 166">
              <a:extLst>
                <a:ext uri="{FF2B5EF4-FFF2-40B4-BE49-F238E27FC236}">
                  <a16:creationId xmlns:a16="http://schemas.microsoft.com/office/drawing/2014/main" id="{026807C4-1646-BFA5-854B-B282578ED887}"/>
                </a:ext>
              </a:extLst>
            </p:cNvPr>
            <p:cNvSpPr txBox="1">
              <a:spLocks noChangeArrowheads="1"/>
            </p:cNvSpPr>
            <p:nvPr/>
          </p:nvSpPr>
          <p:spPr bwMode="auto">
            <a:xfrm>
              <a:off x="1765300" y="28829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101</a:t>
              </a:r>
              <a:endParaRPr lang="en-GB" altLang="en-US" sz="1600" b="0" u="none"/>
            </a:p>
          </p:txBody>
        </p:sp>
        <p:sp>
          <p:nvSpPr>
            <p:cNvPr id="57520" name="TextBox 167">
              <a:extLst>
                <a:ext uri="{FF2B5EF4-FFF2-40B4-BE49-F238E27FC236}">
                  <a16:creationId xmlns:a16="http://schemas.microsoft.com/office/drawing/2014/main" id="{1B61F62C-B42A-BBA8-291E-3449A2A60B01}"/>
                </a:ext>
              </a:extLst>
            </p:cNvPr>
            <p:cNvSpPr txBox="1">
              <a:spLocks noChangeArrowheads="1"/>
            </p:cNvSpPr>
            <p:nvPr/>
          </p:nvSpPr>
          <p:spPr bwMode="auto">
            <a:xfrm>
              <a:off x="1765300" y="33528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100</a:t>
              </a:r>
              <a:endParaRPr lang="en-GB" altLang="en-US" sz="1600" b="0" u="none"/>
            </a:p>
          </p:txBody>
        </p:sp>
        <p:sp>
          <p:nvSpPr>
            <p:cNvPr id="57521" name="TextBox 168">
              <a:extLst>
                <a:ext uri="{FF2B5EF4-FFF2-40B4-BE49-F238E27FC236}">
                  <a16:creationId xmlns:a16="http://schemas.microsoft.com/office/drawing/2014/main" id="{E67F6150-F395-E804-A0C1-9CE767B18A9E}"/>
                </a:ext>
              </a:extLst>
            </p:cNvPr>
            <p:cNvSpPr txBox="1">
              <a:spLocks noChangeArrowheads="1"/>
            </p:cNvSpPr>
            <p:nvPr/>
          </p:nvSpPr>
          <p:spPr bwMode="auto">
            <a:xfrm>
              <a:off x="1803400" y="37846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011</a:t>
              </a:r>
              <a:endParaRPr lang="en-GB" altLang="en-US" sz="1600" b="0" u="none"/>
            </a:p>
          </p:txBody>
        </p:sp>
        <p:sp>
          <p:nvSpPr>
            <p:cNvPr id="57522" name="TextBox 169">
              <a:extLst>
                <a:ext uri="{FF2B5EF4-FFF2-40B4-BE49-F238E27FC236}">
                  <a16:creationId xmlns:a16="http://schemas.microsoft.com/office/drawing/2014/main" id="{F9E95C2E-4382-0854-F4A6-B76E325875AB}"/>
                </a:ext>
              </a:extLst>
            </p:cNvPr>
            <p:cNvSpPr txBox="1">
              <a:spLocks noChangeArrowheads="1"/>
            </p:cNvSpPr>
            <p:nvPr/>
          </p:nvSpPr>
          <p:spPr bwMode="auto">
            <a:xfrm>
              <a:off x="1803400" y="42799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010</a:t>
              </a:r>
              <a:endParaRPr lang="en-GB" altLang="en-US" sz="1600" b="0" u="none"/>
            </a:p>
          </p:txBody>
        </p:sp>
        <p:sp>
          <p:nvSpPr>
            <p:cNvPr id="57523" name="TextBox 170">
              <a:extLst>
                <a:ext uri="{FF2B5EF4-FFF2-40B4-BE49-F238E27FC236}">
                  <a16:creationId xmlns:a16="http://schemas.microsoft.com/office/drawing/2014/main" id="{F12F1607-B696-A658-69E8-561946FADE80}"/>
                </a:ext>
              </a:extLst>
            </p:cNvPr>
            <p:cNvSpPr txBox="1">
              <a:spLocks noChangeArrowheads="1"/>
            </p:cNvSpPr>
            <p:nvPr/>
          </p:nvSpPr>
          <p:spPr bwMode="auto">
            <a:xfrm>
              <a:off x="1816100" y="47371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001</a:t>
              </a:r>
              <a:endParaRPr lang="en-GB" altLang="en-US" sz="1600" b="0" u="none"/>
            </a:p>
          </p:txBody>
        </p:sp>
        <p:sp>
          <p:nvSpPr>
            <p:cNvPr id="57524" name="TextBox 171">
              <a:extLst>
                <a:ext uri="{FF2B5EF4-FFF2-40B4-BE49-F238E27FC236}">
                  <a16:creationId xmlns:a16="http://schemas.microsoft.com/office/drawing/2014/main" id="{2754FF1C-3AF5-0B49-2FBB-22166D33312D}"/>
                </a:ext>
              </a:extLst>
            </p:cNvPr>
            <p:cNvSpPr txBox="1">
              <a:spLocks noChangeArrowheads="1"/>
            </p:cNvSpPr>
            <p:nvPr/>
          </p:nvSpPr>
          <p:spPr bwMode="auto">
            <a:xfrm>
              <a:off x="1803400" y="5219700"/>
              <a:ext cx="609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000</a:t>
              </a:r>
              <a:endParaRPr lang="en-GB" altLang="en-US" sz="1600" b="0" u="none"/>
            </a:p>
          </p:txBody>
        </p:sp>
      </p:grpSp>
      <p:grpSp>
        <p:nvGrpSpPr>
          <p:cNvPr id="57349" name="Group 184">
            <a:extLst>
              <a:ext uri="{FF2B5EF4-FFF2-40B4-BE49-F238E27FC236}">
                <a16:creationId xmlns:a16="http://schemas.microsoft.com/office/drawing/2014/main" id="{8DE76783-DC60-B1FF-5AFC-10CE0AE9B133}"/>
              </a:ext>
            </a:extLst>
          </p:cNvPr>
          <p:cNvGrpSpPr>
            <a:grpSpLocks/>
          </p:cNvGrpSpPr>
          <p:nvPr/>
        </p:nvGrpSpPr>
        <p:grpSpPr bwMode="auto">
          <a:xfrm>
            <a:off x="7708900" y="1447800"/>
            <a:ext cx="2019300" cy="1600200"/>
            <a:chOff x="6184900" y="1447800"/>
            <a:chExt cx="2019300" cy="1600200"/>
          </a:xfrm>
        </p:grpSpPr>
        <p:sp>
          <p:nvSpPr>
            <p:cNvPr id="174" name="Rectangle 173">
              <a:extLst>
                <a:ext uri="{FF2B5EF4-FFF2-40B4-BE49-F238E27FC236}">
                  <a16:creationId xmlns:a16="http://schemas.microsoft.com/office/drawing/2014/main" id="{ABF66D83-3A20-4116-8505-4DA384EC56AB}"/>
                </a:ext>
              </a:extLst>
            </p:cNvPr>
            <p:cNvSpPr/>
            <p:nvPr/>
          </p:nvSpPr>
          <p:spPr bwMode="auto">
            <a:xfrm>
              <a:off x="6972300" y="1905000"/>
              <a:ext cx="838200" cy="1143000"/>
            </a:xfrm>
            <a:prstGeom prst="rect">
              <a:avLst/>
            </a:prstGeom>
            <a:solidFill>
              <a:schemeClr val="accent1">
                <a:lumMod val="40000"/>
                <a:lumOff val="6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sp>
          <p:nvSpPr>
            <p:cNvPr id="57352" name="TextBox 174">
              <a:extLst>
                <a:ext uri="{FF2B5EF4-FFF2-40B4-BE49-F238E27FC236}">
                  <a16:creationId xmlns:a16="http://schemas.microsoft.com/office/drawing/2014/main" id="{7BE7361F-908B-4B21-EA39-A7A6CF9D9D85}"/>
                </a:ext>
              </a:extLst>
            </p:cNvPr>
            <p:cNvSpPr txBox="1">
              <a:spLocks noChangeArrowheads="1"/>
            </p:cNvSpPr>
            <p:nvPr/>
          </p:nvSpPr>
          <p:spPr bwMode="auto">
            <a:xfrm>
              <a:off x="6908800" y="1447800"/>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LUT-3</a:t>
              </a:r>
              <a:endParaRPr lang="en-GB" altLang="en-US" b="0" u="none"/>
            </a:p>
          </p:txBody>
        </p:sp>
        <p:cxnSp>
          <p:nvCxnSpPr>
            <p:cNvPr id="57353" name="Straight Connector 176">
              <a:extLst>
                <a:ext uri="{FF2B5EF4-FFF2-40B4-BE49-F238E27FC236}">
                  <a16:creationId xmlns:a16="http://schemas.microsoft.com/office/drawing/2014/main" id="{091AF095-8D97-62C6-6B2F-CA162D0456EA}"/>
                </a:ext>
              </a:extLst>
            </p:cNvPr>
            <p:cNvCxnSpPr>
              <a:cxnSpLocks noChangeShapeType="1"/>
            </p:cNvCxnSpPr>
            <p:nvPr/>
          </p:nvCxnSpPr>
          <p:spPr bwMode="auto">
            <a:xfrm>
              <a:off x="6553200" y="2133600"/>
              <a:ext cx="3810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7354" name="Straight Connector 177">
              <a:extLst>
                <a:ext uri="{FF2B5EF4-FFF2-40B4-BE49-F238E27FC236}">
                  <a16:creationId xmlns:a16="http://schemas.microsoft.com/office/drawing/2014/main" id="{07FB7C8A-5513-0464-2756-8F751DAE8EB0}"/>
                </a:ext>
              </a:extLst>
            </p:cNvPr>
            <p:cNvCxnSpPr>
              <a:cxnSpLocks noChangeShapeType="1"/>
            </p:cNvCxnSpPr>
            <p:nvPr/>
          </p:nvCxnSpPr>
          <p:spPr bwMode="auto">
            <a:xfrm>
              <a:off x="6565900" y="2438400"/>
              <a:ext cx="3810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7355" name="Straight Connector 178">
              <a:extLst>
                <a:ext uri="{FF2B5EF4-FFF2-40B4-BE49-F238E27FC236}">
                  <a16:creationId xmlns:a16="http://schemas.microsoft.com/office/drawing/2014/main" id="{0C33E5C2-8D3A-D5AC-EF7F-79D1E253938C}"/>
                </a:ext>
              </a:extLst>
            </p:cNvPr>
            <p:cNvCxnSpPr>
              <a:cxnSpLocks noChangeShapeType="1"/>
            </p:cNvCxnSpPr>
            <p:nvPr/>
          </p:nvCxnSpPr>
          <p:spPr bwMode="auto">
            <a:xfrm>
              <a:off x="6578600" y="2743200"/>
              <a:ext cx="3810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7356" name="TextBox 179">
              <a:extLst>
                <a:ext uri="{FF2B5EF4-FFF2-40B4-BE49-F238E27FC236}">
                  <a16:creationId xmlns:a16="http://schemas.microsoft.com/office/drawing/2014/main" id="{FD169573-2B65-9D7A-5987-A3D5775260D4}"/>
                </a:ext>
              </a:extLst>
            </p:cNvPr>
            <p:cNvSpPr txBox="1">
              <a:spLocks noChangeArrowheads="1"/>
            </p:cNvSpPr>
            <p:nvPr/>
          </p:nvSpPr>
          <p:spPr bwMode="auto">
            <a:xfrm>
              <a:off x="6184900" y="1955800"/>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A0</a:t>
              </a:r>
              <a:endParaRPr lang="en-GB" altLang="en-US" sz="1600" b="0" u="none"/>
            </a:p>
          </p:txBody>
        </p:sp>
        <p:sp>
          <p:nvSpPr>
            <p:cNvPr id="57357" name="TextBox 180">
              <a:extLst>
                <a:ext uri="{FF2B5EF4-FFF2-40B4-BE49-F238E27FC236}">
                  <a16:creationId xmlns:a16="http://schemas.microsoft.com/office/drawing/2014/main" id="{B0E3BF55-6948-7ACA-45BD-54EA2D8CA2A7}"/>
                </a:ext>
              </a:extLst>
            </p:cNvPr>
            <p:cNvSpPr txBox="1">
              <a:spLocks noChangeArrowheads="1"/>
            </p:cNvSpPr>
            <p:nvPr/>
          </p:nvSpPr>
          <p:spPr bwMode="auto">
            <a:xfrm>
              <a:off x="6210300" y="2273300"/>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A1</a:t>
              </a:r>
              <a:endParaRPr lang="en-GB" altLang="en-US" sz="1600" b="0" u="none"/>
            </a:p>
          </p:txBody>
        </p:sp>
        <p:sp>
          <p:nvSpPr>
            <p:cNvPr id="57358" name="TextBox 181">
              <a:extLst>
                <a:ext uri="{FF2B5EF4-FFF2-40B4-BE49-F238E27FC236}">
                  <a16:creationId xmlns:a16="http://schemas.microsoft.com/office/drawing/2014/main" id="{06A24335-6B8D-B13B-4773-A8881AFF042D}"/>
                </a:ext>
              </a:extLst>
            </p:cNvPr>
            <p:cNvSpPr txBox="1">
              <a:spLocks noChangeArrowheads="1"/>
            </p:cNvSpPr>
            <p:nvPr/>
          </p:nvSpPr>
          <p:spPr bwMode="auto">
            <a:xfrm>
              <a:off x="6235700" y="2578100"/>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A2</a:t>
              </a:r>
              <a:endParaRPr lang="en-GB" altLang="en-US" sz="1600" b="0" u="none"/>
            </a:p>
          </p:txBody>
        </p:sp>
        <p:cxnSp>
          <p:nvCxnSpPr>
            <p:cNvPr id="57359" name="Straight Connector 182">
              <a:extLst>
                <a:ext uri="{FF2B5EF4-FFF2-40B4-BE49-F238E27FC236}">
                  <a16:creationId xmlns:a16="http://schemas.microsoft.com/office/drawing/2014/main" id="{1BF5E1BC-7BC0-E509-6866-8908CFB6B945}"/>
                </a:ext>
              </a:extLst>
            </p:cNvPr>
            <p:cNvCxnSpPr>
              <a:cxnSpLocks noChangeShapeType="1"/>
            </p:cNvCxnSpPr>
            <p:nvPr/>
          </p:nvCxnSpPr>
          <p:spPr bwMode="auto">
            <a:xfrm>
              <a:off x="7823200" y="2413000"/>
              <a:ext cx="3810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7360" name="TextBox 186">
              <a:extLst>
                <a:ext uri="{FF2B5EF4-FFF2-40B4-BE49-F238E27FC236}">
                  <a16:creationId xmlns:a16="http://schemas.microsoft.com/office/drawing/2014/main" id="{3C0E634C-D5D7-2DCC-7CB7-7F191E04191A}"/>
                </a:ext>
              </a:extLst>
            </p:cNvPr>
            <p:cNvSpPr txBox="1">
              <a:spLocks noChangeArrowheads="1"/>
            </p:cNvSpPr>
            <p:nvPr/>
          </p:nvSpPr>
          <p:spPr bwMode="auto">
            <a:xfrm>
              <a:off x="6934200" y="1981200"/>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A0</a:t>
              </a:r>
              <a:endParaRPr lang="en-GB" altLang="en-US" sz="1600" b="0" u="none"/>
            </a:p>
          </p:txBody>
        </p:sp>
        <p:sp>
          <p:nvSpPr>
            <p:cNvPr id="57361" name="TextBox 187">
              <a:extLst>
                <a:ext uri="{FF2B5EF4-FFF2-40B4-BE49-F238E27FC236}">
                  <a16:creationId xmlns:a16="http://schemas.microsoft.com/office/drawing/2014/main" id="{AA299F42-B84F-2927-1A16-904AA3BFEBF2}"/>
                </a:ext>
              </a:extLst>
            </p:cNvPr>
            <p:cNvSpPr txBox="1">
              <a:spLocks noChangeArrowheads="1"/>
            </p:cNvSpPr>
            <p:nvPr/>
          </p:nvSpPr>
          <p:spPr bwMode="auto">
            <a:xfrm>
              <a:off x="6934200" y="2209800"/>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A1</a:t>
              </a:r>
              <a:endParaRPr lang="en-GB" altLang="en-US" sz="1600" b="0" u="none"/>
            </a:p>
          </p:txBody>
        </p:sp>
        <p:sp>
          <p:nvSpPr>
            <p:cNvPr id="57362" name="TextBox 188">
              <a:extLst>
                <a:ext uri="{FF2B5EF4-FFF2-40B4-BE49-F238E27FC236}">
                  <a16:creationId xmlns:a16="http://schemas.microsoft.com/office/drawing/2014/main" id="{442EBCA5-787A-245B-9020-829189952A76}"/>
                </a:ext>
              </a:extLst>
            </p:cNvPr>
            <p:cNvSpPr txBox="1">
              <a:spLocks noChangeArrowheads="1"/>
            </p:cNvSpPr>
            <p:nvPr/>
          </p:nvSpPr>
          <p:spPr bwMode="auto">
            <a:xfrm>
              <a:off x="6934200" y="2514600"/>
              <a:ext cx="53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A2</a:t>
              </a:r>
              <a:endParaRPr lang="en-GB" altLang="en-US" sz="1600" b="0" u="none"/>
            </a:p>
          </p:txBody>
        </p:sp>
      </p:grpSp>
      <p:sp>
        <p:nvSpPr>
          <p:cNvPr id="57350" name="TextBox 183">
            <a:extLst>
              <a:ext uri="{FF2B5EF4-FFF2-40B4-BE49-F238E27FC236}">
                <a16:creationId xmlns:a16="http://schemas.microsoft.com/office/drawing/2014/main" id="{0C115BB4-1BBD-4180-7083-9867B81EA19A}"/>
              </a:ext>
            </a:extLst>
          </p:cNvPr>
          <p:cNvSpPr txBox="1">
            <a:spLocks noChangeArrowheads="1"/>
          </p:cNvSpPr>
          <p:nvPr/>
        </p:nvSpPr>
        <p:spPr bwMode="auto">
          <a:xfrm>
            <a:off x="9677400" y="2209800"/>
            <a:ext cx="533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Y</a:t>
            </a:r>
            <a:endParaRPr lang="en-GB" altLang="en-US" sz="1600" b="0" u="none"/>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a:extLst>
              <a:ext uri="{FF2B5EF4-FFF2-40B4-BE49-F238E27FC236}">
                <a16:creationId xmlns:a16="http://schemas.microsoft.com/office/drawing/2014/main" id="{8BF2064B-F07C-F8CE-28B0-54A758559427}"/>
              </a:ext>
            </a:extLst>
          </p:cNvPr>
          <p:cNvSpPr>
            <a:spLocks noGrp="1" noChangeArrowheads="1"/>
          </p:cNvSpPr>
          <p:nvPr>
            <p:ph type="title"/>
          </p:nvPr>
        </p:nvSpPr>
        <p:spPr/>
        <p:txBody>
          <a:bodyPr/>
          <a:lstStyle/>
          <a:p>
            <a:r>
              <a:rPr lang="en-US" altLang="en-US"/>
              <a:t>Programmable Multiplexers</a:t>
            </a:r>
            <a:endParaRPr lang="ru-RU" altLang="en-US"/>
          </a:p>
        </p:txBody>
      </p:sp>
      <p:sp>
        <p:nvSpPr>
          <p:cNvPr id="58371" name="Content Placeholder 24">
            <a:extLst>
              <a:ext uri="{FF2B5EF4-FFF2-40B4-BE49-F238E27FC236}">
                <a16:creationId xmlns:a16="http://schemas.microsoft.com/office/drawing/2014/main" id="{AE7BB43D-2390-C13E-5BFA-5E79F5C2477F}"/>
              </a:ext>
            </a:extLst>
          </p:cNvPr>
          <p:cNvSpPr>
            <a:spLocks noGrp="1" noChangeArrowheads="1"/>
          </p:cNvSpPr>
          <p:nvPr>
            <p:ph type="body" sz="quarter" idx="10"/>
          </p:nvPr>
        </p:nvSpPr>
        <p:spPr/>
        <p:txBody>
          <a:bodyPr/>
          <a:lstStyle/>
          <a:p>
            <a:r>
              <a:rPr lang="en-US" altLang="en-US"/>
              <a:t>Multiplexers can operate as universal logical modules:</a:t>
            </a:r>
          </a:p>
          <a:p>
            <a:r>
              <a:rPr lang="en-US" altLang="en-US"/>
              <a:t>Address inputs – function variables</a:t>
            </a:r>
          </a:p>
          <a:p>
            <a:r>
              <a:rPr lang="en-US" altLang="en-US"/>
              <a:t>Information inputs – adjustment signals </a:t>
            </a:r>
          </a:p>
          <a:p>
            <a:endParaRPr lang="en-US" altLang="en-US"/>
          </a:p>
        </p:txBody>
      </p:sp>
      <p:grpSp>
        <p:nvGrpSpPr>
          <p:cNvPr id="58372" name="Group 30">
            <a:extLst>
              <a:ext uri="{FF2B5EF4-FFF2-40B4-BE49-F238E27FC236}">
                <a16:creationId xmlns:a16="http://schemas.microsoft.com/office/drawing/2014/main" id="{EB88429C-6CCE-7CA0-523A-C074FAE5CC50}"/>
              </a:ext>
            </a:extLst>
          </p:cNvPr>
          <p:cNvGrpSpPr>
            <a:grpSpLocks/>
          </p:cNvGrpSpPr>
          <p:nvPr/>
        </p:nvGrpSpPr>
        <p:grpSpPr bwMode="auto">
          <a:xfrm>
            <a:off x="5943600" y="1769156"/>
            <a:ext cx="2058988" cy="4024313"/>
            <a:chOff x="496888" y="1484313"/>
            <a:chExt cx="2058987" cy="4024312"/>
          </a:xfrm>
        </p:grpSpPr>
        <p:grpSp>
          <p:nvGrpSpPr>
            <p:cNvPr id="58373" name="Group 28">
              <a:extLst>
                <a:ext uri="{FF2B5EF4-FFF2-40B4-BE49-F238E27FC236}">
                  <a16:creationId xmlns:a16="http://schemas.microsoft.com/office/drawing/2014/main" id="{4B36B50B-B727-1AEB-1C3A-880304077797}"/>
                </a:ext>
              </a:extLst>
            </p:cNvPr>
            <p:cNvGrpSpPr>
              <a:grpSpLocks/>
            </p:cNvGrpSpPr>
            <p:nvPr/>
          </p:nvGrpSpPr>
          <p:grpSpPr bwMode="auto">
            <a:xfrm>
              <a:off x="1219200" y="1484313"/>
              <a:ext cx="1284287" cy="1450975"/>
              <a:chOff x="1258888" y="1484313"/>
              <a:chExt cx="1284287" cy="1450975"/>
            </a:xfrm>
          </p:grpSpPr>
          <p:sp>
            <p:nvSpPr>
              <p:cNvPr id="54290" name="AutoShape 6">
                <a:extLst>
                  <a:ext uri="{FF2B5EF4-FFF2-40B4-BE49-F238E27FC236}">
                    <a16:creationId xmlns:a16="http://schemas.microsoft.com/office/drawing/2014/main" id="{FEC516AB-38F1-4BA7-98C9-26F9DC0EB730}"/>
                  </a:ext>
                </a:extLst>
              </p:cNvPr>
              <p:cNvSpPr>
                <a:spLocks noChangeArrowheads="1"/>
              </p:cNvSpPr>
              <p:nvPr/>
            </p:nvSpPr>
            <p:spPr bwMode="auto">
              <a:xfrm rot="-5400000">
                <a:off x="1260475" y="1846263"/>
                <a:ext cx="1296988" cy="57308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494 w 21600"/>
                  <a:gd name="T13" fmla="*/ 4488 h 21600"/>
                  <a:gd name="T14" fmla="*/ 17106 w 21600"/>
                  <a:gd name="T15" fmla="*/ 1711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5400">
                <a:solidFill>
                  <a:srgbClr val="000000"/>
                </a:solidFill>
                <a:miter lim="800000"/>
                <a:headEnd/>
                <a:tailEnd/>
              </a:ln>
            </p:spPr>
            <p:txBody>
              <a:bodyPr rot="10800000"/>
              <a:lstStyle/>
              <a:p>
                <a:pPr eaLnBrk="1" hangingPunct="1">
                  <a:defRPr/>
                </a:pPr>
                <a:endParaRPr lang="en-US">
                  <a:latin typeface="Arial" charset="0"/>
                  <a:cs typeface="Arial" charset="0"/>
                </a:endParaRPr>
              </a:p>
            </p:txBody>
          </p:sp>
          <p:sp>
            <p:nvSpPr>
              <p:cNvPr id="54291" name="Text Box 7">
                <a:extLst>
                  <a:ext uri="{FF2B5EF4-FFF2-40B4-BE49-F238E27FC236}">
                    <a16:creationId xmlns:a16="http://schemas.microsoft.com/office/drawing/2014/main" id="{EC72BE63-4302-48B7-ABDA-67C11B438862}"/>
                  </a:ext>
                </a:extLst>
              </p:cNvPr>
              <p:cNvSpPr txBox="1">
                <a:spLocks noChangeArrowheads="1"/>
              </p:cNvSpPr>
              <p:nvPr/>
            </p:nvSpPr>
            <p:spPr bwMode="auto">
              <a:xfrm>
                <a:off x="1654176" y="1630363"/>
                <a:ext cx="534988" cy="1304925"/>
              </a:xfrm>
              <a:prstGeom prst="rect">
                <a:avLst/>
              </a:prstGeom>
              <a:noFill/>
              <a:ln w="25400">
                <a:noFill/>
                <a:miter lim="800000"/>
                <a:headEnd/>
                <a:tailEnd/>
              </a:ln>
            </p:spPr>
            <p:txBody>
              <a:bodyPr/>
              <a:lstStyle/>
              <a:p>
                <a:pPr eaLnBrk="1" hangingPunct="1">
                  <a:defRPr/>
                </a:pPr>
                <a:r>
                  <a:rPr lang="en-US" sz="1400" dirty="0">
                    <a:latin typeface="+mj-lt"/>
                    <a:cs typeface="Arial" charset="0"/>
                  </a:rPr>
                  <a:t>00</a:t>
                </a:r>
              </a:p>
              <a:p>
                <a:pPr eaLnBrk="1" hangingPunct="1">
                  <a:defRPr/>
                </a:pPr>
                <a:r>
                  <a:rPr lang="ru-RU" sz="1400" dirty="0">
                    <a:latin typeface="+mj-lt"/>
                    <a:cs typeface="Arial" charset="0"/>
                  </a:rPr>
                  <a:t>01</a:t>
                </a:r>
              </a:p>
              <a:p>
                <a:pPr eaLnBrk="1" hangingPunct="1">
                  <a:defRPr/>
                </a:pPr>
                <a:r>
                  <a:rPr lang="ru-RU" sz="1400" dirty="0">
                    <a:latin typeface="+mj-lt"/>
                    <a:cs typeface="Arial" charset="0"/>
                  </a:rPr>
                  <a:t>10</a:t>
                </a:r>
              </a:p>
              <a:p>
                <a:pPr eaLnBrk="1" hangingPunct="1">
                  <a:defRPr/>
                </a:pPr>
                <a:r>
                  <a:rPr lang="ru-RU" sz="1400" dirty="0">
                    <a:latin typeface="+mj-lt"/>
                    <a:cs typeface="Arial" charset="0"/>
                  </a:rPr>
                  <a:t>11</a:t>
                </a:r>
              </a:p>
            </p:txBody>
          </p:sp>
          <p:sp>
            <p:nvSpPr>
              <p:cNvPr id="58388" name="Line 8">
                <a:extLst>
                  <a:ext uri="{FF2B5EF4-FFF2-40B4-BE49-F238E27FC236}">
                    <a16:creationId xmlns:a16="http://schemas.microsoft.com/office/drawing/2014/main" id="{FFCC8F8B-0FBC-8541-02CB-AFF4443783EF}"/>
                  </a:ext>
                </a:extLst>
              </p:cNvPr>
              <p:cNvSpPr>
                <a:spLocks noChangeShapeType="1"/>
              </p:cNvSpPr>
              <p:nvPr/>
            </p:nvSpPr>
            <p:spPr bwMode="auto">
              <a:xfrm>
                <a:off x="1271588" y="1806575"/>
                <a:ext cx="3571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9" name="Line 9">
                <a:extLst>
                  <a:ext uri="{FF2B5EF4-FFF2-40B4-BE49-F238E27FC236}">
                    <a16:creationId xmlns:a16="http://schemas.microsoft.com/office/drawing/2014/main" id="{A740CB19-4AD6-BEE6-A243-491C3B070403}"/>
                  </a:ext>
                </a:extLst>
              </p:cNvPr>
              <p:cNvSpPr>
                <a:spLocks noChangeShapeType="1"/>
              </p:cNvSpPr>
              <p:nvPr/>
            </p:nvSpPr>
            <p:spPr bwMode="auto">
              <a:xfrm>
                <a:off x="1265238" y="1993900"/>
                <a:ext cx="3571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90" name="Line 10">
                <a:extLst>
                  <a:ext uri="{FF2B5EF4-FFF2-40B4-BE49-F238E27FC236}">
                    <a16:creationId xmlns:a16="http://schemas.microsoft.com/office/drawing/2014/main" id="{388157AF-76A9-7657-AC37-277F07CAEB25}"/>
                  </a:ext>
                </a:extLst>
              </p:cNvPr>
              <p:cNvSpPr>
                <a:spLocks noChangeShapeType="1"/>
              </p:cNvSpPr>
              <p:nvPr/>
            </p:nvSpPr>
            <p:spPr bwMode="auto">
              <a:xfrm>
                <a:off x="1258888" y="2206625"/>
                <a:ext cx="3571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91" name="Line 11">
                <a:extLst>
                  <a:ext uri="{FF2B5EF4-FFF2-40B4-BE49-F238E27FC236}">
                    <a16:creationId xmlns:a16="http://schemas.microsoft.com/office/drawing/2014/main" id="{5119BA8D-4D48-47BB-7A0A-741D998E9280}"/>
                  </a:ext>
                </a:extLst>
              </p:cNvPr>
              <p:cNvSpPr>
                <a:spLocks noChangeShapeType="1"/>
              </p:cNvSpPr>
              <p:nvPr/>
            </p:nvSpPr>
            <p:spPr bwMode="auto">
              <a:xfrm>
                <a:off x="1268413" y="2422525"/>
                <a:ext cx="3571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92" name="Line 12">
                <a:extLst>
                  <a:ext uri="{FF2B5EF4-FFF2-40B4-BE49-F238E27FC236}">
                    <a16:creationId xmlns:a16="http://schemas.microsoft.com/office/drawing/2014/main" id="{A4B15106-6336-4364-B302-49EA7754A305}"/>
                  </a:ext>
                </a:extLst>
              </p:cNvPr>
              <p:cNvSpPr>
                <a:spLocks noChangeShapeType="1"/>
              </p:cNvSpPr>
              <p:nvPr/>
            </p:nvSpPr>
            <p:spPr bwMode="auto">
              <a:xfrm>
                <a:off x="2185988" y="2120900"/>
                <a:ext cx="3571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93" name="Line 13">
                <a:extLst>
                  <a:ext uri="{FF2B5EF4-FFF2-40B4-BE49-F238E27FC236}">
                    <a16:creationId xmlns:a16="http://schemas.microsoft.com/office/drawing/2014/main" id="{AAABA75A-6CE9-FF20-EAE6-5249C34B3C51}"/>
                  </a:ext>
                </a:extLst>
              </p:cNvPr>
              <p:cNvSpPr>
                <a:spLocks noChangeShapeType="1"/>
              </p:cNvSpPr>
              <p:nvPr/>
            </p:nvSpPr>
            <p:spPr bwMode="auto">
              <a:xfrm>
                <a:off x="1914525" y="2595563"/>
                <a:ext cx="0" cy="2333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94" name="Oval 14">
                <a:extLst>
                  <a:ext uri="{FF2B5EF4-FFF2-40B4-BE49-F238E27FC236}">
                    <a16:creationId xmlns:a16="http://schemas.microsoft.com/office/drawing/2014/main" id="{6214A43F-0D20-48F4-29F4-270140B57F84}"/>
                  </a:ext>
                </a:extLst>
              </p:cNvPr>
              <p:cNvSpPr>
                <a:spLocks noChangeArrowheads="1"/>
              </p:cNvSpPr>
              <p:nvPr/>
            </p:nvSpPr>
            <p:spPr bwMode="auto">
              <a:xfrm>
                <a:off x="1839913" y="2798763"/>
                <a:ext cx="142875" cy="130175"/>
              </a:xfrm>
              <a:prstGeom prst="ellipse">
                <a:avLst/>
              </a:prstGeom>
              <a:solidFill>
                <a:schemeClr val="accent1"/>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grpSp>
        <p:grpSp>
          <p:nvGrpSpPr>
            <p:cNvPr id="58374" name="Group 29">
              <a:extLst>
                <a:ext uri="{FF2B5EF4-FFF2-40B4-BE49-F238E27FC236}">
                  <a16:creationId xmlns:a16="http://schemas.microsoft.com/office/drawing/2014/main" id="{94ADB6FC-2C26-BB6A-003A-4B12BE0E478B}"/>
                </a:ext>
              </a:extLst>
            </p:cNvPr>
            <p:cNvGrpSpPr>
              <a:grpSpLocks/>
            </p:cNvGrpSpPr>
            <p:nvPr/>
          </p:nvGrpSpPr>
          <p:grpSpPr bwMode="auto">
            <a:xfrm>
              <a:off x="496888" y="3276600"/>
              <a:ext cx="2058987" cy="2232025"/>
              <a:chOff x="496888" y="3860800"/>
              <a:chExt cx="2058987" cy="2232025"/>
            </a:xfrm>
          </p:grpSpPr>
          <p:sp>
            <p:nvSpPr>
              <p:cNvPr id="54279" name="AutoShape 18">
                <a:extLst>
                  <a:ext uri="{FF2B5EF4-FFF2-40B4-BE49-F238E27FC236}">
                    <a16:creationId xmlns:a16="http://schemas.microsoft.com/office/drawing/2014/main" id="{7988261D-0DE5-4956-A891-CA5601DA47C8}"/>
                  </a:ext>
                </a:extLst>
              </p:cNvPr>
              <p:cNvSpPr>
                <a:spLocks noChangeArrowheads="1"/>
              </p:cNvSpPr>
              <p:nvPr/>
            </p:nvSpPr>
            <p:spPr bwMode="auto">
              <a:xfrm rot="-5400000">
                <a:off x="1041401" y="4392613"/>
                <a:ext cx="1671636" cy="608013"/>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492 w 21600"/>
                  <a:gd name="T13" fmla="*/ 4512 h 21600"/>
                  <a:gd name="T14" fmla="*/ 17108 w 21600"/>
                  <a:gd name="T15" fmla="*/ 17088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5400">
                <a:solidFill>
                  <a:srgbClr val="000000"/>
                </a:solidFill>
                <a:miter lim="800000"/>
                <a:headEnd/>
                <a:tailEnd/>
              </a:ln>
            </p:spPr>
            <p:txBody>
              <a:bodyPr rot="10800000"/>
              <a:lstStyle/>
              <a:p>
                <a:pPr eaLnBrk="1" hangingPunct="1">
                  <a:defRPr/>
                </a:pPr>
                <a:endParaRPr lang="en-US">
                  <a:latin typeface="Arial" charset="0"/>
                  <a:cs typeface="Arial" charset="0"/>
                </a:endParaRPr>
              </a:p>
            </p:txBody>
          </p:sp>
          <p:sp>
            <p:nvSpPr>
              <p:cNvPr id="58376" name="Text Box 19">
                <a:extLst>
                  <a:ext uri="{FF2B5EF4-FFF2-40B4-BE49-F238E27FC236}">
                    <a16:creationId xmlns:a16="http://schemas.microsoft.com/office/drawing/2014/main" id="{D1909E89-56ED-C50C-37C4-146009D5E72E}"/>
                  </a:ext>
                </a:extLst>
              </p:cNvPr>
              <p:cNvSpPr txBox="1">
                <a:spLocks noChangeArrowheads="1"/>
              </p:cNvSpPr>
              <p:nvPr/>
            </p:nvSpPr>
            <p:spPr bwMode="auto">
              <a:xfrm>
                <a:off x="1568450" y="4071938"/>
                <a:ext cx="455613"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I0</a:t>
                </a:r>
              </a:p>
              <a:p>
                <a:pPr eaLnBrk="1" hangingPunct="1"/>
                <a:r>
                  <a:rPr lang="ru-RU" altLang="en-US" sz="1600" b="0" u="none"/>
                  <a:t>I1</a:t>
                </a:r>
              </a:p>
              <a:p>
                <a:pPr eaLnBrk="1" hangingPunct="1"/>
                <a:r>
                  <a:rPr lang="ru-RU" altLang="en-US" sz="1600" b="0" u="none"/>
                  <a:t>I2</a:t>
                </a:r>
              </a:p>
              <a:p>
                <a:pPr eaLnBrk="1" hangingPunct="1"/>
                <a:r>
                  <a:rPr lang="ru-RU" altLang="en-US" sz="1600" b="0" u="none"/>
                  <a:t>I3</a:t>
                </a:r>
              </a:p>
            </p:txBody>
          </p:sp>
          <p:sp>
            <p:nvSpPr>
              <p:cNvPr id="58377" name="Line 20">
                <a:extLst>
                  <a:ext uri="{FF2B5EF4-FFF2-40B4-BE49-F238E27FC236}">
                    <a16:creationId xmlns:a16="http://schemas.microsoft.com/office/drawing/2014/main" id="{13968AD9-9F6D-6AAD-F1F8-0F2EE454D6F5}"/>
                  </a:ext>
                </a:extLst>
              </p:cNvPr>
              <p:cNvSpPr>
                <a:spLocks noChangeShapeType="1"/>
              </p:cNvSpPr>
              <p:nvPr/>
            </p:nvSpPr>
            <p:spPr bwMode="auto">
              <a:xfrm>
                <a:off x="1271588" y="4233863"/>
                <a:ext cx="3032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78" name="Line 21">
                <a:extLst>
                  <a:ext uri="{FF2B5EF4-FFF2-40B4-BE49-F238E27FC236}">
                    <a16:creationId xmlns:a16="http://schemas.microsoft.com/office/drawing/2014/main" id="{FD3596A0-1A24-F7A9-8AA8-72CDC3A96759}"/>
                  </a:ext>
                </a:extLst>
              </p:cNvPr>
              <p:cNvSpPr>
                <a:spLocks noChangeShapeType="1"/>
              </p:cNvSpPr>
              <p:nvPr/>
            </p:nvSpPr>
            <p:spPr bwMode="auto">
              <a:xfrm>
                <a:off x="1266825" y="4452938"/>
                <a:ext cx="3032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79" name="Line 22">
                <a:extLst>
                  <a:ext uri="{FF2B5EF4-FFF2-40B4-BE49-F238E27FC236}">
                    <a16:creationId xmlns:a16="http://schemas.microsoft.com/office/drawing/2014/main" id="{C47A00DE-6043-6C65-C503-5DA76FAE0DDD}"/>
                  </a:ext>
                </a:extLst>
              </p:cNvPr>
              <p:cNvSpPr>
                <a:spLocks noChangeShapeType="1"/>
              </p:cNvSpPr>
              <p:nvPr/>
            </p:nvSpPr>
            <p:spPr bwMode="auto">
              <a:xfrm>
                <a:off x="1260475" y="4675188"/>
                <a:ext cx="3032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0" name="Line 23">
                <a:extLst>
                  <a:ext uri="{FF2B5EF4-FFF2-40B4-BE49-F238E27FC236}">
                    <a16:creationId xmlns:a16="http://schemas.microsoft.com/office/drawing/2014/main" id="{4EF61CCE-B1D9-A0DA-9EBD-D931CA843DCB}"/>
                  </a:ext>
                </a:extLst>
              </p:cNvPr>
              <p:cNvSpPr>
                <a:spLocks noChangeShapeType="1"/>
              </p:cNvSpPr>
              <p:nvPr/>
            </p:nvSpPr>
            <p:spPr bwMode="auto">
              <a:xfrm>
                <a:off x="1268413" y="4913313"/>
                <a:ext cx="3032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1" name="Line 24">
                <a:extLst>
                  <a:ext uri="{FF2B5EF4-FFF2-40B4-BE49-F238E27FC236}">
                    <a16:creationId xmlns:a16="http://schemas.microsoft.com/office/drawing/2014/main" id="{89E6AFD5-B7F2-EB83-AD5D-48F171F14120}"/>
                  </a:ext>
                </a:extLst>
              </p:cNvPr>
              <p:cNvSpPr>
                <a:spLocks noChangeShapeType="1"/>
              </p:cNvSpPr>
              <p:nvPr/>
            </p:nvSpPr>
            <p:spPr bwMode="auto">
              <a:xfrm>
                <a:off x="2181225" y="4679950"/>
                <a:ext cx="3032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2" name="Line 25">
                <a:extLst>
                  <a:ext uri="{FF2B5EF4-FFF2-40B4-BE49-F238E27FC236}">
                    <a16:creationId xmlns:a16="http://schemas.microsoft.com/office/drawing/2014/main" id="{C1F345FF-0890-06CB-FE28-90316CF0904A}"/>
                  </a:ext>
                </a:extLst>
              </p:cNvPr>
              <p:cNvSpPr>
                <a:spLocks noChangeShapeType="1"/>
              </p:cNvSpPr>
              <p:nvPr/>
            </p:nvSpPr>
            <p:spPr bwMode="auto">
              <a:xfrm>
                <a:off x="1763713" y="5407025"/>
                <a:ext cx="0" cy="2921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3" name="Line 26">
                <a:extLst>
                  <a:ext uri="{FF2B5EF4-FFF2-40B4-BE49-F238E27FC236}">
                    <a16:creationId xmlns:a16="http://schemas.microsoft.com/office/drawing/2014/main" id="{12146E81-0A07-8CE0-9952-E3EA7E55A194}"/>
                  </a:ext>
                </a:extLst>
              </p:cNvPr>
              <p:cNvSpPr>
                <a:spLocks noChangeShapeType="1"/>
              </p:cNvSpPr>
              <p:nvPr/>
            </p:nvSpPr>
            <p:spPr bwMode="auto">
              <a:xfrm>
                <a:off x="1998663" y="5251450"/>
                <a:ext cx="0" cy="4540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84" name="Text Box 27">
                <a:extLst>
                  <a:ext uri="{FF2B5EF4-FFF2-40B4-BE49-F238E27FC236}">
                    <a16:creationId xmlns:a16="http://schemas.microsoft.com/office/drawing/2014/main" id="{29EEC385-4864-04C5-EEC4-5D0321114D8C}"/>
                  </a:ext>
                </a:extLst>
              </p:cNvPr>
              <p:cNvSpPr txBox="1">
                <a:spLocks noChangeArrowheads="1"/>
              </p:cNvSpPr>
              <p:nvPr/>
            </p:nvSpPr>
            <p:spPr bwMode="auto">
              <a:xfrm>
                <a:off x="1589088" y="5602288"/>
                <a:ext cx="966787"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600" b="0" u="none"/>
                  <a:t>x</a:t>
                </a:r>
                <a:r>
                  <a:rPr lang="ru-RU" altLang="en-US" sz="1600" b="0" u="none" baseline="-25000"/>
                  <a:t>1   </a:t>
                </a:r>
                <a:r>
                  <a:rPr lang="ru-RU" altLang="en-US" sz="1600" b="0" u="none"/>
                  <a:t>x</a:t>
                </a:r>
                <a:r>
                  <a:rPr lang="ru-RU" altLang="en-US" sz="1600" b="0" u="none" baseline="-25000"/>
                  <a:t>0</a:t>
                </a:r>
                <a:endParaRPr lang="ru-RU" altLang="en-US" sz="1600" b="0" u="none"/>
              </a:p>
            </p:txBody>
          </p:sp>
          <p:sp>
            <p:nvSpPr>
              <p:cNvPr id="58385" name="Text Box 28">
                <a:extLst>
                  <a:ext uri="{FF2B5EF4-FFF2-40B4-BE49-F238E27FC236}">
                    <a16:creationId xmlns:a16="http://schemas.microsoft.com/office/drawing/2014/main" id="{8EC2BBE2-814A-B272-095A-D7AD277FC5FB}"/>
                  </a:ext>
                </a:extLst>
              </p:cNvPr>
              <p:cNvSpPr txBox="1">
                <a:spLocks noChangeArrowheads="1"/>
              </p:cNvSpPr>
              <p:nvPr/>
            </p:nvSpPr>
            <p:spPr bwMode="auto">
              <a:xfrm>
                <a:off x="496888" y="4049713"/>
                <a:ext cx="733425" cy="142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600" b="0" u="none"/>
                  <a:t>f (00)</a:t>
                </a:r>
              </a:p>
              <a:p>
                <a:pPr eaLnBrk="1" hangingPunct="1"/>
                <a:r>
                  <a:rPr lang="ru-RU" altLang="en-US" sz="1600" b="0" u="none"/>
                  <a:t>f (01)</a:t>
                </a:r>
              </a:p>
              <a:p>
                <a:pPr eaLnBrk="1" hangingPunct="1"/>
                <a:r>
                  <a:rPr lang="ru-RU" altLang="en-US" sz="1600" b="0" u="none"/>
                  <a:t>f (10)</a:t>
                </a:r>
              </a:p>
              <a:p>
                <a:pPr eaLnBrk="1" hangingPunct="1"/>
                <a:r>
                  <a:rPr lang="ru-RU" altLang="en-US" sz="1600" b="0" u="none"/>
                  <a:t>f (11)</a:t>
                </a:r>
              </a:p>
            </p:txBody>
          </p:sp>
        </p:gr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a:extLst>
              <a:ext uri="{FF2B5EF4-FFF2-40B4-BE49-F238E27FC236}">
                <a16:creationId xmlns:a16="http://schemas.microsoft.com/office/drawing/2014/main" id="{2883D2C6-20DE-DD7F-6774-002F5930FEA7}"/>
              </a:ext>
            </a:extLst>
          </p:cNvPr>
          <p:cNvSpPr>
            <a:spLocks noGrp="1" noChangeArrowheads="1"/>
          </p:cNvSpPr>
          <p:nvPr>
            <p:ph type="title"/>
          </p:nvPr>
        </p:nvSpPr>
        <p:spPr>
          <a:xfrm>
            <a:off x="0" y="183401"/>
            <a:ext cx="11612880" cy="704088"/>
          </a:xfrm>
        </p:spPr>
        <p:txBody>
          <a:bodyPr/>
          <a:lstStyle/>
          <a:p>
            <a:r>
              <a:rPr lang="en-US" altLang="en-US"/>
              <a:t>CLB</a:t>
            </a:r>
            <a:endParaRPr lang="ru-RU" altLang="en-US"/>
          </a:p>
        </p:txBody>
      </p:sp>
      <p:grpSp>
        <p:nvGrpSpPr>
          <p:cNvPr id="59395" name="Group 179">
            <a:extLst>
              <a:ext uri="{FF2B5EF4-FFF2-40B4-BE49-F238E27FC236}">
                <a16:creationId xmlns:a16="http://schemas.microsoft.com/office/drawing/2014/main" id="{5F041D90-68A2-6946-C6FE-07C84E024A30}"/>
              </a:ext>
            </a:extLst>
          </p:cNvPr>
          <p:cNvGrpSpPr>
            <a:grpSpLocks/>
          </p:cNvGrpSpPr>
          <p:nvPr/>
        </p:nvGrpSpPr>
        <p:grpSpPr bwMode="auto">
          <a:xfrm>
            <a:off x="2667000" y="1219200"/>
            <a:ext cx="7048500" cy="4267200"/>
            <a:chOff x="1143000" y="1219200"/>
            <a:chExt cx="7048500" cy="4267819"/>
          </a:xfrm>
        </p:grpSpPr>
        <p:sp>
          <p:nvSpPr>
            <p:cNvPr id="56324" name="Text Box 153">
              <a:extLst>
                <a:ext uri="{FF2B5EF4-FFF2-40B4-BE49-F238E27FC236}">
                  <a16:creationId xmlns:a16="http://schemas.microsoft.com/office/drawing/2014/main" id="{66286239-E817-4B2B-B7FA-E940CE948D74}"/>
                </a:ext>
              </a:extLst>
            </p:cNvPr>
            <p:cNvSpPr txBox="1">
              <a:spLocks noChangeArrowheads="1"/>
            </p:cNvSpPr>
            <p:nvPr/>
          </p:nvSpPr>
          <p:spPr bwMode="auto">
            <a:xfrm>
              <a:off x="7713663" y="3386452"/>
              <a:ext cx="477837" cy="249273"/>
            </a:xfrm>
            <a:prstGeom prst="rect">
              <a:avLst/>
            </a:prstGeom>
            <a:noFill/>
            <a:ln w="9525">
              <a:noFill/>
              <a:miter lim="800000"/>
              <a:headEnd/>
              <a:tailEnd/>
            </a:ln>
          </p:spPr>
          <p:txBody>
            <a:bodyPr/>
            <a:lstStyle/>
            <a:p>
              <a:pPr eaLnBrk="1" hangingPunct="1">
                <a:defRPr/>
              </a:pPr>
              <a:r>
                <a:rPr lang="en-US" sz="1100">
                  <a:latin typeface="+mj-lt"/>
                </a:rPr>
                <a:t>Y</a:t>
              </a:r>
              <a:endParaRPr lang="ru-RU" sz="1100">
                <a:latin typeface="+mj-lt"/>
              </a:endParaRPr>
            </a:p>
          </p:txBody>
        </p:sp>
        <p:sp>
          <p:nvSpPr>
            <p:cNvPr id="56325" name="Text Box 154">
              <a:extLst>
                <a:ext uri="{FF2B5EF4-FFF2-40B4-BE49-F238E27FC236}">
                  <a16:creationId xmlns:a16="http://schemas.microsoft.com/office/drawing/2014/main" id="{74798FD0-CAFB-4BFD-B9C3-6C7213AD7411}"/>
                </a:ext>
              </a:extLst>
            </p:cNvPr>
            <p:cNvSpPr txBox="1">
              <a:spLocks noChangeArrowheads="1"/>
            </p:cNvSpPr>
            <p:nvPr/>
          </p:nvSpPr>
          <p:spPr bwMode="auto">
            <a:xfrm>
              <a:off x="7670800" y="4099343"/>
              <a:ext cx="482600" cy="244510"/>
            </a:xfrm>
            <a:prstGeom prst="rect">
              <a:avLst/>
            </a:prstGeom>
            <a:noFill/>
            <a:ln w="9525">
              <a:noFill/>
              <a:miter lim="800000"/>
              <a:headEnd/>
              <a:tailEnd/>
            </a:ln>
          </p:spPr>
          <p:txBody>
            <a:bodyPr/>
            <a:lstStyle/>
            <a:p>
              <a:pPr eaLnBrk="1" hangingPunct="1">
                <a:defRPr/>
              </a:pPr>
              <a:r>
                <a:rPr lang="en-US" sz="1400" dirty="0">
                  <a:latin typeface="+mj-lt"/>
                </a:rPr>
                <a:t>XQ</a:t>
              </a:r>
              <a:endParaRPr lang="ru-RU" sz="1400" dirty="0">
                <a:latin typeface="+mj-lt"/>
              </a:endParaRPr>
            </a:p>
          </p:txBody>
        </p:sp>
        <p:sp>
          <p:nvSpPr>
            <p:cNvPr id="56326" name="Text Box 155">
              <a:extLst>
                <a:ext uri="{FF2B5EF4-FFF2-40B4-BE49-F238E27FC236}">
                  <a16:creationId xmlns:a16="http://schemas.microsoft.com/office/drawing/2014/main" id="{4526367D-0BE1-4FEA-BB72-E60900DCAAB2}"/>
                </a:ext>
              </a:extLst>
            </p:cNvPr>
            <p:cNvSpPr txBox="1">
              <a:spLocks noChangeArrowheads="1"/>
            </p:cNvSpPr>
            <p:nvPr/>
          </p:nvSpPr>
          <p:spPr bwMode="auto">
            <a:xfrm>
              <a:off x="7737475" y="5180588"/>
              <a:ext cx="276225" cy="250861"/>
            </a:xfrm>
            <a:prstGeom prst="rect">
              <a:avLst/>
            </a:prstGeom>
            <a:noFill/>
            <a:ln w="9525">
              <a:noFill/>
              <a:miter lim="800000"/>
              <a:headEnd/>
              <a:tailEnd/>
            </a:ln>
          </p:spPr>
          <p:txBody>
            <a:bodyPr/>
            <a:lstStyle/>
            <a:p>
              <a:pPr eaLnBrk="1" hangingPunct="1">
                <a:defRPr/>
              </a:pPr>
              <a:r>
                <a:rPr lang="en-US" sz="1400">
                  <a:latin typeface="+mj-lt"/>
                </a:rPr>
                <a:t>X</a:t>
              </a:r>
              <a:endParaRPr lang="ru-RU" sz="1400">
                <a:latin typeface="+mj-lt"/>
              </a:endParaRPr>
            </a:p>
          </p:txBody>
        </p:sp>
        <p:sp>
          <p:nvSpPr>
            <p:cNvPr id="56327" name="AutoShape 7">
              <a:extLst>
                <a:ext uri="{FF2B5EF4-FFF2-40B4-BE49-F238E27FC236}">
                  <a16:creationId xmlns:a16="http://schemas.microsoft.com/office/drawing/2014/main" id="{FFFE47D7-85E3-43DE-88B6-CDF64F93A406}"/>
                </a:ext>
              </a:extLst>
            </p:cNvPr>
            <p:cNvSpPr>
              <a:spLocks noChangeArrowheads="1"/>
            </p:cNvSpPr>
            <p:nvPr/>
          </p:nvSpPr>
          <p:spPr bwMode="auto">
            <a:xfrm>
              <a:off x="3011488" y="1468474"/>
              <a:ext cx="342900" cy="171475"/>
            </a:xfrm>
            <a:custGeom>
              <a:avLst/>
              <a:gdLst>
                <a:gd name="T0" fmla="*/ 242 w 21600"/>
                <a:gd name="T1" fmla="*/ 70 h 21600"/>
                <a:gd name="T2" fmla="*/ 138 w 21600"/>
                <a:gd name="T3" fmla="*/ 139 h 21600"/>
                <a:gd name="T4" fmla="*/ 35 w 21600"/>
                <a:gd name="T5" fmla="*/ 70 h 21600"/>
                <a:gd name="T6" fmla="*/ 138 w 21600"/>
                <a:gd name="T7" fmla="*/ 0 h 21600"/>
                <a:gd name="T8" fmla="*/ 0 60000 65536"/>
                <a:gd name="T9" fmla="*/ 0 60000 65536"/>
                <a:gd name="T10" fmla="*/ 0 60000 65536"/>
                <a:gd name="T11" fmla="*/ 0 60000 65536"/>
                <a:gd name="T12" fmla="*/ 4539 w 21600"/>
                <a:gd name="T13" fmla="*/ 4506 h 21600"/>
                <a:gd name="T14" fmla="*/ 17139 w 21600"/>
                <a:gd name="T15" fmla="*/ 1709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328" name="Rectangle 8">
              <a:extLst>
                <a:ext uri="{FF2B5EF4-FFF2-40B4-BE49-F238E27FC236}">
                  <a16:creationId xmlns:a16="http://schemas.microsoft.com/office/drawing/2014/main" id="{0961A982-32FA-401F-A947-1935CB55C1A5}"/>
                </a:ext>
              </a:extLst>
            </p:cNvPr>
            <p:cNvSpPr>
              <a:spLocks noChangeArrowheads="1"/>
            </p:cNvSpPr>
            <p:nvPr/>
          </p:nvSpPr>
          <p:spPr bwMode="auto">
            <a:xfrm>
              <a:off x="1839913" y="2267102"/>
              <a:ext cx="595312" cy="746233"/>
            </a:xfrm>
            <a:prstGeom prst="rect">
              <a:avLst/>
            </a:prstGeom>
            <a:noFill/>
            <a:ln w="19050">
              <a:solidFill>
                <a:srgbClr val="000000"/>
              </a:solidFill>
              <a:miter lim="800000"/>
              <a:headEnd/>
              <a:tailEnd/>
            </a:ln>
          </p:spPr>
          <p:txBody>
            <a:bodyPr/>
            <a:lstStyle/>
            <a:p>
              <a:pPr eaLnBrk="1" hangingPunct="1">
                <a:defRPr/>
              </a:pPr>
              <a:endParaRPr lang="en-US" sz="1100">
                <a:latin typeface="+mj-lt"/>
              </a:endParaRPr>
            </a:p>
            <a:p>
              <a:pPr eaLnBrk="1" hangingPunct="1">
                <a:defRPr/>
              </a:pPr>
              <a:r>
                <a:rPr lang="en-US" sz="1100">
                  <a:latin typeface="+mj-lt"/>
                </a:rPr>
                <a:t>G(G1…G4)</a:t>
              </a:r>
              <a:endParaRPr lang="ru-RU" sz="1100">
                <a:latin typeface="+mj-lt"/>
              </a:endParaRPr>
            </a:p>
          </p:txBody>
        </p:sp>
        <p:sp>
          <p:nvSpPr>
            <p:cNvPr id="56329" name="Line 9">
              <a:extLst>
                <a:ext uri="{FF2B5EF4-FFF2-40B4-BE49-F238E27FC236}">
                  <a16:creationId xmlns:a16="http://schemas.microsoft.com/office/drawing/2014/main" id="{D8E1653D-1DF7-4F36-8D53-F574A6325B58}"/>
                </a:ext>
              </a:extLst>
            </p:cNvPr>
            <p:cNvSpPr>
              <a:spLocks noChangeShapeType="1"/>
            </p:cNvSpPr>
            <p:nvPr/>
          </p:nvSpPr>
          <p:spPr bwMode="auto">
            <a:xfrm>
              <a:off x="1481138" y="2390945"/>
              <a:ext cx="35877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30" name="Line 10">
              <a:extLst>
                <a:ext uri="{FF2B5EF4-FFF2-40B4-BE49-F238E27FC236}">
                  <a16:creationId xmlns:a16="http://schemas.microsoft.com/office/drawing/2014/main" id="{A187A8DB-B7C5-4999-8AED-684C248B5612}"/>
                </a:ext>
              </a:extLst>
            </p:cNvPr>
            <p:cNvSpPr>
              <a:spLocks noChangeShapeType="1"/>
            </p:cNvSpPr>
            <p:nvPr/>
          </p:nvSpPr>
          <p:spPr bwMode="auto">
            <a:xfrm>
              <a:off x="1481138" y="2546543"/>
              <a:ext cx="35877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31" name="Line 11">
              <a:extLst>
                <a:ext uri="{FF2B5EF4-FFF2-40B4-BE49-F238E27FC236}">
                  <a16:creationId xmlns:a16="http://schemas.microsoft.com/office/drawing/2014/main" id="{6ABEDA27-25D1-4857-B632-788674EDBA0B}"/>
                </a:ext>
              </a:extLst>
            </p:cNvPr>
            <p:cNvSpPr>
              <a:spLocks noChangeShapeType="1"/>
            </p:cNvSpPr>
            <p:nvPr/>
          </p:nvSpPr>
          <p:spPr bwMode="auto">
            <a:xfrm>
              <a:off x="1481138" y="2692614"/>
              <a:ext cx="35877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32" name="Line 12">
              <a:extLst>
                <a:ext uri="{FF2B5EF4-FFF2-40B4-BE49-F238E27FC236}">
                  <a16:creationId xmlns:a16="http://schemas.microsoft.com/office/drawing/2014/main" id="{211E0A7B-759A-414A-A053-071F6763451C}"/>
                </a:ext>
              </a:extLst>
            </p:cNvPr>
            <p:cNvSpPr>
              <a:spLocks noChangeShapeType="1"/>
            </p:cNvSpPr>
            <p:nvPr/>
          </p:nvSpPr>
          <p:spPr bwMode="auto">
            <a:xfrm>
              <a:off x="1481138" y="2837098"/>
              <a:ext cx="35877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33" name="Text Box 13">
              <a:extLst>
                <a:ext uri="{FF2B5EF4-FFF2-40B4-BE49-F238E27FC236}">
                  <a16:creationId xmlns:a16="http://schemas.microsoft.com/office/drawing/2014/main" id="{DE016EA9-B479-4C8A-A876-8377B2A11128}"/>
                </a:ext>
              </a:extLst>
            </p:cNvPr>
            <p:cNvSpPr txBox="1">
              <a:spLocks noChangeArrowheads="1"/>
            </p:cNvSpPr>
            <p:nvPr/>
          </p:nvSpPr>
          <p:spPr bwMode="auto">
            <a:xfrm>
              <a:off x="1143000" y="2224234"/>
              <a:ext cx="427038" cy="747820"/>
            </a:xfrm>
            <a:prstGeom prst="rect">
              <a:avLst/>
            </a:prstGeom>
            <a:noFill/>
            <a:ln w="9525">
              <a:noFill/>
              <a:miter lim="800000"/>
              <a:headEnd/>
              <a:tailEnd/>
            </a:ln>
          </p:spPr>
          <p:txBody>
            <a:bodyPr/>
            <a:lstStyle/>
            <a:p>
              <a:pPr eaLnBrk="1" hangingPunct="1">
                <a:defRPr/>
              </a:pPr>
              <a:r>
                <a:rPr lang="en-US" sz="1200">
                  <a:latin typeface="+mj-lt"/>
                </a:rPr>
                <a:t>G4</a:t>
              </a:r>
            </a:p>
            <a:p>
              <a:pPr eaLnBrk="1" hangingPunct="1">
                <a:defRPr/>
              </a:pPr>
              <a:r>
                <a:rPr lang="en-US" sz="1200">
                  <a:latin typeface="+mj-lt"/>
                </a:rPr>
                <a:t>G3</a:t>
              </a:r>
            </a:p>
            <a:p>
              <a:pPr eaLnBrk="1" hangingPunct="1">
                <a:defRPr/>
              </a:pPr>
              <a:r>
                <a:rPr lang="en-US" sz="1200">
                  <a:latin typeface="+mj-lt"/>
                </a:rPr>
                <a:t>G2</a:t>
              </a:r>
            </a:p>
            <a:p>
              <a:pPr eaLnBrk="1" hangingPunct="1">
                <a:defRPr/>
              </a:pPr>
              <a:r>
                <a:rPr lang="en-US" sz="1200">
                  <a:latin typeface="+mj-lt"/>
                </a:rPr>
                <a:t>G1</a:t>
              </a:r>
              <a:endParaRPr lang="ru-RU" sz="1200">
                <a:latin typeface="+mj-lt"/>
              </a:endParaRPr>
            </a:p>
          </p:txBody>
        </p:sp>
        <p:sp>
          <p:nvSpPr>
            <p:cNvPr id="56334" name="Rectangle 14">
              <a:extLst>
                <a:ext uri="{FF2B5EF4-FFF2-40B4-BE49-F238E27FC236}">
                  <a16:creationId xmlns:a16="http://schemas.microsoft.com/office/drawing/2014/main" id="{6D457B94-BBBD-4D21-A22B-F1D39B13D14C}"/>
                </a:ext>
              </a:extLst>
            </p:cNvPr>
            <p:cNvSpPr>
              <a:spLocks noChangeArrowheads="1"/>
            </p:cNvSpPr>
            <p:nvPr/>
          </p:nvSpPr>
          <p:spPr bwMode="auto">
            <a:xfrm>
              <a:off x="1839913" y="3894526"/>
              <a:ext cx="595312" cy="747820"/>
            </a:xfrm>
            <a:prstGeom prst="rect">
              <a:avLst/>
            </a:prstGeom>
            <a:noFill/>
            <a:ln w="19050">
              <a:solidFill>
                <a:srgbClr val="000000"/>
              </a:solidFill>
              <a:miter lim="800000"/>
              <a:headEnd/>
              <a:tailEnd/>
            </a:ln>
          </p:spPr>
          <p:txBody>
            <a:bodyPr/>
            <a:lstStyle/>
            <a:p>
              <a:pPr eaLnBrk="1" hangingPunct="1">
                <a:defRPr/>
              </a:pPr>
              <a:endParaRPr lang="en-US" sz="1100">
                <a:latin typeface="+mj-lt"/>
              </a:endParaRPr>
            </a:p>
            <a:p>
              <a:pPr eaLnBrk="1" hangingPunct="1">
                <a:defRPr/>
              </a:pPr>
              <a:r>
                <a:rPr lang="en-US" sz="1100">
                  <a:latin typeface="+mj-lt"/>
                </a:rPr>
                <a:t>F(F1…F4)</a:t>
              </a:r>
              <a:endParaRPr lang="ru-RU" sz="1100">
                <a:latin typeface="+mj-lt"/>
              </a:endParaRPr>
            </a:p>
          </p:txBody>
        </p:sp>
        <p:sp>
          <p:nvSpPr>
            <p:cNvPr id="56335" name="Line 15">
              <a:extLst>
                <a:ext uri="{FF2B5EF4-FFF2-40B4-BE49-F238E27FC236}">
                  <a16:creationId xmlns:a16="http://schemas.microsoft.com/office/drawing/2014/main" id="{108851D1-39FB-4ECB-99C3-6BC4321E29BA}"/>
                </a:ext>
              </a:extLst>
            </p:cNvPr>
            <p:cNvSpPr>
              <a:spLocks noChangeShapeType="1"/>
            </p:cNvSpPr>
            <p:nvPr/>
          </p:nvSpPr>
          <p:spPr bwMode="auto">
            <a:xfrm>
              <a:off x="1481138" y="4019956"/>
              <a:ext cx="35877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36" name="Line 16">
              <a:extLst>
                <a:ext uri="{FF2B5EF4-FFF2-40B4-BE49-F238E27FC236}">
                  <a16:creationId xmlns:a16="http://schemas.microsoft.com/office/drawing/2014/main" id="{C7D983AF-AA71-4F6E-899F-E6F0A1884F7C}"/>
                </a:ext>
              </a:extLst>
            </p:cNvPr>
            <p:cNvSpPr>
              <a:spLocks noChangeShapeType="1"/>
            </p:cNvSpPr>
            <p:nvPr/>
          </p:nvSpPr>
          <p:spPr bwMode="auto">
            <a:xfrm>
              <a:off x="1481138" y="4175554"/>
              <a:ext cx="35877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37" name="Line 17">
              <a:extLst>
                <a:ext uri="{FF2B5EF4-FFF2-40B4-BE49-F238E27FC236}">
                  <a16:creationId xmlns:a16="http://schemas.microsoft.com/office/drawing/2014/main" id="{BE6AAFE0-5B57-46D9-BC08-978A4B70D291}"/>
                </a:ext>
              </a:extLst>
            </p:cNvPr>
            <p:cNvSpPr>
              <a:spLocks noChangeShapeType="1"/>
            </p:cNvSpPr>
            <p:nvPr/>
          </p:nvSpPr>
          <p:spPr bwMode="auto">
            <a:xfrm>
              <a:off x="1481138" y="4320038"/>
              <a:ext cx="35877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38" name="Line 18">
              <a:extLst>
                <a:ext uri="{FF2B5EF4-FFF2-40B4-BE49-F238E27FC236}">
                  <a16:creationId xmlns:a16="http://schemas.microsoft.com/office/drawing/2014/main" id="{A21A8584-B0F0-46BC-BA56-FCF297169F89}"/>
                </a:ext>
              </a:extLst>
            </p:cNvPr>
            <p:cNvSpPr>
              <a:spLocks noChangeShapeType="1"/>
            </p:cNvSpPr>
            <p:nvPr/>
          </p:nvSpPr>
          <p:spPr bwMode="auto">
            <a:xfrm>
              <a:off x="1481138" y="4464521"/>
              <a:ext cx="35877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39" name="Text Box 19">
              <a:extLst>
                <a:ext uri="{FF2B5EF4-FFF2-40B4-BE49-F238E27FC236}">
                  <a16:creationId xmlns:a16="http://schemas.microsoft.com/office/drawing/2014/main" id="{D13532B0-0DDA-40BC-87AC-7806493CADD4}"/>
                </a:ext>
              </a:extLst>
            </p:cNvPr>
            <p:cNvSpPr txBox="1">
              <a:spLocks noChangeArrowheads="1"/>
            </p:cNvSpPr>
            <p:nvPr/>
          </p:nvSpPr>
          <p:spPr bwMode="auto">
            <a:xfrm>
              <a:off x="1152525" y="3854832"/>
              <a:ext cx="428625" cy="746233"/>
            </a:xfrm>
            <a:prstGeom prst="rect">
              <a:avLst/>
            </a:prstGeom>
            <a:noFill/>
            <a:ln w="9525">
              <a:noFill/>
              <a:miter lim="800000"/>
              <a:headEnd/>
              <a:tailEnd/>
            </a:ln>
          </p:spPr>
          <p:txBody>
            <a:bodyPr/>
            <a:lstStyle/>
            <a:p>
              <a:pPr eaLnBrk="1" hangingPunct="1">
                <a:defRPr/>
              </a:pPr>
              <a:r>
                <a:rPr lang="en-US" sz="1200">
                  <a:latin typeface="+mj-lt"/>
                </a:rPr>
                <a:t>F4</a:t>
              </a:r>
            </a:p>
            <a:p>
              <a:pPr eaLnBrk="1" hangingPunct="1">
                <a:defRPr/>
              </a:pPr>
              <a:r>
                <a:rPr lang="en-US" sz="1200">
                  <a:latin typeface="+mj-lt"/>
                </a:rPr>
                <a:t>F3</a:t>
              </a:r>
            </a:p>
            <a:p>
              <a:pPr eaLnBrk="1" hangingPunct="1">
                <a:defRPr/>
              </a:pPr>
              <a:r>
                <a:rPr lang="en-US" sz="1200">
                  <a:latin typeface="+mj-lt"/>
                </a:rPr>
                <a:t>F2</a:t>
              </a:r>
            </a:p>
            <a:p>
              <a:pPr eaLnBrk="1" hangingPunct="1">
                <a:defRPr/>
              </a:pPr>
              <a:r>
                <a:rPr lang="en-US" sz="1200">
                  <a:latin typeface="+mj-lt"/>
                </a:rPr>
                <a:t>F1</a:t>
              </a:r>
              <a:endParaRPr lang="ru-RU" sz="1200">
                <a:latin typeface="+mj-lt"/>
              </a:endParaRPr>
            </a:p>
          </p:txBody>
        </p:sp>
        <p:sp>
          <p:nvSpPr>
            <p:cNvPr id="56340" name="AutoShape 20">
              <a:extLst>
                <a:ext uri="{FF2B5EF4-FFF2-40B4-BE49-F238E27FC236}">
                  <a16:creationId xmlns:a16="http://schemas.microsoft.com/office/drawing/2014/main" id="{27F97879-99B2-4235-906B-7C13B862D034}"/>
                </a:ext>
              </a:extLst>
            </p:cNvPr>
            <p:cNvSpPr>
              <a:spLocks noChangeArrowheads="1"/>
            </p:cNvSpPr>
            <p:nvPr/>
          </p:nvSpPr>
          <p:spPr bwMode="auto">
            <a:xfrm rot="16200000">
              <a:off x="2796355" y="3157037"/>
              <a:ext cx="357240" cy="165100"/>
            </a:xfrm>
            <a:custGeom>
              <a:avLst/>
              <a:gdLst>
                <a:gd name="T0" fmla="*/ 253 w 21600"/>
                <a:gd name="T1" fmla="*/ 67 h 21600"/>
                <a:gd name="T2" fmla="*/ 145 w 21600"/>
                <a:gd name="T3" fmla="*/ 133 h 21600"/>
                <a:gd name="T4" fmla="*/ 36 w 21600"/>
                <a:gd name="T5" fmla="*/ 67 h 21600"/>
                <a:gd name="T6" fmla="*/ 145 w 21600"/>
                <a:gd name="T7" fmla="*/ 0 h 21600"/>
                <a:gd name="T8" fmla="*/ 0 60000 65536"/>
                <a:gd name="T9" fmla="*/ 0 60000 65536"/>
                <a:gd name="T10" fmla="*/ 0 60000 65536"/>
                <a:gd name="T11" fmla="*/ 0 60000 65536"/>
                <a:gd name="T12" fmla="*/ 4484 w 21600"/>
                <a:gd name="T13" fmla="*/ 4547 h 21600"/>
                <a:gd name="T14" fmla="*/ 17116 w 21600"/>
                <a:gd name="T15" fmla="*/ 170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341" name="Line 21">
              <a:extLst>
                <a:ext uri="{FF2B5EF4-FFF2-40B4-BE49-F238E27FC236}">
                  <a16:creationId xmlns:a16="http://schemas.microsoft.com/office/drawing/2014/main" id="{AA6684E9-EBF0-421B-A160-86F6158850CE}"/>
                </a:ext>
              </a:extLst>
            </p:cNvPr>
            <p:cNvSpPr>
              <a:spLocks noChangeShapeType="1"/>
            </p:cNvSpPr>
            <p:nvPr/>
          </p:nvSpPr>
          <p:spPr bwMode="auto">
            <a:xfrm>
              <a:off x="2435225" y="2637044"/>
              <a:ext cx="1995488"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42" name="AutoShape 22">
              <a:extLst>
                <a:ext uri="{FF2B5EF4-FFF2-40B4-BE49-F238E27FC236}">
                  <a16:creationId xmlns:a16="http://schemas.microsoft.com/office/drawing/2014/main" id="{F29D9257-8DA6-4A71-9C84-3F25A16DF29F}"/>
                </a:ext>
              </a:extLst>
            </p:cNvPr>
            <p:cNvSpPr>
              <a:spLocks noChangeArrowheads="1"/>
            </p:cNvSpPr>
            <p:nvPr/>
          </p:nvSpPr>
          <p:spPr bwMode="auto">
            <a:xfrm rot="16200000">
              <a:off x="2805880" y="3565084"/>
              <a:ext cx="357239" cy="165100"/>
            </a:xfrm>
            <a:custGeom>
              <a:avLst/>
              <a:gdLst>
                <a:gd name="T0" fmla="*/ 253 w 21600"/>
                <a:gd name="T1" fmla="*/ 67 h 21600"/>
                <a:gd name="T2" fmla="*/ 145 w 21600"/>
                <a:gd name="T3" fmla="*/ 133 h 21600"/>
                <a:gd name="T4" fmla="*/ 36 w 21600"/>
                <a:gd name="T5" fmla="*/ 67 h 21600"/>
                <a:gd name="T6" fmla="*/ 145 w 21600"/>
                <a:gd name="T7" fmla="*/ 0 h 21600"/>
                <a:gd name="T8" fmla="*/ 0 60000 65536"/>
                <a:gd name="T9" fmla="*/ 0 60000 65536"/>
                <a:gd name="T10" fmla="*/ 0 60000 65536"/>
                <a:gd name="T11" fmla="*/ 0 60000 65536"/>
                <a:gd name="T12" fmla="*/ 4484 w 21600"/>
                <a:gd name="T13" fmla="*/ 4547 h 21600"/>
                <a:gd name="T14" fmla="*/ 17116 w 21600"/>
                <a:gd name="T15" fmla="*/ 170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343" name="Line 23">
              <a:extLst>
                <a:ext uri="{FF2B5EF4-FFF2-40B4-BE49-F238E27FC236}">
                  <a16:creationId xmlns:a16="http://schemas.microsoft.com/office/drawing/2014/main" id="{B2D437B9-41D7-45A3-9C2C-2756ACFB2640}"/>
                </a:ext>
              </a:extLst>
            </p:cNvPr>
            <p:cNvSpPr>
              <a:spLocks noChangeShapeType="1"/>
            </p:cNvSpPr>
            <p:nvPr/>
          </p:nvSpPr>
          <p:spPr bwMode="auto">
            <a:xfrm flipV="1">
              <a:off x="2554288" y="1871758"/>
              <a:ext cx="0" cy="1690932"/>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44" name="Line 24">
              <a:extLst>
                <a:ext uri="{FF2B5EF4-FFF2-40B4-BE49-F238E27FC236}">
                  <a16:creationId xmlns:a16="http://schemas.microsoft.com/office/drawing/2014/main" id="{4E43521D-7E2E-44F3-A393-CF79FAB663AD}"/>
                </a:ext>
              </a:extLst>
            </p:cNvPr>
            <p:cNvSpPr>
              <a:spLocks noChangeShapeType="1"/>
            </p:cNvSpPr>
            <p:nvPr/>
          </p:nvSpPr>
          <p:spPr bwMode="auto">
            <a:xfrm>
              <a:off x="2554288" y="3564278"/>
              <a:ext cx="35877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45" name="Line 25">
              <a:extLst>
                <a:ext uri="{FF2B5EF4-FFF2-40B4-BE49-F238E27FC236}">
                  <a16:creationId xmlns:a16="http://schemas.microsoft.com/office/drawing/2014/main" id="{FFE8892B-59DF-4C2D-87E0-03ED54B96793}"/>
                </a:ext>
              </a:extLst>
            </p:cNvPr>
            <p:cNvSpPr>
              <a:spLocks noChangeShapeType="1"/>
            </p:cNvSpPr>
            <p:nvPr/>
          </p:nvSpPr>
          <p:spPr bwMode="auto">
            <a:xfrm>
              <a:off x="2444750" y="4269230"/>
              <a:ext cx="1665288" cy="0"/>
            </a:xfrm>
            <a:prstGeom prst="line">
              <a:avLst/>
            </a:prstGeom>
            <a:noFill/>
            <a:ln w="19050">
              <a:solidFill>
                <a:srgbClr val="000000"/>
              </a:solidFill>
              <a:round/>
              <a:headEnd/>
              <a:tailEnd type="oval" w="sm" len="sm"/>
            </a:ln>
          </p:spPr>
          <p:txBody>
            <a:bodyPr/>
            <a:lstStyle/>
            <a:p>
              <a:pPr eaLnBrk="1" hangingPunct="1">
                <a:defRPr/>
              </a:pPr>
              <a:endParaRPr lang="en-US" sz="1200">
                <a:latin typeface="+mj-lt"/>
              </a:endParaRPr>
            </a:p>
          </p:txBody>
        </p:sp>
        <p:sp>
          <p:nvSpPr>
            <p:cNvPr id="56346" name="Line 26">
              <a:extLst>
                <a:ext uri="{FF2B5EF4-FFF2-40B4-BE49-F238E27FC236}">
                  <a16:creationId xmlns:a16="http://schemas.microsoft.com/office/drawing/2014/main" id="{8544356A-3299-4F7F-A139-049E304B02FE}"/>
                </a:ext>
              </a:extLst>
            </p:cNvPr>
            <p:cNvSpPr>
              <a:spLocks noChangeShapeType="1"/>
            </p:cNvSpPr>
            <p:nvPr/>
          </p:nvSpPr>
          <p:spPr bwMode="auto">
            <a:xfrm>
              <a:off x="2671763" y="2637044"/>
              <a:ext cx="0" cy="674785"/>
            </a:xfrm>
            <a:prstGeom prst="line">
              <a:avLst/>
            </a:prstGeom>
            <a:noFill/>
            <a:ln w="19050">
              <a:solidFill>
                <a:srgbClr val="000000"/>
              </a:solidFill>
              <a:round/>
              <a:headEnd type="oval" w="sm" len="sm"/>
              <a:tailEnd/>
            </a:ln>
          </p:spPr>
          <p:txBody>
            <a:bodyPr/>
            <a:lstStyle/>
            <a:p>
              <a:pPr eaLnBrk="1" hangingPunct="1">
                <a:defRPr/>
              </a:pPr>
              <a:endParaRPr lang="en-US" sz="1200">
                <a:latin typeface="+mj-lt"/>
              </a:endParaRPr>
            </a:p>
          </p:txBody>
        </p:sp>
        <p:sp>
          <p:nvSpPr>
            <p:cNvPr id="56347" name="Line 27">
              <a:extLst>
                <a:ext uri="{FF2B5EF4-FFF2-40B4-BE49-F238E27FC236}">
                  <a16:creationId xmlns:a16="http://schemas.microsoft.com/office/drawing/2014/main" id="{EB397F2D-D35E-46CE-9287-9C46DF960316}"/>
                </a:ext>
              </a:extLst>
            </p:cNvPr>
            <p:cNvSpPr>
              <a:spLocks noChangeShapeType="1"/>
            </p:cNvSpPr>
            <p:nvPr/>
          </p:nvSpPr>
          <p:spPr bwMode="auto">
            <a:xfrm>
              <a:off x="2671763" y="3313417"/>
              <a:ext cx="214312"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48" name="Line 28">
              <a:extLst>
                <a:ext uri="{FF2B5EF4-FFF2-40B4-BE49-F238E27FC236}">
                  <a16:creationId xmlns:a16="http://schemas.microsoft.com/office/drawing/2014/main" id="{9E7BBD9B-8756-4274-B0AE-41D939FF33A4}"/>
                </a:ext>
              </a:extLst>
            </p:cNvPr>
            <p:cNvSpPr>
              <a:spLocks noChangeShapeType="1"/>
            </p:cNvSpPr>
            <p:nvPr/>
          </p:nvSpPr>
          <p:spPr bwMode="auto">
            <a:xfrm>
              <a:off x="2784475" y="3157819"/>
              <a:ext cx="10636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49" name="Line 29">
              <a:extLst>
                <a:ext uri="{FF2B5EF4-FFF2-40B4-BE49-F238E27FC236}">
                  <a16:creationId xmlns:a16="http://schemas.microsoft.com/office/drawing/2014/main" id="{F2241CA5-20B9-4CB8-9624-C905A40CED78}"/>
                </a:ext>
              </a:extLst>
            </p:cNvPr>
            <p:cNvSpPr>
              <a:spLocks noChangeShapeType="1"/>
            </p:cNvSpPr>
            <p:nvPr/>
          </p:nvSpPr>
          <p:spPr bwMode="auto">
            <a:xfrm>
              <a:off x="2784475" y="3729402"/>
              <a:ext cx="11747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50" name="Line 30">
              <a:extLst>
                <a:ext uri="{FF2B5EF4-FFF2-40B4-BE49-F238E27FC236}">
                  <a16:creationId xmlns:a16="http://schemas.microsoft.com/office/drawing/2014/main" id="{0440B092-9A6D-495A-B30C-F716964BE294}"/>
                </a:ext>
              </a:extLst>
            </p:cNvPr>
            <p:cNvSpPr>
              <a:spLocks noChangeShapeType="1"/>
            </p:cNvSpPr>
            <p:nvPr/>
          </p:nvSpPr>
          <p:spPr bwMode="auto">
            <a:xfrm>
              <a:off x="2773363" y="3729402"/>
              <a:ext cx="0" cy="536653"/>
            </a:xfrm>
            <a:prstGeom prst="line">
              <a:avLst/>
            </a:prstGeom>
            <a:noFill/>
            <a:ln w="19050">
              <a:solidFill>
                <a:srgbClr val="000000"/>
              </a:solidFill>
              <a:round/>
              <a:headEnd/>
              <a:tailEnd type="oval" w="sm" len="sm"/>
            </a:ln>
          </p:spPr>
          <p:txBody>
            <a:bodyPr/>
            <a:lstStyle/>
            <a:p>
              <a:pPr eaLnBrk="1" hangingPunct="1">
                <a:defRPr/>
              </a:pPr>
              <a:endParaRPr lang="en-US" sz="1200">
                <a:latin typeface="+mj-lt"/>
              </a:endParaRPr>
            </a:p>
          </p:txBody>
        </p:sp>
        <p:sp>
          <p:nvSpPr>
            <p:cNvPr id="56351" name="Line 31">
              <a:extLst>
                <a:ext uri="{FF2B5EF4-FFF2-40B4-BE49-F238E27FC236}">
                  <a16:creationId xmlns:a16="http://schemas.microsoft.com/office/drawing/2014/main" id="{AB37B22B-FA75-42F2-8748-08757CD4703B}"/>
                </a:ext>
              </a:extLst>
            </p:cNvPr>
            <p:cNvSpPr>
              <a:spLocks noChangeShapeType="1"/>
            </p:cNvSpPr>
            <p:nvPr/>
          </p:nvSpPr>
          <p:spPr bwMode="auto">
            <a:xfrm flipV="1">
              <a:off x="2784475" y="2017829"/>
              <a:ext cx="0" cy="1136815"/>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52" name="Rectangle 32">
              <a:extLst>
                <a:ext uri="{FF2B5EF4-FFF2-40B4-BE49-F238E27FC236}">
                  <a16:creationId xmlns:a16="http://schemas.microsoft.com/office/drawing/2014/main" id="{F14BD019-4DE1-4426-9383-6E6B64995F13}"/>
                </a:ext>
              </a:extLst>
            </p:cNvPr>
            <p:cNvSpPr>
              <a:spLocks noChangeArrowheads="1"/>
            </p:cNvSpPr>
            <p:nvPr/>
          </p:nvSpPr>
          <p:spPr bwMode="auto">
            <a:xfrm>
              <a:off x="3302000" y="3010160"/>
              <a:ext cx="695325" cy="747821"/>
            </a:xfrm>
            <a:prstGeom prst="rect">
              <a:avLst/>
            </a:prstGeom>
            <a:noFill/>
            <a:ln w="19050">
              <a:solidFill>
                <a:srgbClr val="000000"/>
              </a:solidFill>
              <a:miter lim="800000"/>
              <a:headEnd/>
              <a:tailEnd/>
            </a:ln>
          </p:spPr>
          <p:txBody>
            <a:bodyPr/>
            <a:lstStyle/>
            <a:p>
              <a:pPr eaLnBrk="1" hangingPunct="1">
                <a:defRPr/>
              </a:pPr>
              <a:endParaRPr lang="en-US" sz="1100">
                <a:latin typeface="+mj-lt"/>
              </a:endParaRPr>
            </a:p>
            <a:p>
              <a:pPr eaLnBrk="1" hangingPunct="1">
                <a:defRPr/>
              </a:pPr>
              <a:r>
                <a:rPr lang="en-US" sz="1100">
                  <a:latin typeface="+mj-lt"/>
                </a:rPr>
                <a:t>H(F,G,H1)</a:t>
              </a:r>
              <a:endParaRPr lang="ru-RU" sz="1100">
                <a:latin typeface="+mj-lt"/>
              </a:endParaRPr>
            </a:p>
          </p:txBody>
        </p:sp>
        <p:sp>
          <p:nvSpPr>
            <p:cNvPr id="56353" name="Line 33">
              <a:extLst>
                <a:ext uri="{FF2B5EF4-FFF2-40B4-BE49-F238E27FC236}">
                  <a16:creationId xmlns:a16="http://schemas.microsoft.com/office/drawing/2014/main" id="{BB1B574F-F897-4643-86B9-9C8B47CABFFC}"/>
                </a:ext>
              </a:extLst>
            </p:cNvPr>
            <p:cNvSpPr>
              <a:spLocks noChangeShapeType="1"/>
            </p:cNvSpPr>
            <p:nvPr/>
          </p:nvSpPr>
          <p:spPr bwMode="auto">
            <a:xfrm>
              <a:off x="3060700" y="3646840"/>
              <a:ext cx="23971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54" name="Line 34">
              <a:extLst>
                <a:ext uri="{FF2B5EF4-FFF2-40B4-BE49-F238E27FC236}">
                  <a16:creationId xmlns:a16="http://schemas.microsoft.com/office/drawing/2014/main" id="{A73A5514-2852-42AD-B840-80C8342440A5}"/>
                </a:ext>
              </a:extLst>
            </p:cNvPr>
            <p:cNvSpPr>
              <a:spLocks noChangeShapeType="1"/>
            </p:cNvSpPr>
            <p:nvPr/>
          </p:nvSpPr>
          <p:spPr bwMode="auto">
            <a:xfrm flipV="1">
              <a:off x="3051175" y="3235617"/>
              <a:ext cx="13176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55" name="Line 35">
              <a:extLst>
                <a:ext uri="{FF2B5EF4-FFF2-40B4-BE49-F238E27FC236}">
                  <a16:creationId xmlns:a16="http://schemas.microsoft.com/office/drawing/2014/main" id="{2B7FE683-0505-458F-B2F0-FF7F52262062}"/>
                </a:ext>
              </a:extLst>
            </p:cNvPr>
            <p:cNvSpPr>
              <a:spLocks noChangeShapeType="1"/>
            </p:cNvSpPr>
            <p:nvPr/>
          </p:nvSpPr>
          <p:spPr bwMode="auto">
            <a:xfrm>
              <a:off x="3181350" y="3241968"/>
              <a:ext cx="0" cy="171475"/>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56" name="Line 36">
              <a:extLst>
                <a:ext uri="{FF2B5EF4-FFF2-40B4-BE49-F238E27FC236}">
                  <a16:creationId xmlns:a16="http://schemas.microsoft.com/office/drawing/2014/main" id="{0AA8AAFD-2803-4D3E-B396-ACFB8A27716F}"/>
                </a:ext>
              </a:extLst>
            </p:cNvPr>
            <p:cNvSpPr>
              <a:spLocks noChangeShapeType="1"/>
            </p:cNvSpPr>
            <p:nvPr/>
          </p:nvSpPr>
          <p:spPr bwMode="auto">
            <a:xfrm>
              <a:off x="3181350" y="3418207"/>
              <a:ext cx="11906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57" name="Line 37">
              <a:extLst>
                <a:ext uri="{FF2B5EF4-FFF2-40B4-BE49-F238E27FC236}">
                  <a16:creationId xmlns:a16="http://schemas.microsoft.com/office/drawing/2014/main" id="{A0E28862-D27E-4FC9-B5B1-0FB731DC715B}"/>
                </a:ext>
              </a:extLst>
            </p:cNvPr>
            <p:cNvSpPr>
              <a:spLocks noChangeShapeType="1"/>
            </p:cNvSpPr>
            <p:nvPr/>
          </p:nvSpPr>
          <p:spPr bwMode="auto">
            <a:xfrm>
              <a:off x="3181350" y="3148293"/>
              <a:ext cx="11906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58" name="Line 38">
              <a:extLst>
                <a:ext uri="{FF2B5EF4-FFF2-40B4-BE49-F238E27FC236}">
                  <a16:creationId xmlns:a16="http://schemas.microsoft.com/office/drawing/2014/main" id="{81DBCD67-4317-4EB7-B134-C5EAC3CAE210}"/>
                </a:ext>
              </a:extLst>
            </p:cNvPr>
            <p:cNvSpPr>
              <a:spLocks noChangeShapeType="1"/>
            </p:cNvSpPr>
            <p:nvPr/>
          </p:nvSpPr>
          <p:spPr bwMode="auto">
            <a:xfrm flipV="1">
              <a:off x="3181350" y="1654238"/>
              <a:ext cx="0" cy="1494055"/>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59" name="Line 39">
              <a:extLst>
                <a:ext uri="{FF2B5EF4-FFF2-40B4-BE49-F238E27FC236}">
                  <a16:creationId xmlns:a16="http://schemas.microsoft.com/office/drawing/2014/main" id="{228F6422-D53E-4CC2-B361-A74369D46055}"/>
                </a:ext>
              </a:extLst>
            </p:cNvPr>
            <p:cNvSpPr>
              <a:spLocks noChangeShapeType="1"/>
            </p:cNvSpPr>
            <p:nvPr/>
          </p:nvSpPr>
          <p:spPr bwMode="auto">
            <a:xfrm>
              <a:off x="3986213" y="3386452"/>
              <a:ext cx="338137" cy="0"/>
            </a:xfrm>
            <a:prstGeom prst="line">
              <a:avLst/>
            </a:prstGeom>
            <a:noFill/>
            <a:ln w="19050">
              <a:solidFill>
                <a:srgbClr val="000000"/>
              </a:solidFill>
              <a:round/>
              <a:headEnd/>
              <a:tailEnd type="oval" w="sm" len="sm"/>
            </a:ln>
          </p:spPr>
          <p:txBody>
            <a:bodyPr/>
            <a:lstStyle/>
            <a:p>
              <a:pPr eaLnBrk="1" hangingPunct="1">
                <a:defRPr/>
              </a:pPr>
              <a:endParaRPr lang="en-US" sz="1200">
                <a:latin typeface="+mj-lt"/>
              </a:endParaRPr>
            </a:p>
          </p:txBody>
        </p:sp>
        <p:sp>
          <p:nvSpPr>
            <p:cNvPr id="56360" name="AutoShape 40">
              <a:extLst>
                <a:ext uri="{FF2B5EF4-FFF2-40B4-BE49-F238E27FC236}">
                  <a16:creationId xmlns:a16="http://schemas.microsoft.com/office/drawing/2014/main" id="{35803774-A309-45BB-9C02-6C7AE0C98718}"/>
                </a:ext>
              </a:extLst>
            </p:cNvPr>
            <p:cNvSpPr>
              <a:spLocks noChangeArrowheads="1"/>
            </p:cNvSpPr>
            <p:nvPr/>
          </p:nvSpPr>
          <p:spPr bwMode="auto">
            <a:xfrm rot="16200000">
              <a:off x="4367981" y="3233248"/>
              <a:ext cx="355652" cy="166687"/>
            </a:xfrm>
            <a:custGeom>
              <a:avLst/>
              <a:gdLst>
                <a:gd name="T0" fmla="*/ 252 w 21600"/>
                <a:gd name="T1" fmla="*/ 67 h 21600"/>
                <a:gd name="T2" fmla="*/ 144 w 21600"/>
                <a:gd name="T3" fmla="*/ 134 h 21600"/>
                <a:gd name="T4" fmla="*/ 36 w 21600"/>
                <a:gd name="T5" fmla="*/ 67 h 21600"/>
                <a:gd name="T6" fmla="*/ 144 w 21600"/>
                <a:gd name="T7" fmla="*/ 0 h 21600"/>
                <a:gd name="T8" fmla="*/ 0 60000 65536"/>
                <a:gd name="T9" fmla="*/ 0 60000 65536"/>
                <a:gd name="T10" fmla="*/ 0 60000 65536"/>
                <a:gd name="T11" fmla="*/ 0 60000 65536"/>
                <a:gd name="T12" fmla="*/ 4500 w 21600"/>
                <a:gd name="T13" fmla="*/ 4513 h 21600"/>
                <a:gd name="T14" fmla="*/ 17100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361" name="Line 41">
              <a:extLst>
                <a:ext uri="{FF2B5EF4-FFF2-40B4-BE49-F238E27FC236}">
                  <a16:creationId xmlns:a16="http://schemas.microsoft.com/office/drawing/2014/main" id="{4F2738BC-3BD1-4345-BAF1-EF244AA38B93}"/>
                </a:ext>
              </a:extLst>
            </p:cNvPr>
            <p:cNvSpPr>
              <a:spLocks noChangeShapeType="1"/>
            </p:cNvSpPr>
            <p:nvPr/>
          </p:nvSpPr>
          <p:spPr bwMode="auto">
            <a:xfrm flipV="1">
              <a:off x="4105275" y="2514788"/>
              <a:ext cx="0" cy="2864265"/>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62" name="AutoShape 42">
              <a:extLst>
                <a:ext uri="{FF2B5EF4-FFF2-40B4-BE49-F238E27FC236}">
                  <a16:creationId xmlns:a16="http://schemas.microsoft.com/office/drawing/2014/main" id="{097E920F-EC3E-4FE3-8866-F3A09F64428B}"/>
                </a:ext>
              </a:extLst>
            </p:cNvPr>
            <p:cNvSpPr>
              <a:spLocks noChangeArrowheads="1"/>
            </p:cNvSpPr>
            <p:nvPr/>
          </p:nvSpPr>
          <p:spPr bwMode="auto">
            <a:xfrm rot="16200000">
              <a:off x="4392574" y="4112057"/>
              <a:ext cx="539828" cy="165100"/>
            </a:xfrm>
            <a:custGeom>
              <a:avLst/>
              <a:gdLst>
                <a:gd name="T0" fmla="*/ 382 w 21600"/>
                <a:gd name="T1" fmla="*/ 67 h 21600"/>
                <a:gd name="T2" fmla="*/ 219 w 21600"/>
                <a:gd name="T3" fmla="*/ 133 h 21600"/>
                <a:gd name="T4" fmla="*/ 55 w 21600"/>
                <a:gd name="T5" fmla="*/ 67 h 21600"/>
                <a:gd name="T6" fmla="*/ 219 w 21600"/>
                <a:gd name="T7" fmla="*/ 0 h 21600"/>
                <a:gd name="T8" fmla="*/ 0 60000 65536"/>
                <a:gd name="T9" fmla="*/ 0 60000 65536"/>
                <a:gd name="T10" fmla="*/ 0 60000 65536"/>
                <a:gd name="T11" fmla="*/ 0 60000 65536"/>
                <a:gd name="T12" fmla="*/ 4498 w 21600"/>
                <a:gd name="T13" fmla="*/ 4547 h 21600"/>
                <a:gd name="T14" fmla="*/ 17102 w 21600"/>
                <a:gd name="T15" fmla="*/ 170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363" name="Line 43">
              <a:extLst>
                <a:ext uri="{FF2B5EF4-FFF2-40B4-BE49-F238E27FC236}">
                  <a16:creationId xmlns:a16="http://schemas.microsoft.com/office/drawing/2014/main" id="{8BF5A53C-2AFA-4133-97DC-20118FCFEA6E}"/>
                </a:ext>
              </a:extLst>
            </p:cNvPr>
            <p:cNvSpPr>
              <a:spLocks noChangeShapeType="1"/>
            </p:cNvSpPr>
            <p:nvPr/>
          </p:nvSpPr>
          <p:spPr bwMode="auto">
            <a:xfrm>
              <a:off x="4224338" y="4258116"/>
              <a:ext cx="35877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64" name="Line 44">
              <a:extLst>
                <a:ext uri="{FF2B5EF4-FFF2-40B4-BE49-F238E27FC236}">
                  <a16:creationId xmlns:a16="http://schemas.microsoft.com/office/drawing/2014/main" id="{66EF65CB-7F24-4DA0-8338-7BCC2D0342DA}"/>
                </a:ext>
              </a:extLst>
            </p:cNvPr>
            <p:cNvSpPr>
              <a:spLocks noChangeShapeType="1"/>
            </p:cNvSpPr>
            <p:nvPr/>
          </p:nvSpPr>
          <p:spPr bwMode="auto">
            <a:xfrm>
              <a:off x="4105275" y="4134273"/>
              <a:ext cx="469900" cy="0"/>
            </a:xfrm>
            <a:prstGeom prst="line">
              <a:avLst/>
            </a:prstGeom>
            <a:noFill/>
            <a:ln w="19050">
              <a:solidFill>
                <a:srgbClr val="000000"/>
              </a:solidFill>
              <a:round/>
              <a:headEnd type="oval" w="sm" len="sm"/>
              <a:tailEnd/>
            </a:ln>
          </p:spPr>
          <p:txBody>
            <a:bodyPr/>
            <a:lstStyle/>
            <a:p>
              <a:pPr eaLnBrk="1" hangingPunct="1">
                <a:defRPr/>
              </a:pPr>
              <a:endParaRPr lang="en-US" sz="1200">
                <a:latin typeface="+mj-lt"/>
              </a:endParaRPr>
            </a:p>
          </p:txBody>
        </p:sp>
        <p:sp>
          <p:nvSpPr>
            <p:cNvPr id="56365" name="Line 45">
              <a:extLst>
                <a:ext uri="{FF2B5EF4-FFF2-40B4-BE49-F238E27FC236}">
                  <a16:creationId xmlns:a16="http://schemas.microsoft.com/office/drawing/2014/main" id="{008DA9C2-0E10-46A0-ABBC-8A5931F03D95}"/>
                </a:ext>
              </a:extLst>
            </p:cNvPr>
            <p:cNvSpPr>
              <a:spLocks noChangeShapeType="1"/>
            </p:cNvSpPr>
            <p:nvPr/>
          </p:nvSpPr>
          <p:spPr bwMode="auto">
            <a:xfrm>
              <a:off x="4413250" y="4019956"/>
              <a:ext cx="16986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66" name="Line 46">
              <a:extLst>
                <a:ext uri="{FF2B5EF4-FFF2-40B4-BE49-F238E27FC236}">
                  <a16:creationId xmlns:a16="http://schemas.microsoft.com/office/drawing/2014/main" id="{CA7B7396-9635-4E6B-96E1-362E6D4CEEC7}"/>
                </a:ext>
              </a:extLst>
            </p:cNvPr>
            <p:cNvSpPr>
              <a:spLocks noChangeShapeType="1"/>
            </p:cNvSpPr>
            <p:nvPr/>
          </p:nvSpPr>
          <p:spPr bwMode="auto">
            <a:xfrm>
              <a:off x="4324350" y="4362906"/>
              <a:ext cx="255588" cy="0"/>
            </a:xfrm>
            <a:prstGeom prst="line">
              <a:avLst/>
            </a:prstGeom>
            <a:noFill/>
            <a:ln w="19050">
              <a:solidFill>
                <a:srgbClr val="000000"/>
              </a:solidFill>
              <a:round/>
              <a:headEnd type="oval" w="sm" len="sm"/>
              <a:tailEnd type="none" w="sm" len="sm"/>
            </a:ln>
          </p:spPr>
          <p:txBody>
            <a:bodyPr/>
            <a:lstStyle/>
            <a:p>
              <a:pPr eaLnBrk="1" hangingPunct="1">
                <a:defRPr/>
              </a:pPr>
              <a:endParaRPr lang="en-US" sz="1200">
                <a:latin typeface="+mj-lt"/>
              </a:endParaRPr>
            </a:p>
          </p:txBody>
        </p:sp>
        <p:sp>
          <p:nvSpPr>
            <p:cNvPr id="56367" name="Line 47">
              <a:extLst>
                <a:ext uri="{FF2B5EF4-FFF2-40B4-BE49-F238E27FC236}">
                  <a16:creationId xmlns:a16="http://schemas.microsoft.com/office/drawing/2014/main" id="{6254D564-36C3-4A13-A06F-9DC0F2F4CA4F}"/>
                </a:ext>
              </a:extLst>
            </p:cNvPr>
            <p:cNvSpPr>
              <a:spLocks noChangeShapeType="1"/>
            </p:cNvSpPr>
            <p:nvPr/>
          </p:nvSpPr>
          <p:spPr bwMode="auto">
            <a:xfrm flipV="1">
              <a:off x="4224338" y="2637044"/>
              <a:ext cx="0" cy="1624248"/>
            </a:xfrm>
            <a:prstGeom prst="line">
              <a:avLst/>
            </a:prstGeom>
            <a:noFill/>
            <a:ln w="19050">
              <a:solidFill>
                <a:srgbClr val="000000"/>
              </a:solidFill>
              <a:round/>
              <a:headEnd/>
              <a:tailEnd type="oval" w="sm" len="sm"/>
            </a:ln>
          </p:spPr>
          <p:txBody>
            <a:bodyPr/>
            <a:lstStyle/>
            <a:p>
              <a:pPr eaLnBrk="1" hangingPunct="1">
                <a:defRPr/>
              </a:pPr>
              <a:endParaRPr lang="en-US" sz="1200">
                <a:latin typeface="+mj-lt"/>
              </a:endParaRPr>
            </a:p>
          </p:txBody>
        </p:sp>
        <p:sp>
          <p:nvSpPr>
            <p:cNvPr id="56368" name="AutoShape 48">
              <a:extLst>
                <a:ext uri="{FF2B5EF4-FFF2-40B4-BE49-F238E27FC236}">
                  <a16:creationId xmlns:a16="http://schemas.microsoft.com/office/drawing/2014/main" id="{603CF996-7EFE-4B7C-B1C6-23799FEA2010}"/>
                </a:ext>
              </a:extLst>
            </p:cNvPr>
            <p:cNvSpPr>
              <a:spLocks noChangeArrowheads="1"/>
            </p:cNvSpPr>
            <p:nvPr/>
          </p:nvSpPr>
          <p:spPr bwMode="auto">
            <a:xfrm rot="16200000">
              <a:off x="4252873" y="2463994"/>
              <a:ext cx="543004" cy="165100"/>
            </a:xfrm>
            <a:custGeom>
              <a:avLst/>
              <a:gdLst>
                <a:gd name="T0" fmla="*/ 383 w 21600"/>
                <a:gd name="T1" fmla="*/ 67 h 21600"/>
                <a:gd name="T2" fmla="*/ 219 w 21600"/>
                <a:gd name="T3" fmla="*/ 133 h 21600"/>
                <a:gd name="T4" fmla="*/ 55 w 21600"/>
                <a:gd name="T5" fmla="*/ 67 h 21600"/>
                <a:gd name="T6" fmla="*/ 219 w 21600"/>
                <a:gd name="T7" fmla="*/ 0 h 21600"/>
                <a:gd name="T8" fmla="*/ 0 60000 65536"/>
                <a:gd name="T9" fmla="*/ 0 60000 65536"/>
                <a:gd name="T10" fmla="*/ 0 60000 65536"/>
                <a:gd name="T11" fmla="*/ 0 60000 65536"/>
                <a:gd name="T12" fmla="*/ 4488 w 21600"/>
                <a:gd name="T13" fmla="*/ 4547 h 21600"/>
                <a:gd name="T14" fmla="*/ 17112 w 21600"/>
                <a:gd name="T15" fmla="*/ 170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369" name="Line 49">
              <a:extLst>
                <a:ext uri="{FF2B5EF4-FFF2-40B4-BE49-F238E27FC236}">
                  <a16:creationId xmlns:a16="http://schemas.microsoft.com/office/drawing/2014/main" id="{3FFC1D26-C109-42F3-9EB1-0A633E9957DF}"/>
                </a:ext>
              </a:extLst>
            </p:cNvPr>
            <p:cNvSpPr>
              <a:spLocks noChangeShapeType="1"/>
            </p:cNvSpPr>
            <p:nvPr/>
          </p:nvSpPr>
          <p:spPr bwMode="auto">
            <a:xfrm>
              <a:off x="4324350" y="2732307"/>
              <a:ext cx="11906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70" name="Line 50">
              <a:extLst>
                <a:ext uri="{FF2B5EF4-FFF2-40B4-BE49-F238E27FC236}">
                  <a16:creationId xmlns:a16="http://schemas.microsoft.com/office/drawing/2014/main" id="{999695FC-C523-4010-ACC8-E321E6ECBD7A}"/>
                </a:ext>
              </a:extLst>
            </p:cNvPr>
            <p:cNvSpPr>
              <a:spLocks noChangeShapeType="1"/>
            </p:cNvSpPr>
            <p:nvPr/>
          </p:nvSpPr>
          <p:spPr bwMode="auto">
            <a:xfrm>
              <a:off x="4324350" y="2732307"/>
              <a:ext cx="0" cy="2475271"/>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71" name="Line 51">
              <a:extLst>
                <a:ext uri="{FF2B5EF4-FFF2-40B4-BE49-F238E27FC236}">
                  <a16:creationId xmlns:a16="http://schemas.microsoft.com/office/drawing/2014/main" id="{BA3262D6-DC58-430C-B354-DF4E102A8D1E}"/>
                </a:ext>
              </a:extLst>
            </p:cNvPr>
            <p:cNvSpPr>
              <a:spLocks noChangeShapeType="1"/>
            </p:cNvSpPr>
            <p:nvPr/>
          </p:nvSpPr>
          <p:spPr bwMode="auto">
            <a:xfrm>
              <a:off x="4333875" y="3386452"/>
              <a:ext cx="11906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72" name="Line 52">
              <a:extLst>
                <a:ext uri="{FF2B5EF4-FFF2-40B4-BE49-F238E27FC236}">
                  <a16:creationId xmlns:a16="http://schemas.microsoft.com/office/drawing/2014/main" id="{9F2E63A9-3DB6-42E8-B223-D041551DE921}"/>
                </a:ext>
              </a:extLst>
            </p:cNvPr>
            <p:cNvSpPr>
              <a:spLocks noChangeShapeType="1"/>
            </p:cNvSpPr>
            <p:nvPr/>
          </p:nvSpPr>
          <p:spPr bwMode="auto">
            <a:xfrm>
              <a:off x="4224338" y="3230855"/>
              <a:ext cx="238125" cy="0"/>
            </a:xfrm>
            <a:prstGeom prst="line">
              <a:avLst/>
            </a:prstGeom>
            <a:noFill/>
            <a:ln w="19050">
              <a:solidFill>
                <a:srgbClr val="000000"/>
              </a:solidFill>
              <a:round/>
              <a:headEnd type="oval" w="sm" len="sm"/>
              <a:tailEnd/>
            </a:ln>
          </p:spPr>
          <p:txBody>
            <a:bodyPr/>
            <a:lstStyle/>
            <a:p>
              <a:pPr eaLnBrk="1" hangingPunct="1">
                <a:defRPr/>
              </a:pPr>
              <a:endParaRPr lang="en-US" sz="1200">
                <a:latin typeface="+mj-lt"/>
              </a:endParaRPr>
            </a:p>
          </p:txBody>
        </p:sp>
        <p:sp>
          <p:nvSpPr>
            <p:cNvPr id="56373" name="Line 53">
              <a:extLst>
                <a:ext uri="{FF2B5EF4-FFF2-40B4-BE49-F238E27FC236}">
                  <a16:creationId xmlns:a16="http://schemas.microsoft.com/office/drawing/2014/main" id="{1E2660CE-EB44-4A87-B641-D55D478B6C2B}"/>
                </a:ext>
              </a:extLst>
            </p:cNvPr>
            <p:cNvSpPr>
              <a:spLocks noChangeShapeType="1"/>
            </p:cNvSpPr>
            <p:nvPr/>
          </p:nvSpPr>
          <p:spPr bwMode="auto">
            <a:xfrm>
              <a:off x="4105275" y="2514788"/>
              <a:ext cx="342900"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74" name="Line 54">
              <a:extLst>
                <a:ext uri="{FF2B5EF4-FFF2-40B4-BE49-F238E27FC236}">
                  <a16:creationId xmlns:a16="http://schemas.microsoft.com/office/drawing/2014/main" id="{D82CC069-F970-46E2-8F7F-F564751C06C1}"/>
                </a:ext>
              </a:extLst>
            </p:cNvPr>
            <p:cNvSpPr>
              <a:spLocks noChangeShapeType="1"/>
            </p:cNvSpPr>
            <p:nvPr/>
          </p:nvSpPr>
          <p:spPr bwMode="auto">
            <a:xfrm>
              <a:off x="4324350" y="2390945"/>
              <a:ext cx="11906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75" name="Line 55">
              <a:extLst>
                <a:ext uri="{FF2B5EF4-FFF2-40B4-BE49-F238E27FC236}">
                  <a16:creationId xmlns:a16="http://schemas.microsoft.com/office/drawing/2014/main" id="{27E3DAF5-AB28-4A01-BC4A-39600B99858D}"/>
                </a:ext>
              </a:extLst>
            </p:cNvPr>
            <p:cNvSpPr>
              <a:spLocks noChangeShapeType="1"/>
            </p:cNvSpPr>
            <p:nvPr/>
          </p:nvSpPr>
          <p:spPr bwMode="auto">
            <a:xfrm flipV="1">
              <a:off x="4324350" y="2171838"/>
              <a:ext cx="0" cy="211169"/>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76" name="AutoShape 56">
              <a:extLst>
                <a:ext uri="{FF2B5EF4-FFF2-40B4-BE49-F238E27FC236}">
                  <a16:creationId xmlns:a16="http://schemas.microsoft.com/office/drawing/2014/main" id="{EAABAE00-50E2-4897-AD87-A4C3520BB1BC}"/>
                </a:ext>
              </a:extLst>
            </p:cNvPr>
            <p:cNvSpPr>
              <a:spLocks noChangeArrowheads="1"/>
            </p:cNvSpPr>
            <p:nvPr/>
          </p:nvSpPr>
          <p:spPr bwMode="auto">
            <a:xfrm rot="16200000">
              <a:off x="5221262" y="4374033"/>
              <a:ext cx="357239" cy="166687"/>
            </a:xfrm>
            <a:custGeom>
              <a:avLst/>
              <a:gdLst>
                <a:gd name="T0" fmla="*/ 253 w 21600"/>
                <a:gd name="T1" fmla="*/ 67 h 21600"/>
                <a:gd name="T2" fmla="*/ 145 w 21600"/>
                <a:gd name="T3" fmla="*/ 134 h 21600"/>
                <a:gd name="T4" fmla="*/ 36 w 21600"/>
                <a:gd name="T5" fmla="*/ 67 h 21600"/>
                <a:gd name="T6" fmla="*/ 145 w 21600"/>
                <a:gd name="T7" fmla="*/ 0 h 21600"/>
                <a:gd name="T8" fmla="*/ 0 60000 65536"/>
                <a:gd name="T9" fmla="*/ 0 60000 65536"/>
                <a:gd name="T10" fmla="*/ 0 60000 65536"/>
                <a:gd name="T11" fmla="*/ 0 60000 65536"/>
                <a:gd name="T12" fmla="*/ 4484 w 21600"/>
                <a:gd name="T13" fmla="*/ 4513 h 21600"/>
                <a:gd name="T14" fmla="*/ 17116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377" name="AutoShape 57">
              <a:extLst>
                <a:ext uri="{FF2B5EF4-FFF2-40B4-BE49-F238E27FC236}">
                  <a16:creationId xmlns:a16="http://schemas.microsoft.com/office/drawing/2014/main" id="{115E1ECE-5358-4C89-BC31-AA73EDA5FA8C}"/>
                </a:ext>
              </a:extLst>
            </p:cNvPr>
            <p:cNvSpPr>
              <a:spLocks noChangeArrowheads="1"/>
            </p:cNvSpPr>
            <p:nvPr/>
          </p:nvSpPr>
          <p:spPr bwMode="auto">
            <a:xfrm rot="5435204">
              <a:off x="4931550" y="4293852"/>
              <a:ext cx="258800" cy="165100"/>
            </a:xfrm>
            <a:prstGeom prst="triangle">
              <a:avLst>
                <a:gd name="adj" fmla="val 50000"/>
              </a:avLst>
            </a:pr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378" name="Oval 58">
              <a:extLst>
                <a:ext uri="{FF2B5EF4-FFF2-40B4-BE49-F238E27FC236}">
                  <a16:creationId xmlns:a16="http://schemas.microsoft.com/office/drawing/2014/main" id="{4D35D203-0DFB-4113-8F82-0BB05901BE52}"/>
                </a:ext>
              </a:extLst>
            </p:cNvPr>
            <p:cNvSpPr>
              <a:spLocks noChangeArrowheads="1"/>
            </p:cNvSpPr>
            <p:nvPr/>
          </p:nvSpPr>
          <p:spPr bwMode="auto">
            <a:xfrm>
              <a:off x="5126038" y="4343853"/>
              <a:ext cx="74612" cy="77799"/>
            </a:xfrm>
            <a:prstGeom prst="ellips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79" name="Line 59">
              <a:extLst>
                <a:ext uri="{FF2B5EF4-FFF2-40B4-BE49-F238E27FC236}">
                  <a16:creationId xmlns:a16="http://schemas.microsoft.com/office/drawing/2014/main" id="{5049800A-CF3E-4D94-9D12-1A2B0EB82167}"/>
                </a:ext>
              </a:extLst>
            </p:cNvPr>
            <p:cNvSpPr>
              <a:spLocks noChangeShapeType="1"/>
            </p:cNvSpPr>
            <p:nvPr/>
          </p:nvSpPr>
          <p:spPr bwMode="auto">
            <a:xfrm flipV="1">
              <a:off x="4851400" y="2676736"/>
              <a:ext cx="0" cy="2227586"/>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80" name="Line 60">
              <a:extLst>
                <a:ext uri="{FF2B5EF4-FFF2-40B4-BE49-F238E27FC236}">
                  <a16:creationId xmlns:a16="http://schemas.microsoft.com/office/drawing/2014/main" id="{57B0C5BB-3C0B-4373-B699-B9D4BBEEFCA6}"/>
                </a:ext>
              </a:extLst>
            </p:cNvPr>
            <p:cNvSpPr>
              <a:spLocks noChangeShapeType="1"/>
            </p:cNvSpPr>
            <p:nvPr/>
          </p:nvSpPr>
          <p:spPr bwMode="auto">
            <a:xfrm>
              <a:off x="4851400" y="4381959"/>
              <a:ext cx="119063" cy="0"/>
            </a:xfrm>
            <a:prstGeom prst="line">
              <a:avLst/>
            </a:prstGeom>
            <a:noFill/>
            <a:ln w="19050">
              <a:solidFill>
                <a:srgbClr val="000000"/>
              </a:solidFill>
              <a:round/>
              <a:headEnd type="oval" w="sm" len="sm"/>
              <a:tailEnd/>
            </a:ln>
          </p:spPr>
          <p:txBody>
            <a:bodyPr/>
            <a:lstStyle/>
            <a:p>
              <a:pPr eaLnBrk="1" hangingPunct="1">
                <a:defRPr/>
              </a:pPr>
              <a:endParaRPr lang="en-US" sz="1200">
                <a:latin typeface="+mj-lt"/>
              </a:endParaRPr>
            </a:p>
          </p:txBody>
        </p:sp>
        <p:sp>
          <p:nvSpPr>
            <p:cNvPr id="56381" name="Line 61">
              <a:extLst>
                <a:ext uri="{FF2B5EF4-FFF2-40B4-BE49-F238E27FC236}">
                  <a16:creationId xmlns:a16="http://schemas.microsoft.com/office/drawing/2014/main" id="{9594D40B-820A-4C67-AA6C-2FFD2CADABA8}"/>
                </a:ext>
              </a:extLst>
            </p:cNvPr>
            <p:cNvSpPr>
              <a:spLocks noChangeShapeType="1"/>
            </p:cNvSpPr>
            <p:nvPr/>
          </p:nvSpPr>
          <p:spPr bwMode="auto">
            <a:xfrm>
              <a:off x="5199063" y="4381959"/>
              <a:ext cx="112712"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82" name="Line 62">
              <a:extLst>
                <a:ext uri="{FF2B5EF4-FFF2-40B4-BE49-F238E27FC236}">
                  <a16:creationId xmlns:a16="http://schemas.microsoft.com/office/drawing/2014/main" id="{AA457E98-5823-4048-94CC-B1E5D032E311}"/>
                </a:ext>
              </a:extLst>
            </p:cNvPr>
            <p:cNvSpPr>
              <a:spLocks noChangeShapeType="1"/>
            </p:cNvSpPr>
            <p:nvPr/>
          </p:nvSpPr>
          <p:spPr bwMode="auto">
            <a:xfrm>
              <a:off x="4851400" y="4548671"/>
              <a:ext cx="461963" cy="0"/>
            </a:xfrm>
            <a:prstGeom prst="line">
              <a:avLst/>
            </a:prstGeom>
            <a:noFill/>
            <a:ln w="19050">
              <a:solidFill>
                <a:srgbClr val="000000"/>
              </a:solidFill>
              <a:round/>
              <a:headEnd type="oval" w="sm" len="sm"/>
              <a:tailEnd/>
            </a:ln>
          </p:spPr>
          <p:txBody>
            <a:bodyPr/>
            <a:lstStyle/>
            <a:p>
              <a:pPr eaLnBrk="1" hangingPunct="1">
                <a:defRPr/>
              </a:pPr>
              <a:endParaRPr lang="en-US" sz="1200">
                <a:latin typeface="+mj-lt"/>
              </a:endParaRPr>
            </a:p>
          </p:txBody>
        </p:sp>
        <p:sp>
          <p:nvSpPr>
            <p:cNvPr id="56383" name="Line 63">
              <a:extLst>
                <a:ext uri="{FF2B5EF4-FFF2-40B4-BE49-F238E27FC236}">
                  <a16:creationId xmlns:a16="http://schemas.microsoft.com/office/drawing/2014/main" id="{323652B6-5C1E-4563-9973-B57F23F4A73D}"/>
                </a:ext>
              </a:extLst>
            </p:cNvPr>
            <p:cNvSpPr>
              <a:spLocks noChangeShapeType="1"/>
            </p:cNvSpPr>
            <p:nvPr/>
          </p:nvSpPr>
          <p:spPr bwMode="auto">
            <a:xfrm flipV="1">
              <a:off x="5475288" y="4448643"/>
              <a:ext cx="1211262"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84" name="Line 64">
              <a:extLst>
                <a:ext uri="{FF2B5EF4-FFF2-40B4-BE49-F238E27FC236}">
                  <a16:creationId xmlns:a16="http://schemas.microsoft.com/office/drawing/2014/main" id="{17E731A3-492D-4E33-BEA3-DA0867DAB42E}"/>
                </a:ext>
              </a:extLst>
            </p:cNvPr>
            <p:cNvSpPr>
              <a:spLocks noChangeShapeType="1"/>
            </p:cNvSpPr>
            <p:nvPr/>
          </p:nvSpPr>
          <p:spPr bwMode="auto">
            <a:xfrm>
              <a:off x="1501775" y="4901147"/>
              <a:ext cx="333851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85" name="Line 65">
              <a:extLst>
                <a:ext uri="{FF2B5EF4-FFF2-40B4-BE49-F238E27FC236}">
                  <a16:creationId xmlns:a16="http://schemas.microsoft.com/office/drawing/2014/main" id="{6D16ED1A-7893-42BF-8600-DDCBECCA9DA1}"/>
                </a:ext>
              </a:extLst>
            </p:cNvPr>
            <p:cNvSpPr>
              <a:spLocks noChangeShapeType="1"/>
            </p:cNvSpPr>
            <p:nvPr/>
          </p:nvSpPr>
          <p:spPr bwMode="auto">
            <a:xfrm flipH="1" flipV="1">
              <a:off x="5794375" y="1652651"/>
              <a:ext cx="0" cy="3007161"/>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86" name="Line 66">
              <a:extLst>
                <a:ext uri="{FF2B5EF4-FFF2-40B4-BE49-F238E27FC236}">
                  <a16:creationId xmlns:a16="http://schemas.microsoft.com/office/drawing/2014/main" id="{E7F7F422-61EA-426F-B4C3-E135FA93F2D2}"/>
                </a:ext>
              </a:extLst>
            </p:cNvPr>
            <p:cNvSpPr>
              <a:spLocks noChangeShapeType="1"/>
            </p:cNvSpPr>
            <p:nvPr/>
          </p:nvSpPr>
          <p:spPr bwMode="auto">
            <a:xfrm flipH="1" flipV="1">
              <a:off x="5668963" y="2016241"/>
              <a:ext cx="0" cy="1924329"/>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87" name="AutoShape 67">
              <a:extLst>
                <a:ext uri="{FF2B5EF4-FFF2-40B4-BE49-F238E27FC236}">
                  <a16:creationId xmlns:a16="http://schemas.microsoft.com/office/drawing/2014/main" id="{06A6FE6E-09DF-408E-BC61-B1D7E642EF6A}"/>
                </a:ext>
              </a:extLst>
            </p:cNvPr>
            <p:cNvSpPr>
              <a:spLocks noChangeArrowheads="1"/>
            </p:cNvSpPr>
            <p:nvPr/>
          </p:nvSpPr>
          <p:spPr bwMode="auto">
            <a:xfrm rot="16200000">
              <a:off x="5938018" y="4655854"/>
              <a:ext cx="357240" cy="165100"/>
            </a:xfrm>
            <a:custGeom>
              <a:avLst/>
              <a:gdLst>
                <a:gd name="T0" fmla="*/ 253 w 21600"/>
                <a:gd name="T1" fmla="*/ 67 h 21600"/>
                <a:gd name="T2" fmla="*/ 145 w 21600"/>
                <a:gd name="T3" fmla="*/ 133 h 21600"/>
                <a:gd name="T4" fmla="*/ 36 w 21600"/>
                <a:gd name="T5" fmla="*/ 67 h 21600"/>
                <a:gd name="T6" fmla="*/ 145 w 21600"/>
                <a:gd name="T7" fmla="*/ 0 h 21600"/>
                <a:gd name="T8" fmla="*/ 0 60000 65536"/>
                <a:gd name="T9" fmla="*/ 0 60000 65536"/>
                <a:gd name="T10" fmla="*/ 0 60000 65536"/>
                <a:gd name="T11" fmla="*/ 0 60000 65536"/>
                <a:gd name="T12" fmla="*/ 4484 w 21600"/>
                <a:gd name="T13" fmla="*/ 4547 h 21600"/>
                <a:gd name="T14" fmla="*/ 17116 w 21600"/>
                <a:gd name="T15" fmla="*/ 170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388" name="Line 68">
              <a:extLst>
                <a:ext uri="{FF2B5EF4-FFF2-40B4-BE49-F238E27FC236}">
                  <a16:creationId xmlns:a16="http://schemas.microsoft.com/office/drawing/2014/main" id="{88CC42ED-B580-467B-BB51-6E7B03DFF9DF}"/>
                </a:ext>
              </a:extLst>
            </p:cNvPr>
            <p:cNvSpPr>
              <a:spLocks noChangeShapeType="1"/>
            </p:cNvSpPr>
            <p:nvPr/>
          </p:nvSpPr>
          <p:spPr bwMode="auto">
            <a:xfrm>
              <a:off x="5794375" y="4662987"/>
              <a:ext cx="23971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89" name="Line 69">
              <a:extLst>
                <a:ext uri="{FF2B5EF4-FFF2-40B4-BE49-F238E27FC236}">
                  <a16:creationId xmlns:a16="http://schemas.microsoft.com/office/drawing/2014/main" id="{D8C06BFD-4527-4409-9D0D-DBC41D61365E}"/>
                </a:ext>
              </a:extLst>
            </p:cNvPr>
            <p:cNvSpPr>
              <a:spLocks noChangeShapeType="1"/>
            </p:cNvSpPr>
            <p:nvPr/>
          </p:nvSpPr>
          <p:spPr bwMode="auto">
            <a:xfrm>
              <a:off x="5905500" y="4807470"/>
              <a:ext cx="11906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90" name="Line 70">
              <a:extLst>
                <a:ext uri="{FF2B5EF4-FFF2-40B4-BE49-F238E27FC236}">
                  <a16:creationId xmlns:a16="http://schemas.microsoft.com/office/drawing/2014/main" id="{6D9925BC-A510-4418-9122-DD34C2D9FEEB}"/>
                </a:ext>
              </a:extLst>
            </p:cNvPr>
            <p:cNvSpPr>
              <a:spLocks noChangeShapeType="1"/>
            </p:cNvSpPr>
            <p:nvPr/>
          </p:nvSpPr>
          <p:spPr bwMode="auto">
            <a:xfrm>
              <a:off x="6202363" y="4724908"/>
              <a:ext cx="471487"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91" name="Line 71">
              <a:extLst>
                <a:ext uri="{FF2B5EF4-FFF2-40B4-BE49-F238E27FC236}">
                  <a16:creationId xmlns:a16="http://schemas.microsoft.com/office/drawing/2014/main" id="{D82CA767-3AC8-496C-8997-087A0DC9CF2D}"/>
                </a:ext>
              </a:extLst>
            </p:cNvPr>
            <p:cNvSpPr>
              <a:spLocks noChangeShapeType="1"/>
            </p:cNvSpPr>
            <p:nvPr/>
          </p:nvSpPr>
          <p:spPr bwMode="auto">
            <a:xfrm flipV="1">
              <a:off x="6530975" y="3946921"/>
              <a:ext cx="0" cy="1222552"/>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92" name="Rectangle 72">
              <a:extLst>
                <a:ext uri="{FF2B5EF4-FFF2-40B4-BE49-F238E27FC236}">
                  <a16:creationId xmlns:a16="http://schemas.microsoft.com/office/drawing/2014/main" id="{DE5D2F8D-D7F0-4CD9-8B66-00AD49213DA3}"/>
                </a:ext>
              </a:extLst>
            </p:cNvPr>
            <p:cNvSpPr>
              <a:spLocks noChangeArrowheads="1"/>
            </p:cNvSpPr>
            <p:nvPr/>
          </p:nvSpPr>
          <p:spPr bwMode="auto">
            <a:xfrm>
              <a:off x="5895975" y="3718287"/>
              <a:ext cx="565150" cy="373117"/>
            </a:xfrm>
            <a:prstGeom prst="rect">
              <a:avLst/>
            </a:prstGeom>
            <a:noFill/>
            <a:ln w="19050">
              <a:solidFill>
                <a:srgbClr val="000000"/>
              </a:solidFill>
              <a:miter lim="800000"/>
              <a:headEnd/>
              <a:tailEnd/>
            </a:ln>
          </p:spPr>
          <p:txBody>
            <a:bodyPr/>
            <a:lstStyle/>
            <a:p>
              <a:pPr eaLnBrk="1" hangingPunct="1">
                <a:defRPr/>
              </a:pPr>
              <a:r>
                <a:rPr lang="en-US" sz="1100" dirty="0">
                  <a:latin typeface="+mj-lt"/>
                </a:rPr>
                <a:t>S/R</a:t>
              </a:r>
            </a:p>
            <a:p>
              <a:pPr eaLnBrk="1" hangingPunct="1">
                <a:defRPr/>
              </a:pPr>
              <a:r>
                <a:rPr lang="en-US" sz="1000" dirty="0">
                  <a:latin typeface="+mj-lt"/>
                </a:rPr>
                <a:t>control</a:t>
              </a:r>
              <a:endParaRPr lang="ru-RU" sz="1000" dirty="0">
                <a:latin typeface="+mj-lt"/>
              </a:endParaRPr>
            </a:p>
          </p:txBody>
        </p:sp>
        <p:sp>
          <p:nvSpPr>
            <p:cNvPr id="56393" name="Line 73">
              <a:extLst>
                <a:ext uri="{FF2B5EF4-FFF2-40B4-BE49-F238E27FC236}">
                  <a16:creationId xmlns:a16="http://schemas.microsoft.com/office/drawing/2014/main" id="{F7FB261A-0072-4106-A501-2108058320F1}"/>
                </a:ext>
              </a:extLst>
            </p:cNvPr>
            <p:cNvSpPr>
              <a:spLocks noChangeShapeType="1"/>
            </p:cNvSpPr>
            <p:nvPr/>
          </p:nvSpPr>
          <p:spPr bwMode="auto">
            <a:xfrm>
              <a:off x="6434138" y="3946921"/>
              <a:ext cx="9207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94" name="Line 74">
              <a:extLst>
                <a:ext uri="{FF2B5EF4-FFF2-40B4-BE49-F238E27FC236}">
                  <a16:creationId xmlns:a16="http://schemas.microsoft.com/office/drawing/2014/main" id="{0314A867-4734-404C-A0D2-90EB5CF4A2DF}"/>
                </a:ext>
              </a:extLst>
            </p:cNvPr>
            <p:cNvSpPr>
              <a:spLocks noChangeShapeType="1"/>
            </p:cNvSpPr>
            <p:nvPr/>
          </p:nvSpPr>
          <p:spPr bwMode="auto">
            <a:xfrm>
              <a:off x="4741863" y="4207308"/>
              <a:ext cx="194627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395" name="Rectangle 75">
              <a:extLst>
                <a:ext uri="{FF2B5EF4-FFF2-40B4-BE49-F238E27FC236}">
                  <a16:creationId xmlns:a16="http://schemas.microsoft.com/office/drawing/2014/main" id="{051DF327-2E97-4DEA-AA22-605D5285114D}"/>
                </a:ext>
              </a:extLst>
            </p:cNvPr>
            <p:cNvSpPr>
              <a:spLocks noChangeArrowheads="1"/>
            </p:cNvSpPr>
            <p:nvPr/>
          </p:nvSpPr>
          <p:spPr bwMode="auto">
            <a:xfrm>
              <a:off x="6680200" y="3919930"/>
              <a:ext cx="596900" cy="1130464"/>
            </a:xfrm>
            <a:prstGeom prst="rect">
              <a:avLst/>
            </a:prstGeom>
            <a:noFill/>
            <a:ln w="19050">
              <a:solidFill>
                <a:srgbClr val="000000"/>
              </a:solidFill>
              <a:miter lim="800000"/>
              <a:headEnd/>
              <a:tailEnd/>
            </a:ln>
          </p:spPr>
          <p:txBody>
            <a:bodyPr/>
            <a:lstStyle/>
            <a:p>
              <a:pPr eaLnBrk="1" hangingPunct="1">
                <a:defRPr/>
              </a:pPr>
              <a:r>
                <a:rPr lang="en-US" sz="1100">
                  <a:latin typeface="+mj-lt"/>
                </a:rPr>
                <a:t>    </a:t>
              </a:r>
            </a:p>
            <a:p>
              <a:pPr eaLnBrk="1" hangingPunct="1">
                <a:defRPr/>
              </a:pPr>
              <a:r>
                <a:rPr lang="en-US" sz="1100">
                  <a:latin typeface="+mj-lt"/>
                </a:rPr>
                <a:t>D     Q</a:t>
              </a:r>
            </a:p>
            <a:p>
              <a:pPr eaLnBrk="1" hangingPunct="1">
                <a:defRPr/>
              </a:pPr>
              <a:r>
                <a:rPr lang="en-US" sz="1100">
                  <a:latin typeface="+mj-lt"/>
                </a:rPr>
                <a:t>CLK</a:t>
              </a:r>
            </a:p>
            <a:p>
              <a:pPr eaLnBrk="1" hangingPunct="1">
                <a:defRPr/>
              </a:pPr>
              <a:endParaRPr lang="en-US" sz="1100">
                <a:latin typeface="+mj-lt"/>
              </a:endParaRPr>
            </a:p>
            <a:p>
              <a:pPr eaLnBrk="1" hangingPunct="1">
                <a:defRPr/>
              </a:pPr>
              <a:r>
                <a:rPr lang="en-US" sz="1100">
                  <a:latin typeface="+mj-lt"/>
                </a:rPr>
                <a:t>EN</a:t>
              </a:r>
            </a:p>
            <a:p>
              <a:pPr eaLnBrk="1" hangingPunct="1">
                <a:defRPr/>
              </a:pPr>
              <a:r>
                <a:rPr lang="en-US" sz="1100">
                  <a:latin typeface="+mj-lt"/>
                </a:rPr>
                <a:t>   </a:t>
              </a:r>
            </a:p>
            <a:p>
              <a:pPr eaLnBrk="1" hangingPunct="1">
                <a:defRPr/>
              </a:pPr>
              <a:endParaRPr lang="ru-RU" sz="1100">
                <a:latin typeface="+mj-lt"/>
              </a:endParaRPr>
            </a:p>
          </p:txBody>
        </p:sp>
        <p:sp>
          <p:nvSpPr>
            <p:cNvPr id="56396" name="Freeform 76">
              <a:extLst>
                <a:ext uri="{FF2B5EF4-FFF2-40B4-BE49-F238E27FC236}">
                  <a16:creationId xmlns:a16="http://schemas.microsoft.com/office/drawing/2014/main" id="{1C1DD764-F215-471B-8AE6-23F67DF86D56}"/>
                </a:ext>
              </a:extLst>
            </p:cNvPr>
            <p:cNvSpPr>
              <a:spLocks/>
            </p:cNvSpPr>
            <p:nvPr/>
          </p:nvSpPr>
          <p:spPr bwMode="auto">
            <a:xfrm>
              <a:off x="6680200" y="4413713"/>
              <a:ext cx="79375" cy="82562"/>
            </a:xfrm>
            <a:custGeom>
              <a:avLst/>
              <a:gdLst>
                <a:gd name="T0" fmla="*/ 0 w 129"/>
                <a:gd name="T1" fmla="*/ 66 h 133"/>
                <a:gd name="T2" fmla="*/ 64 w 129"/>
                <a:gd name="T3" fmla="*/ 33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noFill/>
            <a:ln w="19050" cap="flat">
              <a:solidFill>
                <a:srgbClr val="000000"/>
              </a:solidFill>
              <a:prstDash val="solid"/>
              <a:miter lim="800000"/>
              <a:headEnd/>
              <a:tailEnd/>
            </a:ln>
          </p:spPr>
          <p:txBody>
            <a:bodyPr/>
            <a:lstStyle/>
            <a:p>
              <a:pPr eaLnBrk="1" hangingPunct="1">
                <a:defRPr/>
              </a:pPr>
              <a:endParaRPr lang="en-US" sz="1200">
                <a:latin typeface="+mj-lt"/>
              </a:endParaRPr>
            </a:p>
          </p:txBody>
        </p:sp>
        <p:sp>
          <p:nvSpPr>
            <p:cNvPr id="56397" name="Text Box 77">
              <a:extLst>
                <a:ext uri="{FF2B5EF4-FFF2-40B4-BE49-F238E27FC236}">
                  <a16:creationId xmlns:a16="http://schemas.microsoft.com/office/drawing/2014/main" id="{F234D012-1559-4CD0-AE80-631E16C97B1A}"/>
                </a:ext>
              </a:extLst>
            </p:cNvPr>
            <p:cNvSpPr txBox="1">
              <a:spLocks noChangeArrowheads="1"/>
            </p:cNvSpPr>
            <p:nvPr/>
          </p:nvSpPr>
          <p:spPr bwMode="auto">
            <a:xfrm>
              <a:off x="5715000" y="4683627"/>
              <a:ext cx="358775" cy="249274"/>
            </a:xfrm>
            <a:prstGeom prst="rect">
              <a:avLst/>
            </a:prstGeom>
            <a:noFill/>
            <a:ln w="19050">
              <a:noFill/>
              <a:miter lim="800000"/>
              <a:headEnd/>
              <a:tailEnd/>
            </a:ln>
          </p:spPr>
          <p:txBody>
            <a:bodyPr/>
            <a:lstStyle/>
            <a:p>
              <a:pPr eaLnBrk="1" hangingPunct="1">
                <a:defRPr/>
              </a:pPr>
              <a:r>
                <a:rPr lang="en-US" sz="1100">
                  <a:latin typeface="+mj-lt"/>
                </a:rPr>
                <a:t>1</a:t>
              </a:r>
              <a:endParaRPr lang="ru-RU" sz="1100">
                <a:latin typeface="+mj-lt"/>
              </a:endParaRPr>
            </a:p>
          </p:txBody>
        </p:sp>
        <p:sp>
          <p:nvSpPr>
            <p:cNvPr id="56398" name="Text Box 78">
              <a:extLst>
                <a:ext uri="{FF2B5EF4-FFF2-40B4-BE49-F238E27FC236}">
                  <a16:creationId xmlns:a16="http://schemas.microsoft.com/office/drawing/2014/main" id="{31D1C4AA-76DE-4A94-A913-7D9A2D2EA0C2}"/>
                </a:ext>
              </a:extLst>
            </p:cNvPr>
            <p:cNvSpPr txBox="1">
              <a:spLocks noChangeArrowheads="1"/>
            </p:cNvSpPr>
            <p:nvPr/>
          </p:nvSpPr>
          <p:spPr bwMode="auto">
            <a:xfrm>
              <a:off x="6850063" y="3885000"/>
              <a:ext cx="357187" cy="249273"/>
            </a:xfrm>
            <a:prstGeom prst="rect">
              <a:avLst/>
            </a:prstGeom>
            <a:noFill/>
            <a:ln w="19050">
              <a:noFill/>
              <a:miter lim="800000"/>
              <a:headEnd/>
              <a:tailEnd/>
            </a:ln>
          </p:spPr>
          <p:txBody>
            <a:bodyPr/>
            <a:lstStyle/>
            <a:p>
              <a:pPr eaLnBrk="1" hangingPunct="1">
                <a:defRPr/>
              </a:pPr>
              <a:r>
                <a:rPr lang="en-US" sz="1100">
                  <a:latin typeface="+mj-lt"/>
                </a:rPr>
                <a:t>S</a:t>
              </a:r>
              <a:endParaRPr lang="ru-RU" sz="1100">
                <a:latin typeface="+mj-lt"/>
              </a:endParaRPr>
            </a:p>
          </p:txBody>
        </p:sp>
        <p:sp>
          <p:nvSpPr>
            <p:cNvPr id="56399" name="Text Box 79">
              <a:extLst>
                <a:ext uri="{FF2B5EF4-FFF2-40B4-BE49-F238E27FC236}">
                  <a16:creationId xmlns:a16="http://schemas.microsoft.com/office/drawing/2014/main" id="{B4A28870-F083-450A-BF9A-4A74F8C9D0C8}"/>
                </a:ext>
              </a:extLst>
            </p:cNvPr>
            <p:cNvSpPr txBox="1">
              <a:spLocks noChangeArrowheads="1"/>
            </p:cNvSpPr>
            <p:nvPr/>
          </p:nvSpPr>
          <p:spPr bwMode="auto">
            <a:xfrm>
              <a:off x="6856413" y="4843989"/>
              <a:ext cx="355600" cy="247686"/>
            </a:xfrm>
            <a:prstGeom prst="rect">
              <a:avLst/>
            </a:prstGeom>
            <a:noFill/>
            <a:ln w="19050">
              <a:noFill/>
              <a:miter lim="800000"/>
              <a:headEnd/>
              <a:tailEnd/>
            </a:ln>
          </p:spPr>
          <p:txBody>
            <a:bodyPr/>
            <a:lstStyle/>
            <a:p>
              <a:pPr eaLnBrk="1" hangingPunct="1">
                <a:defRPr/>
              </a:pPr>
              <a:r>
                <a:rPr lang="en-US" sz="1100">
                  <a:latin typeface="+mj-lt"/>
                </a:rPr>
                <a:t>R</a:t>
              </a:r>
              <a:endParaRPr lang="ru-RU" sz="1100">
                <a:latin typeface="+mj-lt"/>
              </a:endParaRPr>
            </a:p>
          </p:txBody>
        </p:sp>
        <p:sp>
          <p:nvSpPr>
            <p:cNvPr id="56400" name="Line 80">
              <a:extLst>
                <a:ext uri="{FF2B5EF4-FFF2-40B4-BE49-F238E27FC236}">
                  <a16:creationId xmlns:a16="http://schemas.microsoft.com/office/drawing/2014/main" id="{CFDDAABF-FE16-442B-B733-B4F7A00C9B52}"/>
                </a:ext>
              </a:extLst>
            </p:cNvPr>
            <p:cNvSpPr>
              <a:spLocks noChangeShapeType="1"/>
            </p:cNvSpPr>
            <p:nvPr/>
          </p:nvSpPr>
          <p:spPr bwMode="auto">
            <a:xfrm>
              <a:off x="7286625" y="4216835"/>
              <a:ext cx="23812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01" name="AutoShape 81">
              <a:extLst>
                <a:ext uri="{FF2B5EF4-FFF2-40B4-BE49-F238E27FC236}">
                  <a16:creationId xmlns:a16="http://schemas.microsoft.com/office/drawing/2014/main" id="{EA2ADF23-EA87-4200-B5A7-97750C74AD1A}"/>
                </a:ext>
              </a:extLst>
            </p:cNvPr>
            <p:cNvSpPr>
              <a:spLocks noChangeArrowheads="1"/>
            </p:cNvSpPr>
            <p:nvPr/>
          </p:nvSpPr>
          <p:spPr bwMode="auto">
            <a:xfrm rot="16200000">
              <a:off x="7435030" y="4036640"/>
              <a:ext cx="357240" cy="165100"/>
            </a:xfrm>
            <a:custGeom>
              <a:avLst/>
              <a:gdLst>
                <a:gd name="T0" fmla="*/ 253 w 21600"/>
                <a:gd name="T1" fmla="*/ 67 h 21600"/>
                <a:gd name="T2" fmla="*/ 145 w 21600"/>
                <a:gd name="T3" fmla="*/ 133 h 21600"/>
                <a:gd name="T4" fmla="*/ 36 w 21600"/>
                <a:gd name="T5" fmla="*/ 67 h 21600"/>
                <a:gd name="T6" fmla="*/ 145 w 21600"/>
                <a:gd name="T7" fmla="*/ 0 h 21600"/>
                <a:gd name="T8" fmla="*/ 0 60000 65536"/>
                <a:gd name="T9" fmla="*/ 0 60000 65536"/>
                <a:gd name="T10" fmla="*/ 0 60000 65536"/>
                <a:gd name="T11" fmla="*/ 0 60000 65536"/>
                <a:gd name="T12" fmla="*/ 4484 w 21600"/>
                <a:gd name="T13" fmla="*/ 4547 h 21600"/>
                <a:gd name="T14" fmla="*/ 17116 w 21600"/>
                <a:gd name="T15" fmla="*/ 170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402" name="Line 82">
              <a:extLst>
                <a:ext uri="{FF2B5EF4-FFF2-40B4-BE49-F238E27FC236}">
                  <a16:creationId xmlns:a16="http://schemas.microsoft.com/office/drawing/2014/main" id="{CEAFA0E0-59E1-47D6-9AFA-ADD934D906B6}"/>
                </a:ext>
              </a:extLst>
            </p:cNvPr>
            <p:cNvSpPr>
              <a:spLocks noChangeShapeType="1"/>
            </p:cNvSpPr>
            <p:nvPr/>
          </p:nvSpPr>
          <p:spPr bwMode="auto">
            <a:xfrm>
              <a:off x="7408863" y="4019956"/>
              <a:ext cx="12382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03" name="Line 83">
              <a:extLst>
                <a:ext uri="{FF2B5EF4-FFF2-40B4-BE49-F238E27FC236}">
                  <a16:creationId xmlns:a16="http://schemas.microsoft.com/office/drawing/2014/main" id="{ED75DEB5-9F06-460C-B686-89CBB5D73598}"/>
                </a:ext>
              </a:extLst>
            </p:cNvPr>
            <p:cNvSpPr>
              <a:spLocks noChangeShapeType="1"/>
            </p:cNvSpPr>
            <p:nvPr/>
          </p:nvSpPr>
          <p:spPr bwMode="auto">
            <a:xfrm flipV="1">
              <a:off x="7405688" y="3635725"/>
              <a:ext cx="0" cy="373117"/>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04" name="Line 84">
              <a:extLst>
                <a:ext uri="{FF2B5EF4-FFF2-40B4-BE49-F238E27FC236}">
                  <a16:creationId xmlns:a16="http://schemas.microsoft.com/office/drawing/2014/main" id="{9A1D0D7E-59BE-4028-BFAE-E51EC34D00F3}"/>
                </a:ext>
              </a:extLst>
            </p:cNvPr>
            <p:cNvSpPr>
              <a:spLocks noChangeShapeType="1"/>
            </p:cNvSpPr>
            <p:nvPr/>
          </p:nvSpPr>
          <p:spPr bwMode="auto">
            <a:xfrm>
              <a:off x="4422775" y="3635725"/>
              <a:ext cx="298291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05" name="Line 85">
              <a:extLst>
                <a:ext uri="{FF2B5EF4-FFF2-40B4-BE49-F238E27FC236}">
                  <a16:creationId xmlns:a16="http://schemas.microsoft.com/office/drawing/2014/main" id="{AAC2F934-7EFA-44FA-A4EF-B334D1A4F130}"/>
                </a:ext>
              </a:extLst>
            </p:cNvPr>
            <p:cNvSpPr>
              <a:spLocks noChangeShapeType="1"/>
            </p:cNvSpPr>
            <p:nvPr/>
          </p:nvSpPr>
          <p:spPr bwMode="auto">
            <a:xfrm flipH="1" flipV="1">
              <a:off x="4741863" y="1641536"/>
              <a:ext cx="0" cy="1995777"/>
            </a:xfrm>
            <a:prstGeom prst="line">
              <a:avLst/>
            </a:prstGeom>
            <a:noFill/>
            <a:ln w="19050">
              <a:solidFill>
                <a:srgbClr val="000000"/>
              </a:solidFill>
              <a:round/>
              <a:headEnd type="oval" w="sm" len="sm"/>
              <a:tailEnd/>
            </a:ln>
          </p:spPr>
          <p:txBody>
            <a:bodyPr/>
            <a:lstStyle/>
            <a:p>
              <a:pPr eaLnBrk="1" hangingPunct="1">
                <a:defRPr/>
              </a:pPr>
              <a:endParaRPr lang="en-US" sz="1200">
                <a:latin typeface="+mj-lt"/>
              </a:endParaRPr>
            </a:p>
          </p:txBody>
        </p:sp>
        <p:sp>
          <p:nvSpPr>
            <p:cNvPr id="56406" name="AutoShape 86">
              <a:extLst>
                <a:ext uri="{FF2B5EF4-FFF2-40B4-BE49-F238E27FC236}">
                  <a16:creationId xmlns:a16="http://schemas.microsoft.com/office/drawing/2014/main" id="{5F3A1230-DFF8-4657-8354-F0BE8D2F4947}"/>
                </a:ext>
              </a:extLst>
            </p:cNvPr>
            <p:cNvSpPr>
              <a:spLocks noChangeArrowheads="1"/>
            </p:cNvSpPr>
            <p:nvPr/>
          </p:nvSpPr>
          <p:spPr bwMode="auto">
            <a:xfrm>
              <a:off x="4562475" y="1468474"/>
              <a:ext cx="342900" cy="171475"/>
            </a:xfrm>
            <a:custGeom>
              <a:avLst/>
              <a:gdLst>
                <a:gd name="T0" fmla="*/ 242 w 21600"/>
                <a:gd name="T1" fmla="*/ 70 h 21600"/>
                <a:gd name="T2" fmla="*/ 138 w 21600"/>
                <a:gd name="T3" fmla="*/ 139 h 21600"/>
                <a:gd name="T4" fmla="*/ 35 w 21600"/>
                <a:gd name="T5" fmla="*/ 70 h 21600"/>
                <a:gd name="T6" fmla="*/ 138 w 21600"/>
                <a:gd name="T7" fmla="*/ 0 h 21600"/>
                <a:gd name="T8" fmla="*/ 0 60000 65536"/>
                <a:gd name="T9" fmla="*/ 0 60000 65536"/>
                <a:gd name="T10" fmla="*/ 0 60000 65536"/>
                <a:gd name="T11" fmla="*/ 0 60000 65536"/>
                <a:gd name="T12" fmla="*/ 4539 w 21600"/>
                <a:gd name="T13" fmla="*/ 4506 h 21600"/>
                <a:gd name="T14" fmla="*/ 17139 w 21600"/>
                <a:gd name="T15" fmla="*/ 1709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407" name="Line 87">
              <a:extLst>
                <a:ext uri="{FF2B5EF4-FFF2-40B4-BE49-F238E27FC236}">
                  <a16:creationId xmlns:a16="http://schemas.microsoft.com/office/drawing/2014/main" id="{D5F6CE9B-3F7C-42B5-9904-7FD682915884}"/>
                </a:ext>
              </a:extLst>
            </p:cNvPr>
            <p:cNvSpPr>
              <a:spLocks noChangeShapeType="1"/>
            </p:cNvSpPr>
            <p:nvPr/>
          </p:nvSpPr>
          <p:spPr bwMode="auto">
            <a:xfrm>
              <a:off x="5665788" y="3946921"/>
              <a:ext cx="22542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08" name="AutoShape 88">
              <a:extLst>
                <a:ext uri="{FF2B5EF4-FFF2-40B4-BE49-F238E27FC236}">
                  <a16:creationId xmlns:a16="http://schemas.microsoft.com/office/drawing/2014/main" id="{FA990E4B-B0F1-4B98-844E-F80425B530AC}"/>
                </a:ext>
              </a:extLst>
            </p:cNvPr>
            <p:cNvSpPr>
              <a:spLocks noChangeArrowheads="1"/>
            </p:cNvSpPr>
            <p:nvPr/>
          </p:nvSpPr>
          <p:spPr bwMode="auto">
            <a:xfrm rot="16200000">
              <a:off x="5947543" y="2960158"/>
              <a:ext cx="357240" cy="165100"/>
            </a:xfrm>
            <a:custGeom>
              <a:avLst/>
              <a:gdLst>
                <a:gd name="T0" fmla="*/ 253 w 21600"/>
                <a:gd name="T1" fmla="*/ 67 h 21600"/>
                <a:gd name="T2" fmla="*/ 145 w 21600"/>
                <a:gd name="T3" fmla="*/ 133 h 21600"/>
                <a:gd name="T4" fmla="*/ 36 w 21600"/>
                <a:gd name="T5" fmla="*/ 67 h 21600"/>
                <a:gd name="T6" fmla="*/ 145 w 21600"/>
                <a:gd name="T7" fmla="*/ 0 h 21600"/>
                <a:gd name="T8" fmla="*/ 0 60000 65536"/>
                <a:gd name="T9" fmla="*/ 0 60000 65536"/>
                <a:gd name="T10" fmla="*/ 0 60000 65536"/>
                <a:gd name="T11" fmla="*/ 0 60000 65536"/>
                <a:gd name="T12" fmla="*/ 4484 w 21600"/>
                <a:gd name="T13" fmla="*/ 4547 h 21600"/>
                <a:gd name="T14" fmla="*/ 17116 w 21600"/>
                <a:gd name="T15" fmla="*/ 170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409" name="Line 89">
              <a:extLst>
                <a:ext uri="{FF2B5EF4-FFF2-40B4-BE49-F238E27FC236}">
                  <a16:creationId xmlns:a16="http://schemas.microsoft.com/office/drawing/2014/main" id="{0E6F17D1-D824-4A7D-A121-07F4C9D3837A}"/>
                </a:ext>
              </a:extLst>
            </p:cNvPr>
            <p:cNvSpPr>
              <a:spLocks noChangeShapeType="1"/>
            </p:cNvSpPr>
            <p:nvPr/>
          </p:nvSpPr>
          <p:spPr bwMode="auto">
            <a:xfrm>
              <a:off x="5805488" y="2967292"/>
              <a:ext cx="238125" cy="0"/>
            </a:xfrm>
            <a:prstGeom prst="line">
              <a:avLst/>
            </a:prstGeom>
            <a:noFill/>
            <a:ln w="19050">
              <a:solidFill>
                <a:srgbClr val="000000"/>
              </a:solidFill>
              <a:round/>
              <a:headEnd type="oval" w="sm" len="sm"/>
              <a:tailEnd/>
            </a:ln>
          </p:spPr>
          <p:txBody>
            <a:bodyPr/>
            <a:lstStyle/>
            <a:p>
              <a:pPr eaLnBrk="1" hangingPunct="1">
                <a:defRPr/>
              </a:pPr>
              <a:endParaRPr lang="en-US" sz="1200">
                <a:latin typeface="+mj-lt"/>
              </a:endParaRPr>
            </a:p>
          </p:txBody>
        </p:sp>
        <p:sp>
          <p:nvSpPr>
            <p:cNvPr id="56410" name="Line 90">
              <a:extLst>
                <a:ext uri="{FF2B5EF4-FFF2-40B4-BE49-F238E27FC236}">
                  <a16:creationId xmlns:a16="http://schemas.microsoft.com/office/drawing/2014/main" id="{BB0246F8-1299-45D6-81FB-977BD0788E5C}"/>
                </a:ext>
              </a:extLst>
            </p:cNvPr>
            <p:cNvSpPr>
              <a:spLocks noChangeShapeType="1"/>
            </p:cNvSpPr>
            <p:nvPr/>
          </p:nvSpPr>
          <p:spPr bwMode="auto">
            <a:xfrm>
              <a:off x="5915025" y="3113363"/>
              <a:ext cx="11906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11" name="Line 91">
              <a:extLst>
                <a:ext uri="{FF2B5EF4-FFF2-40B4-BE49-F238E27FC236}">
                  <a16:creationId xmlns:a16="http://schemas.microsoft.com/office/drawing/2014/main" id="{31ACF642-50DC-4902-B3E6-5FF1F096CD9A}"/>
                </a:ext>
              </a:extLst>
            </p:cNvPr>
            <p:cNvSpPr>
              <a:spLocks noChangeShapeType="1"/>
            </p:cNvSpPr>
            <p:nvPr/>
          </p:nvSpPr>
          <p:spPr bwMode="auto">
            <a:xfrm>
              <a:off x="6211888" y="3029213"/>
              <a:ext cx="471487"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12" name="Line 92">
              <a:extLst>
                <a:ext uri="{FF2B5EF4-FFF2-40B4-BE49-F238E27FC236}">
                  <a16:creationId xmlns:a16="http://schemas.microsoft.com/office/drawing/2014/main" id="{443F1437-6FA0-4AFB-8365-DC2940CE1969}"/>
                </a:ext>
              </a:extLst>
            </p:cNvPr>
            <p:cNvSpPr>
              <a:spLocks noChangeShapeType="1"/>
            </p:cNvSpPr>
            <p:nvPr/>
          </p:nvSpPr>
          <p:spPr bwMode="auto">
            <a:xfrm flipV="1">
              <a:off x="6540500" y="2251225"/>
              <a:ext cx="0" cy="1206675"/>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13" name="Rectangle 93">
              <a:extLst>
                <a:ext uri="{FF2B5EF4-FFF2-40B4-BE49-F238E27FC236}">
                  <a16:creationId xmlns:a16="http://schemas.microsoft.com/office/drawing/2014/main" id="{3BBA0B85-AB9D-4378-BB19-EE3F8E0B9239}"/>
                </a:ext>
              </a:extLst>
            </p:cNvPr>
            <p:cNvSpPr>
              <a:spLocks noChangeArrowheads="1"/>
            </p:cNvSpPr>
            <p:nvPr/>
          </p:nvSpPr>
          <p:spPr bwMode="auto">
            <a:xfrm>
              <a:off x="5905500" y="2003539"/>
              <a:ext cx="503238" cy="373117"/>
            </a:xfrm>
            <a:prstGeom prst="rect">
              <a:avLst/>
            </a:prstGeom>
            <a:noFill/>
            <a:ln w="19050">
              <a:solidFill>
                <a:srgbClr val="000000"/>
              </a:solidFill>
              <a:miter lim="800000"/>
              <a:headEnd/>
              <a:tailEnd/>
            </a:ln>
          </p:spPr>
          <p:txBody>
            <a:bodyPr/>
            <a:lstStyle/>
            <a:p>
              <a:pPr eaLnBrk="1" hangingPunct="1">
                <a:defRPr/>
              </a:pPr>
              <a:r>
                <a:rPr lang="en-US" sz="1100" dirty="0">
                  <a:latin typeface="+mj-lt"/>
                </a:rPr>
                <a:t>S/R</a:t>
              </a:r>
            </a:p>
            <a:p>
              <a:pPr eaLnBrk="1" hangingPunct="1">
                <a:defRPr/>
              </a:pPr>
              <a:r>
                <a:rPr lang="en-US" sz="1000" dirty="0" err="1">
                  <a:latin typeface="+mj-lt"/>
                </a:rPr>
                <a:t>Contr</a:t>
              </a:r>
              <a:endParaRPr lang="ru-RU" sz="1000" dirty="0">
                <a:latin typeface="+mj-lt"/>
              </a:endParaRPr>
            </a:p>
          </p:txBody>
        </p:sp>
        <p:sp>
          <p:nvSpPr>
            <p:cNvPr id="56414" name="Line 94">
              <a:extLst>
                <a:ext uri="{FF2B5EF4-FFF2-40B4-BE49-F238E27FC236}">
                  <a16:creationId xmlns:a16="http://schemas.microsoft.com/office/drawing/2014/main" id="{AFFF4310-C236-4E7B-ACFC-798194DD6086}"/>
                </a:ext>
              </a:extLst>
            </p:cNvPr>
            <p:cNvSpPr>
              <a:spLocks noChangeShapeType="1"/>
            </p:cNvSpPr>
            <p:nvPr/>
          </p:nvSpPr>
          <p:spPr bwMode="auto">
            <a:xfrm>
              <a:off x="6421438" y="2251225"/>
              <a:ext cx="119062"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15" name="Rectangle 95">
              <a:extLst>
                <a:ext uri="{FF2B5EF4-FFF2-40B4-BE49-F238E27FC236}">
                  <a16:creationId xmlns:a16="http://schemas.microsoft.com/office/drawing/2014/main" id="{423B72E5-5C84-45BA-82C0-4AEF2ABFCB38}"/>
                </a:ext>
              </a:extLst>
            </p:cNvPr>
            <p:cNvSpPr>
              <a:spLocks noChangeArrowheads="1"/>
            </p:cNvSpPr>
            <p:nvPr/>
          </p:nvSpPr>
          <p:spPr bwMode="auto">
            <a:xfrm>
              <a:off x="6689725" y="2224234"/>
              <a:ext cx="596900" cy="1132051"/>
            </a:xfrm>
            <a:prstGeom prst="rect">
              <a:avLst/>
            </a:prstGeom>
            <a:noFill/>
            <a:ln w="19050">
              <a:solidFill>
                <a:srgbClr val="000000"/>
              </a:solidFill>
              <a:miter lim="800000"/>
              <a:headEnd/>
              <a:tailEnd/>
            </a:ln>
          </p:spPr>
          <p:txBody>
            <a:bodyPr/>
            <a:lstStyle/>
            <a:p>
              <a:pPr eaLnBrk="1" hangingPunct="1">
                <a:defRPr/>
              </a:pPr>
              <a:r>
                <a:rPr lang="en-US" sz="1100" dirty="0">
                  <a:latin typeface="+mj-lt"/>
                </a:rPr>
                <a:t>    </a:t>
              </a:r>
            </a:p>
            <a:p>
              <a:pPr eaLnBrk="1" hangingPunct="1">
                <a:defRPr/>
              </a:pPr>
              <a:r>
                <a:rPr lang="en-US" sz="1100" dirty="0">
                  <a:latin typeface="+mj-lt"/>
                </a:rPr>
                <a:t>D     Q</a:t>
              </a:r>
            </a:p>
            <a:p>
              <a:pPr eaLnBrk="1" hangingPunct="1">
                <a:defRPr/>
              </a:pPr>
              <a:r>
                <a:rPr lang="en-US" sz="1100" dirty="0">
                  <a:latin typeface="+mj-lt"/>
                </a:rPr>
                <a:t>CLK</a:t>
              </a:r>
            </a:p>
            <a:p>
              <a:pPr eaLnBrk="1" hangingPunct="1">
                <a:defRPr/>
              </a:pPr>
              <a:endParaRPr lang="en-US" sz="1100" dirty="0">
                <a:latin typeface="+mj-lt"/>
              </a:endParaRPr>
            </a:p>
            <a:p>
              <a:pPr eaLnBrk="1" hangingPunct="1">
                <a:defRPr/>
              </a:pPr>
              <a:r>
                <a:rPr lang="en-US" sz="1100" dirty="0">
                  <a:latin typeface="+mj-lt"/>
                </a:rPr>
                <a:t>EN</a:t>
              </a:r>
            </a:p>
            <a:p>
              <a:pPr eaLnBrk="1" hangingPunct="1">
                <a:defRPr/>
              </a:pPr>
              <a:r>
                <a:rPr lang="en-US" sz="1100" dirty="0">
                  <a:latin typeface="+mj-lt"/>
                </a:rPr>
                <a:t>   </a:t>
              </a:r>
            </a:p>
            <a:p>
              <a:pPr eaLnBrk="1" hangingPunct="1">
                <a:defRPr/>
              </a:pPr>
              <a:endParaRPr lang="ru-RU" sz="1100" dirty="0">
                <a:latin typeface="+mj-lt"/>
              </a:endParaRPr>
            </a:p>
          </p:txBody>
        </p:sp>
        <p:sp>
          <p:nvSpPr>
            <p:cNvPr id="56416" name="Freeform 96">
              <a:extLst>
                <a:ext uri="{FF2B5EF4-FFF2-40B4-BE49-F238E27FC236}">
                  <a16:creationId xmlns:a16="http://schemas.microsoft.com/office/drawing/2014/main" id="{935466FD-6118-496B-88B7-3266B0F44CB7}"/>
                </a:ext>
              </a:extLst>
            </p:cNvPr>
            <p:cNvSpPr>
              <a:spLocks/>
            </p:cNvSpPr>
            <p:nvPr/>
          </p:nvSpPr>
          <p:spPr bwMode="auto">
            <a:xfrm>
              <a:off x="6689725" y="2719606"/>
              <a:ext cx="79375" cy="80974"/>
            </a:xfrm>
            <a:custGeom>
              <a:avLst/>
              <a:gdLst>
                <a:gd name="T0" fmla="*/ 0 w 129"/>
                <a:gd name="T1" fmla="*/ 66 h 133"/>
                <a:gd name="T2" fmla="*/ 64 w 129"/>
                <a:gd name="T3" fmla="*/ 33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noFill/>
            <a:ln w="19050" cap="flat">
              <a:solidFill>
                <a:srgbClr val="000000"/>
              </a:solidFill>
              <a:prstDash val="solid"/>
              <a:miter lim="800000"/>
              <a:headEnd/>
              <a:tailEnd/>
            </a:ln>
          </p:spPr>
          <p:txBody>
            <a:bodyPr/>
            <a:lstStyle/>
            <a:p>
              <a:pPr eaLnBrk="1" hangingPunct="1">
                <a:defRPr/>
              </a:pPr>
              <a:endParaRPr lang="en-US" sz="1200">
                <a:latin typeface="+mj-lt"/>
              </a:endParaRPr>
            </a:p>
          </p:txBody>
        </p:sp>
        <p:sp>
          <p:nvSpPr>
            <p:cNvPr id="56417" name="Text Box 97">
              <a:extLst>
                <a:ext uri="{FF2B5EF4-FFF2-40B4-BE49-F238E27FC236}">
                  <a16:creationId xmlns:a16="http://schemas.microsoft.com/office/drawing/2014/main" id="{06245281-7258-4FE8-A518-58BB29F86F13}"/>
                </a:ext>
              </a:extLst>
            </p:cNvPr>
            <p:cNvSpPr txBox="1">
              <a:spLocks noChangeArrowheads="1"/>
            </p:cNvSpPr>
            <p:nvPr/>
          </p:nvSpPr>
          <p:spPr bwMode="auto">
            <a:xfrm>
              <a:off x="6859588" y="2189304"/>
              <a:ext cx="357187" cy="249273"/>
            </a:xfrm>
            <a:prstGeom prst="rect">
              <a:avLst/>
            </a:prstGeom>
            <a:noFill/>
            <a:ln w="19050">
              <a:noFill/>
              <a:miter lim="800000"/>
              <a:headEnd/>
              <a:tailEnd/>
            </a:ln>
          </p:spPr>
          <p:txBody>
            <a:bodyPr/>
            <a:lstStyle/>
            <a:p>
              <a:pPr eaLnBrk="1" hangingPunct="1">
                <a:defRPr/>
              </a:pPr>
              <a:r>
                <a:rPr lang="en-US" sz="1100">
                  <a:latin typeface="+mj-lt"/>
                </a:rPr>
                <a:t>S</a:t>
              </a:r>
              <a:endParaRPr lang="ru-RU" sz="1100">
                <a:latin typeface="+mj-lt"/>
              </a:endParaRPr>
            </a:p>
          </p:txBody>
        </p:sp>
        <p:sp>
          <p:nvSpPr>
            <p:cNvPr id="56418" name="Text Box 98">
              <a:extLst>
                <a:ext uri="{FF2B5EF4-FFF2-40B4-BE49-F238E27FC236}">
                  <a16:creationId xmlns:a16="http://schemas.microsoft.com/office/drawing/2014/main" id="{5861ADD2-7AEE-4D69-B907-0FE7A8D1A38D}"/>
                </a:ext>
              </a:extLst>
            </p:cNvPr>
            <p:cNvSpPr txBox="1">
              <a:spLocks noChangeArrowheads="1"/>
            </p:cNvSpPr>
            <p:nvPr/>
          </p:nvSpPr>
          <p:spPr bwMode="auto">
            <a:xfrm>
              <a:off x="6865938" y="3138766"/>
              <a:ext cx="357187" cy="247686"/>
            </a:xfrm>
            <a:prstGeom prst="rect">
              <a:avLst/>
            </a:prstGeom>
            <a:noFill/>
            <a:ln w="19050">
              <a:noFill/>
              <a:miter lim="800000"/>
              <a:headEnd/>
              <a:tailEnd/>
            </a:ln>
          </p:spPr>
          <p:txBody>
            <a:bodyPr/>
            <a:lstStyle/>
            <a:p>
              <a:pPr eaLnBrk="1" hangingPunct="1">
                <a:defRPr/>
              </a:pPr>
              <a:r>
                <a:rPr lang="en-US" sz="1100">
                  <a:latin typeface="+mj-lt"/>
                </a:rPr>
                <a:t>R</a:t>
              </a:r>
              <a:endParaRPr lang="ru-RU" sz="1100">
                <a:latin typeface="+mj-lt"/>
              </a:endParaRPr>
            </a:p>
          </p:txBody>
        </p:sp>
        <p:sp>
          <p:nvSpPr>
            <p:cNvPr id="56419" name="Line 99">
              <a:extLst>
                <a:ext uri="{FF2B5EF4-FFF2-40B4-BE49-F238E27FC236}">
                  <a16:creationId xmlns:a16="http://schemas.microsoft.com/office/drawing/2014/main" id="{78A5CBE2-D77E-449A-80AE-2E7D8A54FD7B}"/>
                </a:ext>
              </a:extLst>
            </p:cNvPr>
            <p:cNvSpPr>
              <a:spLocks noChangeShapeType="1"/>
            </p:cNvSpPr>
            <p:nvPr/>
          </p:nvSpPr>
          <p:spPr bwMode="auto">
            <a:xfrm>
              <a:off x="7296150" y="2521139"/>
              <a:ext cx="23812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20" name="AutoShape 100">
              <a:extLst>
                <a:ext uri="{FF2B5EF4-FFF2-40B4-BE49-F238E27FC236}">
                  <a16:creationId xmlns:a16="http://schemas.microsoft.com/office/drawing/2014/main" id="{4E9224C0-EDCB-4CEF-AF74-A919A4F69B55}"/>
                </a:ext>
              </a:extLst>
            </p:cNvPr>
            <p:cNvSpPr>
              <a:spLocks noChangeArrowheads="1"/>
            </p:cNvSpPr>
            <p:nvPr/>
          </p:nvSpPr>
          <p:spPr bwMode="auto">
            <a:xfrm rot="16200000">
              <a:off x="7444555" y="2340944"/>
              <a:ext cx="357240" cy="165100"/>
            </a:xfrm>
            <a:custGeom>
              <a:avLst/>
              <a:gdLst>
                <a:gd name="T0" fmla="*/ 253 w 21600"/>
                <a:gd name="T1" fmla="*/ 67 h 21600"/>
                <a:gd name="T2" fmla="*/ 145 w 21600"/>
                <a:gd name="T3" fmla="*/ 133 h 21600"/>
                <a:gd name="T4" fmla="*/ 36 w 21600"/>
                <a:gd name="T5" fmla="*/ 67 h 21600"/>
                <a:gd name="T6" fmla="*/ 145 w 21600"/>
                <a:gd name="T7" fmla="*/ 0 h 21600"/>
                <a:gd name="T8" fmla="*/ 0 60000 65536"/>
                <a:gd name="T9" fmla="*/ 0 60000 65536"/>
                <a:gd name="T10" fmla="*/ 0 60000 65536"/>
                <a:gd name="T11" fmla="*/ 0 60000 65536"/>
                <a:gd name="T12" fmla="*/ 4484 w 21600"/>
                <a:gd name="T13" fmla="*/ 4547 h 21600"/>
                <a:gd name="T14" fmla="*/ 17116 w 21600"/>
                <a:gd name="T15" fmla="*/ 170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421" name="Line 101">
              <a:extLst>
                <a:ext uri="{FF2B5EF4-FFF2-40B4-BE49-F238E27FC236}">
                  <a16:creationId xmlns:a16="http://schemas.microsoft.com/office/drawing/2014/main" id="{AA1019BF-1AE5-42F6-8062-40E5EFA181EF}"/>
                </a:ext>
              </a:extLst>
            </p:cNvPr>
            <p:cNvSpPr>
              <a:spLocks noChangeShapeType="1"/>
            </p:cNvSpPr>
            <p:nvPr/>
          </p:nvSpPr>
          <p:spPr bwMode="auto">
            <a:xfrm>
              <a:off x="7408863" y="2324260"/>
              <a:ext cx="134937"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22" name="Line 102">
              <a:extLst>
                <a:ext uri="{FF2B5EF4-FFF2-40B4-BE49-F238E27FC236}">
                  <a16:creationId xmlns:a16="http://schemas.microsoft.com/office/drawing/2014/main" id="{B1DEEA1C-EFCE-4A7B-AD8C-C0395296BCB4}"/>
                </a:ext>
              </a:extLst>
            </p:cNvPr>
            <p:cNvSpPr>
              <a:spLocks noChangeShapeType="1"/>
            </p:cNvSpPr>
            <p:nvPr/>
          </p:nvSpPr>
          <p:spPr bwMode="auto">
            <a:xfrm flipV="1">
              <a:off x="7405688" y="1870169"/>
              <a:ext cx="0" cy="450915"/>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23" name="Line 103">
              <a:extLst>
                <a:ext uri="{FF2B5EF4-FFF2-40B4-BE49-F238E27FC236}">
                  <a16:creationId xmlns:a16="http://schemas.microsoft.com/office/drawing/2014/main" id="{5ABC922B-4722-4D22-8A80-58DA0C6ABFFC}"/>
                </a:ext>
              </a:extLst>
            </p:cNvPr>
            <p:cNvSpPr>
              <a:spLocks noChangeShapeType="1"/>
            </p:cNvSpPr>
            <p:nvPr/>
          </p:nvSpPr>
          <p:spPr bwMode="auto">
            <a:xfrm>
              <a:off x="5675313" y="2251225"/>
              <a:ext cx="225425" cy="0"/>
            </a:xfrm>
            <a:prstGeom prst="line">
              <a:avLst/>
            </a:prstGeom>
            <a:noFill/>
            <a:ln w="19050">
              <a:solidFill>
                <a:srgbClr val="000000"/>
              </a:solidFill>
              <a:round/>
              <a:headEnd type="oval" w="sm" len="sm"/>
              <a:tailEnd/>
            </a:ln>
          </p:spPr>
          <p:txBody>
            <a:bodyPr/>
            <a:lstStyle/>
            <a:p>
              <a:pPr eaLnBrk="1" hangingPunct="1">
                <a:defRPr/>
              </a:pPr>
              <a:endParaRPr lang="en-US" sz="1200">
                <a:latin typeface="+mj-lt"/>
              </a:endParaRPr>
            </a:p>
          </p:txBody>
        </p:sp>
        <p:sp>
          <p:nvSpPr>
            <p:cNvPr id="56424" name="Line 104">
              <a:extLst>
                <a:ext uri="{FF2B5EF4-FFF2-40B4-BE49-F238E27FC236}">
                  <a16:creationId xmlns:a16="http://schemas.microsoft.com/office/drawing/2014/main" id="{C68B593E-1CE1-4E4B-9592-CD9DB65C0A4D}"/>
                </a:ext>
              </a:extLst>
            </p:cNvPr>
            <p:cNvSpPr>
              <a:spLocks noChangeShapeType="1"/>
            </p:cNvSpPr>
            <p:nvPr/>
          </p:nvSpPr>
          <p:spPr bwMode="auto">
            <a:xfrm>
              <a:off x="6477000" y="3802438"/>
              <a:ext cx="503238"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25" name="Line 105">
              <a:extLst>
                <a:ext uri="{FF2B5EF4-FFF2-40B4-BE49-F238E27FC236}">
                  <a16:creationId xmlns:a16="http://schemas.microsoft.com/office/drawing/2014/main" id="{398345DE-A883-4866-AA3F-9D88DCD76558}"/>
                </a:ext>
              </a:extLst>
            </p:cNvPr>
            <p:cNvSpPr>
              <a:spLocks noChangeShapeType="1"/>
            </p:cNvSpPr>
            <p:nvPr/>
          </p:nvSpPr>
          <p:spPr bwMode="auto">
            <a:xfrm flipV="1">
              <a:off x="6988175" y="3802438"/>
              <a:ext cx="0" cy="117492"/>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26" name="Line 106">
              <a:extLst>
                <a:ext uri="{FF2B5EF4-FFF2-40B4-BE49-F238E27FC236}">
                  <a16:creationId xmlns:a16="http://schemas.microsoft.com/office/drawing/2014/main" id="{2CAE21B4-7AD7-4981-AEBA-D6BB80E7F00F}"/>
                </a:ext>
              </a:extLst>
            </p:cNvPr>
            <p:cNvSpPr>
              <a:spLocks noChangeShapeType="1"/>
            </p:cNvSpPr>
            <p:nvPr/>
          </p:nvSpPr>
          <p:spPr bwMode="auto">
            <a:xfrm flipV="1">
              <a:off x="6978650" y="5056745"/>
              <a:ext cx="0" cy="117492"/>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27" name="Line 107">
              <a:extLst>
                <a:ext uri="{FF2B5EF4-FFF2-40B4-BE49-F238E27FC236}">
                  <a16:creationId xmlns:a16="http://schemas.microsoft.com/office/drawing/2014/main" id="{AD161D08-8C11-479C-A3F3-93085F0EFF95}"/>
                </a:ext>
              </a:extLst>
            </p:cNvPr>
            <p:cNvSpPr>
              <a:spLocks noChangeShapeType="1"/>
            </p:cNvSpPr>
            <p:nvPr/>
          </p:nvSpPr>
          <p:spPr bwMode="auto">
            <a:xfrm>
              <a:off x="6530975" y="5171061"/>
              <a:ext cx="450850"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28" name="Line 108">
              <a:extLst>
                <a:ext uri="{FF2B5EF4-FFF2-40B4-BE49-F238E27FC236}">
                  <a16:creationId xmlns:a16="http://schemas.microsoft.com/office/drawing/2014/main" id="{AC2229FA-D735-470B-A585-7377CA00DB6A}"/>
                </a:ext>
              </a:extLst>
            </p:cNvPr>
            <p:cNvSpPr>
              <a:spLocks noChangeShapeType="1"/>
            </p:cNvSpPr>
            <p:nvPr/>
          </p:nvSpPr>
          <p:spPr bwMode="auto">
            <a:xfrm>
              <a:off x="6540500" y="3459488"/>
              <a:ext cx="458788"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29" name="Line 109">
              <a:extLst>
                <a:ext uri="{FF2B5EF4-FFF2-40B4-BE49-F238E27FC236}">
                  <a16:creationId xmlns:a16="http://schemas.microsoft.com/office/drawing/2014/main" id="{33EA1D15-D621-4716-9926-9151A605B66A}"/>
                </a:ext>
              </a:extLst>
            </p:cNvPr>
            <p:cNvSpPr>
              <a:spLocks noChangeShapeType="1"/>
            </p:cNvSpPr>
            <p:nvPr/>
          </p:nvSpPr>
          <p:spPr bwMode="auto">
            <a:xfrm flipV="1">
              <a:off x="6997700" y="3345171"/>
              <a:ext cx="0" cy="112728"/>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30" name="Line 110">
              <a:extLst>
                <a:ext uri="{FF2B5EF4-FFF2-40B4-BE49-F238E27FC236}">
                  <a16:creationId xmlns:a16="http://schemas.microsoft.com/office/drawing/2014/main" id="{E54F4022-2722-429F-A9CC-FE937AEC4188}"/>
                </a:ext>
              </a:extLst>
            </p:cNvPr>
            <p:cNvSpPr>
              <a:spLocks noChangeShapeType="1"/>
            </p:cNvSpPr>
            <p:nvPr/>
          </p:nvSpPr>
          <p:spPr bwMode="auto">
            <a:xfrm flipV="1">
              <a:off x="6988175" y="2111504"/>
              <a:ext cx="0" cy="115905"/>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31" name="Line 111">
              <a:extLst>
                <a:ext uri="{FF2B5EF4-FFF2-40B4-BE49-F238E27FC236}">
                  <a16:creationId xmlns:a16="http://schemas.microsoft.com/office/drawing/2014/main" id="{3B6EFB46-ADAC-4430-982B-C9CC9821F9CA}"/>
                </a:ext>
              </a:extLst>
            </p:cNvPr>
            <p:cNvSpPr>
              <a:spLocks noChangeShapeType="1"/>
            </p:cNvSpPr>
            <p:nvPr/>
          </p:nvSpPr>
          <p:spPr bwMode="auto">
            <a:xfrm flipV="1">
              <a:off x="6418263" y="2113093"/>
              <a:ext cx="563562"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32" name="Line 112">
              <a:extLst>
                <a:ext uri="{FF2B5EF4-FFF2-40B4-BE49-F238E27FC236}">
                  <a16:creationId xmlns:a16="http://schemas.microsoft.com/office/drawing/2014/main" id="{DD31FFBF-D29F-44C8-9FAA-16A11AC32799}"/>
                </a:ext>
              </a:extLst>
            </p:cNvPr>
            <p:cNvSpPr>
              <a:spLocks noChangeShapeType="1"/>
            </p:cNvSpPr>
            <p:nvPr/>
          </p:nvSpPr>
          <p:spPr bwMode="auto">
            <a:xfrm flipV="1">
              <a:off x="4632325" y="3307066"/>
              <a:ext cx="1492250"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33" name="AutoShape 113">
              <a:extLst>
                <a:ext uri="{FF2B5EF4-FFF2-40B4-BE49-F238E27FC236}">
                  <a16:creationId xmlns:a16="http://schemas.microsoft.com/office/drawing/2014/main" id="{74FF1767-D911-455E-AB6A-062EDDD0CEFC}"/>
                </a:ext>
              </a:extLst>
            </p:cNvPr>
            <p:cNvSpPr>
              <a:spLocks noChangeArrowheads="1"/>
            </p:cNvSpPr>
            <p:nvPr/>
          </p:nvSpPr>
          <p:spPr bwMode="auto">
            <a:xfrm rot="16200000">
              <a:off x="5242693" y="2672779"/>
              <a:ext cx="355652" cy="166688"/>
            </a:xfrm>
            <a:custGeom>
              <a:avLst/>
              <a:gdLst>
                <a:gd name="T0" fmla="*/ 252 w 21600"/>
                <a:gd name="T1" fmla="*/ 67 h 21600"/>
                <a:gd name="T2" fmla="*/ 144 w 21600"/>
                <a:gd name="T3" fmla="*/ 134 h 21600"/>
                <a:gd name="T4" fmla="*/ 36 w 21600"/>
                <a:gd name="T5" fmla="*/ 67 h 21600"/>
                <a:gd name="T6" fmla="*/ 144 w 21600"/>
                <a:gd name="T7" fmla="*/ 0 h 21600"/>
                <a:gd name="T8" fmla="*/ 0 60000 65536"/>
                <a:gd name="T9" fmla="*/ 0 60000 65536"/>
                <a:gd name="T10" fmla="*/ 0 60000 65536"/>
                <a:gd name="T11" fmla="*/ 0 60000 65536"/>
                <a:gd name="T12" fmla="*/ 4500 w 21600"/>
                <a:gd name="T13" fmla="*/ 4513 h 21600"/>
                <a:gd name="T14" fmla="*/ 17100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434" name="AutoShape 114">
              <a:extLst>
                <a:ext uri="{FF2B5EF4-FFF2-40B4-BE49-F238E27FC236}">
                  <a16:creationId xmlns:a16="http://schemas.microsoft.com/office/drawing/2014/main" id="{7B6F4354-B88E-4650-943B-B31D31405142}"/>
                </a:ext>
              </a:extLst>
            </p:cNvPr>
            <p:cNvSpPr>
              <a:spLocks noChangeArrowheads="1"/>
            </p:cNvSpPr>
            <p:nvPr/>
          </p:nvSpPr>
          <p:spPr bwMode="auto">
            <a:xfrm rot="5435204">
              <a:off x="4951394" y="2592599"/>
              <a:ext cx="260388" cy="165100"/>
            </a:xfrm>
            <a:prstGeom prst="triangle">
              <a:avLst>
                <a:gd name="adj" fmla="val 50000"/>
              </a:avLst>
            </a:pr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435" name="Oval 115">
              <a:extLst>
                <a:ext uri="{FF2B5EF4-FFF2-40B4-BE49-F238E27FC236}">
                  <a16:creationId xmlns:a16="http://schemas.microsoft.com/office/drawing/2014/main" id="{93373C17-9183-44BE-A962-96BD643AA17A}"/>
                </a:ext>
              </a:extLst>
            </p:cNvPr>
            <p:cNvSpPr>
              <a:spLocks noChangeArrowheads="1"/>
            </p:cNvSpPr>
            <p:nvPr/>
          </p:nvSpPr>
          <p:spPr bwMode="auto">
            <a:xfrm>
              <a:off x="5145088" y="2641806"/>
              <a:ext cx="74612" cy="77799"/>
            </a:xfrm>
            <a:prstGeom prst="ellips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36" name="Line 116">
              <a:extLst>
                <a:ext uri="{FF2B5EF4-FFF2-40B4-BE49-F238E27FC236}">
                  <a16:creationId xmlns:a16="http://schemas.microsoft.com/office/drawing/2014/main" id="{5570458A-C504-45B5-A454-0263C0FF4741}"/>
                </a:ext>
              </a:extLst>
            </p:cNvPr>
            <p:cNvSpPr>
              <a:spLocks noChangeShapeType="1"/>
            </p:cNvSpPr>
            <p:nvPr/>
          </p:nvSpPr>
          <p:spPr bwMode="auto">
            <a:xfrm>
              <a:off x="4860925" y="2681500"/>
              <a:ext cx="131763" cy="0"/>
            </a:xfrm>
            <a:prstGeom prst="line">
              <a:avLst/>
            </a:prstGeom>
            <a:noFill/>
            <a:ln w="19050">
              <a:solidFill>
                <a:srgbClr val="000000"/>
              </a:solidFill>
              <a:round/>
              <a:headEnd type="none" w="sm" len="sm"/>
              <a:tailEnd/>
            </a:ln>
          </p:spPr>
          <p:txBody>
            <a:bodyPr/>
            <a:lstStyle/>
            <a:p>
              <a:pPr eaLnBrk="1" hangingPunct="1">
                <a:defRPr/>
              </a:pPr>
              <a:endParaRPr lang="en-US" sz="1200">
                <a:latin typeface="+mj-lt"/>
              </a:endParaRPr>
            </a:p>
          </p:txBody>
        </p:sp>
        <p:sp>
          <p:nvSpPr>
            <p:cNvPr id="56437" name="Line 117">
              <a:extLst>
                <a:ext uri="{FF2B5EF4-FFF2-40B4-BE49-F238E27FC236}">
                  <a16:creationId xmlns:a16="http://schemas.microsoft.com/office/drawing/2014/main" id="{F50C9C8C-CC2F-4D49-B096-65FD6E7F2A7F}"/>
                </a:ext>
              </a:extLst>
            </p:cNvPr>
            <p:cNvSpPr>
              <a:spLocks noChangeShapeType="1"/>
            </p:cNvSpPr>
            <p:nvPr/>
          </p:nvSpPr>
          <p:spPr bwMode="auto">
            <a:xfrm>
              <a:off x="5218113" y="2681500"/>
              <a:ext cx="112712"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38" name="Line 118">
              <a:extLst>
                <a:ext uri="{FF2B5EF4-FFF2-40B4-BE49-F238E27FC236}">
                  <a16:creationId xmlns:a16="http://schemas.microsoft.com/office/drawing/2014/main" id="{5369FD06-C967-4348-8760-4B5628B2FBFE}"/>
                </a:ext>
              </a:extLst>
            </p:cNvPr>
            <p:cNvSpPr>
              <a:spLocks noChangeShapeType="1"/>
            </p:cNvSpPr>
            <p:nvPr/>
          </p:nvSpPr>
          <p:spPr bwMode="auto">
            <a:xfrm>
              <a:off x="4851400" y="2848211"/>
              <a:ext cx="484188" cy="0"/>
            </a:xfrm>
            <a:prstGeom prst="line">
              <a:avLst/>
            </a:prstGeom>
            <a:noFill/>
            <a:ln w="19050">
              <a:solidFill>
                <a:srgbClr val="000000"/>
              </a:solidFill>
              <a:round/>
              <a:headEnd type="oval" w="sm" len="sm"/>
              <a:tailEnd/>
            </a:ln>
          </p:spPr>
          <p:txBody>
            <a:bodyPr/>
            <a:lstStyle/>
            <a:p>
              <a:pPr eaLnBrk="1" hangingPunct="1">
                <a:defRPr/>
              </a:pPr>
              <a:endParaRPr lang="en-US" sz="1200">
                <a:latin typeface="+mj-lt"/>
              </a:endParaRPr>
            </a:p>
          </p:txBody>
        </p:sp>
        <p:sp>
          <p:nvSpPr>
            <p:cNvPr id="56439" name="Line 119">
              <a:extLst>
                <a:ext uri="{FF2B5EF4-FFF2-40B4-BE49-F238E27FC236}">
                  <a16:creationId xmlns:a16="http://schemas.microsoft.com/office/drawing/2014/main" id="{0C3BDD3C-C68E-4636-B583-AF98DFB8EBA2}"/>
                </a:ext>
              </a:extLst>
            </p:cNvPr>
            <p:cNvSpPr>
              <a:spLocks noChangeShapeType="1"/>
            </p:cNvSpPr>
            <p:nvPr/>
          </p:nvSpPr>
          <p:spPr bwMode="auto">
            <a:xfrm>
              <a:off x="5497513" y="2752947"/>
              <a:ext cx="1192212"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40" name="Line 120">
              <a:extLst>
                <a:ext uri="{FF2B5EF4-FFF2-40B4-BE49-F238E27FC236}">
                  <a16:creationId xmlns:a16="http://schemas.microsoft.com/office/drawing/2014/main" id="{60D8E1BC-B2D1-4E49-A256-1B276C25C4EC}"/>
                </a:ext>
              </a:extLst>
            </p:cNvPr>
            <p:cNvSpPr>
              <a:spLocks noChangeShapeType="1"/>
            </p:cNvSpPr>
            <p:nvPr/>
          </p:nvSpPr>
          <p:spPr bwMode="auto">
            <a:xfrm>
              <a:off x="6121400" y="3313417"/>
              <a:ext cx="0" cy="211168"/>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41" name="Line 121">
              <a:extLst>
                <a:ext uri="{FF2B5EF4-FFF2-40B4-BE49-F238E27FC236}">
                  <a16:creationId xmlns:a16="http://schemas.microsoft.com/office/drawing/2014/main" id="{6067A5D2-FCBB-4CE6-8218-B11B1E54BB8B}"/>
                </a:ext>
              </a:extLst>
            </p:cNvPr>
            <p:cNvSpPr>
              <a:spLocks noChangeShapeType="1"/>
            </p:cNvSpPr>
            <p:nvPr/>
          </p:nvSpPr>
          <p:spPr bwMode="auto">
            <a:xfrm>
              <a:off x="6122988" y="3542050"/>
              <a:ext cx="1789112"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42" name="Text Box 122">
              <a:extLst>
                <a:ext uri="{FF2B5EF4-FFF2-40B4-BE49-F238E27FC236}">
                  <a16:creationId xmlns:a16="http://schemas.microsoft.com/office/drawing/2014/main" id="{12C7858D-0ED5-448A-85A4-FE3DA69EF958}"/>
                </a:ext>
              </a:extLst>
            </p:cNvPr>
            <p:cNvSpPr txBox="1">
              <a:spLocks noChangeArrowheads="1"/>
            </p:cNvSpPr>
            <p:nvPr/>
          </p:nvSpPr>
          <p:spPr bwMode="auto">
            <a:xfrm>
              <a:off x="5735638" y="3003809"/>
              <a:ext cx="357187" cy="247686"/>
            </a:xfrm>
            <a:prstGeom prst="rect">
              <a:avLst/>
            </a:prstGeom>
            <a:noFill/>
            <a:ln w="19050">
              <a:noFill/>
              <a:miter lim="800000"/>
              <a:headEnd/>
              <a:tailEnd/>
            </a:ln>
          </p:spPr>
          <p:txBody>
            <a:bodyPr/>
            <a:lstStyle/>
            <a:p>
              <a:pPr eaLnBrk="1" hangingPunct="1">
                <a:defRPr/>
              </a:pPr>
              <a:r>
                <a:rPr lang="en-US" sz="1100">
                  <a:latin typeface="+mj-lt"/>
                </a:rPr>
                <a:t>1</a:t>
              </a:r>
              <a:endParaRPr lang="ru-RU" sz="1100">
                <a:latin typeface="+mj-lt"/>
              </a:endParaRPr>
            </a:p>
          </p:txBody>
        </p:sp>
        <p:sp>
          <p:nvSpPr>
            <p:cNvPr id="56443" name="Line 123">
              <a:extLst>
                <a:ext uri="{FF2B5EF4-FFF2-40B4-BE49-F238E27FC236}">
                  <a16:creationId xmlns:a16="http://schemas.microsoft.com/office/drawing/2014/main" id="{D4AAA557-65F7-4A86-B0DD-C2BAD7DF5EA2}"/>
                </a:ext>
              </a:extLst>
            </p:cNvPr>
            <p:cNvSpPr>
              <a:spLocks noChangeShapeType="1"/>
            </p:cNvSpPr>
            <p:nvPr/>
          </p:nvSpPr>
          <p:spPr bwMode="auto">
            <a:xfrm>
              <a:off x="4324350" y="2171838"/>
              <a:ext cx="417513" cy="0"/>
            </a:xfrm>
            <a:prstGeom prst="line">
              <a:avLst/>
            </a:prstGeom>
            <a:noFill/>
            <a:ln w="19050">
              <a:solidFill>
                <a:srgbClr val="000000"/>
              </a:solidFill>
              <a:round/>
              <a:headEnd/>
              <a:tailEnd type="oval" w="sm" len="sm"/>
            </a:ln>
          </p:spPr>
          <p:txBody>
            <a:bodyPr/>
            <a:lstStyle/>
            <a:p>
              <a:pPr eaLnBrk="1" hangingPunct="1">
                <a:defRPr/>
              </a:pPr>
              <a:endParaRPr lang="en-US" sz="1200">
                <a:latin typeface="+mj-lt"/>
              </a:endParaRPr>
            </a:p>
          </p:txBody>
        </p:sp>
        <p:sp>
          <p:nvSpPr>
            <p:cNvPr id="56444" name="Line 124">
              <a:extLst>
                <a:ext uri="{FF2B5EF4-FFF2-40B4-BE49-F238E27FC236}">
                  <a16:creationId xmlns:a16="http://schemas.microsoft.com/office/drawing/2014/main" id="{E6E85CA3-F203-41F5-B5C0-5D857D623686}"/>
                </a:ext>
              </a:extLst>
            </p:cNvPr>
            <p:cNvSpPr>
              <a:spLocks noChangeShapeType="1"/>
            </p:cNvSpPr>
            <p:nvPr/>
          </p:nvSpPr>
          <p:spPr bwMode="auto">
            <a:xfrm>
              <a:off x="4422775" y="3635725"/>
              <a:ext cx="0" cy="373117"/>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45" name="AutoShape 125">
              <a:extLst>
                <a:ext uri="{FF2B5EF4-FFF2-40B4-BE49-F238E27FC236}">
                  <a16:creationId xmlns:a16="http://schemas.microsoft.com/office/drawing/2014/main" id="{95D0591B-263A-47EF-82DA-2DAC63C82A23}"/>
                </a:ext>
              </a:extLst>
            </p:cNvPr>
            <p:cNvSpPr>
              <a:spLocks noChangeArrowheads="1"/>
            </p:cNvSpPr>
            <p:nvPr/>
          </p:nvSpPr>
          <p:spPr bwMode="auto">
            <a:xfrm>
              <a:off x="5095875" y="1482763"/>
              <a:ext cx="342900" cy="171475"/>
            </a:xfrm>
            <a:custGeom>
              <a:avLst/>
              <a:gdLst>
                <a:gd name="T0" fmla="*/ 242 w 21600"/>
                <a:gd name="T1" fmla="*/ 70 h 21600"/>
                <a:gd name="T2" fmla="*/ 138 w 21600"/>
                <a:gd name="T3" fmla="*/ 139 h 21600"/>
                <a:gd name="T4" fmla="*/ 35 w 21600"/>
                <a:gd name="T5" fmla="*/ 70 h 21600"/>
                <a:gd name="T6" fmla="*/ 138 w 21600"/>
                <a:gd name="T7" fmla="*/ 0 h 21600"/>
                <a:gd name="T8" fmla="*/ 0 60000 65536"/>
                <a:gd name="T9" fmla="*/ 0 60000 65536"/>
                <a:gd name="T10" fmla="*/ 0 60000 65536"/>
                <a:gd name="T11" fmla="*/ 0 60000 65536"/>
                <a:gd name="T12" fmla="*/ 4539 w 21600"/>
                <a:gd name="T13" fmla="*/ 4506 h 21600"/>
                <a:gd name="T14" fmla="*/ 17139 w 21600"/>
                <a:gd name="T15" fmla="*/ 1709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446" name="AutoShape 126">
              <a:extLst>
                <a:ext uri="{FF2B5EF4-FFF2-40B4-BE49-F238E27FC236}">
                  <a16:creationId xmlns:a16="http://schemas.microsoft.com/office/drawing/2014/main" id="{C1501E98-B13F-463C-A922-58D3269A2C20}"/>
                </a:ext>
              </a:extLst>
            </p:cNvPr>
            <p:cNvSpPr>
              <a:spLocks noChangeArrowheads="1"/>
            </p:cNvSpPr>
            <p:nvPr/>
          </p:nvSpPr>
          <p:spPr bwMode="auto">
            <a:xfrm>
              <a:off x="5629275" y="1476412"/>
              <a:ext cx="341313" cy="171475"/>
            </a:xfrm>
            <a:custGeom>
              <a:avLst/>
              <a:gdLst>
                <a:gd name="T0" fmla="*/ 242 w 21600"/>
                <a:gd name="T1" fmla="*/ 70 h 21600"/>
                <a:gd name="T2" fmla="*/ 138 w 21600"/>
                <a:gd name="T3" fmla="*/ 139 h 21600"/>
                <a:gd name="T4" fmla="*/ 35 w 21600"/>
                <a:gd name="T5" fmla="*/ 70 h 21600"/>
                <a:gd name="T6" fmla="*/ 138 w 21600"/>
                <a:gd name="T7" fmla="*/ 0 h 21600"/>
                <a:gd name="T8" fmla="*/ 0 60000 65536"/>
                <a:gd name="T9" fmla="*/ 0 60000 65536"/>
                <a:gd name="T10" fmla="*/ 0 60000 65536"/>
                <a:gd name="T11" fmla="*/ 0 60000 65536"/>
                <a:gd name="T12" fmla="*/ 4539 w 21600"/>
                <a:gd name="T13" fmla="*/ 4506 h 21600"/>
                <a:gd name="T14" fmla="*/ 17139 w 21600"/>
                <a:gd name="T15" fmla="*/ 1709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447" name="Line 127">
              <a:extLst>
                <a:ext uri="{FF2B5EF4-FFF2-40B4-BE49-F238E27FC236}">
                  <a16:creationId xmlns:a16="http://schemas.microsoft.com/office/drawing/2014/main" id="{C8EE7658-7AB2-4857-A247-3256A6B07A75}"/>
                </a:ext>
              </a:extLst>
            </p:cNvPr>
            <p:cNvSpPr>
              <a:spLocks noChangeShapeType="1"/>
            </p:cNvSpPr>
            <p:nvPr/>
          </p:nvSpPr>
          <p:spPr bwMode="auto">
            <a:xfrm>
              <a:off x="5794375" y="1871758"/>
              <a:ext cx="1609725" cy="0"/>
            </a:xfrm>
            <a:prstGeom prst="line">
              <a:avLst/>
            </a:prstGeom>
            <a:noFill/>
            <a:ln w="19050">
              <a:solidFill>
                <a:srgbClr val="000000"/>
              </a:solidFill>
              <a:round/>
              <a:headEnd type="oval" w="sm" len="sm"/>
              <a:tailEnd/>
            </a:ln>
          </p:spPr>
          <p:txBody>
            <a:bodyPr/>
            <a:lstStyle/>
            <a:p>
              <a:pPr eaLnBrk="1" hangingPunct="1">
                <a:defRPr/>
              </a:pPr>
              <a:endParaRPr lang="en-US" sz="1200">
                <a:latin typeface="+mj-lt"/>
              </a:endParaRPr>
            </a:p>
          </p:txBody>
        </p:sp>
        <p:sp>
          <p:nvSpPr>
            <p:cNvPr id="56448" name="AutoShape 128">
              <a:extLst>
                <a:ext uri="{FF2B5EF4-FFF2-40B4-BE49-F238E27FC236}">
                  <a16:creationId xmlns:a16="http://schemas.microsoft.com/office/drawing/2014/main" id="{B9FDBD9F-21D9-4C69-BD0F-886229CE4C3C}"/>
                </a:ext>
              </a:extLst>
            </p:cNvPr>
            <p:cNvSpPr>
              <a:spLocks noChangeArrowheads="1"/>
            </p:cNvSpPr>
            <p:nvPr/>
          </p:nvSpPr>
          <p:spPr bwMode="auto">
            <a:xfrm rot="16200000">
              <a:off x="4376712" y="5225056"/>
              <a:ext cx="357239" cy="166687"/>
            </a:xfrm>
            <a:custGeom>
              <a:avLst/>
              <a:gdLst>
                <a:gd name="T0" fmla="*/ 253 w 21600"/>
                <a:gd name="T1" fmla="*/ 67 h 21600"/>
                <a:gd name="T2" fmla="*/ 145 w 21600"/>
                <a:gd name="T3" fmla="*/ 134 h 21600"/>
                <a:gd name="T4" fmla="*/ 36 w 21600"/>
                <a:gd name="T5" fmla="*/ 67 h 21600"/>
                <a:gd name="T6" fmla="*/ 145 w 21600"/>
                <a:gd name="T7" fmla="*/ 0 h 21600"/>
                <a:gd name="T8" fmla="*/ 0 60000 65536"/>
                <a:gd name="T9" fmla="*/ 0 60000 65536"/>
                <a:gd name="T10" fmla="*/ 0 60000 65536"/>
                <a:gd name="T11" fmla="*/ 0 60000 65536"/>
                <a:gd name="T12" fmla="*/ 4484 w 21600"/>
                <a:gd name="T13" fmla="*/ 4513 h 21600"/>
                <a:gd name="T14" fmla="*/ 17116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9050">
              <a:solidFill>
                <a:srgbClr val="000000"/>
              </a:solidFill>
              <a:miter lim="800000"/>
              <a:headEnd/>
              <a:tailEnd/>
            </a:ln>
          </p:spPr>
          <p:txBody>
            <a:bodyPr/>
            <a:lstStyle/>
            <a:p>
              <a:pPr eaLnBrk="1" hangingPunct="1">
                <a:defRPr/>
              </a:pPr>
              <a:endParaRPr lang="en-US" sz="1200">
                <a:latin typeface="+mj-lt"/>
              </a:endParaRPr>
            </a:p>
          </p:txBody>
        </p:sp>
        <p:sp>
          <p:nvSpPr>
            <p:cNvPr id="56449" name="Line 129">
              <a:extLst>
                <a:ext uri="{FF2B5EF4-FFF2-40B4-BE49-F238E27FC236}">
                  <a16:creationId xmlns:a16="http://schemas.microsoft.com/office/drawing/2014/main" id="{B475E6DC-7214-44DC-AF6B-C644C0F4A63C}"/>
                </a:ext>
              </a:extLst>
            </p:cNvPr>
            <p:cNvSpPr>
              <a:spLocks noChangeShapeType="1"/>
            </p:cNvSpPr>
            <p:nvPr/>
          </p:nvSpPr>
          <p:spPr bwMode="auto">
            <a:xfrm>
              <a:off x="4324350" y="5212342"/>
              <a:ext cx="14287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50" name="Line 130">
              <a:extLst>
                <a:ext uri="{FF2B5EF4-FFF2-40B4-BE49-F238E27FC236}">
                  <a16:creationId xmlns:a16="http://schemas.microsoft.com/office/drawing/2014/main" id="{B7E506CC-4D15-403A-8B7F-7C45EE3D065D}"/>
                </a:ext>
              </a:extLst>
            </p:cNvPr>
            <p:cNvSpPr>
              <a:spLocks noChangeShapeType="1"/>
            </p:cNvSpPr>
            <p:nvPr/>
          </p:nvSpPr>
          <p:spPr bwMode="auto">
            <a:xfrm>
              <a:off x="4105275" y="5379053"/>
              <a:ext cx="357188"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51" name="Line 131">
              <a:extLst>
                <a:ext uri="{FF2B5EF4-FFF2-40B4-BE49-F238E27FC236}">
                  <a16:creationId xmlns:a16="http://schemas.microsoft.com/office/drawing/2014/main" id="{21A13740-78BF-4B6E-875F-5EFB0618DEC1}"/>
                </a:ext>
              </a:extLst>
            </p:cNvPr>
            <p:cNvSpPr>
              <a:spLocks noChangeShapeType="1"/>
            </p:cNvSpPr>
            <p:nvPr/>
          </p:nvSpPr>
          <p:spPr bwMode="auto">
            <a:xfrm>
              <a:off x="4641850" y="5306018"/>
              <a:ext cx="313531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52" name="Text Box 132">
              <a:extLst>
                <a:ext uri="{FF2B5EF4-FFF2-40B4-BE49-F238E27FC236}">
                  <a16:creationId xmlns:a16="http://schemas.microsoft.com/office/drawing/2014/main" id="{26F70B6B-2DA8-4207-A30D-711CD9EF2A81}"/>
                </a:ext>
              </a:extLst>
            </p:cNvPr>
            <p:cNvSpPr txBox="1">
              <a:spLocks noChangeArrowheads="1"/>
            </p:cNvSpPr>
            <p:nvPr/>
          </p:nvSpPr>
          <p:spPr bwMode="auto">
            <a:xfrm>
              <a:off x="1182688" y="4777304"/>
              <a:ext cx="646112" cy="584285"/>
            </a:xfrm>
            <a:prstGeom prst="rect">
              <a:avLst/>
            </a:prstGeom>
            <a:noFill/>
            <a:ln w="9525">
              <a:noFill/>
              <a:miter lim="800000"/>
              <a:headEnd/>
              <a:tailEnd/>
            </a:ln>
          </p:spPr>
          <p:txBody>
            <a:bodyPr/>
            <a:lstStyle/>
            <a:p>
              <a:pPr eaLnBrk="1" hangingPunct="1">
                <a:defRPr/>
              </a:pPr>
              <a:r>
                <a:rPr lang="en-US" sz="1200" dirty="0">
                  <a:latin typeface="+mj-lt"/>
                </a:rPr>
                <a:t>K</a:t>
              </a:r>
            </a:p>
            <a:p>
              <a:pPr eaLnBrk="1" hangingPunct="1">
                <a:defRPr/>
              </a:pPr>
              <a:r>
                <a:rPr lang="en-US" sz="1200" dirty="0">
                  <a:latin typeface="+mj-lt"/>
                </a:rPr>
                <a:t>(CLK)</a:t>
              </a:r>
            </a:p>
            <a:p>
              <a:pPr eaLnBrk="1" hangingPunct="1">
                <a:defRPr/>
              </a:pPr>
              <a:endParaRPr lang="ru-RU" sz="1200" dirty="0">
                <a:latin typeface="+mj-lt"/>
              </a:endParaRPr>
            </a:p>
          </p:txBody>
        </p:sp>
        <p:sp>
          <p:nvSpPr>
            <p:cNvPr id="56453" name="Line 133">
              <a:extLst>
                <a:ext uri="{FF2B5EF4-FFF2-40B4-BE49-F238E27FC236}">
                  <a16:creationId xmlns:a16="http://schemas.microsoft.com/office/drawing/2014/main" id="{3FAE1662-6CC1-41A5-9358-0B94B2E2C4E1}"/>
                </a:ext>
              </a:extLst>
            </p:cNvPr>
            <p:cNvSpPr>
              <a:spLocks noChangeShapeType="1"/>
            </p:cNvSpPr>
            <p:nvPr/>
          </p:nvSpPr>
          <p:spPr bwMode="auto">
            <a:xfrm>
              <a:off x="5268913" y="1641536"/>
              <a:ext cx="0" cy="374704"/>
            </a:xfrm>
            <a:prstGeom prst="line">
              <a:avLst/>
            </a:prstGeom>
            <a:noFill/>
            <a:ln w="19050">
              <a:solidFill>
                <a:srgbClr val="000000"/>
              </a:solidFill>
              <a:round/>
              <a:headEnd/>
              <a:tailEnd type="oval" w="sm" len="sm"/>
            </a:ln>
          </p:spPr>
          <p:txBody>
            <a:bodyPr/>
            <a:lstStyle/>
            <a:p>
              <a:pPr eaLnBrk="1" hangingPunct="1">
                <a:defRPr/>
              </a:pPr>
              <a:endParaRPr lang="en-US" sz="1200">
                <a:latin typeface="+mj-lt"/>
              </a:endParaRPr>
            </a:p>
          </p:txBody>
        </p:sp>
        <p:sp>
          <p:nvSpPr>
            <p:cNvPr id="56454" name="Line 134">
              <a:extLst>
                <a:ext uri="{FF2B5EF4-FFF2-40B4-BE49-F238E27FC236}">
                  <a16:creationId xmlns:a16="http://schemas.microsoft.com/office/drawing/2014/main" id="{89CE3C0F-EDA7-4607-A20A-44A39A34E438}"/>
                </a:ext>
              </a:extLst>
            </p:cNvPr>
            <p:cNvSpPr>
              <a:spLocks noChangeShapeType="1"/>
            </p:cNvSpPr>
            <p:nvPr/>
          </p:nvSpPr>
          <p:spPr bwMode="auto">
            <a:xfrm>
              <a:off x="2794000" y="2017829"/>
              <a:ext cx="287496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55" name="Line 135">
              <a:extLst>
                <a:ext uri="{FF2B5EF4-FFF2-40B4-BE49-F238E27FC236}">
                  <a16:creationId xmlns:a16="http://schemas.microsoft.com/office/drawing/2014/main" id="{16B2D0F2-31D2-4D7A-8952-8B35F0B7C0AC}"/>
                </a:ext>
              </a:extLst>
            </p:cNvPr>
            <p:cNvSpPr>
              <a:spLocks noChangeShapeType="1"/>
            </p:cNvSpPr>
            <p:nvPr/>
          </p:nvSpPr>
          <p:spPr bwMode="auto">
            <a:xfrm flipH="1">
              <a:off x="2554288" y="1862231"/>
              <a:ext cx="2187575" cy="0"/>
            </a:xfrm>
            <a:prstGeom prst="line">
              <a:avLst/>
            </a:prstGeom>
            <a:noFill/>
            <a:ln w="19050">
              <a:solidFill>
                <a:srgbClr val="000000"/>
              </a:solidFill>
              <a:round/>
              <a:headEnd type="oval" w="sm" len="sm"/>
              <a:tailEnd/>
            </a:ln>
          </p:spPr>
          <p:txBody>
            <a:bodyPr/>
            <a:lstStyle/>
            <a:p>
              <a:pPr eaLnBrk="1" hangingPunct="1">
                <a:defRPr/>
              </a:pPr>
              <a:endParaRPr lang="en-US" sz="1200">
                <a:latin typeface="+mj-lt"/>
              </a:endParaRPr>
            </a:p>
          </p:txBody>
        </p:sp>
        <p:sp>
          <p:nvSpPr>
            <p:cNvPr id="56456" name="Line 136">
              <a:extLst>
                <a:ext uri="{FF2B5EF4-FFF2-40B4-BE49-F238E27FC236}">
                  <a16:creationId xmlns:a16="http://schemas.microsoft.com/office/drawing/2014/main" id="{1E79700E-3F16-49E4-B3E8-5F3A6651B296}"/>
                </a:ext>
              </a:extLst>
            </p:cNvPr>
            <p:cNvSpPr>
              <a:spLocks noChangeShapeType="1"/>
            </p:cNvSpPr>
            <p:nvPr/>
          </p:nvSpPr>
          <p:spPr bwMode="auto">
            <a:xfrm>
              <a:off x="7704138" y="2422700"/>
              <a:ext cx="18732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57" name="Line 137">
              <a:extLst>
                <a:ext uri="{FF2B5EF4-FFF2-40B4-BE49-F238E27FC236}">
                  <a16:creationId xmlns:a16="http://schemas.microsoft.com/office/drawing/2014/main" id="{B0A9CC44-F050-4F8E-9087-574787E33EE3}"/>
                </a:ext>
              </a:extLst>
            </p:cNvPr>
            <p:cNvSpPr>
              <a:spLocks noChangeShapeType="1"/>
            </p:cNvSpPr>
            <p:nvPr/>
          </p:nvSpPr>
          <p:spPr bwMode="auto">
            <a:xfrm>
              <a:off x="7704138" y="4123159"/>
              <a:ext cx="201612"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58" name="Line 138">
              <a:extLst>
                <a:ext uri="{FF2B5EF4-FFF2-40B4-BE49-F238E27FC236}">
                  <a16:creationId xmlns:a16="http://schemas.microsoft.com/office/drawing/2014/main" id="{F98650D1-5FBE-47DB-BD7F-6E4A4722545F}"/>
                </a:ext>
              </a:extLst>
            </p:cNvPr>
            <p:cNvSpPr>
              <a:spLocks noChangeShapeType="1"/>
            </p:cNvSpPr>
            <p:nvPr/>
          </p:nvSpPr>
          <p:spPr bwMode="auto">
            <a:xfrm flipV="1">
              <a:off x="3179763" y="1271596"/>
              <a:ext cx="0" cy="195290"/>
            </a:xfrm>
            <a:prstGeom prst="line">
              <a:avLst/>
            </a:prstGeom>
            <a:noFill/>
            <a:ln w="19050">
              <a:solidFill>
                <a:srgbClr val="000000"/>
              </a:solidFill>
              <a:round/>
              <a:headEnd/>
              <a:tailEnd type="oval" w="sm" len="sm"/>
            </a:ln>
          </p:spPr>
          <p:txBody>
            <a:bodyPr/>
            <a:lstStyle/>
            <a:p>
              <a:pPr eaLnBrk="1" hangingPunct="1">
                <a:defRPr/>
              </a:pPr>
              <a:endParaRPr lang="en-US" sz="1200">
                <a:latin typeface="+mj-lt"/>
              </a:endParaRPr>
            </a:p>
          </p:txBody>
        </p:sp>
        <p:sp>
          <p:nvSpPr>
            <p:cNvPr id="56459" name="Line 139">
              <a:extLst>
                <a:ext uri="{FF2B5EF4-FFF2-40B4-BE49-F238E27FC236}">
                  <a16:creationId xmlns:a16="http://schemas.microsoft.com/office/drawing/2014/main" id="{6CE92673-509D-4C4D-9D0E-97082E738BAC}"/>
                </a:ext>
              </a:extLst>
            </p:cNvPr>
            <p:cNvSpPr>
              <a:spLocks noChangeShapeType="1"/>
            </p:cNvSpPr>
            <p:nvPr/>
          </p:nvSpPr>
          <p:spPr bwMode="auto">
            <a:xfrm flipV="1">
              <a:off x="3151188" y="1336692"/>
              <a:ext cx="65087" cy="58747"/>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60" name="Text Box 140">
              <a:extLst>
                <a:ext uri="{FF2B5EF4-FFF2-40B4-BE49-F238E27FC236}">
                  <a16:creationId xmlns:a16="http://schemas.microsoft.com/office/drawing/2014/main" id="{3028E959-D2C2-4ED5-B85D-408695D5B006}"/>
                </a:ext>
              </a:extLst>
            </p:cNvPr>
            <p:cNvSpPr txBox="1">
              <a:spLocks noChangeArrowheads="1"/>
            </p:cNvSpPr>
            <p:nvPr/>
          </p:nvSpPr>
          <p:spPr bwMode="auto">
            <a:xfrm>
              <a:off x="3140075" y="1238253"/>
              <a:ext cx="358775" cy="250861"/>
            </a:xfrm>
            <a:prstGeom prst="rect">
              <a:avLst/>
            </a:prstGeom>
            <a:noFill/>
            <a:ln w="19050">
              <a:noFill/>
              <a:miter lim="800000"/>
              <a:headEnd/>
              <a:tailEnd/>
            </a:ln>
          </p:spPr>
          <p:txBody>
            <a:bodyPr/>
            <a:lstStyle/>
            <a:p>
              <a:pPr eaLnBrk="1" hangingPunct="1">
                <a:defRPr/>
              </a:pPr>
              <a:r>
                <a:rPr lang="en-US" sz="1100" dirty="0">
                  <a:latin typeface="+mj-lt"/>
                </a:rPr>
                <a:t>4</a:t>
              </a:r>
              <a:endParaRPr lang="ru-RU" sz="1100" dirty="0">
                <a:latin typeface="+mj-lt"/>
              </a:endParaRPr>
            </a:p>
          </p:txBody>
        </p:sp>
        <p:sp>
          <p:nvSpPr>
            <p:cNvPr id="56461" name="Line 141">
              <a:extLst>
                <a:ext uri="{FF2B5EF4-FFF2-40B4-BE49-F238E27FC236}">
                  <a16:creationId xmlns:a16="http://schemas.microsoft.com/office/drawing/2014/main" id="{0FCD1DC6-1F75-47A4-9659-AA33027B14DE}"/>
                </a:ext>
              </a:extLst>
            </p:cNvPr>
            <p:cNvSpPr>
              <a:spLocks noChangeShapeType="1"/>
            </p:cNvSpPr>
            <p:nvPr/>
          </p:nvSpPr>
          <p:spPr bwMode="auto">
            <a:xfrm flipV="1">
              <a:off x="4733925" y="1266832"/>
              <a:ext cx="0" cy="195291"/>
            </a:xfrm>
            <a:prstGeom prst="line">
              <a:avLst/>
            </a:prstGeom>
            <a:noFill/>
            <a:ln w="19050">
              <a:solidFill>
                <a:srgbClr val="000000"/>
              </a:solidFill>
              <a:round/>
              <a:headEnd/>
              <a:tailEnd type="oval" w="sm" len="sm"/>
            </a:ln>
          </p:spPr>
          <p:txBody>
            <a:bodyPr/>
            <a:lstStyle/>
            <a:p>
              <a:pPr eaLnBrk="1" hangingPunct="1">
                <a:defRPr/>
              </a:pPr>
              <a:endParaRPr lang="en-US" sz="1200">
                <a:latin typeface="+mj-lt"/>
              </a:endParaRPr>
            </a:p>
          </p:txBody>
        </p:sp>
        <p:sp>
          <p:nvSpPr>
            <p:cNvPr id="56462" name="Line 142">
              <a:extLst>
                <a:ext uri="{FF2B5EF4-FFF2-40B4-BE49-F238E27FC236}">
                  <a16:creationId xmlns:a16="http://schemas.microsoft.com/office/drawing/2014/main" id="{AA6056A2-078B-4707-A516-4AFE2DA29DE0}"/>
                </a:ext>
              </a:extLst>
            </p:cNvPr>
            <p:cNvSpPr>
              <a:spLocks noChangeShapeType="1"/>
            </p:cNvSpPr>
            <p:nvPr/>
          </p:nvSpPr>
          <p:spPr bwMode="auto">
            <a:xfrm flipV="1">
              <a:off x="4705350" y="1333517"/>
              <a:ext cx="66675" cy="57158"/>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63" name="Text Box 143">
              <a:extLst>
                <a:ext uri="{FF2B5EF4-FFF2-40B4-BE49-F238E27FC236}">
                  <a16:creationId xmlns:a16="http://schemas.microsoft.com/office/drawing/2014/main" id="{0DF9554D-7D46-47F7-969E-97846BE6077C}"/>
                </a:ext>
              </a:extLst>
            </p:cNvPr>
            <p:cNvSpPr txBox="1">
              <a:spLocks noChangeArrowheads="1"/>
            </p:cNvSpPr>
            <p:nvPr/>
          </p:nvSpPr>
          <p:spPr bwMode="auto">
            <a:xfrm>
              <a:off x="4692650" y="1228726"/>
              <a:ext cx="357188" cy="249274"/>
            </a:xfrm>
            <a:prstGeom prst="rect">
              <a:avLst/>
            </a:prstGeom>
            <a:noFill/>
            <a:ln w="19050">
              <a:noFill/>
              <a:miter lim="800000"/>
              <a:headEnd/>
              <a:tailEnd/>
            </a:ln>
          </p:spPr>
          <p:txBody>
            <a:bodyPr/>
            <a:lstStyle/>
            <a:p>
              <a:pPr eaLnBrk="1" hangingPunct="1">
                <a:defRPr/>
              </a:pPr>
              <a:r>
                <a:rPr lang="en-US" sz="1100">
                  <a:latin typeface="+mj-lt"/>
                </a:rPr>
                <a:t>4</a:t>
              </a:r>
              <a:endParaRPr lang="ru-RU" sz="1100">
                <a:latin typeface="+mj-lt"/>
              </a:endParaRPr>
            </a:p>
          </p:txBody>
        </p:sp>
        <p:sp>
          <p:nvSpPr>
            <p:cNvPr id="56464" name="Line 144">
              <a:extLst>
                <a:ext uri="{FF2B5EF4-FFF2-40B4-BE49-F238E27FC236}">
                  <a16:creationId xmlns:a16="http://schemas.microsoft.com/office/drawing/2014/main" id="{BF849E11-C0EE-433C-965C-B345D9F15C06}"/>
                </a:ext>
              </a:extLst>
            </p:cNvPr>
            <p:cNvSpPr>
              <a:spLocks noChangeShapeType="1"/>
            </p:cNvSpPr>
            <p:nvPr/>
          </p:nvSpPr>
          <p:spPr bwMode="auto">
            <a:xfrm flipV="1">
              <a:off x="5267325" y="1281122"/>
              <a:ext cx="0" cy="195290"/>
            </a:xfrm>
            <a:prstGeom prst="line">
              <a:avLst/>
            </a:prstGeom>
            <a:noFill/>
            <a:ln w="19050">
              <a:solidFill>
                <a:srgbClr val="000000"/>
              </a:solidFill>
              <a:round/>
              <a:headEnd/>
              <a:tailEnd type="oval" w="sm" len="sm"/>
            </a:ln>
          </p:spPr>
          <p:txBody>
            <a:bodyPr/>
            <a:lstStyle/>
            <a:p>
              <a:pPr eaLnBrk="1" hangingPunct="1">
                <a:defRPr/>
              </a:pPr>
              <a:endParaRPr lang="en-US" sz="1200">
                <a:latin typeface="+mj-lt"/>
              </a:endParaRPr>
            </a:p>
          </p:txBody>
        </p:sp>
        <p:sp>
          <p:nvSpPr>
            <p:cNvPr id="56465" name="Line 145">
              <a:extLst>
                <a:ext uri="{FF2B5EF4-FFF2-40B4-BE49-F238E27FC236}">
                  <a16:creationId xmlns:a16="http://schemas.microsoft.com/office/drawing/2014/main" id="{84A601BF-8029-4680-A962-4B6C04D052AF}"/>
                </a:ext>
              </a:extLst>
            </p:cNvPr>
            <p:cNvSpPr>
              <a:spLocks noChangeShapeType="1"/>
            </p:cNvSpPr>
            <p:nvPr/>
          </p:nvSpPr>
          <p:spPr bwMode="auto">
            <a:xfrm flipV="1">
              <a:off x="5238750" y="1347807"/>
              <a:ext cx="65088" cy="58746"/>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66" name="Text Box 146">
              <a:extLst>
                <a:ext uri="{FF2B5EF4-FFF2-40B4-BE49-F238E27FC236}">
                  <a16:creationId xmlns:a16="http://schemas.microsoft.com/office/drawing/2014/main" id="{D2351F39-15E8-436F-8126-F8CAA4686D75}"/>
                </a:ext>
              </a:extLst>
            </p:cNvPr>
            <p:cNvSpPr txBox="1">
              <a:spLocks noChangeArrowheads="1"/>
            </p:cNvSpPr>
            <p:nvPr/>
          </p:nvSpPr>
          <p:spPr bwMode="auto">
            <a:xfrm>
              <a:off x="5224463" y="1222375"/>
              <a:ext cx="358775" cy="249274"/>
            </a:xfrm>
            <a:prstGeom prst="rect">
              <a:avLst/>
            </a:prstGeom>
            <a:noFill/>
            <a:ln w="19050">
              <a:noFill/>
              <a:miter lim="800000"/>
              <a:headEnd/>
              <a:tailEnd/>
            </a:ln>
          </p:spPr>
          <p:txBody>
            <a:bodyPr/>
            <a:lstStyle/>
            <a:p>
              <a:pPr eaLnBrk="1" hangingPunct="1">
                <a:defRPr/>
              </a:pPr>
              <a:r>
                <a:rPr lang="en-US" sz="1100">
                  <a:latin typeface="+mj-lt"/>
                </a:rPr>
                <a:t>4</a:t>
              </a:r>
              <a:endParaRPr lang="ru-RU" sz="1100">
                <a:latin typeface="+mj-lt"/>
              </a:endParaRPr>
            </a:p>
          </p:txBody>
        </p:sp>
        <p:sp>
          <p:nvSpPr>
            <p:cNvPr id="56467" name="Line 147">
              <a:extLst>
                <a:ext uri="{FF2B5EF4-FFF2-40B4-BE49-F238E27FC236}">
                  <a16:creationId xmlns:a16="http://schemas.microsoft.com/office/drawing/2014/main" id="{E0C77E9F-754E-4E7A-850D-54E2A0A93803}"/>
                </a:ext>
              </a:extLst>
            </p:cNvPr>
            <p:cNvSpPr>
              <a:spLocks noChangeShapeType="1"/>
            </p:cNvSpPr>
            <p:nvPr/>
          </p:nvSpPr>
          <p:spPr bwMode="auto">
            <a:xfrm flipV="1">
              <a:off x="5788025" y="1266832"/>
              <a:ext cx="0" cy="195291"/>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68" name="Line 148">
              <a:extLst>
                <a:ext uri="{FF2B5EF4-FFF2-40B4-BE49-F238E27FC236}">
                  <a16:creationId xmlns:a16="http://schemas.microsoft.com/office/drawing/2014/main" id="{BD4D2EC6-C1B6-42D8-8779-F00613255765}"/>
                </a:ext>
              </a:extLst>
            </p:cNvPr>
            <p:cNvSpPr>
              <a:spLocks noChangeShapeType="1"/>
            </p:cNvSpPr>
            <p:nvPr/>
          </p:nvSpPr>
          <p:spPr bwMode="auto">
            <a:xfrm flipV="1">
              <a:off x="5759450" y="1333517"/>
              <a:ext cx="65088" cy="57158"/>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69" name="Text Box 149">
              <a:extLst>
                <a:ext uri="{FF2B5EF4-FFF2-40B4-BE49-F238E27FC236}">
                  <a16:creationId xmlns:a16="http://schemas.microsoft.com/office/drawing/2014/main" id="{742DC662-9F0E-455E-B7F4-1524698A4A57}"/>
                </a:ext>
              </a:extLst>
            </p:cNvPr>
            <p:cNvSpPr txBox="1">
              <a:spLocks noChangeArrowheads="1"/>
            </p:cNvSpPr>
            <p:nvPr/>
          </p:nvSpPr>
          <p:spPr bwMode="auto">
            <a:xfrm>
              <a:off x="5775325" y="1219200"/>
              <a:ext cx="357188" cy="249274"/>
            </a:xfrm>
            <a:prstGeom prst="rect">
              <a:avLst/>
            </a:prstGeom>
            <a:noFill/>
            <a:ln w="19050">
              <a:noFill/>
              <a:miter lim="800000"/>
              <a:headEnd/>
              <a:tailEnd/>
            </a:ln>
          </p:spPr>
          <p:txBody>
            <a:bodyPr/>
            <a:lstStyle/>
            <a:p>
              <a:pPr eaLnBrk="1" hangingPunct="1">
                <a:defRPr/>
              </a:pPr>
              <a:r>
                <a:rPr lang="en-US" sz="1100">
                  <a:latin typeface="+mj-lt"/>
                </a:rPr>
                <a:t>4</a:t>
              </a:r>
              <a:endParaRPr lang="ru-RU" sz="1100">
                <a:latin typeface="+mj-lt"/>
              </a:endParaRPr>
            </a:p>
          </p:txBody>
        </p:sp>
        <p:sp>
          <p:nvSpPr>
            <p:cNvPr id="56470" name="Line 150">
              <a:extLst>
                <a:ext uri="{FF2B5EF4-FFF2-40B4-BE49-F238E27FC236}">
                  <a16:creationId xmlns:a16="http://schemas.microsoft.com/office/drawing/2014/main" id="{66CD2D52-B45B-4E73-AE9D-548499752465}"/>
                </a:ext>
              </a:extLst>
            </p:cNvPr>
            <p:cNvSpPr>
              <a:spLocks noChangeShapeType="1"/>
            </p:cNvSpPr>
            <p:nvPr/>
          </p:nvSpPr>
          <p:spPr bwMode="auto">
            <a:xfrm flipH="1">
              <a:off x="1498600" y="1284297"/>
              <a:ext cx="4297363"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71" name="Text Box 151">
              <a:extLst>
                <a:ext uri="{FF2B5EF4-FFF2-40B4-BE49-F238E27FC236}">
                  <a16:creationId xmlns:a16="http://schemas.microsoft.com/office/drawing/2014/main" id="{ECE1B464-86C7-4561-9E39-13B5432455DF}"/>
                </a:ext>
              </a:extLst>
            </p:cNvPr>
            <p:cNvSpPr txBox="1">
              <a:spLocks noChangeArrowheads="1"/>
            </p:cNvSpPr>
            <p:nvPr/>
          </p:nvSpPr>
          <p:spPr bwMode="auto">
            <a:xfrm>
              <a:off x="1252538" y="1295411"/>
              <a:ext cx="706437" cy="247686"/>
            </a:xfrm>
            <a:prstGeom prst="rect">
              <a:avLst/>
            </a:prstGeom>
            <a:noFill/>
            <a:ln w="9525">
              <a:noFill/>
              <a:miter lim="800000"/>
              <a:headEnd/>
              <a:tailEnd/>
            </a:ln>
          </p:spPr>
          <p:txBody>
            <a:bodyPr/>
            <a:lstStyle/>
            <a:p>
              <a:pPr eaLnBrk="1" hangingPunct="1">
                <a:defRPr/>
              </a:pPr>
              <a:r>
                <a:rPr lang="en-US" sz="1100" dirty="0">
                  <a:latin typeface="+mj-lt"/>
                </a:rPr>
                <a:t>C1 – C4</a:t>
              </a:r>
              <a:endParaRPr lang="ru-RU" sz="1100" dirty="0">
                <a:latin typeface="+mj-lt"/>
              </a:endParaRPr>
            </a:p>
          </p:txBody>
        </p:sp>
        <p:sp>
          <p:nvSpPr>
            <p:cNvPr id="56472" name="Text Box 152">
              <a:extLst>
                <a:ext uri="{FF2B5EF4-FFF2-40B4-BE49-F238E27FC236}">
                  <a16:creationId xmlns:a16="http://schemas.microsoft.com/office/drawing/2014/main" id="{BE42830B-C687-4FBE-8C93-35766288F979}"/>
                </a:ext>
              </a:extLst>
            </p:cNvPr>
            <p:cNvSpPr txBox="1">
              <a:spLocks noChangeArrowheads="1"/>
            </p:cNvSpPr>
            <p:nvPr/>
          </p:nvSpPr>
          <p:spPr bwMode="auto">
            <a:xfrm>
              <a:off x="7696200" y="2146434"/>
              <a:ext cx="477838" cy="247686"/>
            </a:xfrm>
            <a:prstGeom prst="rect">
              <a:avLst/>
            </a:prstGeom>
            <a:noFill/>
            <a:ln w="9525">
              <a:noFill/>
              <a:miter lim="800000"/>
              <a:headEnd/>
              <a:tailEnd/>
            </a:ln>
          </p:spPr>
          <p:txBody>
            <a:bodyPr/>
            <a:lstStyle/>
            <a:p>
              <a:pPr eaLnBrk="1" hangingPunct="1">
                <a:defRPr/>
              </a:pPr>
              <a:r>
                <a:rPr lang="en-US" sz="1400" dirty="0">
                  <a:latin typeface="+mj-lt"/>
                </a:rPr>
                <a:t>YQ</a:t>
              </a:r>
              <a:endParaRPr lang="ru-RU" sz="1400" dirty="0">
                <a:latin typeface="+mj-lt"/>
              </a:endParaRPr>
            </a:p>
          </p:txBody>
        </p:sp>
        <p:sp>
          <p:nvSpPr>
            <p:cNvPr id="56474" name="Text Box 157">
              <a:extLst>
                <a:ext uri="{FF2B5EF4-FFF2-40B4-BE49-F238E27FC236}">
                  <a16:creationId xmlns:a16="http://schemas.microsoft.com/office/drawing/2014/main" id="{7640F114-19CE-4C64-87D2-BE159789EB97}"/>
                </a:ext>
              </a:extLst>
            </p:cNvPr>
            <p:cNvSpPr txBox="1">
              <a:spLocks noChangeArrowheads="1"/>
            </p:cNvSpPr>
            <p:nvPr/>
          </p:nvSpPr>
          <p:spPr bwMode="auto">
            <a:xfrm>
              <a:off x="4760913" y="4988472"/>
              <a:ext cx="358775" cy="249274"/>
            </a:xfrm>
            <a:prstGeom prst="rect">
              <a:avLst/>
            </a:prstGeom>
            <a:noFill/>
            <a:ln w="19050">
              <a:noFill/>
              <a:miter lim="800000"/>
              <a:headEnd/>
              <a:tailEnd/>
            </a:ln>
          </p:spPr>
          <p:txBody>
            <a:bodyPr/>
            <a:lstStyle/>
            <a:p>
              <a:pPr eaLnBrk="1" hangingPunct="1">
                <a:defRPr/>
              </a:pPr>
              <a:endParaRPr lang="en-US" sz="1100">
                <a:latin typeface="+mj-lt"/>
              </a:endParaRPr>
            </a:p>
          </p:txBody>
        </p:sp>
        <p:sp>
          <p:nvSpPr>
            <p:cNvPr id="56475" name="Rectangle 158">
              <a:extLst>
                <a:ext uri="{FF2B5EF4-FFF2-40B4-BE49-F238E27FC236}">
                  <a16:creationId xmlns:a16="http://schemas.microsoft.com/office/drawing/2014/main" id="{C5DA6BFB-CA72-4474-9CFF-D338AC0F1F3A}"/>
                </a:ext>
              </a:extLst>
            </p:cNvPr>
            <p:cNvSpPr>
              <a:spLocks noChangeArrowheads="1"/>
            </p:cNvSpPr>
            <p:nvPr/>
          </p:nvSpPr>
          <p:spPr bwMode="auto">
            <a:xfrm>
              <a:off x="2832100" y="2819632"/>
              <a:ext cx="477838" cy="373117"/>
            </a:xfrm>
            <a:prstGeom prst="rect">
              <a:avLst/>
            </a:prstGeom>
            <a:noFill/>
            <a:ln w="19050">
              <a:noFill/>
              <a:miter lim="800000"/>
              <a:headEnd/>
              <a:tailEnd/>
            </a:ln>
          </p:spPr>
          <p:txBody>
            <a:bodyPr/>
            <a:lstStyle/>
            <a:p>
              <a:pPr eaLnBrk="1" hangingPunct="1">
                <a:defRPr/>
              </a:pPr>
              <a:r>
                <a:rPr lang="en-US" sz="1100" dirty="0">
                  <a:solidFill>
                    <a:srgbClr val="0000FF"/>
                  </a:solidFill>
                  <a:latin typeface="+mj-lt"/>
                </a:rPr>
                <a:t>M1</a:t>
              </a:r>
              <a:endParaRPr lang="ru-RU" sz="1100" dirty="0">
                <a:latin typeface="+mj-lt"/>
              </a:endParaRPr>
            </a:p>
          </p:txBody>
        </p:sp>
        <p:sp>
          <p:nvSpPr>
            <p:cNvPr id="56476" name="Rectangle 159">
              <a:extLst>
                <a:ext uri="{FF2B5EF4-FFF2-40B4-BE49-F238E27FC236}">
                  <a16:creationId xmlns:a16="http://schemas.microsoft.com/office/drawing/2014/main" id="{B584F915-7CEF-486F-9841-0D11C99866EE}"/>
                </a:ext>
              </a:extLst>
            </p:cNvPr>
            <p:cNvSpPr>
              <a:spLocks noChangeArrowheads="1"/>
            </p:cNvSpPr>
            <p:nvPr/>
          </p:nvSpPr>
          <p:spPr bwMode="auto">
            <a:xfrm>
              <a:off x="2852738" y="3743691"/>
              <a:ext cx="477837" cy="373117"/>
            </a:xfrm>
            <a:prstGeom prst="rect">
              <a:avLst/>
            </a:prstGeom>
            <a:noFill/>
            <a:ln w="19050">
              <a:noFill/>
              <a:miter lim="800000"/>
              <a:headEnd/>
              <a:tailEnd/>
            </a:ln>
          </p:spPr>
          <p:txBody>
            <a:bodyPr/>
            <a:lstStyle/>
            <a:p>
              <a:pPr eaLnBrk="1" hangingPunct="1">
                <a:defRPr/>
              </a:pPr>
              <a:r>
                <a:rPr lang="en-US" sz="1100">
                  <a:solidFill>
                    <a:srgbClr val="0000FF"/>
                  </a:solidFill>
                  <a:latin typeface="+mj-lt"/>
                </a:rPr>
                <a:t>M2</a:t>
              </a:r>
              <a:endParaRPr lang="ru-RU" sz="1100">
                <a:latin typeface="+mj-lt"/>
              </a:endParaRPr>
            </a:p>
          </p:txBody>
        </p:sp>
        <p:sp>
          <p:nvSpPr>
            <p:cNvPr id="56477" name="Rectangle 160">
              <a:extLst>
                <a:ext uri="{FF2B5EF4-FFF2-40B4-BE49-F238E27FC236}">
                  <a16:creationId xmlns:a16="http://schemas.microsoft.com/office/drawing/2014/main" id="{0B2C2929-350B-4C7B-A911-4ABCEE2C44F6}"/>
                </a:ext>
              </a:extLst>
            </p:cNvPr>
            <p:cNvSpPr>
              <a:spLocks noChangeArrowheads="1"/>
            </p:cNvSpPr>
            <p:nvPr/>
          </p:nvSpPr>
          <p:spPr bwMode="auto">
            <a:xfrm>
              <a:off x="3330575" y="1377973"/>
              <a:ext cx="476250" cy="374704"/>
            </a:xfrm>
            <a:prstGeom prst="rect">
              <a:avLst/>
            </a:prstGeom>
            <a:noFill/>
            <a:ln w="19050">
              <a:noFill/>
              <a:miter lim="800000"/>
              <a:headEnd/>
              <a:tailEnd/>
            </a:ln>
          </p:spPr>
          <p:txBody>
            <a:bodyPr/>
            <a:lstStyle/>
            <a:p>
              <a:pPr eaLnBrk="1" hangingPunct="1">
                <a:defRPr/>
              </a:pPr>
              <a:r>
                <a:rPr lang="en-US" sz="1100">
                  <a:solidFill>
                    <a:srgbClr val="0000FF"/>
                  </a:solidFill>
                  <a:latin typeface="+mj-lt"/>
                </a:rPr>
                <a:t>M3</a:t>
              </a:r>
              <a:endParaRPr lang="ru-RU" sz="1100">
                <a:latin typeface="+mj-lt"/>
              </a:endParaRPr>
            </a:p>
          </p:txBody>
        </p:sp>
        <p:sp>
          <p:nvSpPr>
            <p:cNvPr id="56478" name="Rectangle 161">
              <a:extLst>
                <a:ext uri="{FF2B5EF4-FFF2-40B4-BE49-F238E27FC236}">
                  <a16:creationId xmlns:a16="http://schemas.microsoft.com/office/drawing/2014/main" id="{7480FFEA-F979-4C4E-A5D3-7A6F74B9DB8D}"/>
                </a:ext>
              </a:extLst>
            </p:cNvPr>
            <p:cNvSpPr>
              <a:spLocks noChangeArrowheads="1"/>
            </p:cNvSpPr>
            <p:nvPr/>
          </p:nvSpPr>
          <p:spPr bwMode="auto">
            <a:xfrm>
              <a:off x="4165600" y="1377973"/>
              <a:ext cx="476250" cy="374704"/>
            </a:xfrm>
            <a:prstGeom prst="rect">
              <a:avLst/>
            </a:prstGeom>
            <a:noFill/>
            <a:ln w="19050">
              <a:noFill/>
              <a:miter lim="800000"/>
              <a:headEnd/>
              <a:tailEnd/>
            </a:ln>
          </p:spPr>
          <p:txBody>
            <a:bodyPr/>
            <a:lstStyle/>
            <a:p>
              <a:pPr eaLnBrk="1" hangingPunct="1">
                <a:defRPr/>
              </a:pPr>
              <a:r>
                <a:rPr lang="en-US" sz="1100">
                  <a:solidFill>
                    <a:srgbClr val="0000FF"/>
                  </a:solidFill>
                  <a:latin typeface="+mj-lt"/>
                </a:rPr>
                <a:t>M4</a:t>
              </a:r>
              <a:endParaRPr lang="ru-RU" sz="1100">
                <a:latin typeface="+mj-lt"/>
              </a:endParaRPr>
            </a:p>
          </p:txBody>
        </p:sp>
        <p:sp>
          <p:nvSpPr>
            <p:cNvPr id="56479" name="Rectangle 162">
              <a:extLst>
                <a:ext uri="{FF2B5EF4-FFF2-40B4-BE49-F238E27FC236}">
                  <a16:creationId xmlns:a16="http://schemas.microsoft.com/office/drawing/2014/main" id="{3DFE881E-DA99-49CF-B1C0-61585BFAF42C}"/>
                </a:ext>
              </a:extLst>
            </p:cNvPr>
            <p:cNvSpPr>
              <a:spLocks noChangeArrowheads="1"/>
            </p:cNvSpPr>
            <p:nvPr/>
          </p:nvSpPr>
          <p:spPr bwMode="auto">
            <a:xfrm>
              <a:off x="4811713" y="1430369"/>
              <a:ext cx="476250" cy="373116"/>
            </a:xfrm>
            <a:prstGeom prst="rect">
              <a:avLst/>
            </a:prstGeom>
            <a:noFill/>
            <a:ln w="19050">
              <a:noFill/>
              <a:miter lim="800000"/>
              <a:headEnd/>
              <a:tailEnd/>
            </a:ln>
          </p:spPr>
          <p:txBody>
            <a:bodyPr/>
            <a:lstStyle/>
            <a:p>
              <a:pPr eaLnBrk="1" hangingPunct="1">
                <a:defRPr/>
              </a:pPr>
              <a:r>
                <a:rPr lang="en-US" sz="1100">
                  <a:solidFill>
                    <a:srgbClr val="0000FF"/>
                  </a:solidFill>
                  <a:latin typeface="+mj-lt"/>
                </a:rPr>
                <a:t>M5</a:t>
              </a:r>
              <a:endParaRPr lang="ru-RU" sz="1100">
                <a:latin typeface="+mj-lt"/>
              </a:endParaRPr>
            </a:p>
          </p:txBody>
        </p:sp>
        <p:sp>
          <p:nvSpPr>
            <p:cNvPr id="56480" name="Rectangle 163">
              <a:extLst>
                <a:ext uri="{FF2B5EF4-FFF2-40B4-BE49-F238E27FC236}">
                  <a16:creationId xmlns:a16="http://schemas.microsoft.com/office/drawing/2014/main" id="{D0A8B451-A26C-464E-82D5-5735B10B0499}"/>
                </a:ext>
              </a:extLst>
            </p:cNvPr>
            <p:cNvSpPr>
              <a:spLocks noChangeArrowheads="1"/>
            </p:cNvSpPr>
            <p:nvPr/>
          </p:nvSpPr>
          <p:spPr bwMode="auto">
            <a:xfrm>
              <a:off x="5954713" y="1419254"/>
              <a:ext cx="477837" cy="373117"/>
            </a:xfrm>
            <a:prstGeom prst="rect">
              <a:avLst/>
            </a:prstGeom>
            <a:noFill/>
            <a:ln w="19050">
              <a:noFill/>
              <a:miter lim="800000"/>
              <a:headEnd/>
              <a:tailEnd/>
            </a:ln>
          </p:spPr>
          <p:txBody>
            <a:bodyPr/>
            <a:lstStyle/>
            <a:p>
              <a:pPr eaLnBrk="1" hangingPunct="1">
                <a:defRPr/>
              </a:pPr>
              <a:r>
                <a:rPr lang="en-US" sz="1100">
                  <a:solidFill>
                    <a:srgbClr val="0000FF"/>
                  </a:solidFill>
                  <a:latin typeface="+mj-lt"/>
                </a:rPr>
                <a:t>M6</a:t>
              </a:r>
              <a:endParaRPr lang="ru-RU" sz="1100">
                <a:latin typeface="+mj-lt"/>
              </a:endParaRPr>
            </a:p>
          </p:txBody>
        </p:sp>
        <p:sp>
          <p:nvSpPr>
            <p:cNvPr id="56481" name="Line 164">
              <a:extLst>
                <a:ext uri="{FF2B5EF4-FFF2-40B4-BE49-F238E27FC236}">
                  <a16:creationId xmlns:a16="http://schemas.microsoft.com/office/drawing/2014/main" id="{FF87DD35-C275-498F-8C37-EA29899BD647}"/>
                </a:ext>
              </a:extLst>
            </p:cNvPr>
            <p:cNvSpPr>
              <a:spLocks noChangeShapeType="1"/>
            </p:cNvSpPr>
            <p:nvPr/>
          </p:nvSpPr>
          <p:spPr bwMode="auto">
            <a:xfrm>
              <a:off x="4613275" y="2551306"/>
              <a:ext cx="23812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82" name="Line 165">
              <a:extLst>
                <a:ext uri="{FF2B5EF4-FFF2-40B4-BE49-F238E27FC236}">
                  <a16:creationId xmlns:a16="http://schemas.microsoft.com/office/drawing/2014/main" id="{226F158C-7332-4C39-BE64-A00A488CEFED}"/>
                </a:ext>
              </a:extLst>
            </p:cNvPr>
            <p:cNvSpPr>
              <a:spLocks noChangeShapeType="1"/>
            </p:cNvSpPr>
            <p:nvPr/>
          </p:nvSpPr>
          <p:spPr bwMode="auto">
            <a:xfrm flipH="1">
              <a:off x="4860925" y="2446516"/>
              <a:ext cx="1825625" cy="0"/>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83" name="Line 166">
              <a:extLst>
                <a:ext uri="{FF2B5EF4-FFF2-40B4-BE49-F238E27FC236}">
                  <a16:creationId xmlns:a16="http://schemas.microsoft.com/office/drawing/2014/main" id="{18F10F13-F806-414F-A6E2-355B2C1A2BB4}"/>
                </a:ext>
              </a:extLst>
            </p:cNvPr>
            <p:cNvSpPr>
              <a:spLocks noChangeShapeType="1"/>
            </p:cNvSpPr>
            <p:nvPr/>
          </p:nvSpPr>
          <p:spPr bwMode="auto">
            <a:xfrm>
              <a:off x="4860925" y="2446516"/>
              <a:ext cx="0" cy="106377"/>
            </a:xfrm>
            <a:prstGeom prst="line">
              <a:avLst/>
            </a:prstGeom>
            <a:noFill/>
            <a:ln w="19050">
              <a:solidFill>
                <a:srgbClr val="000000"/>
              </a:solidFill>
              <a:round/>
              <a:headEnd/>
              <a:tailEnd/>
            </a:ln>
          </p:spPr>
          <p:txBody>
            <a:bodyPr/>
            <a:lstStyle/>
            <a:p>
              <a:pPr eaLnBrk="1" hangingPunct="1">
                <a:defRPr/>
              </a:pPr>
              <a:endParaRPr lang="en-US" sz="1200">
                <a:latin typeface="+mj-lt"/>
              </a:endParaRPr>
            </a:p>
          </p:txBody>
        </p:sp>
        <p:sp>
          <p:nvSpPr>
            <p:cNvPr id="56484" name="Rectangle 167">
              <a:extLst>
                <a:ext uri="{FF2B5EF4-FFF2-40B4-BE49-F238E27FC236}">
                  <a16:creationId xmlns:a16="http://schemas.microsoft.com/office/drawing/2014/main" id="{3F16C46F-9BB6-4E81-BF5D-97BF0DFB687F}"/>
                </a:ext>
              </a:extLst>
            </p:cNvPr>
            <p:cNvSpPr>
              <a:spLocks noChangeArrowheads="1"/>
            </p:cNvSpPr>
            <p:nvPr/>
          </p:nvSpPr>
          <p:spPr bwMode="auto">
            <a:xfrm>
              <a:off x="4410075" y="2128970"/>
              <a:ext cx="476250" cy="373116"/>
            </a:xfrm>
            <a:prstGeom prst="rect">
              <a:avLst/>
            </a:prstGeom>
            <a:noFill/>
            <a:ln w="19050">
              <a:noFill/>
              <a:miter lim="800000"/>
              <a:headEnd/>
              <a:tailEnd/>
            </a:ln>
          </p:spPr>
          <p:txBody>
            <a:bodyPr/>
            <a:lstStyle/>
            <a:p>
              <a:pPr eaLnBrk="1" hangingPunct="1">
                <a:defRPr/>
              </a:pPr>
              <a:r>
                <a:rPr lang="en-US" sz="1100">
                  <a:solidFill>
                    <a:srgbClr val="0000FF"/>
                  </a:solidFill>
                  <a:latin typeface="+mj-lt"/>
                </a:rPr>
                <a:t>M7</a:t>
              </a:r>
              <a:endParaRPr lang="ru-RU" sz="1100">
                <a:latin typeface="+mj-lt"/>
              </a:endParaRPr>
            </a:p>
          </p:txBody>
        </p:sp>
        <p:sp>
          <p:nvSpPr>
            <p:cNvPr id="56485" name="Rectangle 168">
              <a:extLst>
                <a:ext uri="{FF2B5EF4-FFF2-40B4-BE49-F238E27FC236}">
                  <a16:creationId xmlns:a16="http://schemas.microsoft.com/office/drawing/2014/main" id="{EF73E914-AD68-45BB-9883-B6146072FCD8}"/>
                </a:ext>
              </a:extLst>
            </p:cNvPr>
            <p:cNvSpPr>
              <a:spLocks noChangeArrowheads="1"/>
            </p:cNvSpPr>
            <p:nvPr/>
          </p:nvSpPr>
          <p:spPr bwMode="auto">
            <a:xfrm>
              <a:off x="4383088" y="2933949"/>
              <a:ext cx="477837" cy="373117"/>
            </a:xfrm>
            <a:prstGeom prst="rect">
              <a:avLst/>
            </a:prstGeom>
            <a:noFill/>
            <a:ln w="19050">
              <a:noFill/>
              <a:miter lim="800000"/>
              <a:headEnd/>
              <a:tailEnd/>
            </a:ln>
          </p:spPr>
          <p:txBody>
            <a:bodyPr/>
            <a:lstStyle/>
            <a:p>
              <a:pPr eaLnBrk="1" hangingPunct="1">
                <a:defRPr/>
              </a:pPr>
              <a:r>
                <a:rPr lang="en-US" sz="1100" dirty="0">
                  <a:solidFill>
                    <a:srgbClr val="0000FF"/>
                  </a:solidFill>
                  <a:latin typeface="+mj-lt"/>
                </a:rPr>
                <a:t>M8</a:t>
              </a:r>
              <a:endParaRPr lang="ru-RU" sz="1100" dirty="0">
                <a:latin typeface="+mj-lt"/>
              </a:endParaRPr>
            </a:p>
          </p:txBody>
        </p:sp>
        <p:sp>
          <p:nvSpPr>
            <p:cNvPr id="56486" name="Rectangle 169">
              <a:extLst>
                <a:ext uri="{FF2B5EF4-FFF2-40B4-BE49-F238E27FC236}">
                  <a16:creationId xmlns:a16="http://schemas.microsoft.com/office/drawing/2014/main" id="{08E99A5C-578A-4BA4-840C-5AE20E003A60}"/>
                </a:ext>
              </a:extLst>
            </p:cNvPr>
            <p:cNvSpPr>
              <a:spLocks noChangeArrowheads="1"/>
            </p:cNvSpPr>
            <p:nvPr/>
          </p:nvSpPr>
          <p:spPr bwMode="auto">
            <a:xfrm>
              <a:off x="5318125" y="2405235"/>
              <a:ext cx="476250" cy="373116"/>
            </a:xfrm>
            <a:prstGeom prst="rect">
              <a:avLst/>
            </a:prstGeom>
            <a:noFill/>
            <a:ln w="19050">
              <a:noFill/>
              <a:miter lim="800000"/>
              <a:headEnd/>
              <a:tailEnd/>
            </a:ln>
          </p:spPr>
          <p:txBody>
            <a:bodyPr/>
            <a:lstStyle/>
            <a:p>
              <a:pPr eaLnBrk="1" hangingPunct="1">
                <a:defRPr/>
              </a:pPr>
              <a:r>
                <a:rPr lang="en-US" sz="1100">
                  <a:solidFill>
                    <a:srgbClr val="0000FF"/>
                  </a:solidFill>
                  <a:latin typeface="+mj-lt"/>
                </a:rPr>
                <a:t>M9</a:t>
              </a:r>
              <a:endParaRPr lang="ru-RU" sz="1100">
                <a:latin typeface="+mj-lt"/>
              </a:endParaRPr>
            </a:p>
          </p:txBody>
        </p:sp>
        <p:sp>
          <p:nvSpPr>
            <p:cNvPr id="56487" name="Rectangle 170">
              <a:extLst>
                <a:ext uri="{FF2B5EF4-FFF2-40B4-BE49-F238E27FC236}">
                  <a16:creationId xmlns:a16="http://schemas.microsoft.com/office/drawing/2014/main" id="{CAA0948D-097A-4D24-8E77-FB0D48F4ABBA}"/>
                </a:ext>
              </a:extLst>
            </p:cNvPr>
            <p:cNvSpPr>
              <a:spLocks noChangeArrowheads="1"/>
            </p:cNvSpPr>
            <p:nvPr/>
          </p:nvSpPr>
          <p:spPr bwMode="auto">
            <a:xfrm>
              <a:off x="6103938" y="2748185"/>
              <a:ext cx="476250" cy="373116"/>
            </a:xfrm>
            <a:prstGeom prst="rect">
              <a:avLst/>
            </a:prstGeom>
            <a:noFill/>
            <a:ln w="19050">
              <a:noFill/>
              <a:miter lim="800000"/>
              <a:headEnd/>
              <a:tailEnd/>
            </a:ln>
          </p:spPr>
          <p:txBody>
            <a:bodyPr/>
            <a:lstStyle/>
            <a:p>
              <a:pPr eaLnBrk="1" hangingPunct="1">
                <a:defRPr/>
              </a:pPr>
              <a:r>
                <a:rPr lang="en-US" sz="1100">
                  <a:solidFill>
                    <a:srgbClr val="0000FF"/>
                  </a:solidFill>
                  <a:latin typeface="+mj-lt"/>
                </a:rPr>
                <a:t>M10</a:t>
              </a:r>
              <a:endParaRPr lang="ru-RU" sz="1100">
                <a:latin typeface="+mj-lt"/>
              </a:endParaRPr>
            </a:p>
          </p:txBody>
        </p:sp>
        <p:sp>
          <p:nvSpPr>
            <p:cNvPr id="56488" name="Rectangle 171">
              <a:extLst>
                <a:ext uri="{FF2B5EF4-FFF2-40B4-BE49-F238E27FC236}">
                  <a16:creationId xmlns:a16="http://schemas.microsoft.com/office/drawing/2014/main" id="{A799164E-17BF-4C06-9EFF-1A25F5D71FC2}"/>
                </a:ext>
              </a:extLst>
            </p:cNvPr>
            <p:cNvSpPr>
              <a:spLocks noChangeArrowheads="1"/>
            </p:cNvSpPr>
            <p:nvPr/>
          </p:nvSpPr>
          <p:spPr bwMode="auto">
            <a:xfrm>
              <a:off x="4452938" y="3743691"/>
              <a:ext cx="476250" cy="373117"/>
            </a:xfrm>
            <a:prstGeom prst="rect">
              <a:avLst/>
            </a:prstGeom>
            <a:noFill/>
            <a:ln w="19050">
              <a:noFill/>
              <a:miter lim="800000"/>
              <a:headEnd/>
              <a:tailEnd/>
            </a:ln>
          </p:spPr>
          <p:txBody>
            <a:bodyPr/>
            <a:lstStyle/>
            <a:p>
              <a:pPr eaLnBrk="1" hangingPunct="1">
                <a:defRPr/>
              </a:pPr>
              <a:r>
                <a:rPr lang="en-US" sz="1100">
                  <a:solidFill>
                    <a:srgbClr val="0000FF"/>
                  </a:solidFill>
                  <a:latin typeface="+mj-lt"/>
                </a:rPr>
                <a:t>M12</a:t>
              </a:r>
              <a:endParaRPr lang="ru-RU" sz="1100">
                <a:latin typeface="+mj-lt"/>
              </a:endParaRPr>
            </a:p>
          </p:txBody>
        </p:sp>
        <p:sp>
          <p:nvSpPr>
            <p:cNvPr id="56489" name="Rectangle 172">
              <a:extLst>
                <a:ext uri="{FF2B5EF4-FFF2-40B4-BE49-F238E27FC236}">
                  <a16:creationId xmlns:a16="http://schemas.microsoft.com/office/drawing/2014/main" id="{E9C3C0DF-E922-491A-904E-6A155AF9B49A}"/>
                </a:ext>
              </a:extLst>
            </p:cNvPr>
            <p:cNvSpPr>
              <a:spLocks noChangeArrowheads="1"/>
            </p:cNvSpPr>
            <p:nvPr/>
          </p:nvSpPr>
          <p:spPr bwMode="auto">
            <a:xfrm>
              <a:off x="4522788" y="4988472"/>
              <a:ext cx="477837" cy="373117"/>
            </a:xfrm>
            <a:prstGeom prst="rect">
              <a:avLst/>
            </a:prstGeom>
            <a:noFill/>
            <a:ln w="19050">
              <a:noFill/>
              <a:miter lim="800000"/>
              <a:headEnd/>
              <a:tailEnd/>
            </a:ln>
          </p:spPr>
          <p:txBody>
            <a:bodyPr/>
            <a:lstStyle/>
            <a:p>
              <a:pPr eaLnBrk="1" hangingPunct="1">
                <a:defRPr/>
              </a:pPr>
              <a:r>
                <a:rPr lang="en-US" sz="1100">
                  <a:solidFill>
                    <a:srgbClr val="0000FF"/>
                  </a:solidFill>
                  <a:latin typeface="+mj-lt"/>
                </a:rPr>
                <a:t>M13</a:t>
              </a:r>
              <a:endParaRPr lang="ru-RU" sz="1100">
                <a:latin typeface="+mj-lt"/>
              </a:endParaRPr>
            </a:p>
          </p:txBody>
        </p:sp>
        <p:sp>
          <p:nvSpPr>
            <p:cNvPr id="56490" name="Rectangle 173">
              <a:extLst>
                <a:ext uri="{FF2B5EF4-FFF2-40B4-BE49-F238E27FC236}">
                  <a16:creationId xmlns:a16="http://schemas.microsoft.com/office/drawing/2014/main" id="{BFF01D4B-ABE9-4DCD-997C-D72E8256D0F1}"/>
                </a:ext>
              </a:extLst>
            </p:cNvPr>
            <p:cNvSpPr>
              <a:spLocks noChangeArrowheads="1"/>
            </p:cNvSpPr>
            <p:nvPr/>
          </p:nvSpPr>
          <p:spPr bwMode="auto">
            <a:xfrm>
              <a:off x="5357813" y="4169203"/>
              <a:ext cx="477837" cy="373117"/>
            </a:xfrm>
            <a:prstGeom prst="rect">
              <a:avLst/>
            </a:prstGeom>
            <a:noFill/>
            <a:ln w="19050">
              <a:noFill/>
              <a:miter lim="800000"/>
              <a:headEnd/>
              <a:tailEnd/>
            </a:ln>
          </p:spPr>
          <p:txBody>
            <a:bodyPr/>
            <a:lstStyle/>
            <a:p>
              <a:pPr eaLnBrk="1" hangingPunct="1">
                <a:defRPr/>
              </a:pPr>
              <a:r>
                <a:rPr lang="en-US" sz="1100">
                  <a:solidFill>
                    <a:srgbClr val="0000FF"/>
                  </a:solidFill>
                  <a:latin typeface="+mj-lt"/>
                </a:rPr>
                <a:t>M14</a:t>
              </a:r>
              <a:endParaRPr lang="ru-RU" sz="1100">
                <a:latin typeface="+mj-lt"/>
              </a:endParaRPr>
            </a:p>
          </p:txBody>
        </p:sp>
        <p:sp>
          <p:nvSpPr>
            <p:cNvPr id="56491" name="Rectangle 174">
              <a:extLst>
                <a:ext uri="{FF2B5EF4-FFF2-40B4-BE49-F238E27FC236}">
                  <a16:creationId xmlns:a16="http://schemas.microsoft.com/office/drawing/2014/main" id="{02C85E43-6FEC-4A5B-A8D7-FACC3EDB5824}"/>
                </a:ext>
              </a:extLst>
            </p:cNvPr>
            <p:cNvSpPr>
              <a:spLocks noChangeArrowheads="1"/>
            </p:cNvSpPr>
            <p:nvPr/>
          </p:nvSpPr>
          <p:spPr bwMode="auto">
            <a:xfrm>
              <a:off x="6073775" y="4439117"/>
              <a:ext cx="476250" cy="373117"/>
            </a:xfrm>
            <a:prstGeom prst="rect">
              <a:avLst/>
            </a:prstGeom>
            <a:noFill/>
            <a:ln w="19050">
              <a:noFill/>
              <a:miter lim="800000"/>
              <a:headEnd/>
              <a:tailEnd/>
            </a:ln>
          </p:spPr>
          <p:txBody>
            <a:bodyPr/>
            <a:lstStyle/>
            <a:p>
              <a:pPr eaLnBrk="1" hangingPunct="1">
                <a:defRPr/>
              </a:pPr>
              <a:r>
                <a:rPr lang="en-US" sz="1100">
                  <a:solidFill>
                    <a:srgbClr val="0000FF"/>
                  </a:solidFill>
                  <a:latin typeface="+mj-lt"/>
                </a:rPr>
                <a:t>M15</a:t>
              </a:r>
              <a:endParaRPr lang="ru-RU" sz="1100">
                <a:latin typeface="+mj-lt"/>
              </a:endParaRPr>
            </a:p>
          </p:txBody>
        </p:sp>
        <p:sp>
          <p:nvSpPr>
            <p:cNvPr id="56492" name="Rectangle 175">
              <a:extLst>
                <a:ext uri="{FF2B5EF4-FFF2-40B4-BE49-F238E27FC236}">
                  <a16:creationId xmlns:a16="http://schemas.microsoft.com/office/drawing/2014/main" id="{7E70847D-D2CB-4EAA-B841-E37DD00F2BE9}"/>
                </a:ext>
              </a:extLst>
            </p:cNvPr>
            <p:cNvSpPr>
              <a:spLocks noChangeArrowheads="1"/>
            </p:cNvSpPr>
            <p:nvPr/>
          </p:nvSpPr>
          <p:spPr bwMode="auto">
            <a:xfrm>
              <a:off x="7518400" y="3694472"/>
              <a:ext cx="476250" cy="373116"/>
            </a:xfrm>
            <a:prstGeom prst="rect">
              <a:avLst/>
            </a:prstGeom>
            <a:noFill/>
            <a:ln w="19050">
              <a:noFill/>
              <a:miter lim="800000"/>
              <a:headEnd/>
              <a:tailEnd/>
            </a:ln>
          </p:spPr>
          <p:txBody>
            <a:bodyPr/>
            <a:lstStyle/>
            <a:p>
              <a:pPr eaLnBrk="1" hangingPunct="1">
                <a:defRPr/>
              </a:pPr>
              <a:r>
                <a:rPr lang="en-US" sz="1100" dirty="0">
                  <a:solidFill>
                    <a:srgbClr val="0000FF"/>
                  </a:solidFill>
                  <a:latin typeface="+mj-lt"/>
                </a:rPr>
                <a:t>M16</a:t>
              </a:r>
              <a:endParaRPr lang="ru-RU" sz="1100" dirty="0">
                <a:latin typeface="+mj-lt"/>
              </a:endParaRPr>
            </a:p>
          </p:txBody>
        </p:sp>
        <p:sp>
          <p:nvSpPr>
            <p:cNvPr id="56493" name="Rectangle 176">
              <a:extLst>
                <a:ext uri="{FF2B5EF4-FFF2-40B4-BE49-F238E27FC236}">
                  <a16:creationId xmlns:a16="http://schemas.microsoft.com/office/drawing/2014/main" id="{BC77AA09-4A63-4735-AFEC-2AB5DF471397}"/>
                </a:ext>
              </a:extLst>
            </p:cNvPr>
            <p:cNvSpPr>
              <a:spLocks noChangeArrowheads="1"/>
            </p:cNvSpPr>
            <p:nvPr/>
          </p:nvSpPr>
          <p:spPr bwMode="auto">
            <a:xfrm>
              <a:off x="7505700" y="2562420"/>
              <a:ext cx="476250" cy="373117"/>
            </a:xfrm>
            <a:prstGeom prst="rect">
              <a:avLst/>
            </a:prstGeom>
            <a:noFill/>
            <a:ln w="9525">
              <a:noFill/>
              <a:miter lim="800000"/>
              <a:headEnd/>
              <a:tailEnd/>
            </a:ln>
          </p:spPr>
          <p:txBody>
            <a:bodyPr/>
            <a:lstStyle/>
            <a:p>
              <a:pPr eaLnBrk="1" hangingPunct="1">
                <a:defRPr/>
              </a:pPr>
              <a:r>
                <a:rPr lang="en-US" sz="1100" dirty="0">
                  <a:solidFill>
                    <a:srgbClr val="0000FF"/>
                  </a:solidFill>
                  <a:latin typeface="+mj-lt"/>
                </a:rPr>
                <a:t>M11</a:t>
              </a:r>
              <a:endParaRPr lang="ru-RU" sz="1100" dirty="0">
                <a:latin typeface="+mj-lt"/>
              </a:endParaRPr>
            </a:p>
          </p:txBody>
        </p:sp>
        <p:sp>
          <p:nvSpPr>
            <p:cNvPr id="56494" name="Rectangle 177">
              <a:extLst>
                <a:ext uri="{FF2B5EF4-FFF2-40B4-BE49-F238E27FC236}">
                  <a16:creationId xmlns:a16="http://schemas.microsoft.com/office/drawing/2014/main" id="{45984B31-0D7B-4418-B339-D2F54163014B}"/>
                </a:ext>
              </a:extLst>
            </p:cNvPr>
            <p:cNvSpPr>
              <a:spLocks noChangeArrowheads="1"/>
            </p:cNvSpPr>
            <p:nvPr/>
          </p:nvSpPr>
          <p:spPr bwMode="auto">
            <a:xfrm>
              <a:off x="4125913" y="1627247"/>
              <a:ext cx="714375" cy="373116"/>
            </a:xfrm>
            <a:prstGeom prst="rect">
              <a:avLst/>
            </a:prstGeom>
            <a:noFill/>
            <a:ln w="19050">
              <a:noFill/>
              <a:miter lim="800000"/>
              <a:headEnd/>
              <a:tailEnd/>
            </a:ln>
          </p:spPr>
          <p:txBody>
            <a:bodyPr/>
            <a:lstStyle/>
            <a:p>
              <a:pPr eaLnBrk="1" hangingPunct="1">
                <a:defRPr/>
              </a:pPr>
              <a:r>
                <a:rPr lang="en-US" sz="1100">
                  <a:latin typeface="+mj-lt"/>
                </a:rPr>
                <a:t>DIN/H2</a:t>
              </a:r>
              <a:endParaRPr lang="ru-RU" sz="1100">
                <a:latin typeface="+mj-lt"/>
              </a:endParaRPr>
            </a:p>
          </p:txBody>
        </p:sp>
        <p:sp>
          <p:nvSpPr>
            <p:cNvPr id="56495" name="Rectangle 178">
              <a:extLst>
                <a:ext uri="{FF2B5EF4-FFF2-40B4-BE49-F238E27FC236}">
                  <a16:creationId xmlns:a16="http://schemas.microsoft.com/office/drawing/2014/main" id="{D5E2144D-388D-46F2-B50A-F8BCE07050A5}"/>
                </a:ext>
              </a:extLst>
            </p:cNvPr>
            <p:cNvSpPr>
              <a:spLocks noChangeArrowheads="1"/>
            </p:cNvSpPr>
            <p:nvPr/>
          </p:nvSpPr>
          <p:spPr bwMode="auto">
            <a:xfrm>
              <a:off x="5208588" y="1627247"/>
              <a:ext cx="715962" cy="373116"/>
            </a:xfrm>
            <a:prstGeom prst="rect">
              <a:avLst/>
            </a:prstGeom>
            <a:noFill/>
            <a:ln w="19050">
              <a:noFill/>
              <a:miter lim="800000"/>
              <a:headEnd/>
              <a:tailEnd/>
            </a:ln>
          </p:spPr>
          <p:txBody>
            <a:bodyPr/>
            <a:lstStyle/>
            <a:p>
              <a:pPr eaLnBrk="1" hangingPunct="1">
                <a:defRPr/>
              </a:pPr>
              <a:r>
                <a:rPr lang="en-US" sz="1100">
                  <a:latin typeface="+mj-lt"/>
                </a:rPr>
                <a:t>SR/H0</a:t>
              </a:r>
              <a:endParaRPr lang="ru-RU" sz="1100">
                <a:latin typeface="+mj-lt"/>
              </a:endParaRPr>
            </a:p>
          </p:txBody>
        </p:sp>
        <p:sp>
          <p:nvSpPr>
            <p:cNvPr id="56496" name="Rectangle 179">
              <a:extLst>
                <a:ext uri="{FF2B5EF4-FFF2-40B4-BE49-F238E27FC236}">
                  <a16:creationId xmlns:a16="http://schemas.microsoft.com/office/drawing/2014/main" id="{0AF1BA7B-7B17-4A21-97F5-DAFC3C248C96}"/>
                </a:ext>
              </a:extLst>
            </p:cNvPr>
            <p:cNvSpPr>
              <a:spLocks noChangeArrowheads="1"/>
            </p:cNvSpPr>
            <p:nvPr/>
          </p:nvSpPr>
          <p:spPr bwMode="auto">
            <a:xfrm>
              <a:off x="5835650" y="1627247"/>
              <a:ext cx="714375" cy="373116"/>
            </a:xfrm>
            <a:prstGeom prst="rect">
              <a:avLst/>
            </a:prstGeom>
            <a:noFill/>
            <a:ln w="19050">
              <a:noFill/>
              <a:miter lim="800000"/>
              <a:headEnd/>
              <a:tailEnd/>
            </a:ln>
          </p:spPr>
          <p:txBody>
            <a:bodyPr/>
            <a:lstStyle/>
            <a:p>
              <a:pPr eaLnBrk="1" hangingPunct="1">
                <a:defRPr/>
              </a:pPr>
              <a:r>
                <a:rPr lang="en-US" sz="1100">
                  <a:latin typeface="+mj-lt"/>
                </a:rPr>
                <a:t>EC</a:t>
              </a:r>
              <a:endParaRPr lang="ru-RU" sz="1100">
                <a:latin typeface="+mj-lt"/>
              </a:endParaRPr>
            </a:p>
          </p:txBody>
        </p:sp>
        <p:sp>
          <p:nvSpPr>
            <p:cNvPr id="56497" name="Rectangle 180">
              <a:extLst>
                <a:ext uri="{FF2B5EF4-FFF2-40B4-BE49-F238E27FC236}">
                  <a16:creationId xmlns:a16="http://schemas.microsoft.com/office/drawing/2014/main" id="{084CC954-AECB-4FD4-BB51-A75864941E88}"/>
                </a:ext>
              </a:extLst>
            </p:cNvPr>
            <p:cNvSpPr>
              <a:spLocks noChangeArrowheads="1"/>
            </p:cNvSpPr>
            <p:nvPr/>
          </p:nvSpPr>
          <p:spPr bwMode="auto">
            <a:xfrm>
              <a:off x="3121025" y="2043233"/>
              <a:ext cx="715963" cy="373116"/>
            </a:xfrm>
            <a:prstGeom prst="rect">
              <a:avLst/>
            </a:prstGeom>
            <a:noFill/>
            <a:ln w="19050">
              <a:noFill/>
              <a:miter lim="800000"/>
              <a:headEnd/>
              <a:tailEnd/>
            </a:ln>
          </p:spPr>
          <p:txBody>
            <a:bodyPr/>
            <a:lstStyle/>
            <a:p>
              <a:pPr eaLnBrk="1" hangingPunct="1">
                <a:defRPr/>
              </a:pPr>
              <a:r>
                <a:rPr lang="en-US" sz="1100">
                  <a:latin typeface="+mj-lt"/>
                </a:rPr>
                <a:t>H1</a:t>
              </a:r>
              <a:endParaRPr lang="ru-RU" sz="1100">
                <a:latin typeface="+mj-lt"/>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DF810F7A-E204-1132-A928-AFD2A6EA5082}"/>
              </a:ext>
            </a:extLst>
          </p:cNvPr>
          <p:cNvSpPr>
            <a:spLocks noGrp="1" noChangeArrowheads="1"/>
          </p:cNvSpPr>
          <p:nvPr>
            <p:ph type="title"/>
          </p:nvPr>
        </p:nvSpPr>
        <p:spPr/>
        <p:txBody>
          <a:bodyPr/>
          <a:lstStyle/>
          <a:p>
            <a:r>
              <a:rPr lang="en-US" altLang="en-US"/>
              <a:t>CLB</a:t>
            </a:r>
          </a:p>
        </p:txBody>
      </p:sp>
      <p:sp>
        <p:nvSpPr>
          <p:cNvPr id="60419" name="Content Placeholder 2">
            <a:extLst>
              <a:ext uri="{FF2B5EF4-FFF2-40B4-BE49-F238E27FC236}">
                <a16:creationId xmlns:a16="http://schemas.microsoft.com/office/drawing/2014/main" id="{EBDF2509-7572-592C-5496-556FDCA7D946}"/>
              </a:ext>
            </a:extLst>
          </p:cNvPr>
          <p:cNvSpPr>
            <a:spLocks noGrp="1" noChangeArrowheads="1"/>
          </p:cNvSpPr>
          <p:nvPr>
            <p:ph type="body" sz="quarter" idx="10"/>
          </p:nvPr>
        </p:nvSpPr>
        <p:spPr/>
        <p:txBody>
          <a:bodyPr/>
          <a:lstStyle/>
          <a:p>
            <a:r>
              <a:rPr lang="ru-RU" altLang="en-US" sz="1800" dirty="0"/>
              <a:t>Each CLB has two 4-input </a:t>
            </a:r>
            <a:r>
              <a:rPr lang="en-US" altLang="en-US" sz="1800" dirty="0"/>
              <a:t>L</a:t>
            </a:r>
            <a:r>
              <a:rPr lang="ru-RU" altLang="en-US" sz="1800" dirty="0"/>
              <a:t>UTs</a:t>
            </a:r>
            <a:r>
              <a:rPr lang="en-US" altLang="en-US" sz="1800" dirty="0"/>
              <a:t> (RAM with organization 16×1)</a:t>
            </a:r>
            <a:r>
              <a:rPr lang="ru-RU" altLang="en-US" sz="1800" dirty="0"/>
              <a:t> and two reg</a:t>
            </a:r>
            <a:r>
              <a:rPr lang="en-US" altLang="en-US" sz="1800" dirty="0" err="1"/>
              <a:t>i</a:t>
            </a:r>
            <a:r>
              <a:rPr lang="ru-RU" altLang="en-US" sz="1800" dirty="0"/>
              <a:t>sters.</a:t>
            </a:r>
            <a:endParaRPr lang="en-US" altLang="en-US" sz="1800" dirty="0"/>
          </a:p>
          <a:p>
            <a:r>
              <a:rPr lang="ru-RU" altLang="en-US" sz="1800" dirty="0"/>
              <a:t>F, G: 4</a:t>
            </a:r>
            <a:r>
              <a:rPr lang="en-US" altLang="en-US" sz="1800" dirty="0"/>
              <a:t>-</a:t>
            </a:r>
            <a:r>
              <a:rPr lang="ru-RU" altLang="en-US" sz="1800" dirty="0"/>
              <a:t>input -&gt; 16 bits of RAM (each)</a:t>
            </a:r>
          </a:p>
          <a:p>
            <a:r>
              <a:rPr lang="ru-RU" altLang="en-US" sz="1800" dirty="0"/>
              <a:t>H: 3</a:t>
            </a:r>
            <a:r>
              <a:rPr lang="en-US" altLang="en-US" sz="1800" dirty="0"/>
              <a:t>-</a:t>
            </a:r>
            <a:r>
              <a:rPr lang="ru-RU" altLang="en-US" sz="1800" dirty="0"/>
              <a:t>input –&gt; 8 bits of RAM</a:t>
            </a:r>
          </a:p>
          <a:p>
            <a:r>
              <a:rPr lang="ru-RU" altLang="en-US" sz="1800" dirty="0"/>
              <a:t>RAM is loaded at system initialization from</a:t>
            </a:r>
            <a:r>
              <a:rPr lang="en-US" altLang="en-US" sz="1800" dirty="0"/>
              <a:t>  </a:t>
            </a:r>
            <a:r>
              <a:rPr lang="ru-RU" altLang="en-US" sz="1800" dirty="0"/>
              <a:t>external PROM</a:t>
            </a:r>
          </a:p>
          <a:p>
            <a:r>
              <a:rPr lang="ru-RU" altLang="en-US" sz="1800" dirty="0"/>
              <a:t>T</a:t>
            </a:r>
            <a:r>
              <a:rPr lang="en-US" altLang="en-US" sz="1800" dirty="0"/>
              <a:t>w</a:t>
            </a:r>
            <a:r>
              <a:rPr lang="ru-RU" altLang="en-US" sz="1800" dirty="0"/>
              <a:t>o LUTs implement two independent logic functions F and G.</a:t>
            </a:r>
          </a:p>
          <a:p>
            <a:r>
              <a:rPr lang="ru-RU" altLang="en-US" sz="1800" dirty="0"/>
              <a:t>The outputs F and G can be</a:t>
            </a:r>
            <a:r>
              <a:rPr lang="en-US" altLang="en-US" sz="1800" dirty="0"/>
              <a:t> </a:t>
            </a:r>
            <a:r>
              <a:rPr lang="ru-RU" altLang="en-US" sz="1800" dirty="0"/>
              <a:t>combined to form a more complex function H.</a:t>
            </a:r>
          </a:p>
          <a:p>
            <a:r>
              <a:rPr lang="ru-RU" altLang="en-US" sz="1800" dirty="0"/>
              <a:t>For the 4000E families, each CLB can be configured as</a:t>
            </a:r>
            <a:r>
              <a:rPr lang="en-US" altLang="en-US" sz="1800" dirty="0"/>
              <a:t>  </a:t>
            </a:r>
            <a:r>
              <a:rPr lang="ru-RU" altLang="en-US" sz="1800" dirty="0"/>
              <a:t>synchronous RAM. Write address, data, and control are synchronized</a:t>
            </a:r>
            <a:r>
              <a:rPr lang="en-US" altLang="en-US" sz="1800" dirty="0"/>
              <a:t> </a:t>
            </a:r>
            <a:r>
              <a:rPr lang="ru-RU" altLang="en-US" sz="1800" dirty="0"/>
              <a:t>to write clock. This is called distributed RAM.</a:t>
            </a:r>
          </a:p>
          <a:p>
            <a:r>
              <a:rPr lang="ru-RU" altLang="en-US" sz="1800" dirty="0"/>
              <a:t>Possible configurations are:</a:t>
            </a:r>
          </a:p>
          <a:p>
            <a:r>
              <a:rPr lang="en-US" altLang="en-US" sz="1800" dirty="0"/>
              <a:t> </a:t>
            </a:r>
            <a:r>
              <a:rPr lang="ru-RU" altLang="en-US" sz="1800" dirty="0"/>
              <a:t>Two independent 16 x 1 RAM</a:t>
            </a:r>
            <a:r>
              <a:rPr lang="en-US" altLang="en-US" sz="1800" dirty="0"/>
              <a:t>s</a:t>
            </a:r>
            <a:endParaRPr lang="ru-RU" altLang="en-US" sz="1800" dirty="0"/>
          </a:p>
          <a:p>
            <a:r>
              <a:rPr lang="en-US" altLang="en-US" sz="1800" dirty="0"/>
              <a:t> </a:t>
            </a:r>
            <a:r>
              <a:rPr lang="ru-RU" altLang="en-US" sz="1800" dirty="0"/>
              <a:t>One 32 x 1 or 16 x 2 RAM</a:t>
            </a:r>
          </a:p>
          <a:p>
            <a:r>
              <a:rPr lang="ru-RU" altLang="en-US" sz="1800" dirty="0"/>
              <a:t> One 16 x 1 dual-port RAM (second port is read-only)</a:t>
            </a:r>
          </a:p>
          <a:p>
            <a:endParaRPr lang="en-US" altLang="en-US" sz="1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a:extLst>
              <a:ext uri="{FF2B5EF4-FFF2-40B4-BE49-F238E27FC236}">
                <a16:creationId xmlns:a16="http://schemas.microsoft.com/office/drawing/2014/main" id="{ACD860EB-6E41-9EB6-981F-315ADAFC4A20}"/>
              </a:ext>
            </a:extLst>
          </p:cNvPr>
          <p:cNvSpPr>
            <a:spLocks noGrp="1" noChangeArrowheads="1"/>
          </p:cNvSpPr>
          <p:nvPr>
            <p:ph type="title"/>
          </p:nvPr>
        </p:nvSpPr>
        <p:spPr/>
        <p:txBody>
          <a:bodyPr/>
          <a:lstStyle/>
          <a:p>
            <a:r>
              <a:rPr lang="en-US" altLang="en-US"/>
              <a:t>XILINX  FPGA (XC4000)</a:t>
            </a:r>
          </a:p>
        </p:txBody>
      </p:sp>
      <p:sp>
        <p:nvSpPr>
          <p:cNvPr id="61443" name="Content Placeholder 3">
            <a:extLst>
              <a:ext uri="{FF2B5EF4-FFF2-40B4-BE49-F238E27FC236}">
                <a16:creationId xmlns:a16="http://schemas.microsoft.com/office/drawing/2014/main" id="{70FB7A77-34D7-AD4E-5F75-92DEF1FDAC0E}"/>
              </a:ext>
            </a:extLst>
          </p:cNvPr>
          <p:cNvSpPr>
            <a:spLocks noGrp="1" noChangeArrowheads="1"/>
          </p:cNvSpPr>
          <p:nvPr>
            <p:ph type="body" sz="quarter" idx="10"/>
          </p:nvPr>
        </p:nvSpPr>
        <p:spPr/>
        <p:txBody>
          <a:bodyPr/>
          <a:lstStyle/>
          <a:p>
            <a:r>
              <a:rPr lang="en-US" altLang="en-US" sz="2200" dirty="0"/>
              <a:t>At  the Y output values of G and H function are supplied depending on multiplexer M8 programming. While at the X output values of F and H functions are supplied. </a:t>
            </a:r>
          </a:p>
          <a:p>
            <a:r>
              <a:rPr lang="en-US" altLang="en-US" sz="2200" dirty="0"/>
              <a:t>It’s possible to get:</a:t>
            </a:r>
          </a:p>
          <a:p>
            <a:r>
              <a:rPr lang="en-US" altLang="en-US" sz="2200" dirty="0"/>
              <a:t>3 separate functions of independent variables (two of 4 arguments and one of three)</a:t>
            </a:r>
          </a:p>
          <a:p>
            <a:r>
              <a:rPr lang="en-US" altLang="en-US" sz="2200" dirty="0"/>
              <a:t>Any function of 5 arguments</a:t>
            </a:r>
          </a:p>
          <a:p>
            <a:r>
              <a:rPr lang="en-US" altLang="en-US" sz="2200" dirty="0"/>
              <a:t>Some functions up to 9</a:t>
            </a:r>
            <a:r>
              <a:rPr lang="ru-RU" altLang="en-US" sz="2200" dirty="0"/>
              <a:t> </a:t>
            </a:r>
            <a:r>
              <a:rPr lang="en-US" altLang="en-US" sz="2200" dirty="0"/>
              <a:t>variables</a:t>
            </a:r>
          </a:p>
          <a:p>
            <a:r>
              <a:rPr lang="en-US" altLang="en-US" sz="2200" dirty="0"/>
              <a:t>Depending on M7and M12 multiplexer programming flip-flops receive data from LUTs or external DIN input.</a:t>
            </a:r>
          </a:p>
          <a:p>
            <a:r>
              <a:rPr lang="en-US" altLang="en-US" sz="2200" dirty="0"/>
              <a:t>Multiplexers M9 and M14 allow CLK polarity programming.</a:t>
            </a:r>
          </a:p>
          <a:p>
            <a:r>
              <a:rPr lang="en-US" altLang="en-US" sz="2200" dirty="0"/>
              <a:t>EN is also programmable. </a:t>
            </a:r>
            <a:endParaRPr lang="ru-RU" altLang="en-US" sz="2200" dirty="0"/>
          </a:p>
          <a:p>
            <a:endParaRPr lang="en-US" altLang="en-US" sz="2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4">
            <a:extLst>
              <a:ext uri="{FF2B5EF4-FFF2-40B4-BE49-F238E27FC236}">
                <a16:creationId xmlns:a16="http://schemas.microsoft.com/office/drawing/2014/main" id="{4F7FEF0A-30AB-F20E-CED9-7B4C4072E5CE}"/>
              </a:ext>
            </a:extLst>
          </p:cNvPr>
          <p:cNvSpPr>
            <a:spLocks noGrp="1" noChangeArrowheads="1"/>
          </p:cNvSpPr>
          <p:nvPr>
            <p:ph type="title"/>
          </p:nvPr>
        </p:nvSpPr>
        <p:spPr>
          <a:xfrm>
            <a:off x="0" y="183401"/>
            <a:ext cx="11612880" cy="704088"/>
          </a:xfrm>
        </p:spPr>
        <p:txBody>
          <a:bodyPr/>
          <a:lstStyle/>
          <a:p>
            <a:r>
              <a:rPr lang="en-US" altLang="en-US"/>
              <a:t>Example</a:t>
            </a:r>
            <a:endParaRPr lang="ru-RU" altLang="en-US"/>
          </a:p>
        </p:txBody>
      </p:sp>
      <p:sp>
        <p:nvSpPr>
          <p:cNvPr id="62467" name="Line 40">
            <a:extLst>
              <a:ext uri="{FF2B5EF4-FFF2-40B4-BE49-F238E27FC236}">
                <a16:creationId xmlns:a16="http://schemas.microsoft.com/office/drawing/2014/main" id="{920B5DDF-AD31-4D32-DCEC-9FD95E683178}"/>
              </a:ext>
            </a:extLst>
          </p:cNvPr>
          <p:cNvSpPr>
            <a:spLocks noChangeShapeType="1"/>
          </p:cNvSpPr>
          <p:nvPr/>
        </p:nvSpPr>
        <p:spPr bwMode="auto">
          <a:xfrm>
            <a:off x="14249400" y="32766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68" name="Text Box 41">
            <a:extLst>
              <a:ext uri="{FF2B5EF4-FFF2-40B4-BE49-F238E27FC236}">
                <a16:creationId xmlns:a16="http://schemas.microsoft.com/office/drawing/2014/main" id="{BC9322E1-C8F8-8325-0FCE-EDD5710D1A3C}"/>
              </a:ext>
            </a:extLst>
          </p:cNvPr>
          <p:cNvSpPr txBox="1">
            <a:spLocks noChangeArrowheads="1"/>
          </p:cNvSpPr>
          <p:nvPr/>
        </p:nvSpPr>
        <p:spPr bwMode="auto">
          <a:xfrm>
            <a:off x="2209800" y="1255714"/>
            <a:ext cx="807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P = a0 </a:t>
            </a:r>
            <a:r>
              <a:rPr lang="en-US" altLang="en-US" sz="2000" b="0" u="none">
                <a:sym typeface="Symbol" panose="05050102010706020507" pitchFamily="18" charset="2"/>
              </a:rPr>
              <a:t> a1  a2  a3  a4  a5  a6  a7  a8  a9  a10  a11</a:t>
            </a:r>
          </a:p>
        </p:txBody>
      </p:sp>
      <p:grpSp>
        <p:nvGrpSpPr>
          <p:cNvPr id="62469" name="Group 97">
            <a:extLst>
              <a:ext uri="{FF2B5EF4-FFF2-40B4-BE49-F238E27FC236}">
                <a16:creationId xmlns:a16="http://schemas.microsoft.com/office/drawing/2014/main" id="{7C2ADDB6-C1D2-81E3-A63C-B05D64FE62EC}"/>
              </a:ext>
            </a:extLst>
          </p:cNvPr>
          <p:cNvGrpSpPr>
            <a:grpSpLocks/>
          </p:cNvGrpSpPr>
          <p:nvPr/>
        </p:nvGrpSpPr>
        <p:grpSpPr bwMode="auto">
          <a:xfrm>
            <a:off x="2020889" y="1714501"/>
            <a:ext cx="8226425" cy="3787775"/>
            <a:chOff x="496457" y="1714500"/>
            <a:chExt cx="8227523" cy="3787775"/>
          </a:xfrm>
        </p:grpSpPr>
        <p:sp>
          <p:nvSpPr>
            <p:cNvPr id="60422" name="Rectangle 5">
              <a:extLst>
                <a:ext uri="{FF2B5EF4-FFF2-40B4-BE49-F238E27FC236}">
                  <a16:creationId xmlns:a16="http://schemas.microsoft.com/office/drawing/2014/main" id="{3EF5DC76-C9A2-46A8-973D-2CDB9FF6D599}"/>
                </a:ext>
              </a:extLst>
            </p:cNvPr>
            <p:cNvSpPr>
              <a:spLocks noChangeArrowheads="1"/>
            </p:cNvSpPr>
            <p:nvPr/>
          </p:nvSpPr>
          <p:spPr bwMode="auto">
            <a:xfrm>
              <a:off x="1269672" y="2063750"/>
              <a:ext cx="812908" cy="1371600"/>
            </a:xfrm>
            <a:prstGeom prst="rect">
              <a:avLst/>
            </a:prstGeom>
            <a:solidFill>
              <a:schemeClr val="accent1">
                <a:lumMod val="60000"/>
                <a:lumOff val="40000"/>
              </a:schemeClr>
            </a:solidFill>
            <a:ln w="19050">
              <a:solidFill>
                <a:schemeClr val="tx1"/>
              </a:solidFill>
              <a:miter lim="800000"/>
              <a:headEnd/>
              <a:tailEnd/>
            </a:ln>
          </p:spPr>
          <p:txBody>
            <a:bodyPr wrap="none" anchor="ctr"/>
            <a:lstStyle/>
            <a:p>
              <a:pPr algn="ctr" eaLnBrk="1" hangingPunct="1">
                <a:defRPr/>
              </a:pPr>
              <a:endParaRPr lang="en-US">
                <a:latin typeface="Arial" charset="0"/>
                <a:cs typeface="Arial" charset="0"/>
              </a:endParaRPr>
            </a:p>
          </p:txBody>
        </p:sp>
        <p:sp>
          <p:nvSpPr>
            <p:cNvPr id="60423" name="Rectangle 6">
              <a:extLst>
                <a:ext uri="{FF2B5EF4-FFF2-40B4-BE49-F238E27FC236}">
                  <a16:creationId xmlns:a16="http://schemas.microsoft.com/office/drawing/2014/main" id="{62E5BDF4-E5CA-4FE6-934E-42B324D8DB89}"/>
                </a:ext>
              </a:extLst>
            </p:cNvPr>
            <p:cNvSpPr>
              <a:spLocks noChangeArrowheads="1"/>
            </p:cNvSpPr>
            <p:nvPr/>
          </p:nvSpPr>
          <p:spPr bwMode="auto">
            <a:xfrm>
              <a:off x="1269672" y="4083050"/>
              <a:ext cx="812908" cy="1371600"/>
            </a:xfrm>
            <a:prstGeom prst="rect">
              <a:avLst/>
            </a:prstGeom>
            <a:solidFill>
              <a:schemeClr val="accent1">
                <a:lumMod val="60000"/>
                <a:lumOff val="40000"/>
              </a:schemeClr>
            </a:solidFill>
            <a:ln w="19050">
              <a:solidFill>
                <a:schemeClr val="tx1"/>
              </a:solidFill>
              <a:miter lim="800000"/>
              <a:headEnd/>
              <a:tailEnd/>
            </a:ln>
          </p:spPr>
          <p:txBody>
            <a:bodyPr wrap="none" anchor="ctr"/>
            <a:lstStyle/>
            <a:p>
              <a:pPr algn="ctr" eaLnBrk="1" hangingPunct="1">
                <a:defRPr/>
              </a:pPr>
              <a:endParaRPr lang="en-US">
                <a:latin typeface="Arial" charset="0"/>
                <a:cs typeface="Arial" charset="0"/>
              </a:endParaRPr>
            </a:p>
          </p:txBody>
        </p:sp>
        <p:sp>
          <p:nvSpPr>
            <p:cNvPr id="60426" name="Rectangle 9">
              <a:extLst>
                <a:ext uri="{FF2B5EF4-FFF2-40B4-BE49-F238E27FC236}">
                  <a16:creationId xmlns:a16="http://schemas.microsoft.com/office/drawing/2014/main" id="{1EF49730-25CE-44CE-A40B-9CC9A780A2D7}"/>
                </a:ext>
              </a:extLst>
            </p:cNvPr>
            <p:cNvSpPr>
              <a:spLocks noChangeArrowheads="1"/>
            </p:cNvSpPr>
            <p:nvPr/>
          </p:nvSpPr>
          <p:spPr bwMode="auto">
            <a:xfrm>
              <a:off x="5310399" y="2859088"/>
              <a:ext cx="457261" cy="639762"/>
            </a:xfrm>
            <a:prstGeom prst="rect">
              <a:avLst/>
            </a:prstGeom>
            <a:solidFill>
              <a:schemeClr val="accent1">
                <a:lumMod val="60000"/>
                <a:lumOff val="40000"/>
              </a:schemeClr>
            </a:solidFill>
            <a:ln w="19050">
              <a:solidFill>
                <a:schemeClr val="tx1"/>
              </a:solidFill>
              <a:miter lim="800000"/>
              <a:headEnd/>
              <a:tailEnd/>
            </a:ln>
          </p:spPr>
          <p:txBody>
            <a:bodyPr wrap="none" anchor="ctr"/>
            <a:lstStyle/>
            <a:p>
              <a:pPr eaLnBrk="1" hangingPunct="1">
                <a:defRPr/>
              </a:pPr>
              <a:endParaRPr lang="en-US">
                <a:latin typeface="Arial" charset="0"/>
                <a:cs typeface="Arial" charset="0"/>
              </a:endParaRPr>
            </a:p>
          </p:txBody>
        </p:sp>
        <p:sp>
          <p:nvSpPr>
            <p:cNvPr id="62473" name="Line 11">
              <a:extLst>
                <a:ext uri="{FF2B5EF4-FFF2-40B4-BE49-F238E27FC236}">
                  <a16:creationId xmlns:a16="http://schemas.microsoft.com/office/drawing/2014/main" id="{0DEB81BF-A3F7-9F74-243C-459BDB0A56BB}"/>
                </a:ext>
              </a:extLst>
            </p:cNvPr>
            <p:cNvSpPr>
              <a:spLocks noChangeShapeType="1"/>
            </p:cNvSpPr>
            <p:nvPr/>
          </p:nvSpPr>
          <p:spPr bwMode="auto">
            <a:xfrm>
              <a:off x="900628" y="2362200"/>
              <a:ext cx="3695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4" name="Line 12">
              <a:extLst>
                <a:ext uri="{FF2B5EF4-FFF2-40B4-BE49-F238E27FC236}">
                  <a16:creationId xmlns:a16="http://schemas.microsoft.com/office/drawing/2014/main" id="{BF3BE3FD-AB3B-0802-12AE-376F10582CC3}"/>
                </a:ext>
              </a:extLst>
            </p:cNvPr>
            <p:cNvSpPr>
              <a:spLocks noChangeShapeType="1"/>
            </p:cNvSpPr>
            <p:nvPr/>
          </p:nvSpPr>
          <p:spPr bwMode="auto">
            <a:xfrm>
              <a:off x="900628" y="2590800"/>
              <a:ext cx="3695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5" name="Line 13">
              <a:extLst>
                <a:ext uri="{FF2B5EF4-FFF2-40B4-BE49-F238E27FC236}">
                  <a16:creationId xmlns:a16="http://schemas.microsoft.com/office/drawing/2014/main" id="{65B9B0D4-C0CD-85A3-7D44-074D88B8B462}"/>
                </a:ext>
              </a:extLst>
            </p:cNvPr>
            <p:cNvSpPr>
              <a:spLocks noChangeShapeType="1"/>
            </p:cNvSpPr>
            <p:nvPr/>
          </p:nvSpPr>
          <p:spPr bwMode="auto">
            <a:xfrm>
              <a:off x="900628" y="2852738"/>
              <a:ext cx="3695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6" name="Line 14">
              <a:extLst>
                <a:ext uri="{FF2B5EF4-FFF2-40B4-BE49-F238E27FC236}">
                  <a16:creationId xmlns:a16="http://schemas.microsoft.com/office/drawing/2014/main" id="{028F3269-F71D-9928-A76A-6699B6E8C2AE}"/>
                </a:ext>
              </a:extLst>
            </p:cNvPr>
            <p:cNvSpPr>
              <a:spLocks noChangeShapeType="1"/>
            </p:cNvSpPr>
            <p:nvPr/>
          </p:nvSpPr>
          <p:spPr bwMode="auto">
            <a:xfrm>
              <a:off x="900628" y="3119438"/>
              <a:ext cx="3695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7" name="Line 15">
              <a:extLst>
                <a:ext uri="{FF2B5EF4-FFF2-40B4-BE49-F238E27FC236}">
                  <a16:creationId xmlns:a16="http://schemas.microsoft.com/office/drawing/2014/main" id="{0075570E-BA72-4D53-4A71-BBA964B21A50}"/>
                </a:ext>
              </a:extLst>
            </p:cNvPr>
            <p:cNvSpPr>
              <a:spLocks noChangeShapeType="1"/>
            </p:cNvSpPr>
            <p:nvPr/>
          </p:nvSpPr>
          <p:spPr bwMode="auto">
            <a:xfrm>
              <a:off x="893695" y="4357688"/>
              <a:ext cx="3695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8" name="Line 16">
              <a:extLst>
                <a:ext uri="{FF2B5EF4-FFF2-40B4-BE49-F238E27FC236}">
                  <a16:creationId xmlns:a16="http://schemas.microsoft.com/office/drawing/2014/main" id="{A7FC99DE-B167-3C9B-9849-83B751F60E41}"/>
                </a:ext>
              </a:extLst>
            </p:cNvPr>
            <p:cNvSpPr>
              <a:spLocks noChangeShapeType="1"/>
            </p:cNvSpPr>
            <p:nvPr/>
          </p:nvSpPr>
          <p:spPr bwMode="auto">
            <a:xfrm>
              <a:off x="893695" y="4586288"/>
              <a:ext cx="3695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9" name="Line 17">
              <a:extLst>
                <a:ext uri="{FF2B5EF4-FFF2-40B4-BE49-F238E27FC236}">
                  <a16:creationId xmlns:a16="http://schemas.microsoft.com/office/drawing/2014/main" id="{325663CE-A2D8-6E66-D9A1-65FFE4512344}"/>
                </a:ext>
              </a:extLst>
            </p:cNvPr>
            <p:cNvSpPr>
              <a:spLocks noChangeShapeType="1"/>
            </p:cNvSpPr>
            <p:nvPr/>
          </p:nvSpPr>
          <p:spPr bwMode="auto">
            <a:xfrm>
              <a:off x="893695" y="4848225"/>
              <a:ext cx="3695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0" name="Line 18">
              <a:extLst>
                <a:ext uri="{FF2B5EF4-FFF2-40B4-BE49-F238E27FC236}">
                  <a16:creationId xmlns:a16="http://schemas.microsoft.com/office/drawing/2014/main" id="{16E21424-40FE-2E0B-5ED3-2EE9036E47EA}"/>
                </a:ext>
              </a:extLst>
            </p:cNvPr>
            <p:cNvSpPr>
              <a:spLocks noChangeShapeType="1"/>
            </p:cNvSpPr>
            <p:nvPr/>
          </p:nvSpPr>
          <p:spPr bwMode="auto">
            <a:xfrm>
              <a:off x="893695" y="5114925"/>
              <a:ext cx="3695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1" name="Line 19">
              <a:extLst>
                <a:ext uri="{FF2B5EF4-FFF2-40B4-BE49-F238E27FC236}">
                  <a16:creationId xmlns:a16="http://schemas.microsoft.com/office/drawing/2014/main" id="{9992291D-5593-C4F1-4B9A-C1FB08557EF7}"/>
                </a:ext>
              </a:extLst>
            </p:cNvPr>
            <p:cNvSpPr>
              <a:spLocks noChangeShapeType="1"/>
            </p:cNvSpPr>
            <p:nvPr/>
          </p:nvSpPr>
          <p:spPr bwMode="auto">
            <a:xfrm>
              <a:off x="2083104" y="2514600"/>
              <a:ext cx="146304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2" name="Line 20">
              <a:extLst>
                <a:ext uri="{FF2B5EF4-FFF2-40B4-BE49-F238E27FC236}">
                  <a16:creationId xmlns:a16="http://schemas.microsoft.com/office/drawing/2014/main" id="{302BF499-1429-9FD4-5194-53BA953B4C3C}"/>
                </a:ext>
              </a:extLst>
            </p:cNvPr>
            <p:cNvSpPr>
              <a:spLocks noChangeShapeType="1"/>
            </p:cNvSpPr>
            <p:nvPr/>
          </p:nvSpPr>
          <p:spPr bwMode="auto">
            <a:xfrm>
              <a:off x="2083104" y="4495800"/>
              <a:ext cx="457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3" name="Line 23">
              <a:extLst>
                <a:ext uri="{FF2B5EF4-FFF2-40B4-BE49-F238E27FC236}">
                  <a16:creationId xmlns:a16="http://schemas.microsoft.com/office/drawing/2014/main" id="{001803AF-AC0E-B586-7488-0A697EA3FD9A}"/>
                </a:ext>
              </a:extLst>
            </p:cNvPr>
            <p:cNvSpPr>
              <a:spLocks noChangeShapeType="1"/>
            </p:cNvSpPr>
            <p:nvPr/>
          </p:nvSpPr>
          <p:spPr bwMode="auto">
            <a:xfrm>
              <a:off x="3549675" y="2501900"/>
              <a:ext cx="0" cy="61264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4" name="Line 24">
              <a:extLst>
                <a:ext uri="{FF2B5EF4-FFF2-40B4-BE49-F238E27FC236}">
                  <a16:creationId xmlns:a16="http://schemas.microsoft.com/office/drawing/2014/main" id="{09C149C6-6506-4BFA-0106-FC4618BE00AD}"/>
                </a:ext>
              </a:extLst>
            </p:cNvPr>
            <p:cNvSpPr>
              <a:spLocks noChangeShapeType="1"/>
            </p:cNvSpPr>
            <p:nvPr/>
          </p:nvSpPr>
          <p:spPr bwMode="auto">
            <a:xfrm>
              <a:off x="3549675" y="3105150"/>
              <a:ext cx="54504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5" name="Line 25">
              <a:extLst>
                <a:ext uri="{FF2B5EF4-FFF2-40B4-BE49-F238E27FC236}">
                  <a16:creationId xmlns:a16="http://schemas.microsoft.com/office/drawing/2014/main" id="{2A789D07-BEDB-FC4A-AB0A-9A0A926AB258}"/>
                </a:ext>
              </a:extLst>
            </p:cNvPr>
            <p:cNvSpPr>
              <a:spLocks noChangeShapeType="1"/>
            </p:cNvSpPr>
            <p:nvPr/>
          </p:nvSpPr>
          <p:spPr bwMode="auto">
            <a:xfrm flipV="1">
              <a:off x="2549637" y="3987800"/>
              <a:ext cx="0" cy="4846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6" name="Line 26">
              <a:extLst>
                <a:ext uri="{FF2B5EF4-FFF2-40B4-BE49-F238E27FC236}">
                  <a16:creationId xmlns:a16="http://schemas.microsoft.com/office/drawing/2014/main" id="{CBABEFAC-2E23-E157-1670-BAB5FBAB31B8}"/>
                </a:ext>
              </a:extLst>
            </p:cNvPr>
            <p:cNvSpPr>
              <a:spLocks noChangeShapeType="1"/>
            </p:cNvSpPr>
            <p:nvPr/>
          </p:nvSpPr>
          <p:spPr bwMode="auto">
            <a:xfrm>
              <a:off x="2541556" y="3975100"/>
              <a:ext cx="118872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7" name="Line 27">
              <a:extLst>
                <a:ext uri="{FF2B5EF4-FFF2-40B4-BE49-F238E27FC236}">
                  <a16:creationId xmlns:a16="http://schemas.microsoft.com/office/drawing/2014/main" id="{70A424CA-26A5-0106-B63A-33FFF54D0395}"/>
                </a:ext>
              </a:extLst>
            </p:cNvPr>
            <p:cNvSpPr>
              <a:spLocks noChangeShapeType="1"/>
            </p:cNvSpPr>
            <p:nvPr/>
          </p:nvSpPr>
          <p:spPr bwMode="auto">
            <a:xfrm>
              <a:off x="3734437" y="3473449"/>
              <a:ext cx="0" cy="5029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8" name="Line 28">
              <a:extLst>
                <a:ext uri="{FF2B5EF4-FFF2-40B4-BE49-F238E27FC236}">
                  <a16:creationId xmlns:a16="http://schemas.microsoft.com/office/drawing/2014/main" id="{2C31A346-17C2-C65B-59CF-86EA8F734088}"/>
                </a:ext>
              </a:extLst>
            </p:cNvPr>
            <p:cNvSpPr>
              <a:spLocks noChangeShapeType="1"/>
            </p:cNvSpPr>
            <p:nvPr/>
          </p:nvSpPr>
          <p:spPr bwMode="auto">
            <a:xfrm>
              <a:off x="3729818" y="3471863"/>
              <a:ext cx="4434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9" name="Line 29">
              <a:extLst>
                <a:ext uri="{FF2B5EF4-FFF2-40B4-BE49-F238E27FC236}">
                  <a16:creationId xmlns:a16="http://schemas.microsoft.com/office/drawing/2014/main" id="{AB57DF79-4AF8-75BC-ABBD-BA1859A6623E}"/>
                </a:ext>
              </a:extLst>
            </p:cNvPr>
            <p:cNvSpPr>
              <a:spLocks noChangeShapeType="1"/>
            </p:cNvSpPr>
            <p:nvPr/>
          </p:nvSpPr>
          <p:spPr bwMode="auto">
            <a:xfrm>
              <a:off x="6237214" y="2762250"/>
              <a:ext cx="2694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90" name="Line 30">
              <a:extLst>
                <a:ext uri="{FF2B5EF4-FFF2-40B4-BE49-F238E27FC236}">
                  <a16:creationId xmlns:a16="http://schemas.microsoft.com/office/drawing/2014/main" id="{48382DFB-0633-61C5-EBD6-5ABADE7F7769}"/>
                </a:ext>
              </a:extLst>
            </p:cNvPr>
            <p:cNvSpPr>
              <a:spLocks noChangeShapeType="1"/>
            </p:cNvSpPr>
            <p:nvPr/>
          </p:nvSpPr>
          <p:spPr bwMode="auto">
            <a:xfrm>
              <a:off x="5766071" y="3352800"/>
              <a:ext cx="72211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91" name="Line 38">
              <a:extLst>
                <a:ext uri="{FF2B5EF4-FFF2-40B4-BE49-F238E27FC236}">
                  <a16:creationId xmlns:a16="http://schemas.microsoft.com/office/drawing/2014/main" id="{B75C75D2-5061-5EAD-1C4A-6961B5E18D40}"/>
                </a:ext>
              </a:extLst>
            </p:cNvPr>
            <p:cNvSpPr>
              <a:spLocks noChangeShapeType="1"/>
            </p:cNvSpPr>
            <p:nvPr/>
          </p:nvSpPr>
          <p:spPr bwMode="auto">
            <a:xfrm>
              <a:off x="7301908" y="2794000"/>
              <a:ext cx="27432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92" name="Line 42">
              <a:extLst>
                <a:ext uri="{FF2B5EF4-FFF2-40B4-BE49-F238E27FC236}">
                  <a16:creationId xmlns:a16="http://schemas.microsoft.com/office/drawing/2014/main" id="{20BFDDB1-86E0-D65D-7E43-D5D78636CC50}"/>
                </a:ext>
              </a:extLst>
            </p:cNvPr>
            <p:cNvSpPr>
              <a:spLocks noChangeShapeType="1"/>
            </p:cNvSpPr>
            <p:nvPr/>
          </p:nvSpPr>
          <p:spPr bwMode="auto">
            <a:xfrm>
              <a:off x="7882799" y="2852738"/>
              <a:ext cx="28330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93" name="Line 43">
              <a:extLst>
                <a:ext uri="{FF2B5EF4-FFF2-40B4-BE49-F238E27FC236}">
                  <a16:creationId xmlns:a16="http://schemas.microsoft.com/office/drawing/2014/main" id="{7683CE49-2316-66C1-B698-8A012D8F21F9}"/>
                </a:ext>
              </a:extLst>
            </p:cNvPr>
            <p:cNvSpPr>
              <a:spLocks noChangeShapeType="1"/>
            </p:cNvSpPr>
            <p:nvPr/>
          </p:nvSpPr>
          <p:spPr bwMode="auto">
            <a:xfrm>
              <a:off x="2541939" y="2495550"/>
              <a:ext cx="0" cy="36576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2494" name="Line 44">
              <a:extLst>
                <a:ext uri="{FF2B5EF4-FFF2-40B4-BE49-F238E27FC236}">
                  <a16:creationId xmlns:a16="http://schemas.microsoft.com/office/drawing/2014/main" id="{B2942EE8-FF41-F2AC-A0AF-89F1A3896F8B}"/>
                </a:ext>
              </a:extLst>
            </p:cNvPr>
            <p:cNvSpPr>
              <a:spLocks noChangeShapeType="1"/>
            </p:cNvSpPr>
            <p:nvPr/>
          </p:nvSpPr>
          <p:spPr bwMode="auto">
            <a:xfrm>
              <a:off x="2595828" y="4691063"/>
              <a:ext cx="369524"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2495" name="Line 45">
              <a:extLst>
                <a:ext uri="{FF2B5EF4-FFF2-40B4-BE49-F238E27FC236}">
                  <a16:creationId xmlns:a16="http://schemas.microsoft.com/office/drawing/2014/main" id="{C5642E71-BBB9-623B-1B63-0C8F95E40AD9}"/>
                </a:ext>
              </a:extLst>
            </p:cNvPr>
            <p:cNvSpPr>
              <a:spLocks noChangeShapeType="1"/>
            </p:cNvSpPr>
            <p:nvPr/>
          </p:nvSpPr>
          <p:spPr bwMode="auto">
            <a:xfrm>
              <a:off x="2552717" y="4229100"/>
              <a:ext cx="0" cy="4572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2496" name="Line 46">
              <a:extLst>
                <a:ext uri="{FF2B5EF4-FFF2-40B4-BE49-F238E27FC236}">
                  <a16:creationId xmlns:a16="http://schemas.microsoft.com/office/drawing/2014/main" id="{D3C12851-1D5C-C354-64F0-E1286E9E2C71}"/>
                </a:ext>
              </a:extLst>
            </p:cNvPr>
            <p:cNvSpPr>
              <a:spLocks noChangeShapeType="1"/>
            </p:cNvSpPr>
            <p:nvPr/>
          </p:nvSpPr>
          <p:spPr bwMode="auto">
            <a:xfrm>
              <a:off x="2549637" y="2870200"/>
              <a:ext cx="369524"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2497" name="Text Box 47">
              <a:extLst>
                <a:ext uri="{FF2B5EF4-FFF2-40B4-BE49-F238E27FC236}">
                  <a16:creationId xmlns:a16="http://schemas.microsoft.com/office/drawing/2014/main" id="{B8069A14-4B13-408A-DCB5-1C9D806513F4}"/>
                </a:ext>
              </a:extLst>
            </p:cNvPr>
            <p:cNvSpPr txBox="1">
              <a:spLocks noChangeArrowheads="1"/>
            </p:cNvSpPr>
            <p:nvPr/>
          </p:nvSpPr>
          <p:spPr bwMode="auto">
            <a:xfrm>
              <a:off x="516109" y="2133600"/>
              <a:ext cx="44342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a0</a:t>
              </a:r>
              <a:endParaRPr lang="ru-RU" altLang="en-US" b="0" u="none"/>
            </a:p>
          </p:txBody>
        </p:sp>
        <p:sp>
          <p:nvSpPr>
            <p:cNvPr id="62498" name="Text Box 48">
              <a:extLst>
                <a:ext uri="{FF2B5EF4-FFF2-40B4-BE49-F238E27FC236}">
                  <a16:creationId xmlns:a16="http://schemas.microsoft.com/office/drawing/2014/main" id="{1587CCB0-45EF-3A9A-EE96-EC1D903BF7B6}"/>
                </a:ext>
              </a:extLst>
            </p:cNvPr>
            <p:cNvSpPr txBox="1">
              <a:spLocks noChangeArrowheads="1"/>
            </p:cNvSpPr>
            <p:nvPr/>
          </p:nvSpPr>
          <p:spPr bwMode="auto">
            <a:xfrm>
              <a:off x="516109" y="2362200"/>
              <a:ext cx="44342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a1</a:t>
              </a:r>
              <a:endParaRPr lang="ru-RU" altLang="en-US" b="0" u="none"/>
            </a:p>
          </p:txBody>
        </p:sp>
        <p:sp>
          <p:nvSpPr>
            <p:cNvPr id="62499" name="Text Box 49">
              <a:extLst>
                <a:ext uri="{FF2B5EF4-FFF2-40B4-BE49-F238E27FC236}">
                  <a16:creationId xmlns:a16="http://schemas.microsoft.com/office/drawing/2014/main" id="{8525F7BC-B971-866D-1381-6C7F58914BD7}"/>
                </a:ext>
              </a:extLst>
            </p:cNvPr>
            <p:cNvSpPr txBox="1">
              <a:spLocks noChangeArrowheads="1"/>
            </p:cNvSpPr>
            <p:nvPr/>
          </p:nvSpPr>
          <p:spPr bwMode="auto">
            <a:xfrm>
              <a:off x="516109" y="2647950"/>
              <a:ext cx="44342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a2</a:t>
              </a:r>
              <a:endParaRPr lang="ru-RU" altLang="en-US" b="0" u="none"/>
            </a:p>
          </p:txBody>
        </p:sp>
        <p:sp>
          <p:nvSpPr>
            <p:cNvPr id="62500" name="Text Box 50">
              <a:extLst>
                <a:ext uri="{FF2B5EF4-FFF2-40B4-BE49-F238E27FC236}">
                  <a16:creationId xmlns:a16="http://schemas.microsoft.com/office/drawing/2014/main" id="{628192AF-E1BF-9C2B-A651-E6D425A248D8}"/>
                </a:ext>
              </a:extLst>
            </p:cNvPr>
            <p:cNvSpPr txBox="1">
              <a:spLocks noChangeArrowheads="1"/>
            </p:cNvSpPr>
            <p:nvPr/>
          </p:nvSpPr>
          <p:spPr bwMode="auto">
            <a:xfrm>
              <a:off x="502252" y="2933700"/>
              <a:ext cx="44342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a3</a:t>
              </a:r>
              <a:endParaRPr lang="ru-RU" altLang="en-US" b="0" u="none"/>
            </a:p>
          </p:txBody>
        </p:sp>
        <p:sp>
          <p:nvSpPr>
            <p:cNvPr id="62501" name="Text Box 51">
              <a:extLst>
                <a:ext uri="{FF2B5EF4-FFF2-40B4-BE49-F238E27FC236}">
                  <a16:creationId xmlns:a16="http://schemas.microsoft.com/office/drawing/2014/main" id="{6B021671-7D1D-DDCE-DACE-AAF9908834B7}"/>
                </a:ext>
              </a:extLst>
            </p:cNvPr>
            <p:cNvSpPr txBox="1">
              <a:spLocks noChangeArrowheads="1"/>
            </p:cNvSpPr>
            <p:nvPr/>
          </p:nvSpPr>
          <p:spPr bwMode="auto">
            <a:xfrm>
              <a:off x="496457" y="4195763"/>
              <a:ext cx="44342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a4</a:t>
              </a:r>
              <a:endParaRPr lang="ru-RU" altLang="en-US" b="0" u="none"/>
            </a:p>
          </p:txBody>
        </p:sp>
        <p:sp>
          <p:nvSpPr>
            <p:cNvPr id="62502" name="Text Box 52">
              <a:extLst>
                <a:ext uri="{FF2B5EF4-FFF2-40B4-BE49-F238E27FC236}">
                  <a16:creationId xmlns:a16="http://schemas.microsoft.com/office/drawing/2014/main" id="{7EADBC6A-F8E0-51EA-D98A-31EC126D9B22}"/>
                </a:ext>
              </a:extLst>
            </p:cNvPr>
            <p:cNvSpPr txBox="1">
              <a:spLocks noChangeArrowheads="1"/>
            </p:cNvSpPr>
            <p:nvPr/>
          </p:nvSpPr>
          <p:spPr bwMode="auto">
            <a:xfrm>
              <a:off x="496457" y="4424363"/>
              <a:ext cx="44342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a5</a:t>
              </a:r>
              <a:endParaRPr lang="ru-RU" altLang="en-US" b="0" u="none"/>
            </a:p>
          </p:txBody>
        </p:sp>
        <p:sp>
          <p:nvSpPr>
            <p:cNvPr id="62503" name="Text Box 53">
              <a:extLst>
                <a:ext uri="{FF2B5EF4-FFF2-40B4-BE49-F238E27FC236}">
                  <a16:creationId xmlns:a16="http://schemas.microsoft.com/office/drawing/2014/main" id="{7D4AAD12-E0FE-BFD7-D2E6-DE4D7179F941}"/>
                </a:ext>
              </a:extLst>
            </p:cNvPr>
            <p:cNvSpPr txBox="1">
              <a:spLocks noChangeArrowheads="1"/>
            </p:cNvSpPr>
            <p:nvPr/>
          </p:nvSpPr>
          <p:spPr bwMode="auto">
            <a:xfrm>
              <a:off x="496457" y="4710113"/>
              <a:ext cx="44342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a6</a:t>
              </a:r>
              <a:endParaRPr lang="ru-RU" altLang="en-US" b="0" u="none"/>
            </a:p>
          </p:txBody>
        </p:sp>
        <p:sp>
          <p:nvSpPr>
            <p:cNvPr id="62504" name="Text Box 54">
              <a:extLst>
                <a:ext uri="{FF2B5EF4-FFF2-40B4-BE49-F238E27FC236}">
                  <a16:creationId xmlns:a16="http://schemas.microsoft.com/office/drawing/2014/main" id="{0920A7FB-EBEE-35F2-1306-1CDFF4A3ED6F}"/>
                </a:ext>
              </a:extLst>
            </p:cNvPr>
            <p:cNvSpPr txBox="1">
              <a:spLocks noChangeArrowheads="1"/>
            </p:cNvSpPr>
            <p:nvPr/>
          </p:nvSpPr>
          <p:spPr bwMode="auto">
            <a:xfrm>
              <a:off x="508000" y="4957763"/>
              <a:ext cx="44342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a7</a:t>
              </a:r>
              <a:endParaRPr lang="ru-RU" altLang="en-US" b="0" u="none"/>
            </a:p>
          </p:txBody>
        </p:sp>
        <p:sp>
          <p:nvSpPr>
            <p:cNvPr id="62505" name="Text Box 55">
              <a:extLst>
                <a:ext uri="{FF2B5EF4-FFF2-40B4-BE49-F238E27FC236}">
                  <a16:creationId xmlns:a16="http://schemas.microsoft.com/office/drawing/2014/main" id="{2F73FBDC-C7D1-8CE2-CB72-03C6E6A17D72}"/>
                </a:ext>
              </a:extLst>
            </p:cNvPr>
            <p:cNvSpPr txBox="1">
              <a:spLocks noChangeArrowheads="1"/>
            </p:cNvSpPr>
            <p:nvPr/>
          </p:nvSpPr>
          <p:spPr bwMode="auto">
            <a:xfrm>
              <a:off x="1214762" y="1714500"/>
              <a:ext cx="1020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G-LUT</a:t>
              </a:r>
              <a:endParaRPr lang="ru-RU" altLang="en-US" sz="2000" b="0" u="none"/>
            </a:p>
          </p:txBody>
        </p:sp>
        <p:sp>
          <p:nvSpPr>
            <p:cNvPr id="62506" name="Text Box 57">
              <a:extLst>
                <a:ext uri="{FF2B5EF4-FFF2-40B4-BE49-F238E27FC236}">
                  <a16:creationId xmlns:a16="http://schemas.microsoft.com/office/drawing/2014/main" id="{EC6817DD-F869-2E61-8734-0259942196E1}"/>
                </a:ext>
              </a:extLst>
            </p:cNvPr>
            <p:cNvSpPr txBox="1">
              <a:spLocks noChangeArrowheads="1"/>
            </p:cNvSpPr>
            <p:nvPr/>
          </p:nvSpPr>
          <p:spPr bwMode="auto">
            <a:xfrm>
              <a:off x="1196247" y="3683000"/>
              <a:ext cx="125638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F-LUT</a:t>
              </a:r>
              <a:endParaRPr lang="ru-RU" altLang="en-US" sz="2000" b="0" u="none"/>
            </a:p>
          </p:txBody>
        </p:sp>
        <p:sp>
          <p:nvSpPr>
            <p:cNvPr id="62507" name="Text Box 58">
              <a:extLst>
                <a:ext uri="{FF2B5EF4-FFF2-40B4-BE49-F238E27FC236}">
                  <a16:creationId xmlns:a16="http://schemas.microsoft.com/office/drawing/2014/main" id="{7CDF09F2-813E-5309-A4C0-36B40677BF4C}"/>
                </a:ext>
              </a:extLst>
            </p:cNvPr>
            <p:cNvSpPr txBox="1">
              <a:spLocks noChangeArrowheads="1"/>
            </p:cNvSpPr>
            <p:nvPr/>
          </p:nvSpPr>
          <p:spPr bwMode="auto">
            <a:xfrm>
              <a:off x="4000037" y="2108200"/>
              <a:ext cx="10799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H-LUT</a:t>
              </a:r>
              <a:endParaRPr lang="ru-RU" altLang="en-US" sz="2000" b="0" u="none"/>
            </a:p>
          </p:txBody>
        </p:sp>
        <p:sp>
          <p:nvSpPr>
            <p:cNvPr id="60466" name="Rectangle 59">
              <a:extLst>
                <a:ext uri="{FF2B5EF4-FFF2-40B4-BE49-F238E27FC236}">
                  <a16:creationId xmlns:a16="http://schemas.microsoft.com/office/drawing/2014/main" id="{9C491171-0C6A-48FB-8F7F-34810018C6E9}"/>
                </a:ext>
              </a:extLst>
            </p:cNvPr>
            <p:cNvSpPr>
              <a:spLocks noChangeArrowheads="1"/>
            </p:cNvSpPr>
            <p:nvPr/>
          </p:nvSpPr>
          <p:spPr bwMode="auto">
            <a:xfrm>
              <a:off x="4098975" y="2514600"/>
              <a:ext cx="812908" cy="1371600"/>
            </a:xfrm>
            <a:prstGeom prst="rect">
              <a:avLst/>
            </a:prstGeom>
            <a:solidFill>
              <a:schemeClr val="accent1">
                <a:lumMod val="60000"/>
                <a:lumOff val="40000"/>
              </a:schemeClr>
            </a:solidFill>
            <a:ln w="19050">
              <a:solidFill>
                <a:schemeClr val="tx1"/>
              </a:solidFill>
              <a:miter lim="800000"/>
              <a:headEnd/>
              <a:tailEnd/>
            </a:ln>
          </p:spPr>
          <p:txBody>
            <a:bodyPr wrap="none" anchor="ctr"/>
            <a:lstStyle/>
            <a:p>
              <a:pPr algn="ctr" eaLnBrk="1" hangingPunct="1">
                <a:defRPr/>
              </a:pPr>
              <a:endParaRPr lang="en-US">
                <a:latin typeface="Arial" charset="0"/>
                <a:cs typeface="Arial" charset="0"/>
              </a:endParaRPr>
            </a:p>
          </p:txBody>
        </p:sp>
        <p:sp>
          <p:nvSpPr>
            <p:cNvPr id="62509" name="Line 60">
              <a:extLst>
                <a:ext uri="{FF2B5EF4-FFF2-40B4-BE49-F238E27FC236}">
                  <a16:creationId xmlns:a16="http://schemas.microsoft.com/office/drawing/2014/main" id="{87B41EA6-5023-E2D2-133D-C5E736D366F0}"/>
                </a:ext>
              </a:extLst>
            </p:cNvPr>
            <p:cNvSpPr>
              <a:spLocks noChangeShapeType="1"/>
            </p:cNvSpPr>
            <p:nvPr/>
          </p:nvSpPr>
          <p:spPr bwMode="auto">
            <a:xfrm>
              <a:off x="3762151" y="2819400"/>
              <a:ext cx="3310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10" name="Text Box 61">
              <a:extLst>
                <a:ext uri="{FF2B5EF4-FFF2-40B4-BE49-F238E27FC236}">
                  <a16:creationId xmlns:a16="http://schemas.microsoft.com/office/drawing/2014/main" id="{D7ABC0BB-54DB-4171-8D30-94E1EFCC2073}"/>
                </a:ext>
              </a:extLst>
            </p:cNvPr>
            <p:cNvSpPr txBox="1">
              <a:spLocks noChangeArrowheads="1"/>
            </p:cNvSpPr>
            <p:nvPr/>
          </p:nvSpPr>
          <p:spPr bwMode="auto">
            <a:xfrm>
              <a:off x="3508104" y="2500313"/>
              <a:ext cx="44342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a8</a:t>
              </a:r>
              <a:endParaRPr lang="ru-RU" altLang="en-US" b="0" u="none"/>
            </a:p>
          </p:txBody>
        </p:sp>
        <p:sp>
          <p:nvSpPr>
            <p:cNvPr id="62511" name="Line 63">
              <a:extLst>
                <a:ext uri="{FF2B5EF4-FFF2-40B4-BE49-F238E27FC236}">
                  <a16:creationId xmlns:a16="http://schemas.microsoft.com/office/drawing/2014/main" id="{11A40AB3-DD95-0CC3-CA92-A106FB1BB2FF}"/>
                </a:ext>
              </a:extLst>
            </p:cNvPr>
            <p:cNvSpPr>
              <a:spLocks noChangeShapeType="1"/>
            </p:cNvSpPr>
            <p:nvPr/>
          </p:nvSpPr>
          <p:spPr bwMode="auto">
            <a:xfrm>
              <a:off x="4912293" y="3124200"/>
              <a:ext cx="41571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12" name="Line 64">
              <a:extLst>
                <a:ext uri="{FF2B5EF4-FFF2-40B4-BE49-F238E27FC236}">
                  <a16:creationId xmlns:a16="http://schemas.microsoft.com/office/drawing/2014/main" id="{339F9F8E-4CF8-0F46-EEFD-13E95432A6A1}"/>
                </a:ext>
              </a:extLst>
            </p:cNvPr>
            <p:cNvSpPr>
              <a:spLocks noChangeShapeType="1"/>
            </p:cNvSpPr>
            <p:nvPr/>
          </p:nvSpPr>
          <p:spPr bwMode="auto">
            <a:xfrm>
              <a:off x="5294517" y="3111500"/>
              <a:ext cx="457200" cy="228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2513" name="Line 65">
              <a:extLst>
                <a:ext uri="{FF2B5EF4-FFF2-40B4-BE49-F238E27FC236}">
                  <a16:creationId xmlns:a16="http://schemas.microsoft.com/office/drawing/2014/main" id="{49215BEF-5351-0553-AC27-860C5848C613}"/>
                </a:ext>
              </a:extLst>
            </p:cNvPr>
            <p:cNvSpPr>
              <a:spLocks noChangeShapeType="1"/>
            </p:cNvSpPr>
            <p:nvPr/>
          </p:nvSpPr>
          <p:spPr bwMode="auto">
            <a:xfrm>
              <a:off x="6235674" y="2452688"/>
              <a:ext cx="2694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14" name="Text Box 66">
              <a:extLst>
                <a:ext uri="{FF2B5EF4-FFF2-40B4-BE49-F238E27FC236}">
                  <a16:creationId xmlns:a16="http://schemas.microsoft.com/office/drawing/2014/main" id="{01BCB725-D4AC-DB12-0DBE-1355223E6B12}"/>
                </a:ext>
              </a:extLst>
            </p:cNvPr>
            <p:cNvSpPr txBox="1">
              <a:spLocks noChangeArrowheads="1"/>
            </p:cNvSpPr>
            <p:nvPr/>
          </p:nvSpPr>
          <p:spPr bwMode="auto">
            <a:xfrm>
              <a:off x="5819960" y="2828925"/>
              <a:ext cx="44342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a9</a:t>
              </a:r>
              <a:endParaRPr lang="ru-RU" altLang="en-US" b="0" u="none"/>
            </a:p>
          </p:txBody>
        </p:sp>
        <p:sp>
          <p:nvSpPr>
            <p:cNvPr id="62515" name="Text Box 67">
              <a:extLst>
                <a:ext uri="{FF2B5EF4-FFF2-40B4-BE49-F238E27FC236}">
                  <a16:creationId xmlns:a16="http://schemas.microsoft.com/office/drawing/2014/main" id="{87A2C5F2-16A4-EE92-F42C-205893B5348A}"/>
                </a:ext>
              </a:extLst>
            </p:cNvPr>
            <p:cNvSpPr txBox="1">
              <a:spLocks noChangeArrowheads="1"/>
            </p:cNvSpPr>
            <p:nvPr/>
          </p:nvSpPr>
          <p:spPr bwMode="auto">
            <a:xfrm>
              <a:off x="5752988" y="2528888"/>
              <a:ext cx="61433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a10</a:t>
              </a:r>
              <a:endParaRPr lang="ru-RU" altLang="en-US" b="0" u="none"/>
            </a:p>
          </p:txBody>
        </p:sp>
        <p:sp>
          <p:nvSpPr>
            <p:cNvPr id="62516" name="Line 68">
              <a:extLst>
                <a:ext uri="{FF2B5EF4-FFF2-40B4-BE49-F238E27FC236}">
                  <a16:creationId xmlns:a16="http://schemas.microsoft.com/office/drawing/2014/main" id="{A163FC63-7D5B-624B-942C-747C48B873D5}"/>
                </a:ext>
              </a:extLst>
            </p:cNvPr>
            <p:cNvSpPr>
              <a:spLocks noChangeShapeType="1"/>
            </p:cNvSpPr>
            <p:nvPr/>
          </p:nvSpPr>
          <p:spPr bwMode="auto">
            <a:xfrm>
              <a:off x="6227583" y="3048000"/>
              <a:ext cx="228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17" name="Text Box 69">
              <a:extLst>
                <a:ext uri="{FF2B5EF4-FFF2-40B4-BE49-F238E27FC236}">
                  <a16:creationId xmlns:a16="http://schemas.microsoft.com/office/drawing/2014/main" id="{D8144C0F-D849-FB63-FBB2-A74929B77742}"/>
                </a:ext>
              </a:extLst>
            </p:cNvPr>
            <p:cNvSpPr txBox="1">
              <a:spLocks noChangeArrowheads="1"/>
            </p:cNvSpPr>
            <p:nvPr/>
          </p:nvSpPr>
          <p:spPr bwMode="auto">
            <a:xfrm>
              <a:off x="5739131" y="2257425"/>
              <a:ext cx="585469"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a11</a:t>
              </a:r>
              <a:endParaRPr lang="ru-RU" altLang="en-US" b="0" u="none"/>
            </a:p>
          </p:txBody>
        </p:sp>
        <p:sp>
          <p:nvSpPr>
            <p:cNvPr id="62518" name="AutoShape 40">
              <a:extLst>
                <a:ext uri="{FF2B5EF4-FFF2-40B4-BE49-F238E27FC236}">
                  <a16:creationId xmlns:a16="http://schemas.microsoft.com/office/drawing/2014/main" id="{5B42AD4F-7A6D-AECB-A614-780D34EFF509}"/>
                </a:ext>
              </a:extLst>
            </p:cNvPr>
            <p:cNvSpPr>
              <a:spLocks noChangeArrowheads="1"/>
            </p:cNvSpPr>
            <p:nvPr/>
          </p:nvSpPr>
          <p:spPr bwMode="auto">
            <a:xfrm rot="-5400000">
              <a:off x="2773667" y="2839733"/>
              <a:ext cx="579088" cy="28442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547 h 21600"/>
                <a:gd name="T14" fmla="*/ 17096 w 21600"/>
                <a:gd name="T15" fmla="*/ 170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19050">
              <a:solidFill>
                <a:srgbClr val="000000"/>
              </a:solidFill>
              <a:miter lim="800000"/>
              <a:headEnd/>
              <a:tailEnd/>
            </a:ln>
          </p:spPr>
          <p:txBody>
            <a:bodyPr/>
            <a:lstStyle/>
            <a:p>
              <a:endParaRPr lang="en-US"/>
            </a:p>
          </p:txBody>
        </p:sp>
        <p:sp>
          <p:nvSpPr>
            <p:cNvPr id="62519" name="AutoShape 40">
              <a:extLst>
                <a:ext uri="{FF2B5EF4-FFF2-40B4-BE49-F238E27FC236}">
                  <a16:creationId xmlns:a16="http://schemas.microsoft.com/office/drawing/2014/main" id="{482EB4C7-42B0-CD36-6A1D-01BB07B7516E}"/>
                </a:ext>
              </a:extLst>
            </p:cNvPr>
            <p:cNvSpPr>
              <a:spLocks noChangeArrowheads="1"/>
            </p:cNvSpPr>
            <p:nvPr/>
          </p:nvSpPr>
          <p:spPr bwMode="auto">
            <a:xfrm rot="-5400000">
              <a:off x="2773667" y="4643133"/>
              <a:ext cx="579088" cy="28442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547 h 21600"/>
                <a:gd name="T14" fmla="*/ 17096 w 21600"/>
                <a:gd name="T15" fmla="*/ 170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19050">
              <a:solidFill>
                <a:srgbClr val="000000"/>
              </a:solidFill>
              <a:miter lim="800000"/>
              <a:headEnd/>
              <a:tailEnd/>
            </a:ln>
          </p:spPr>
          <p:txBody>
            <a:bodyPr/>
            <a:lstStyle/>
            <a:p>
              <a:endParaRPr lang="en-US"/>
            </a:p>
          </p:txBody>
        </p:sp>
        <p:sp>
          <p:nvSpPr>
            <p:cNvPr id="62520" name="AutoShape 40">
              <a:extLst>
                <a:ext uri="{FF2B5EF4-FFF2-40B4-BE49-F238E27FC236}">
                  <a16:creationId xmlns:a16="http://schemas.microsoft.com/office/drawing/2014/main" id="{E9C8A5B9-A9FD-B4E9-DAFD-67D46DEF1F0B}"/>
                </a:ext>
              </a:extLst>
            </p:cNvPr>
            <p:cNvSpPr>
              <a:spLocks noChangeArrowheads="1"/>
            </p:cNvSpPr>
            <p:nvPr/>
          </p:nvSpPr>
          <p:spPr bwMode="auto">
            <a:xfrm rot="-5400000">
              <a:off x="7447267" y="2738133"/>
              <a:ext cx="579088" cy="28442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547 h 21600"/>
                <a:gd name="T14" fmla="*/ 17096 w 21600"/>
                <a:gd name="T15" fmla="*/ 170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endParaRPr lang="en-US"/>
            </a:p>
          </p:txBody>
        </p:sp>
        <p:cxnSp>
          <p:nvCxnSpPr>
            <p:cNvPr id="62521" name="Straight Connector 63">
              <a:extLst>
                <a:ext uri="{FF2B5EF4-FFF2-40B4-BE49-F238E27FC236}">
                  <a16:creationId xmlns:a16="http://schemas.microsoft.com/office/drawing/2014/main" id="{88365178-DFF8-1FB8-5D6B-1A24CF6CF44A}"/>
                </a:ext>
              </a:extLst>
            </p:cNvPr>
            <p:cNvCxnSpPr>
              <a:cxnSpLocks noChangeShapeType="1"/>
            </p:cNvCxnSpPr>
            <p:nvPr/>
          </p:nvCxnSpPr>
          <p:spPr bwMode="auto">
            <a:xfrm rot="5400000">
              <a:off x="3492500" y="3429000"/>
              <a:ext cx="3200400" cy="1588"/>
            </a:xfrm>
            <a:prstGeom prst="line">
              <a:avLst/>
            </a:prstGeom>
            <a:noFill/>
            <a:ln w="9525"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62522" name="Text Box 47">
              <a:extLst>
                <a:ext uri="{FF2B5EF4-FFF2-40B4-BE49-F238E27FC236}">
                  <a16:creationId xmlns:a16="http://schemas.microsoft.com/office/drawing/2014/main" id="{AFAB4698-C062-B64E-8691-34A05745A5F2}"/>
                </a:ext>
              </a:extLst>
            </p:cNvPr>
            <p:cNvSpPr txBox="1">
              <a:spLocks noChangeArrowheads="1"/>
            </p:cNvSpPr>
            <p:nvPr/>
          </p:nvSpPr>
          <p:spPr bwMode="auto">
            <a:xfrm>
              <a:off x="1295400" y="2133600"/>
              <a:ext cx="609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G4</a:t>
              </a:r>
              <a:endParaRPr lang="ru-RU" altLang="en-US" b="0" u="none"/>
            </a:p>
          </p:txBody>
        </p:sp>
        <p:sp>
          <p:nvSpPr>
            <p:cNvPr id="62523" name="Text Box 47">
              <a:extLst>
                <a:ext uri="{FF2B5EF4-FFF2-40B4-BE49-F238E27FC236}">
                  <a16:creationId xmlns:a16="http://schemas.microsoft.com/office/drawing/2014/main" id="{B151748B-8E54-5A0C-950A-13231541F3B5}"/>
                </a:ext>
              </a:extLst>
            </p:cNvPr>
            <p:cNvSpPr txBox="1">
              <a:spLocks noChangeArrowheads="1"/>
            </p:cNvSpPr>
            <p:nvPr/>
          </p:nvSpPr>
          <p:spPr bwMode="auto">
            <a:xfrm>
              <a:off x="1295400" y="2400300"/>
              <a:ext cx="609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G3</a:t>
              </a:r>
              <a:endParaRPr lang="ru-RU" altLang="en-US" b="0" u="none"/>
            </a:p>
          </p:txBody>
        </p:sp>
        <p:sp>
          <p:nvSpPr>
            <p:cNvPr id="62524" name="Text Box 47">
              <a:extLst>
                <a:ext uri="{FF2B5EF4-FFF2-40B4-BE49-F238E27FC236}">
                  <a16:creationId xmlns:a16="http://schemas.microsoft.com/office/drawing/2014/main" id="{712DEDCF-80D2-5CEB-DBE3-0DA66D317809}"/>
                </a:ext>
              </a:extLst>
            </p:cNvPr>
            <p:cNvSpPr txBox="1">
              <a:spLocks noChangeArrowheads="1"/>
            </p:cNvSpPr>
            <p:nvPr/>
          </p:nvSpPr>
          <p:spPr bwMode="auto">
            <a:xfrm>
              <a:off x="1295400" y="2654300"/>
              <a:ext cx="609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G2</a:t>
              </a:r>
              <a:endParaRPr lang="ru-RU" altLang="en-US" b="0" u="none"/>
            </a:p>
          </p:txBody>
        </p:sp>
        <p:sp>
          <p:nvSpPr>
            <p:cNvPr id="62525" name="Text Box 47">
              <a:extLst>
                <a:ext uri="{FF2B5EF4-FFF2-40B4-BE49-F238E27FC236}">
                  <a16:creationId xmlns:a16="http://schemas.microsoft.com/office/drawing/2014/main" id="{C4A1CF3D-8FB3-DD0E-09BA-3F5ABBB7FDF3}"/>
                </a:ext>
              </a:extLst>
            </p:cNvPr>
            <p:cNvSpPr txBox="1">
              <a:spLocks noChangeArrowheads="1"/>
            </p:cNvSpPr>
            <p:nvPr/>
          </p:nvSpPr>
          <p:spPr bwMode="auto">
            <a:xfrm>
              <a:off x="1295400" y="2895600"/>
              <a:ext cx="609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G2</a:t>
              </a:r>
              <a:endParaRPr lang="ru-RU" altLang="en-US" b="0" u="none"/>
            </a:p>
          </p:txBody>
        </p:sp>
        <p:sp>
          <p:nvSpPr>
            <p:cNvPr id="62526" name="Text Box 51">
              <a:extLst>
                <a:ext uri="{FF2B5EF4-FFF2-40B4-BE49-F238E27FC236}">
                  <a16:creationId xmlns:a16="http://schemas.microsoft.com/office/drawing/2014/main" id="{C8FC3544-6372-ED43-7834-7664999120D5}"/>
                </a:ext>
              </a:extLst>
            </p:cNvPr>
            <p:cNvSpPr txBox="1">
              <a:spLocks noChangeArrowheads="1"/>
            </p:cNvSpPr>
            <p:nvPr/>
          </p:nvSpPr>
          <p:spPr bwMode="auto">
            <a:xfrm>
              <a:off x="1295400" y="4152900"/>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F4</a:t>
              </a:r>
              <a:endParaRPr lang="ru-RU" altLang="en-US" b="0" u="none"/>
            </a:p>
          </p:txBody>
        </p:sp>
        <p:sp>
          <p:nvSpPr>
            <p:cNvPr id="62527" name="Text Box 52">
              <a:extLst>
                <a:ext uri="{FF2B5EF4-FFF2-40B4-BE49-F238E27FC236}">
                  <a16:creationId xmlns:a16="http://schemas.microsoft.com/office/drawing/2014/main" id="{E4933104-7B38-442C-4A36-8FB0503D4662}"/>
                </a:ext>
              </a:extLst>
            </p:cNvPr>
            <p:cNvSpPr txBox="1">
              <a:spLocks noChangeArrowheads="1"/>
            </p:cNvSpPr>
            <p:nvPr/>
          </p:nvSpPr>
          <p:spPr bwMode="auto">
            <a:xfrm>
              <a:off x="1295400" y="44196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F3</a:t>
              </a:r>
              <a:endParaRPr lang="ru-RU" altLang="en-US" b="0" u="none"/>
            </a:p>
          </p:txBody>
        </p:sp>
        <p:sp>
          <p:nvSpPr>
            <p:cNvPr id="62528" name="Text Box 52">
              <a:extLst>
                <a:ext uri="{FF2B5EF4-FFF2-40B4-BE49-F238E27FC236}">
                  <a16:creationId xmlns:a16="http://schemas.microsoft.com/office/drawing/2014/main" id="{9AC0FECD-6BB9-CA5A-77DC-F635667ACF55}"/>
                </a:ext>
              </a:extLst>
            </p:cNvPr>
            <p:cNvSpPr txBox="1">
              <a:spLocks noChangeArrowheads="1"/>
            </p:cNvSpPr>
            <p:nvPr/>
          </p:nvSpPr>
          <p:spPr bwMode="auto">
            <a:xfrm>
              <a:off x="1295400" y="46609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F2</a:t>
              </a:r>
              <a:endParaRPr lang="ru-RU" altLang="en-US" b="0" u="none"/>
            </a:p>
          </p:txBody>
        </p:sp>
        <p:sp>
          <p:nvSpPr>
            <p:cNvPr id="62529" name="Text Box 52">
              <a:extLst>
                <a:ext uri="{FF2B5EF4-FFF2-40B4-BE49-F238E27FC236}">
                  <a16:creationId xmlns:a16="http://schemas.microsoft.com/office/drawing/2014/main" id="{B61EDE8B-BB36-3A69-4EDD-C6CE161B4431}"/>
                </a:ext>
              </a:extLst>
            </p:cNvPr>
            <p:cNvSpPr txBox="1">
              <a:spLocks noChangeArrowheads="1"/>
            </p:cNvSpPr>
            <p:nvPr/>
          </p:nvSpPr>
          <p:spPr bwMode="auto">
            <a:xfrm>
              <a:off x="1295400" y="49149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F1</a:t>
              </a:r>
              <a:endParaRPr lang="ru-RU" altLang="en-US" b="0" u="none"/>
            </a:p>
          </p:txBody>
        </p:sp>
        <p:sp>
          <p:nvSpPr>
            <p:cNvPr id="62530" name="Text Box 47">
              <a:extLst>
                <a:ext uri="{FF2B5EF4-FFF2-40B4-BE49-F238E27FC236}">
                  <a16:creationId xmlns:a16="http://schemas.microsoft.com/office/drawing/2014/main" id="{F90EEE9C-3F55-37FD-5E40-1254A7B4891D}"/>
                </a:ext>
              </a:extLst>
            </p:cNvPr>
            <p:cNvSpPr txBox="1">
              <a:spLocks noChangeArrowheads="1"/>
            </p:cNvSpPr>
            <p:nvPr/>
          </p:nvSpPr>
          <p:spPr bwMode="auto">
            <a:xfrm>
              <a:off x="4114800" y="2590800"/>
              <a:ext cx="609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H3</a:t>
              </a:r>
              <a:endParaRPr lang="ru-RU" altLang="en-US" b="0" u="none"/>
            </a:p>
          </p:txBody>
        </p:sp>
        <p:sp>
          <p:nvSpPr>
            <p:cNvPr id="62531" name="Text Box 47">
              <a:extLst>
                <a:ext uri="{FF2B5EF4-FFF2-40B4-BE49-F238E27FC236}">
                  <a16:creationId xmlns:a16="http://schemas.microsoft.com/office/drawing/2014/main" id="{7E6FF5B2-F6DE-E19C-1CD3-709ACDC8F631}"/>
                </a:ext>
              </a:extLst>
            </p:cNvPr>
            <p:cNvSpPr txBox="1">
              <a:spLocks noChangeArrowheads="1"/>
            </p:cNvSpPr>
            <p:nvPr/>
          </p:nvSpPr>
          <p:spPr bwMode="auto">
            <a:xfrm>
              <a:off x="4114800" y="2921000"/>
              <a:ext cx="609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H2</a:t>
              </a:r>
              <a:endParaRPr lang="ru-RU" altLang="en-US" b="0" u="none"/>
            </a:p>
          </p:txBody>
        </p:sp>
        <p:sp>
          <p:nvSpPr>
            <p:cNvPr id="62532" name="Text Box 47">
              <a:extLst>
                <a:ext uri="{FF2B5EF4-FFF2-40B4-BE49-F238E27FC236}">
                  <a16:creationId xmlns:a16="http://schemas.microsoft.com/office/drawing/2014/main" id="{65113C76-3BBE-E71F-E603-B3E1EA42289D}"/>
                </a:ext>
              </a:extLst>
            </p:cNvPr>
            <p:cNvSpPr txBox="1">
              <a:spLocks noChangeArrowheads="1"/>
            </p:cNvSpPr>
            <p:nvPr/>
          </p:nvSpPr>
          <p:spPr bwMode="auto">
            <a:xfrm>
              <a:off x="4127500" y="3238500"/>
              <a:ext cx="609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H1</a:t>
              </a:r>
              <a:endParaRPr lang="ru-RU" altLang="en-US" b="0" u="none"/>
            </a:p>
          </p:txBody>
        </p:sp>
        <p:sp>
          <p:nvSpPr>
            <p:cNvPr id="86" name="Rectangle 5">
              <a:extLst>
                <a:ext uri="{FF2B5EF4-FFF2-40B4-BE49-F238E27FC236}">
                  <a16:creationId xmlns:a16="http://schemas.microsoft.com/office/drawing/2014/main" id="{5B57537B-459B-494C-B07B-B28F1E6174F0}"/>
                </a:ext>
              </a:extLst>
            </p:cNvPr>
            <p:cNvSpPr>
              <a:spLocks noChangeArrowheads="1"/>
            </p:cNvSpPr>
            <p:nvPr/>
          </p:nvSpPr>
          <p:spPr bwMode="auto">
            <a:xfrm>
              <a:off x="6477367" y="2184400"/>
              <a:ext cx="812908" cy="1371600"/>
            </a:xfrm>
            <a:prstGeom prst="rect">
              <a:avLst/>
            </a:prstGeom>
            <a:solidFill>
              <a:schemeClr val="accent1">
                <a:lumMod val="60000"/>
                <a:lumOff val="40000"/>
              </a:schemeClr>
            </a:solidFill>
            <a:ln w="19050">
              <a:solidFill>
                <a:schemeClr val="tx1"/>
              </a:solidFill>
              <a:miter lim="800000"/>
              <a:headEnd/>
              <a:tailEnd/>
            </a:ln>
          </p:spPr>
          <p:txBody>
            <a:bodyPr wrap="none" anchor="ctr"/>
            <a:lstStyle/>
            <a:p>
              <a:pPr algn="ctr" eaLnBrk="1" hangingPunct="1">
                <a:defRPr/>
              </a:pPr>
              <a:endParaRPr lang="en-US">
                <a:latin typeface="Arial" charset="0"/>
                <a:cs typeface="Arial" charset="0"/>
              </a:endParaRPr>
            </a:p>
          </p:txBody>
        </p:sp>
        <p:sp>
          <p:nvSpPr>
            <p:cNvPr id="62534" name="Text Box 47">
              <a:extLst>
                <a:ext uri="{FF2B5EF4-FFF2-40B4-BE49-F238E27FC236}">
                  <a16:creationId xmlns:a16="http://schemas.microsoft.com/office/drawing/2014/main" id="{3B8D3BDD-4F56-A9AA-9EBA-9D7B2AC50B8C}"/>
                </a:ext>
              </a:extLst>
            </p:cNvPr>
            <p:cNvSpPr txBox="1">
              <a:spLocks noChangeArrowheads="1"/>
            </p:cNvSpPr>
            <p:nvPr/>
          </p:nvSpPr>
          <p:spPr bwMode="auto">
            <a:xfrm>
              <a:off x="6502248" y="2254250"/>
              <a:ext cx="609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G4</a:t>
              </a:r>
              <a:endParaRPr lang="ru-RU" altLang="en-US" b="0" u="none"/>
            </a:p>
          </p:txBody>
        </p:sp>
        <p:sp>
          <p:nvSpPr>
            <p:cNvPr id="62535" name="Text Box 47">
              <a:extLst>
                <a:ext uri="{FF2B5EF4-FFF2-40B4-BE49-F238E27FC236}">
                  <a16:creationId xmlns:a16="http://schemas.microsoft.com/office/drawing/2014/main" id="{323C63D6-3CC7-2C93-18E7-8C5B2F05A3C9}"/>
                </a:ext>
              </a:extLst>
            </p:cNvPr>
            <p:cNvSpPr txBox="1">
              <a:spLocks noChangeArrowheads="1"/>
            </p:cNvSpPr>
            <p:nvPr/>
          </p:nvSpPr>
          <p:spPr bwMode="auto">
            <a:xfrm>
              <a:off x="6502248" y="2520950"/>
              <a:ext cx="609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G3</a:t>
              </a:r>
              <a:endParaRPr lang="ru-RU" altLang="en-US" b="0" u="none"/>
            </a:p>
          </p:txBody>
        </p:sp>
        <p:sp>
          <p:nvSpPr>
            <p:cNvPr id="62536" name="Text Box 47">
              <a:extLst>
                <a:ext uri="{FF2B5EF4-FFF2-40B4-BE49-F238E27FC236}">
                  <a16:creationId xmlns:a16="http://schemas.microsoft.com/office/drawing/2014/main" id="{3875721B-68AA-FEFE-3013-2ED2953C574B}"/>
                </a:ext>
              </a:extLst>
            </p:cNvPr>
            <p:cNvSpPr txBox="1">
              <a:spLocks noChangeArrowheads="1"/>
            </p:cNvSpPr>
            <p:nvPr/>
          </p:nvSpPr>
          <p:spPr bwMode="auto">
            <a:xfrm>
              <a:off x="6502248" y="2774950"/>
              <a:ext cx="609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G2</a:t>
              </a:r>
              <a:endParaRPr lang="ru-RU" altLang="en-US" b="0" u="none"/>
            </a:p>
          </p:txBody>
        </p:sp>
        <p:sp>
          <p:nvSpPr>
            <p:cNvPr id="62537" name="Text Box 47">
              <a:extLst>
                <a:ext uri="{FF2B5EF4-FFF2-40B4-BE49-F238E27FC236}">
                  <a16:creationId xmlns:a16="http://schemas.microsoft.com/office/drawing/2014/main" id="{4604C8B4-F1C6-D94C-6DA0-F1E2BAC03FE7}"/>
                </a:ext>
              </a:extLst>
            </p:cNvPr>
            <p:cNvSpPr txBox="1">
              <a:spLocks noChangeArrowheads="1"/>
            </p:cNvSpPr>
            <p:nvPr/>
          </p:nvSpPr>
          <p:spPr bwMode="auto">
            <a:xfrm>
              <a:off x="6502248" y="3016250"/>
              <a:ext cx="609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G2</a:t>
              </a:r>
              <a:endParaRPr lang="ru-RU" altLang="en-US" b="0" u="none"/>
            </a:p>
          </p:txBody>
        </p:sp>
        <p:sp>
          <p:nvSpPr>
            <p:cNvPr id="62538" name="Text Box 55">
              <a:extLst>
                <a:ext uri="{FF2B5EF4-FFF2-40B4-BE49-F238E27FC236}">
                  <a16:creationId xmlns:a16="http://schemas.microsoft.com/office/drawing/2014/main" id="{4BB43FA1-0F6E-93E2-2AEE-2626222F663E}"/>
                </a:ext>
              </a:extLst>
            </p:cNvPr>
            <p:cNvSpPr txBox="1">
              <a:spLocks noChangeArrowheads="1"/>
            </p:cNvSpPr>
            <p:nvPr/>
          </p:nvSpPr>
          <p:spPr bwMode="auto">
            <a:xfrm>
              <a:off x="6400800" y="1752600"/>
              <a:ext cx="1020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G-LUT</a:t>
              </a:r>
              <a:endParaRPr lang="ru-RU" altLang="en-US" sz="2000" b="0" u="none"/>
            </a:p>
          </p:txBody>
        </p:sp>
        <p:sp>
          <p:nvSpPr>
            <p:cNvPr id="62539" name="Text Box 57">
              <a:extLst>
                <a:ext uri="{FF2B5EF4-FFF2-40B4-BE49-F238E27FC236}">
                  <a16:creationId xmlns:a16="http://schemas.microsoft.com/office/drawing/2014/main" id="{D3BED4B6-EFEE-75D5-6CB0-AE0C56D11971}"/>
                </a:ext>
              </a:extLst>
            </p:cNvPr>
            <p:cNvSpPr txBox="1">
              <a:spLocks noChangeArrowheads="1"/>
            </p:cNvSpPr>
            <p:nvPr/>
          </p:nvSpPr>
          <p:spPr bwMode="auto">
            <a:xfrm>
              <a:off x="3429000" y="5105400"/>
              <a:ext cx="125638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CLBi</a:t>
              </a:r>
              <a:endParaRPr lang="ru-RU" altLang="en-US" sz="2000" b="0" u="none"/>
            </a:p>
          </p:txBody>
        </p:sp>
        <p:sp>
          <p:nvSpPr>
            <p:cNvPr id="62540" name="Text Box 57">
              <a:extLst>
                <a:ext uri="{FF2B5EF4-FFF2-40B4-BE49-F238E27FC236}">
                  <a16:creationId xmlns:a16="http://schemas.microsoft.com/office/drawing/2014/main" id="{1188C920-C427-4D89-778F-98B5D8C93763}"/>
                </a:ext>
              </a:extLst>
            </p:cNvPr>
            <p:cNvSpPr txBox="1">
              <a:spLocks noChangeArrowheads="1"/>
            </p:cNvSpPr>
            <p:nvPr/>
          </p:nvSpPr>
          <p:spPr bwMode="auto">
            <a:xfrm>
              <a:off x="5943600" y="5105400"/>
              <a:ext cx="125638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CLBj</a:t>
              </a:r>
              <a:endParaRPr lang="ru-RU" altLang="en-US" sz="2000" b="0" u="none"/>
            </a:p>
          </p:txBody>
        </p:sp>
        <p:sp>
          <p:nvSpPr>
            <p:cNvPr id="62541" name="Text Box 57">
              <a:extLst>
                <a:ext uri="{FF2B5EF4-FFF2-40B4-BE49-F238E27FC236}">
                  <a16:creationId xmlns:a16="http://schemas.microsoft.com/office/drawing/2014/main" id="{E21671C4-D7A7-77A1-9B15-6177A98097DF}"/>
                </a:ext>
              </a:extLst>
            </p:cNvPr>
            <p:cNvSpPr txBox="1">
              <a:spLocks noChangeArrowheads="1"/>
            </p:cNvSpPr>
            <p:nvPr/>
          </p:nvSpPr>
          <p:spPr bwMode="auto">
            <a:xfrm>
              <a:off x="8153400" y="2667000"/>
              <a:ext cx="57058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P</a:t>
              </a:r>
              <a:endParaRPr lang="ru-RU" altLang="en-US" sz="2000" b="0" u="none"/>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4">
            <a:extLst>
              <a:ext uri="{FF2B5EF4-FFF2-40B4-BE49-F238E27FC236}">
                <a16:creationId xmlns:a16="http://schemas.microsoft.com/office/drawing/2014/main" id="{43F0F381-F036-567B-76C0-C5D3842DDE0F}"/>
              </a:ext>
            </a:extLst>
          </p:cNvPr>
          <p:cNvSpPr>
            <a:spLocks noGrp="1" noChangeArrowheads="1"/>
          </p:cNvSpPr>
          <p:nvPr>
            <p:ph type="title"/>
          </p:nvPr>
        </p:nvSpPr>
        <p:spPr>
          <a:xfrm>
            <a:off x="0" y="183401"/>
            <a:ext cx="11612880" cy="704088"/>
          </a:xfrm>
        </p:spPr>
        <p:txBody>
          <a:bodyPr/>
          <a:lstStyle/>
          <a:p>
            <a:r>
              <a:rPr lang="en-US" altLang="en-US"/>
              <a:t>IOB</a:t>
            </a:r>
            <a:endParaRPr lang="ru-RU" altLang="en-US"/>
          </a:p>
        </p:txBody>
      </p:sp>
      <p:grpSp>
        <p:nvGrpSpPr>
          <p:cNvPr id="63491" name="Group 117">
            <a:extLst>
              <a:ext uri="{FF2B5EF4-FFF2-40B4-BE49-F238E27FC236}">
                <a16:creationId xmlns:a16="http://schemas.microsoft.com/office/drawing/2014/main" id="{E7B7C93B-72EB-3402-84F9-645833995E05}"/>
              </a:ext>
            </a:extLst>
          </p:cNvPr>
          <p:cNvGrpSpPr>
            <a:grpSpLocks/>
          </p:cNvGrpSpPr>
          <p:nvPr/>
        </p:nvGrpSpPr>
        <p:grpSpPr bwMode="auto">
          <a:xfrm>
            <a:off x="2438400" y="1219200"/>
            <a:ext cx="7086600" cy="4548188"/>
            <a:chOff x="914400" y="1219200"/>
            <a:chExt cx="7086600" cy="4547842"/>
          </a:xfrm>
        </p:grpSpPr>
        <p:sp>
          <p:nvSpPr>
            <p:cNvPr id="60420" name="AutoShape 5">
              <a:extLst>
                <a:ext uri="{FF2B5EF4-FFF2-40B4-BE49-F238E27FC236}">
                  <a16:creationId xmlns:a16="http://schemas.microsoft.com/office/drawing/2014/main" id="{3C7D2759-5F65-4966-9AEC-E89C397D82CB}"/>
                </a:ext>
              </a:extLst>
            </p:cNvPr>
            <p:cNvSpPr>
              <a:spLocks noChangeArrowheads="1"/>
            </p:cNvSpPr>
            <p:nvPr/>
          </p:nvSpPr>
          <p:spPr bwMode="auto">
            <a:xfrm rot="16200000">
              <a:off x="4774428" y="2696244"/>
              <a:ext cx="558757" cy="31591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20 w 21600"/>
                <a:gd name="T13" fmla="*/ 4500 h 21600"/>
                <a:gd name="T14" fmla="*/ 1708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8575">
              <a:solidFill>
                <a:schemeClr val="tx1"/>
              </a:solidFill>
              <a:miter lim="800000"/>
              <a:headEnd/>
              <a:tailEnd/>
            </a:ln>
          </p:spPr>
          <p:txBody>
            <a:bodyPr vert="eaVert" wrap="none" anchor="ctr"/>
            <a:lstStyle/>
            <a:p>
              <a:pPr algn="ctr" eaLnBrk="1" hangingPunct="1">
                <a:defRPr/>
              </a:pPr>
              <a:r>
                <a:rPr lang="en-US" sz="1600">
                  <a:latin typeface="+mj-lt"/>
                </a:rPr>
                <a:t>7</a:t>
              </a:r>
            </a:p>
          </p:txBody>
        </p:sp>
        <p:sp>
          <p:nvSpPr>
            <p:cNvPr id="60421" name="AutoShape 6">
              <a:extLst>
                <a:ext uri="{FF2B5EF4-FFF2-40B4-BE49-F238E27FC236}">
                  <a16:creationId xmlns:a16="http://schemas.microsoft.com/office/drawing/2014/main" id="{344E3541-E71A-48CC-B550-A475905D16C2}"/>
                </a:ext>
              </a:extLst>
            </p:cNvPr>
            <p:cNvSpPr>
              <a:spLocks noChangeArrowheads="1"/>
            </p:cNvSpPr>
            <p:nvPr/>
          </p:nvSpPr>
          <p:spPr bwMode="auto">
            <a:xfrm rot="16200000">
              <a:off x="2253481" y="1789852"/>
              <a:ext cx="649238" cy="31750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8575">
              <a:solidFill>
                <a:schemeClr val="tx1"/>
              </a:solidFill>
              <a:miter lim="800000"/>
              <a:headEnd/>
              <a:tailEnd/>
            </a:ln>
          </p:spPr>
          <p:txBody>
            <a:bodyPr vert="eaVert" wrap="none" anchor="ctr"/>
            <a:lstStyle/>
            <a:p>
              <a:pPr algn="ctr" eaLnBrk="1" hangingPunct="1">
                <a:defRPr/>
              </a:pPr>
              <a:r>
                <a:rPr lang="en-US" sz="1600">
                  <a:latin typeface="+mj-lt"/>
                </a:rPr>
                <a:t>1</a:t>
              </a:r>
            </a:p>
          </p:txBody>
        </p:sp>
        <p:sp>
          <p:nvSpPr>
            <p:cNvPr id="60422" name="AutoShape 7">
              <a:extLst>
                <a:ext uri="{FF2B5EF4-FFF2-40B4-BE49-F238E27FC236}">
                  <a16:creationId xmlns:a16="http://schemas.microsoft.com/office/drawing/2014/main" id="{5B81C0E0-0BC6-4792-9E5D-6F97E31F74BD}"/>
                </a:ext>
              </a:extLst>
            </p:cNvPr>
            <p:cNvSpPr>
              <a:spLocks noChangeArrowheads="1"/>
            </p:cNvSpPr>
            <p:nvPr/>
          </p:nvSpPr>
          <p:spPr bwMode="auto">
            <a:xfrm rot="16200000">
              <a:off x="2305071" y="2512902"/>
              <a:ext cx="546058" cy="31750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24 w 21600"/>
                <a:gd name="T13" fmla="*/ 4500 h 21600"/>
                <a:gd name="T14" fmla="*/ 17124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8575">
              <a:solidFill>
                <a:schemeClr val="tx1"/>
              </a:solidFill>
              <a:miter lim="800000"/>
              <a:headEnd/>
              <a:tailEnd/>
            </a:ln>
          </p:spPr>
          <p:txBody>
            <a:bodyPr vert="eaVert" wrap="none" anchor="ctr"/>
            <a:lstStyle/>
            <a:p>
              <a:pPr algn="ctr" eaLnBrk="1" hangingPunct="1">
                <a:defRPr/>
              </a:pPr>
              <a:r>
                <a:rPr lang="en-US" sz="1600" dirty="0">
                  <a:latin typeface="+mj-lt"/>
                </a:rPr>
                <a:t>2</a:t>
              </a:r>
            </a:p>
          </p:txBody>
        </p:sp>
        <p:sp>
          <p:nvSpPr>
            <p:cNvPr id="60423" name="AutoShape 8">
              <a:extLst>
                <a:ext uri="{FF2B5EF4-FFF2-40B4-BE49-F238E27FC236}">
                  <a16:creationId xmlns:a16="http://schemas.microsoft.com/office/drawing/2014/main" id="{19BBEBEA-7C95-43EC-9B6F-98A8A4D11A57}"/>
                </a:ext>
              </a:extLst>
            </p:cNvPr>
            <p:cNvSpPr>
              <a:spLocks noChangeArrowheads="1"/>
            </p:cNvSpPr>
            <p:nvPr/>
          </p:nvSpPr>
          <p:spPr bwMode="auto">
            <a:xfrm rot="5400000">
              <a:off x="2309039" y="3635973"/>
              <a:ext cx="538121" cy="31750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8 w 21600"/>
                <a:gd name="T13" fmla="*/ 4500 h 21600"/>
                <a:gd name="T14" fmla="*/ 17112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8575">
              <a:solidFill>
                <a:schemeClr val="tx1"/>
              </a:solidFill>
              <a:miter lim="800000"/>
              <a:headEnd/>
              <a:tailEnd/>
            </a:ln>
          </p:spPr>
          <p:txBody>
            <a:bodyPr rot="10800000" vert="eaVert" wrap="none" anchor="ctr"/>
            <a:lstStyle/>
            <a:p>
              <a:pPr algn="ctr" eaLnBrk="1" hangingPunct="1">
                <a:defRPr/>
              </a:pPr>
              <a:r>
                <a:rPr lang="en-US" sz="1600">
                  <a:latin typeface="+mj-lt"/>
                </a:rPr>
                <a:t>5</a:t>
              </a:r>
            </a:p>
          </p:txBody>
        </p:sp>
        <p:sp>
          <p:nvSpPr>
            <p:cNvPr id="60424" name="AutoShape 9">
              <a:extLst>
                <a:ext uri="{FF2B5EF4-FFF2-40B4-BE49-F238E27FC236}">
                  <a16:creationId xmlns:a16="http://schemas.microsoft.com/office/drawing/2014/main" id="{2FD49DF0-8956-4B8B-A32A-983D70E0F07F}"/>
                </a:ext>
              </a:extLst>
            </p:cNvPr>
            <p:cNvSpPr>
              <a:spLocks noChangeArrowheads="1"/>
            </p:cNvSpPr>
            <p:nvPr/>
          </p:nvSpPr>
          <p:spPr bwMode="auto">
            <a:xfrm rot="5400000">
              <a:off x="2254277" y="4384424"/>
              <a:ext cx="690509" cy="26828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9 w 21600"/>
                <a:gd name="T13" fmla="*/ 4553 h 21600"/>
                <a:gd name="T14" fmla="*/ 17119 w 21600"/>
                <a:gd name="T15" fmla="*/ 171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8575">
              <a:solidFill>
                <a:schemeClr val="tx1"/>
              </a:solidFill>
              <a:miter lim="800000"/>
              <a:headEnd/>
              <a:tailEnd/>
            </a:ln>
          </p:spPr>
          <p:txBody>
            <a:bodyPr rot="10800000" vert="eaVert" wrap="none" anchor="ctr"/>
            <a:lstStyle/>
            <a:p>
              <a:pPr algn="ctr" eaLnBrk="1" hangingPunct="1">
                <a:defRPr/>
              </a:pPr>
              <a:r>
                <a:rPr lang="en-US" sz="1600" dirty="0">
                  <a:latin typeface="+mj-lt"/>
                </a:rPr>
                <a:t>6</a:t>
              </a:r>
            </a:p>
          </p:txBody>
        </p:sp>
        <p:sp>
          <p:nvSpPr>
            <p:cNvPr id="60425" name="AutoShape 10">
              <a:extLst>
                <a:ext uri="{FF2B5EF4-FFF2-40B4-BE49-F238E27FC236}">
                  <a16:creationId xmlns:a16="http://schemas.microsoft.com/office/drawing/2014/main" id="{2B045552-1288-4DF3-B0B3-4DF65D175FAF}"/>
                </a:ext>
              </a:extLst>
            </p:cNvPr>
            <p:cNvSpPr>
              <a:spLocks noChangeArrowheads="1"/>
            </p:cNvSpPr>
            <p:nvPr/>
          </p:nvSpPr>
          <p:spPr bwMode="auto">
            <a:xfrm rot="5400000">
              <a:off x="3842564" y="4015357"/>
              <a:ext cx="515898" cy="31750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5 w 21600"/>
                <a:gd name="T13" fmla="*/ 4500 h 21600"/>
                <a:gd name="T14" fmla="*/ 17115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8575">
              <a:solidFill>
                <a:schemeClr val="tx1"/>
              </a:solidFill>
              <a:miter lim="800000"/>
              <a:headEnd/>
              <a:tailEnd/>
            </a:ln>
          </p:spPr>
          <p:txBody>
            <a:bodyPr rot="10800000" vert="eaVert" wrap="none" anchor="ctr"/>
            <a:lstStyle/>
            <a:p>
              <a:pPr algn="ctr" eaLnBrk="1" hangingPunct="1">
                <a:defRPr/>
              </a:pPr>
              <a:r>
                <a:rPr lang="en-US" sz="1600">
                  <a:latin typeface="+mj-lt"/>
                </a:rPr>
                <a:t>8</a:t>
              </a:r>
            </a:p>
          </p:txBody>
        </p:sp>
        <p:sp>
          <p:nvSpPr>
            <p:cNvPr id="60426" name="Rectangle 12">
              <a:extLst>
                <a:ext uri="{FF2B5EF4-FFF2-40B4-BE49-F238E27FC236}">
                  <a16:creationId xmlns:a16="http://schemas.microsoft.com/office/drawing/2014/main" id="{BF2CAB20-EB88-4CC6-8B0B-E09AC657F036}"/>
                </a:ext>
              </a:extLst>
            </p:cNvPr>
            <p:cNvSpPr>
              <a:spLocks noChangeArrowheads="1"/>
            </p:cNvSpPr>
            <p:nvPr/>
          </p:nvSpPr>
          <p:spPr bwMode="auto">
            <a:xfrm>
              <a:off x="3687763" y="2719274"/>
              <a:ext cx="568325" cy="766704"/>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r>
                <a:rPr lang="en-US" sz="1600">
                  <a:latin typeface="+mj-lt"/>
                </a:rPr>
                <a:t>D</a:t>
              </a:r>
            </a:p>
            <a:p>
              <a:pPr eaLnBrk="1" hangingPunct="1">
                <a:defRPr/>
              </a:pPr>
              <a:r>
                <a:rPr lang="en-US" sz="1600">
                  <a:latin typeface="+mj-lt"/>
                </a:rPr>
                <a:t>CLK</a:t>
              </a:r>
            </a:p>
            <a:p>
              <a:pPr eaLnBrk="1" hangingPunct="1">
                <a:defRPr/>
              </a:pPr>
              <a:r>
                <a:rPr lang="en-US" sz="1600">
                  <a:latin typeface="+mj-lt"/>
                </a:rPr>
                <a:t>EN</a:t>
              </a:r>
            </a:p>
          </p:txBody>
        </p:sp>
        <p:sp>
          <p:nvSpPr>
            <p:cNvPr id="60427" name="AutoShape 13">
              <a:extLst>
                <a:ext uri="{FF2B5EF4-FFF2-40B4-BE49-F238E27FC236}">
                  <a16:creationId xmlns:a16="http://schemas.microsoft.com/office/drawing/2014/main" id="{87DA28F8-DEF8-4CD5-8A53-E8F49289D2A9}"/>
                </a:ext>
              </a:extLst>
            </p:cNvPr>
            <p:cNvSpPr>
              <a:spLocks noChangeArrowheads="1"/>
            </p:cNvSpPr>
            <p:nvPr/>
          </p:nvSpPr>
          <p:spPr bwMode="auto">
            <a:xfrm rot="5400000">
              <a:off x="5475306" y="2608141"/>
              <a:ext cx="498437" cy="425450"/>
            </a:xfrm>
            <a:prstGeom prst="triangle">
              <a:avLst>
                <a:gd name="adj" fmla="val 50000"/>
              </a:avLst>
            </a:prstGeom>
            <a:solidFill>
              <a:schemeClr val="accent1">
                <a:lumMod val="60000"/>
                <a:lumOff val="40000"/>
              </a:schemeClr>
            </a:solidFill>
            <a:ln w="28575">
              <a:solidFill>
                <a:schemeClr val="tx1"/>
              </a:solidFill>
              <a:miter lim="800000"/>
              <a:headEnd/>
              <a:tailEnd/>
            </a:ln>
          </p:spPr>
          <p:txBody>
            <a:bodyPr rot="10800000" vert="eaVert" wrap="none" anchor="ctr"/>
            <a:lstStyle/>
            <a:p>
              <a:pPr algn="ctr" eaLnBrk="1" hangingPunct="1">
                <a:defRPr/>
              </a:pPr>
              <a:r>
                <a:rPr lang="en-US" sz="1600" dirty="0">
                  <a:latin typeface="+mj-lt"/>
                </a:rPr>
                <a:t>1</a:t>
              </a:r>
            </a:p>
          </p:txBody>
        </p:sp>
        <p:sp>
          <p:nvSpPr>
            <p:cNvPr id="60428" name="Line 14">
              <a:extLst>
                <a:ext uri="{FF2B5EF4-FFF2-40B4-BE49-F238E27FC236}">
                  <a16:creationId xmlns:a16="http://schemas.microsoft.com/office/drawing/2014/main" id="{63A7F7C2-7D93-4E35-9BBB-21561D04269F}"/>
                </a:ext>
              </a:extLst>
            </p:cNvPr>
            <p:cNvSpPr>
              <a:spLocks noChangeShapeType="1"/>
            </p:cNvSpPr>
            <p:nvPr/>
          </p:nvSpPr>
          <p:spPr bwMode="auto">
            <a:xfrm>
              <a:off x="5211763" y="2822453"/>
              <a:ext cx="31115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29" name="Rectangle 15">
              <a:extLst>
                <a:ext uri="{FF2B5EF4-FFF2-40B4-BE49-F238E27FC236}">
                  <a16:creationId xmlns:a16="http://schemas.microsoft.com/office/drawing/2014/main" id="{9B08C869-1F99-4088-8391-62E0AC4B51ED}"/>
                </a:ext>
              </a:extLst>
            </p:cNvPr>
            <p:cNvSpPr>
              <a:spLocks noChangeArrowheads="1"/>
            </p:cNvSpPr>
            <p:nvPr/>
          </p:nvSpPr>
          <p:spPr bwMode="auto">
            <a:xfrm>
              <a:off x="3814763" y="4514599"/>
              <a:ext cx="571500" cy="765117"/>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r>
                <a:rPr lang="en-US" sz="1600" dirty="0">
                  <a:latin typeface="+mj-lt"/>
                </a:rPr>
                <a:t>D</a:t>
              </a:r>
            </a:p>
            <a:p>
              <a:pPr eaLnBrk="1" hangingPunct="1">
                <a:defRPr/>
              </a:pPr>
              <a:r>
                <a:rPr lang="en-US" sz="1600" dirty="0">
                  <a:latin typeface="+mj-lt"/>
                </a:rPr>
                <a:t>CLK</a:t>
              </a:r>
            </a:p>
            <a:p>
              <a:pPr eaLnBrk="1" hangingPunct="1">
                <a:defRPr/>
              </a:pPr>
              <a:r>
                <a:rPr lang="en-US" sz="1600" dirty="0">
                  <a:latin typeface="+mj-lt"/>
                </a:rPr>
                <a:t>EN</a:t>
              </a:r>
            </a:p>
          </p:txBody>
        </p:sp>
        <p:sp>
          <p:nvSpPr>
            <p:cNvPr id="60430" name="Line 19">
              <a:extLst>
                <a:ext uri="{FF2B5EF4-FFF2-40B4-BE49-F238E27FC236}">
                  <a16:creationId xmlns:a16="http://schemas.microsoft.com/office/drawing/2014/main" id="{631337CA-CD91-494A-BF39-F986C49FE42D}"/>
                </a:ext>
              </a:extLst>
            </p:cNvPr>
            <p:cNvSpPr>
              <a:spLocks noChangeShapeType="1"/>
            </p:cNvSpPr>
            <p:nvPr/>
          </p:nvSpPr>
          <p:spPr bwMode="auto">
            <a:xfrm flipV="1">
              <a:off x="2736850" y="1966856"/>
              <a:ext cx="2897188"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31" name="Line 22">
              <a:extLst>
                <a:ext uri="{FF2B5EF4-FFF2-40B4-BE49-F238E27FC236}">
                  <a16:creationId xmlns:a16="http://schemas.microsoft.com/office/drawing/2014/main" id="{C7D94971-8B75-406E-8152-8A30731EF94D}"/>
                </a:ext>
              </a:extLst>
            </p:cNvPr>
            <p:cNvSpPr>
              <a:spLocks noChangeShapeType="1"/>
            </p:cNvSpPr>
            <p:nvPr/>
          </p:nvSpPr>
          <p:spPr bwMode="auto">
            <a:xfrm>
              <a:off x="5953125" y="2822453"/>
              <a:ext cx="1404938" cy="0"/>
            </a:xfrm>
            <a:prstGeom prst="line">
              <a:avLst/>
            </a:prstGeom>
            <a:noFill/>
            <a:ln w="28575">
              <a:solidFill>
                <a:schemeClr val="tx1"/>
              </a:solidFill>
              <a:round/>
              <a:headEnd/>
              <a:tailEnd type="oval" w="med" len="med"/>
            </a:ln>
          </p:spPr>
          <p:txBody>
            <a:bodyPr/>
            <a:lstStyle/>
            <a:p>
              <a:pPr eaLnBrk="1" hangingPunct="1">
                <a:defRPr/>
              </a:pPr>
              <a:endParaRPr lang="en-US" sz="1600">
                <a:latin typeface="+mj-lt"/>
              </a:endParaRPr>
            </a:p>
          </p:txBody>
        </p:sp>
        <p:sp>
          <p:nvSpPr>
            <p:cNvPr id="60432" name="Line 23">
              <a:extLst>
                <a:ext uri="{FF2B5EF4-FFF2-40B4-BE49-F238E27FC236}">
                  <a16:creationId xmlns:a16="http://schemas.microsoft.com/office/drawing/2014/main" id="{A66FDF69-927A-4F32-8A76-820757B5A1D4}"/>
                </a:ext>
              </a:extLst>
            </p:cNvPr>
            <p:cNvSpPr>
              <a:spLocks noChangeShapeType="1"/>
            </p:cNvSpPr>
            <p:nvPr/>
          </p:nvSpPr>
          <p:spPr bwMode="auto">
            <a:xfrm>
              <a:off x="2101850" y="1743035"/>
              <a:ext cx="315913"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33" name="Line 24">
              <a:extLst>
                <a:ext uri="{FF2B5EF4-FFF2-40B4-BE49-F238E27FC236}">
                  <a16:creationId xmlns:a16="http://schemas.microsoft.com/office/drawing/2014/main" id="{7C50B024-5C75-475B-996B-CA583149521C}"/>
                </a:ext>
              </a:extLst>
            </p:cNvPr>
            <p:cNvSpPr>
              <a:spLocks noChangeShapeType="1"/>
            </p:cNvSpPr>
            <p:nvPr/>
          </p:nvSpPr>
          <p:spPr bwMode="auto">
            <a:xfrm>
              <a:off x="2101850" y="1743035"/>
              <a:ext cx="0" cy="353986"/>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34" name="Line 25">
              <a:extLst>
                <a:ext uri="{FF2B5EF4-FFF2-40B4-BE49-F238E27FC236}">
                  <a16:creationId xmlns:a16="http://schemas.microsoft.com/office/drawing/2014/main" id="{EE3E1A5A-72B7-4C9D-BC58-60243B7129FE}"/>
                </a:ext>
              </a:extLst>
            </p:cNvPr>
            <p:cNvSpPr>
              <a:spLocks noChangeShapeType="1"/>
            </p:cNvSpPr>
            <p:nvPr/>
          </p:nvSpPr>
          <p:spPr bwMode="auto">
            <a:xfrm>
              <a:off x="2117725" y="2097021"/>
              <a:ext cx="26035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35" name="Oval 26">
              <a:extLst>
                <a:ext uri="{FF2B5EF4-FFF2-40B4-BE49-F238E27FC236}">
                  <a16:creationId xmlns:a16="http://schemas.microsoft.com/office/drawing/2014/main" id="{1F83F796-9B16-4680-AEBF-F979ED8BDB3D}"/>
                </a:ext>
              </a:extLst>
            </p:cNvPr>
            <p:cNvSpPr>
              <a:spLocks noChangeArrowheads="1"/>
            </p:cNvSpPr>
            <p:nvPr/>
          </p:nvSpPr>
          <p:spPr bwMode="auto">
            <a:xfrm>
              <a:off x="2355850" y="2036701"/>
              <a:ext cx="90488" cy="80956"/>
            </a:xfrm>
            <a:prstGeom prst="ellipse">
              <a:avLst/>
            </a:prstGeom>
            <a:solidFill>
              <a:schemeClr val="accent1"/>
            </a:solidFill>
            <a:ln w="28575">
              <a:solidFill>
                <a:schemeClr val="tx1"/>
              </a:solidFill>
              <a:round/>
              <a:headEnd/>
              <a:tailEnd/>
            </a:ln>
          </p:spPr>
          <p:txBody>
            <a:bodyPr wrap="none" anchor="ctr"/>
            <a:lstStyle/>
            <a:p>
              <a:pPr eaLnBrk="1" hangingPunct="1">
                <a:defRPr/>
              </a:pPr>
              <a:endParaRPr lang="en-US" sz="1600">
                <a:latin typeface="+mj-lt"/>
              </a:endParaRPr>
            </a:p>
          </p:txBody>
        </p:sp>
        <p:sp>
          <p:nvSpPr>
            <p:cNvPr id="60436" name="Line 27">
              <a:extLst>
                <a:ext uri="{FF2B5EF4-FFF2-40B4-BE49-F238E27FC236}">
                  <a16:creationId xmlns:a16="http://schemas.microsoft.com/office/drawing/2014/main" id="{92C14FBD-1E6B-4B64-B642-B36C5CF6A503}"/>
                </a:ext>
              </a:extLst>
            </p:cNvPr>
            <p:cNvSpPr>
              <a:spLocks noChangeShapeType="1"/>
            </p:cNvSpPr>
            <p:nvPr/>
          </p:nvSpPr>
          <p:spPr bwMode="auto">
            <a:xfrm>
              <a:off x="1801813" y="1919235"/>
              <a:ext cx="292100" cy="0"/>
            </a:xfrm>
            <a:prstGeom prst="line">
              <a:avLst/>
            </a:prstGeom>
            <a:noFill/>
            <a:ln w="28575">
              <a:solidFill>
                <a:schemeClr val="tx1"/>
              </a:solidFill>
              <a:round/>
              <a:headEnd/>
              <a:tailEnd type="oval" w="med" len="med"/>
            </a:ln>
          </p:spPr>
          <p:txBody>
            <a:bodyPr/>
            <a:lstStyle/>
            <a:p>
              <a:pPr eaLnBrk="1" hangingPunct="1">
                <a:defRPr/>
              </a:pPr>
              <a:endParaRPr lang="en-US" sz="1600">
                <a:latin typeface="+mj-lt"/>
              </a:endParaRPr>
            </a:p>
          </p:txBody>
        </p:sp>
        <p:sp>
          <p:nvSpPr>
            <p:cNvPr id="60437" name="Line 28">
              <a:extLst>
                <a:ext uri="{FF2B5EF4-FFF2-40B4-BE49-F238E27FC236}">
                  <a16:creationId xmlns:a16="http://schemas.microsoft.com/office/drawing/2014/main" id="{6A148513-24EB-454A-AF26-14B1CDC54B20}"/>
                </a:ext>
              </a:extLst>
            </p:cNvPr>
            <p:cNvSpPr>
              <a:spLocks noChangeShapeType="1"/>
            </p:cNvSpPr>
            <p:nvPr/>
          </p:nvSpPr>
          <p:spPr bwMode="auto">
            <a:xfrm>
              <a:off x="2101850" y="2516089"/>
              <a:ext cx="315913"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38" name="Line 29">
              <a:extLst>
                <a:ext uri="{FF2B5EF4-FFF2-40B4-BE49-F238E27FC236}">
                  <a16:creationId xmlns:a16="http://schemas.microsoft.com/office/drawing/2014/main" id="{BC7A4F5C-B5F0-4EAD-B661-07663B818D63}"/>
                </a:ext>
              </a:extLst>
            </p:cNvPr>
            <p:cNvSpPr>
              <a:spLocks noChangeShapeType="1"/>
            </p:cNvSpPr>
            <p:nvPr/>
          </p:nvSpPr>
          <p:spPr bwMode="auto">
            <a:xfrm>
              <a:off x="2101850" y="2516089"/>
              <a:ext cx="0" cy="353985"/>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39" name="Line 30">
              <a:extLst>
                <a:ext uri="{FF2B5EF4-FFF2-40B4-BE49-F238E27FC236}">
                  <a16:creationId xmlns:a16="http://schemas.microsoft.com/office/drawing/2014/main" id="{754D72E1-76C8-43CC-8075-1AA7E8EFA296}"/>
                </a:ext>
              </a:extLst>
            </p:cNvPr>
            <p:cNvSpPr>
              <a:spLocks noChangeShapeType="1"/>
            </p:cNvSpPr>
            <p:nvPr/>
          </p:nvSpPr>
          <p:spPr bwMode="auto">
            <a:xfrm>
              <a:off x="2117725" y="2870074"/>
              <a:ext cx="26035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40" name="Oval 31">
              <a:extLst>
                <a:ext uri="{FF2B5EF4-FFF2-40B4-BE49-F238E27FC236}">
                  <a16:creationId xmlns:a16="http://schemas.microsoft.com/office/drawing/2014/main" id="{77CDADA5-BAC0-4D5C-A244-87E9E7C78D29}"/>
                </a:ext>
              </a:extLst>
            </p:cNvPr>
            <p:cNvSpPr>
              <a:spLocks noChangeArrowheads="1"/>
            </p:cNvSpPr>
            <p:nvPr/>
          </p:nvSpPr>
          <p:spPr bwMode="auto">
            <a:xfrm>
              <a:off x="2355850" y="2811342"/>
              <a:ext cx="90488" cy="84131"/>
            </a:xfrm>
            <a:prstGeom prst="ellipse">
              <a:avLst/>
            </a:prstGeom>
            <a:solidFill>
              <a:schemeClr val="accent1"/>
            </a:solidFill>
            <a:ln w="28575">
              <a:solidFill>
                <a:schemeClr val="tx1"/>
              </a:solidFill>
              <a:round/>
              <a:headEnd/>
              <a:tailEnd/>
            </a:ln>
          </p:spPr>
          <p:txBody>
            <a:bodyPr wrap="none" anchor="ctr"/>
            <a:lstStyle/>
            <a:p>
              <a:pPr eaLnBrk="1" hangingPunct="1">
                <a:defRPr/>
              </a:pPr>
              <a:endParaRPr lang="en-US" sz="1600">
                <a:latin typeface="+mj-lt"/>
              </a:endParaRPr>
            </a:p>
          </p:txBody>
        </p:sp>
        <p:sp>
          <p:nvSpPr>
            <p:cNvPr id="60441" name="Line 32">
              <a:extLst>
                <a:ext uri="{FF2B5EF4-FFF2-40B4-BE49-F238E27FC236}">
                  <a16:creationId xmlns:a16="http://schemas.microsoft.com/office/drawing/2014/main" id="{F25A66D6-0483-457A-9080-CC21F5D11C65}"/>
                </a:ext>
              </a:extLst>
            </p:cNvPr>
            <p:cNvSpPr>
              <a:spLocks noChangeShapeType="1"/>
            </p:cNvSpPr>
            <p:nvPr/>
          </p:nvSpPr>
          <p:spPr bwMode="auto">
            <a:xfrm>
              <a:off x="1801813" y="2693876"/>
              <a:ext cx="292100" cy="0"/>
            </a:xfrm>
            <a:prstGeom prst="line">
              <a:avLst/>
            </a:prstGeom>
            <a:noFill/>
            <a:ln w="28575">
              <a:solidFill>
                <a:schemeClr val="tx1"/>
              </a:solidFill>
              <a:round/>
              <a:headEnd/>
              <a:tailEnd type="oval" w="med" len="med"/>
            </a:ln>
          </p:spPr>
          <p:txBody>
            <a:bodyPr/>
            <a:lstStyle/>
            <a:p>
              <a:pPr eaLnBrk="1" hangingPunct="1">
                <a:defRPr/>
              </a:pPr>
              <a:endParaRPr lang="en-US" sz="1600">
                <a:latin typeface="+mj-lt"/>
              </a:endParaRPr>
            </a:p>
          </p:txBody>
        </p:sp>
        <p:sp>
          <p:nvSpPr>
            <p:cNvPr id="60442" name="Line 33">
              <a:extLst>
                <a:ext uri="{FF2B5EF4-FFF2-40B4-BE49-F238E27FC236}">
                  <a16:creationId xmlns:a16="http://schemas.microsoft.com/office/drawing/2014/main" id="{CC5C7348-CC23-4EC0-91FA-32907B060CE5}"/>
                </a:ext>
              </a:extLst>
            </p:cNvPr>
            <p:cNvSpPr>
              <a:spLocks noChangeShapeType="1"/>
            </p:cNvSpPr>
            <p:nvPr/>
          </p:nvSpPr>
          <p:spPr bwMode="auto">
            <a:xfrm flipV="1">
              <a:off x="2736850" y="2690701"/>
              <a:ext cx="496888" cy="0"/>
            </a:xfrm>
            <a:prstGeom prst="line">
              <a:avLst/>
            </a:prstGeom>
            <a:noFill/>
            <a:ln w="28575">
              <a:solidFill>
                <a:schemeClr val="tx1"/>
              </a:solidFill>
              <a:round/>
              <a:headEnd/>
              <a:tailEnd type="oval" w="med" len="med"/>
            </a:ln>
          </p:spPr>
          <p:txBody>
            <a:bodyPr/>
            <a:lstStyle/>
            <a:p>
              <a:pPr eaLnBrk="1" hangingPunct="1">
                <a:defRPr/>
              </a:pPr>
              <a:endParaRPr lang="en-US" sz="1600">
                <a:latin typeface="+mj-lt"/>
              </a:endParaRPr>
            </a:p>
          </p:txBody>
        </p:sp>
        <p:sp>
          <p:nvSpPr>
            <p:cNvPr id="60443" name="Line 34">
              <a:extLst>
                <a:ext uri="{FF2B5EF4-FFF2-40B4-BE49-F238E27FC236}">
                  <a16:creationId xmlns:a16="http://schemas.microsoft.com/office/drawing/2014/main" id="{11F35B70-78D6-4445-BF5D-1CDB9685CFFB}"/>
                </a:ext>
              </a:extLst>
            </p:cNvPr>
            <p:cNvSpPr>
              <a:spLocks noChangeShapeType="1"/>
            </p:cNvSpPr>
            <p:nvPr/>
          </p:nvSpPr>
          <p:spPr bwMode="auto">
            <a:xfrm>
              <a:off x="1841500" y="3243109"/>
              <a:ext cx="260350" cy="0"/>
            </a:xfrm>
            <a:prstGeom prst="line">
              <a:avLst/>
            </a:prstGeom>
            <a:noFill/>
            <a:ln w="28575">
              <a:solidFill>
                <a:schemeClr val="tx1"/>
              </a:solidFill>
              <a:round/>
              <a:headEnd/>
              <a:tailEnd type="oval" w="med" len="med"/>
            </a:ln>
          </p:spPr>
          <p:txBody>
            <a:bodyPr/>
            <a:lstStyle/>
            <a:p>
              <a:pPr eaLnBrk="1" hangingPunct="1">
                <a:defRPr/>
              </a:pPr>
              <a:endParaRPr lang="en-US" sz="1600">
                <a:latin typeface="+mj-lt"/>
              </a:endParaRPr>
            </a:p>
          </p:txBody>
        </p:sp>
        <p:sp>
          <p:nvSpPr>
            <p:cNvPr id="60444" name="Line 35">
              <a:extLst>
                <a:ext uri="{FF2B5EF4-FFF2-40B4-BE49-F238E27FC236}">
                  <a16:creationId xmlns:a16="http://schemas.microsoft.com/office/drawing/2014/main" id="{35BCDB8F-3627-4AD7-AADC-69B6589BF29F}"/>
                </a:ext>
              </a:extLst>
            </p:cNvPr>
            <p:cNvSpPr>
              <a:spLocks noChangeShapeType="1"/>
            </p:cNvSpPr>
            <p:nvPr/>
          </p:nvSpPr>
          <p:spPr bwMode="auto">
            <a:xfrm>
              <a:off x="3244850" y="2900235"/>
              <a:ext cx="442913"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45" name="Line 36">
              <a:extLst>
                <a:ext uri="{FF2B5EF4-FFF2-40B4-BE49-F238E27FC236}">
                  <a16:creationId xmlns:a16="http://schemas.microsoft.com/office/drawing/2014/main" id="{3BAE66BA-31EC-46C4-BF48-D74BF9275981}"/>
                </a:ext>
              </a:extLst>
            </p:cNvPr>
            <p:cNvSpPr>
              <a:spLocks noChangeShapeType="1"/>
            </p:cNvSpPr>
            <p:nvPr/>
          </p:nvSpPr>
          <p:spPr bwMode="auto">
            <a:xfrm>
              <a:off x="3263900" y="3079608"/>
              <a:ext cx="0" cy="157151"/>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46" name="Line 37">
              <a:extLst>
                <a:ext uri="{FF2B5EF4-FFF2-40B4-BE49-F238E27FC236}">
                  <a16:creationId xmlns:a16="http://schemas.microsoft.com/office/drawing/2014/main" id="{D7B4417D-5F7A-4435-B4E5-BFDE05A49ED2}"/>
                </a:ext>
              </a:extLst>
            </p:cNvPr>
            <p:cNvSpPr>
              <a:spLocks noChangeShapeType="1"/>
            </p:cNvSpPr>
            <p:nvPr/>
          </p:nvSpPr>
          <p:spPr bwMode="auto">
            <a:xfrm flipH="1">
              <a:off x="7342188" y="2300206"/>
              <a:ext cx="0" cy="2173122"/>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47" name="Line 38">
              <a:extLst>
                <a:ext uri="{FF2B5EF4-FFF2-40B4-BE49-F238E27FC236}">
                  <a16:creationId xmlns:a16="http://schemas.microsoft.com/office/drawing/2014/main" id="{C03F5392-4985-42CA-96B5-1BB0FE4E08C9}"/>
                </a:ext>
              </a:extLst>
            </p:cNvPr>
            <p:cNvSpPr>
              <a:spLocks noChangeShapeType="1"/>
            </p:cNvSpPr>
            <p:nvPr/>
          </p:nvSpPr>
          <p:spPr bwMode="auto">
            <a:xfrm>
              <a:off x="7343775" y="3400259"/>
              <a:ext cx="139700" cy="0"/>
            </a:xfrm>
            <a:prstGeom prst="line">
              <a:avLst/>
            </a:prstGeom>
            <a:noFill/>
            <a:ln w="28575">
              <a:solidFill>
                <a:schemeClr val="tx1"/>
              </a:solidFill>
              <a:round/>
              <a:headEnd type="oval" w="med" len="med"/>
              <a:tailEnd/>
            </a:ln>
          </p:spPr>
          <p:txBody>
            <a:bodyPr/>
            <a:lstStyle/>
            <a:p>
              <a:pPr eaLnBrk="1" hangingPunct="1">
                <a:defRPr/>
              </a:pPr>
              <a:endParaRPr lang="en-US" sz="1600">
                <a:latin typeface="+mj-lt"/>
              </a:endParaRPr>
            </a:p>
          </p:txBody>
        </p:sp>
        <p:sp>
          <p:nvSpPr>
            <p:cNvPr id="60448" name="Rectangle 39">
              <a:extLst>
                <a:ext uri="{FF2B5EF4-FFF2-40B4-BE49-F238E27FC236}">
                  <a16:creationId xmlns:a16="http://schemas.microsoft.com/office/drawing/2014/main" id="{C06C1DF4-2F76-4D9E-9EC5-4F6DC71EFAB9}"/>
                </a:ext>
              </a:extLst>
            </p:cNvPr>
            <p:cNvSpPr>
              <a:spLocks noChangeArrowheads="1"/>
            </p:cNvSpPr>
            <p:nvPr/>
          </p:nvSpPr>
          <p:spPr bwMode="auto">
            <a:xfrm>
              <a:off x="7491413" y="3225647"/>
              <a:ext cx="509587" cy="223821"/>
            </a:xfrm>
            <a:prstGeom prst="rect">
              <a:avLst/>
            </a:prstGeom>
            <a:solidFill>
              <a:schemeClr val="bg1"/>
            </a:solidFill>
            <a:ln w="28575">
              <a:solidFill>
                <a:schemeClr val="tx1"/>
              </a:solidFill>
              <a:miter lim="800000"/>
              <a:headEnd/>
              <a:tailEnd/>
            </a:ln>
          </p:spPr>
          <p:txBody>
            <a:bodyPr wrap="none" anchor="ctr"/>
            <a:lstStyle/>
            <a:p>
              <a:pPr eaLnBrk="1" hangingPunct="1">
                <a:defRPr/>
              </a:pPr>
              <a:endParaRPr lang="en-US" sz="1600">
                <a:latin typeface="+mj-lt"/>
              </a:endParaRPr>
            </a:p>
          </p:txBody>
        </p:sp>
        <p:sp>
          <p:nvSpPr>
            <p:cNvPr id="60449" name="AutoShape 40">
              <a:extLst>
                <a:ext uri="{FF2B5EF4-FFF2-40B4-BE49-F238E27FC236}">
                  <a16:creationId xmlns:a16="http://schemas.microsoft.com/office/drawing/2014/main" id="{BBFE1FD0-08C1-41E4-8D2A-EE8A8C27AC98}"/>
                </a:ext>
              </a:extLst>
            </p:cNvPr>
            <p:cNvSpPr>
              <a:spLocks noChangeArrowheads="1"/>
            </p:cNvSpPr>
            <p:nvPr/>
          </p:nvSpPr>
          <p:spPr bwMode="auto">
            <a:xfrm>
              <a:off x="7491413" y="3230410"/>
              <a:ext cx="509587" cy="219058"/>
            </a:xfrm>
            <a:prstGeom prst="diamond">
              <a:avLst/>
            </a:prstGeom>
            <a:solidFill>
              <a:schemeClr val="accent1">
                <a:lumMod val="20000"/>
                <a:lumOff val="80000"/>
              </a:schemeClr>
            </a:solidFill>
            <a:ln w="28575">
              <a:solidFill>
                <a:schemeClr val="tx1"/>
              </a:solidFill>
              <a:miter lim="800000"/>
              <a:headEnd/>
              <a:tailEnd/>
            </a:ln>
          </p:spPr>
          <p:txBody>
            <a:bodyPr wrap="none" anchor="ctr"/>
            <a:lstStyle/>
            <a:p>
              <a:pPr eaLnBrk="1" hangingPunct="1">
                <a:defRPr/>
              </a:pPr>
              <a:endParaRPr lang="en-US" sz="1600">
                <a:latin typeface="+mj-lt"/>
              </a:endParaRPr>
            </a:p>
          </p:txBody>
        </p:sp>
        <p:sp>
          <p:nvSpPr>
            <p:cNvPr id="60450" name="AutoShape 41">
              <a:extLst>
                <a:ext uri="{FF2B5EF4-FFF2-40B4-BE49-F238E27FC236}">
                  <a16:creationId xmlns:a16="http://schemas.microsoft.com/office/drawing/2014/main" id="{99822CF0-F4CD-471B-A4BD-4DC5A2A752A5}"/>
                </a:ext>
              </a:extLst>
            </p:cNvPr>
            <p:cNvSpPr>
              <a:spLocks noChangeArrowheads="1"/>
            </p:cNvSpPr>
            <p:nvPr/>
          </p:nvSpPr>
          <p:spPr bwMode="auto">
            <a:xfrm rot="16200000">
              <a:off x="5918219" y="3436753"/>
              <a:ext cx="501612" cy="425450"/>
            </a:xfrm>
            <a:prstGeom prst="triangle">
              <a:avLst>
                <a:gd name="adj" fmla="val 50000"/>
              </a:avLst>
            </a:prstGeom>
            <a:solidFill>
              <a:schemeClr val="accent1">
                <a:lumMod val="60000"/>
                <a:lumOff val="40000"/>
              </a:schemeClr>
            </a:solidFill>
            <a:ln w="28575">
              <a:solidFill>
                <a:schemeClr val="tx1"/>
              </a:solidFill>
              <a:miter lim="800000"/>
              <a:headEnd/>
              <a:tailEnd/>
            </a:ln>
          </p:spPr>
          <p:txBody>
            <a:bodyPr vert="eaVert" wrap="none" anchor="ctr"/>
            <a:lstStyle/>
            <a:p>
              <a:pPr algn="ctr" eaLnBrk="1" hangingPunct="1">
                <a:defRPr/>
              </a:pPr>
              <a:r>
                <a:rPr lang="en-US" sz="1600">
                  <a:latin typeface="+mj-lt"/>
                </a:rPr>
                <a:t>2</a:t>
              </a:r>
            </a:p>
          </p:txBody>
        </p:sp>
        <p:sp>
          <p:nvSpPr>
            <p:cNvPr id="60451" name="Line 42">
              <a:extLst>
                <a:ext uri="{FF2B5EF4-FFF2-40B4-BE49-F238E27FC236}">
                  <a16:creationId xmlns:a16="http://schemas.microsoft.com/office/drawing/2014/main" id="{AF67B23C-8923-4D59-821C-7FB4587DF255}"/>
                </a:ext>
              </a:extLst>
            </p:cNvPr>
            <p:cNvSpPr>
              <a:spLocks noChangeShapeType="1"/>
            </p:cNvSpPr>
            <p:nvPr/>
          </p:nvSpPr>
          <p:spPr bwMode="auto">
            <a:xfrm>
              <a:off x="6384925" y="3666939"/>
              <a:ext cx="941388" cy="0"/>
            </a:xfrm>
            <a:prstGeom prst="line">
              <a:avLst/>
            </a:prstGeom>
            <a:noFill/>
            <a:ln w="28575">
              <a:solidFill>
                <a:schemeClr val="tx1"/>
              </a:solidFill>
              <a:round/>
              <a:headEnd/>
              <a:tailEnd type="oval" w="med" len="med"/>
            </a:ln>
          </p:spPr>
          <p:txBody>
            <a:bodyPr/>
            <a:lstStyle/>
            <a:p>
              <a:pPr eaLnBrk="1" hangingPunct="1">
                <a:defRPr/>
              </a:pPr>
              <a:endParaRPr lang="en-US" sz="1600">
                <a:latin typeface="+mj-lt"/>
              </a:endParaRPr>
            </a:p>
          </p:txBody>
        </p:sp>
        <p:sp>
          <p:nvSpPr>
            <p:cNvPr id="60452" name="Line 43">
              <a:extLst>
                <a:ext uri="{FF2B5EF4-FFF2-40B4-BE49-F238E27FC236}">
                  <a16:creationId xmlns:a16="http://schemas.microsoft.com/office/drawing/2014/main" id="{56529C83-7C9F-46A0-BA6A-FFC74D9F121F}"/>
                </a:ext>
              </a:extLst>
            </p:cNvPr>
            <p:cNvSpPr>
              <a:spLocks noChangeShapeType="1"/>
            </p:cNvSpPr>
            <p:nvPr/>
          </p:nvSpPr>
          <p:spPr bwMode="auto">
            <a:xfrm>
              <a:off x="2736850" y="3651065"/>
              <a:ext cx="3201988"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53" name="Rectangle 44">
              <a:extLst>
                <a:ext uri="{FF2B5EF4-FFF2-40B4-BE49-F238E27FC236}">
                  <a16:creationId xmlns:a16="http://schemas.microsoft.com/office/drawing/2014/main" id="{D3461071-EEE7-4BD4-8397-5EC0EEFEEAE5}"/>
                </a:ext>
              </a:extLst>
            </p:cNvPr>
            <p:cNvSpPr>
              <a:spLocks noChangeArrowheads="1"/>
            </p:cNvSpPr>
            <p:nvPr/>
          </p:nvSpPr>
          <p:spPr bwMode="auto">
            <a:xfrm>
              <a:off x="4703763" y="4108230"/>
              <a:ext cx="633412" cy="295253"/>
            </a:xfrm>
            <a:prstGeom prst="rect">
              <a:avLst/>
            </a:prstGeom>
            <a:solidFill>
              <a:schemeClr val="accent1">
                <a:lumMod val="20000"/>
                <a:lumOff val="80000"/>
              </a:schemeClr>
            </a:solidFill>
            <a:ln w="28575">
              <a:solidFill>
                <a:schemeClr val="tx1"/>
              </a:solidFill>
              <a:miter lim="800000"/>
              <a:headEnd/>
              <a:tailEnd/>
            </a:ln>
          </p:spPr>
          <p:txBody>
            <a:bodyPr wrap="none" anchor="ctr"/>
            <a:lstStyle/>
            <a:p>
              <a:pPr eaLnBrk="1" hangingPunct="1">
                <a:defRPr/>
              </a:pPr>
              <a:r>
                <a:rPr lang="en-US" sz="1600" dirty="0">
                  <a:latin typeface="+mj-lt"/>
                </a:rPr>
                <a:t>Delay</a:t>
              </a:r>
            </a:p>
          </p:txBody>
        </p:sp>
        <p:sp>
          <p:nvSpPr>
            <p:cNvPr id="60454" name="Line 45">
              <a:extLst>
                <a:ext uri="{FF2B5EF4-FFF2-40B4-BE49-F238E27FC236}">
                  <a16:creationId xmlns:a16="http://schemas.microsoft.com/office/drawing/2014/main" id="{3E7149E5-D224-4C55-B7A2-746FDF48FCED}"/>
                </a:ext>
              </a:extLst>
            </p:cNvPr>
            <p:cNvSpPr>
              <a:spLocks noChangeShapeType="1"/>
            </p:cNvSpPr>
            <p:nvPr/>
          </p:nvSpPr>
          <p:spPr bwMode="auto">
            <a:xfrm>
              <a:off x="4259263" y="4241570"/>
              <a:ext cx="44450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55" name="Line 46">
              <a:extLst>
                <a:ext uri="{FF2B5EF4-FFF2-40B4-BE49-F238E27FC236}">
                  <a16:creationId xmlns:a16="http://schemas.microsoft.com/office/drawing/2014/main" id="{A5B69752-010C-4366-BF5B-4E72508065FC}"/>
                </a:ext>
              </a:extLst>
            </p:cNvPr>
            <p:cNvSpPr>
              <a:spLocks noChangeShapeType="1"/>
            </p:cNvSpPr>
            <p:nvPr/>
          </p:nvSpPr>
          <p:spPr bwMode="auto">
            <a:xfrm>
              <a:off x="5337175" y="4241570"/>
              <a:ext cx="19050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56" name="Line 47">
              <a:extLst>
                <a:ext uri="{FF2B5EF4-FFF2-40B4-BE49-F238E27FC236}">
                  <a16:creationId xmlns:a16="http://schemas.microsoft.com/office/drawing/2014/main" id="{057074CA-9388-424E-B3C2-085072FCB142}"/>
                </a:ext>
              </a:extLst>
            </p:cNvPr>
            <p:cNvSpPr>
              <a:spLocks noChangeShapeType="1"/>
            </p:cNvSpPr>
            <p:nvPr/>
          </p:nvSpPr>
          <p:spPr bwMode="auto">
            <a:xfrm flipV="1">
              <a:off x="5527675" y="3651065"/>
              <a:ext cx="0" cy="592093"/>
            </a:xfrm>
            <a:prstGeom prst="line">
              <a:avLst/>
            </a:prstGeom>
            <a:noFill/>
            <a:ln w="28575">
              <a:solidFill>
                <a:schemeClr val="tx1"/>
              </a:solidFill>
              <a:round/>
              <a:headEnd/>
              <a:tailEnd type="oval" w="med" len="med"/>
            </a:ln>
          </p:spPr>
          <p:txBody>
            <a:bodyPr/>
            <a:lstStyle/>
            <a:p>
              <a:pPr eaLnBrk="1" hangingPunct="1">
                <a:defRPr/>
              </a:pPr>
              <a:endParaRPr lang="en-US" sz="1600">
                <a:latin typeface="+mj-lt"/>
              </a:endParaRPr>
            </a:p>
          </p:txBody>
        </p:sp>
        <p:sp>
          <p:nvSpPr>
            <p:cNvPr id="60457" name="Line 48">
              <a:extLst>
                <a:ext uri="{FF2B5EF4-FFF2-40B4-BE49-F238E27FC236}">
                  <a16:creationId xmlns:a16="http://schemas.microsoft.com/office/drawing/2014/main" id="{7F0C2647-898D-4D1F-BA82-9B8A553ED9C6}"/>
                </a:ext>
              </a:extLst>
            </p:cNvPr>
            <p:cNvSpPr>
              <a:spLocks noChangeShapeType="1"/>
            </p:cNvSpPr>
            <p:nvPr/>
          </p:nvSpPr>
          <p:spPr bwMode="auto">
            <a:xfrm>
              <a:off x="4259263" y="4035211"/>
              <a:ext cx="1268412" cy="0"/>
            </a:xfrm>
            <a:prstGeom prst="line">
              <a:avLst/>
            </a:prstGeom>
            <a:noFill/>
            <a:ln w="28575">
              <a:solidFill>
                <a:schemeClr val="tx1"/>
              </a:solidFill>
              <a:round/>
              <a:headEnd/>
              <a:tailEnd type="oval" w="med" len="med"/>
            </a:ln>
          </p:spPr>
          <p:txBody>
            <a:bodyPr/>
            <a:lstStyle/>
            <a:p>
              <a:pPr eaLnBrk="1" hangingPunct="1">
                <a:defRPr/>
              </a:pPr>
              <a:endParaRPr lang="en-US" sz="1600">
                <a:latin typeface="+mj-lt"/>
              </a:endParaRPr>
            </a:p>
          </p:txBody>
        </p:sp>
        <p:sp>
          <p:nvSpPr>
            <p:cNvPr id="60458" name="Line 49">
              <a:extLst>
                <a:ext uri="{FF2B5EF4-FFF2-40B4-BE49-F238E27FC236}">
                  <a16:creationId xmlns:a16="http://schemas.microsoft.com/office/drawing/2014/main" id="{68954281-7948-4CDE-8ED0-855037E3C93D}"/>
                </a:ext>
              </a:extLst>
            </p:cNvPr>
            <p:cNvSpPr>
              <a:spLocks noChangeShapeType="1"/>
            </p:cNvSpPr>
            <p:nvPr/>
          </p:nvSpPr>
          <p:spPr bwMode="auto">
            <a:xfrm flipH="1">
              <a:off x="3602038" y="4124104"/>
              <a:ext cx="333375"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59" name="Line 50">
              <a:extLst>
                <a:ext uri="{FF2B5EF4-FFF2-40B4-BE49-F238E27FC236}">
                  <a16:creationId xmlns:a16="http://schemas.microsoft.com/office/drawing/2014/main" id="{F5B71092-F647-4E10-8733-F7C02ACF2838}"/>
                </a:ext>
              </a:extLst>
            </p:cNvPr>
            <p:cNvSpPr>
              <a:spLocks noChangeShapeType="1"/>
            </p:cNvSpPr>
            <p:nvPr/>
          </p:nvSpPr>
          <p:spPr bwMode="auto">
            <a:xfrm flipH="1">
              <a:off x="3594100" y="4124104"/>
              <a:ext cx="0" cy="550821"/>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60" name="Line 51">
              <a:extLst>
                <a:ext uri="{FF2B5EF4-FFF2-40B4-BE49-F238E27FC236}">
                  <a16:creationId xmlns:a16="http://schemas.microsoft.com/office/drawing/2014/main" id="{4EED1139-8391-482D-9E3F-2FBBEA4D95A8}"/>
                </a:ext>
              </a:extLst>
            </p:cNvPr>
            <p:cNvSpPr>
              <a:spLocks noChangeShapeType="1"/>
            </p:cNvSpPr>
            <p:nvPr/>
          </p:nvSpPr>
          <p:spPr bwMode="auto">
            <a:xfrm>
              <a:off x="3594100" y="4690799"/>
              <a:ext cx="236538"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61" name="Line 53">
              <a:extLst>
                <a:ext uri="{FF2B5EF4-FFF2-40B4-BE49-F238E27FC236}">
                  <a16:creationId xmlns:a16="http://schemas.microsoft.com/office/drawing/2014/main" id="{50383E18-A651-478A-9349-335A1C97AD3D}"/>
                </a:ext>
              </a:extLst>
            </p:cNvPr>
            <p:cNvSpPr>
              <a:spLocks noChangeShapeType="1"/>
            </p:cNvSpPr>
            <p:nvPr/>
          </p:nvSpPr>
          <p:spPr bwMode="auto">
            <a:xfrm>
              <a:off x="3403600" y="3293905"/>
              <a:ext cx="284163"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62" name="Line 54">
              <a:extLst>
                <a:ext uri="{FF2B5EF4-FFF2-40B4-BE49-F238E27FC236}">
                  <a16:creationId xmlns:a16="http://schemas.microsoft.com/office/drawing/2014/main" id="{EA0BECF2-C3C3-464A-A37A-129D68426B07}"/>
                </a:ext>
              </a:extLst>
            </p:cNvPr>
            <p:cNvSpPr>
              <a:spLocks noChangeShapeType="1"/>
            </p:cNvSpPr>
            <p:nvPr/>
          </p:nvSpPr>
          <p:spPr bwMode="auto">
            <a:xfrm flipH="1">
              <a:off x="3400425" y="3293905"/>
              <a:ext cx="0" cy="2331860"/>
            </a:xfrm>
            <a:prstGeom prst="line">
              <a:avLst/>
            </a:prstGeom>
            <a:noFill/>
            <a:ln w="28575">
              <a:solidFill>
                <a:schemeClr val="tx1"/>
              </a:solidFill>
              <a:round/>
              <a:headEnd type="none" w="lg" len="lg"/>
              <a:tailEnd type="oval" w="med" len="med"/>
            </a:ln>
          </p:spPr>
          <p:txBody>
            <a:bodyPr/>
            <a:lstStyle/>
            <a:p>
              <a:pPr eaLnBrk="1" hangingPunct="1">
                <a:defRPr/>
              </a:pPr>
              <a:endParaRPr lang="en-US" sz="1600">
                <a:latin typeface="+mj-lt"/>
              </a:endParaRPr>
            </a:p>
          </p:txBody>
        </p:sp>
        <p:sp>
          <p:nvSpPr>
            <p:cNvPr id="60463" name="Line 55">
              <a:extLst>
                <a:ext uri="{FF2B5EF4-FFF2-40B4-BE49-F238E27FC236}">
                  <a16:creationId xmlns:a16="http://schemas.microsoft.com/office/drawing/2014/main" id="{722D6C7F-406B-46DB-9B1C-FF6C33A13CD4}"/>
                </a:ext>
              </a:extLst>
            </p:cNvPr>
            <p:cNvSpPr>
              <a:spLocks noChangeShapeType="1"/>
            </p:cNvSpPr>
            <p:nvPr/>
          </p:nvSpPr>
          <p:spPr bwMode="auto">
            <a:xfrm flipV="1">
              <a:off x="3244850" y="2574822"/>
              <a:ext cx="0" cy="330175"/>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64" name="Line 56">
              <a:extLst>
                <a:ext uri="{FF2B5EF4-FFF2-40B4-BE49-F238E27FC236}">
                  <a16:creationId xmlns:a16="http://schemas.microsoft.com/office/drawing/2014/main" id="{6AFC7B80-40C2-41F0-B10F-0B2858C7B743}"/>
                </a:ext>
              </a:extLst>
            </p:cNvPr>
            <p:cNvSpPr>
              <a:spLocks noChangeShapeType="1"/>
            </p:cNvSpPr>
            <p:nvPr/>
          </p:nvSpPr>
          <p:spPr bwMode="auto">
            <a:xfrm>
              <a:off x="3244850" y="2579585"/>
              <a:ext cx="1279525"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65" name="Line 57">
              <a:extLst>
                <a:ext uri="{FF2B5EF4-FFF2-40B4-BE49-F238E27FC236}">
                  <a16:creationId xmlns:a16="http://schemas.microsoft.com/office/drawing/2014/main" id="{B51330B0-5763-429D-81BA-A24A4BF1C659}"/>
                </a:ext>
              </a:extLst>
            </p:cNvPr>
            <p:cNvSpPr>
              <a:spLocks noChangeShapeType="1"/>
            </p:cNvSpPr>
            <p:nvPr/>
          </p:nvSpPr>
          <p:spPr bwMode="auto">
            <a:xfrm>
              <a:off x="4259263" y="2939919"/>
              <a:ext cx="63500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66" name="Line 58">
              <a:extLst>
                <a:ext uri="{FF2B5EF4-FFF2-40B4-BE49-F238E27FC236}">
                  <a16:creationId xmlns:a16="http://schemas.microsoft.com/office/drawing/2014/main" id="{6E898F69-4E93-4487-A5B7-AE913F80796F}"/>
                </a:ext>
              </a:extLst>
            </p:cNvPr>
            <p:cNvSpPr>
              <a:spLocks noChangeShapeType="1"/>
            </p:cNvSpPr>
            <p:nvPr/>
          </p:nvSpPr>
          <p:spPr bwMode="auto">
            <a:xfrm flipH="1">
              <a:off x="2112963" y="5619415"/>
              <a:ext cx="1484312"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67" name="Line 59">
              <a:extLst>
                <a:ext uri="{FF2B5EF4-FFF2-40B4-BE49-F238E27FC236}">
                  <a16:creationId xmlns:a16="http://schemas.microsoft.com/office/drawing/2014/main" id="{F1BABA20-3B6B-4FBF-BB4E-E924A351F39A}"/>
                </a:ext>
              </a:extLst>
            </p:cNvPr>
            <p:cNvSpPr>
              <a:spLocks noChangeShapeType="1"/>
            </p:cNvSpPr>
            <p:nvPr/>
          </p:nvSpPr>
          <p:spPr bwMode="auto">
            <a:xfrm>
              <a:off x="1836738" y="3787580"/>
              <a:ext cx="581025"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68" name="Line 60">
              <a:extLst>
                <a:ext uri="{FF2B5EF4-FFF2-40B4-BE49-F238E27FC236}">
                  <a16:creationId xmlns:a16="http://schemas.microsoft.com/office/drawing/2014/main" id="{8F328E2A-E327-4FFB-8EED-981F1F65A2A5}"/>
                </a:ext>
              </a:extLst>
            </p:cNvPr>
            <p:cNvSpPr>
              <a:spLocks noChangeShapeType="1"/>
            </p:cNvSpPr>
            <p:nvPr/>
          </p:nvSpPr>
          <p:spPr bwMode="auto">
            <a:xfrm>
              <a:off x="1889125" y="4484440"/>
              <a:ext cx="58420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69" name="Line 61">
              <a:extLst>
                <a:ext uri="{FF2B5EF4-FFF2-40B4-BE49-F238E27FC236}">
                  <a16:creationId xmlns:a16="http://schemas.microsoft.com/office/drawing/2014/main" id="{A8E19251-DD56-4EA0-B1B0-1B329C99C150}"/>
                </a:ext>
              </a:extLst>
            </p:cNvPr>
            <p:cNvSpPr>
              <a:spLocks noChangeShapeType="1"/>
            </p:cNvSpPr>
            <p:nvPr/>
          </p:nvSpPr>
          <p:spPr bwMode="auto">
            <a:xfrm>
              <a:off x="4386263" y="4690799"/>
              <a:ext cx="1458912"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70" name="Line 62">
              <a:extLst>
                <a:ext uri="{FF2B5EF4-FFF2-40B4-BE49-F238E27FC236}">
                  <a16:creationId xmlns:a16="http://schemas.microsoft.com/office/drawing/2014/main" id="{EEEECA2F-9CAE-4BA7-A936-DDBE64416A79}"/>
                </a:ext>
              </a:extLst>
            </p:cNvPr>
            <p:cNvSpPr>
              <a:spLocks noChangeShapeType="1"/>
            </p:cNvSpPr>
            <p:nvPr/>
          </p:nvSpPr>
          <p:spPr bwMode="auto">
            <a:xfrm>
              <a:off x="2736850" y="3828851"/>
              <a:ext cx="310515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71" name="Line 63">
              <a:extLst>
                <a:ext uri="{FF2B5EF4-FFF2-40B4-BE49-F238E27FC236}">
                  <a16:creationId xmlns:a16="http://schemas.microsoft.com/office/drawing/2014/main" id="{45D461F4-7E5E-4D94-BA06-BEDE2742198E}"/>
                </a:ext>
              </a:extLst>
            </p:cNvPr>
            <p:cNvSpPr>
              <a:spLocks noChangeShapeType="1"/>
            </p:cNvSpPr>
            <p:nvPr/>
          </p:nvSpPr>
          <p:spPr bwMode="auto">
            <a:xfrm flipV="1">
              <a:off x="5845175" y="3828851"/>
              <a:ext cx="0" cy="847661"/>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72" name="Line 64">
              <a:extLst>
                <a:ext uri="{FF2B5EF4-FFF2-40B4-BE49-F238E27FC236}">
                  <a16:creationId xmlns:a16="http://schemas.microsoft.com/office/drawing/2014/main" id="{7C6D7459-E6DF-4C6A-ACF1-0CDCFE9AE81E}"/>
                </a:ext>
              </a:extLst>
            </p:cNvPr>
            <p:cNvSpPr>
              <a:spLocks noChangeShapeType="1"/>
            </p:cNvSpPr>
            <p:nvPr/>
          </p:nvSpPr>
          <p:spPr bwMode="auto">
            <a:xfrm>
              <a:off x="2927350" y="3828851"/>
              <a:ext cx="0" cy="538122"/>
            </a:xfrm>
            <a:prstGeom prst="line">
              <a:avLst/>
            </a:prstGeom>
            <a:noFill/>
            <a:ln w="28575">
              <a:solidFill>
                <a:schemeClr val="tx1"/>
              </a:solidFill>
              <a:round/>
              <a:headEnd type="oval" w="med" len="med"/>
              <a:tailEnd/>
            </a:ln>
          </p:spPr>
          <p:txBody>
            <a:bodyPr/>
            <a:lstStyle/>
            <a:p>
              <a:pPr eaLnBrk="1" hangingPunct="1">
                <a:defRPr/>
              </a:pPr>
              <a:endParaRPr lang="en-US" sz="1600">
                <a:latin typeface="+mj-lt"/>
              </a:endParaRPr>
            </a:p>
          </p:txBody>
        </p:sp>
        <p:sp>
          <p:nvSpPr>
            <p:cNvPr id="60473" name="Line 65">
              <a:extLst>
                <a:ext uri="{FF2B5EF4-FFF2-40B4-BE49-F238E27FC236}">
                  <a16:creationId xmlns:a16="http://schemas.microsoft.com/office/drawing/2014/main" id="{035EED6F-B135-4A73-A7D5-2552338D76FC}"/>
                </a:ext>
              </a:extLst>
            </p:cNvPr>
            <p:cNvSpPr>
              <a:spLocks noChangeShapeType="1"/>
            </p:cNvSpPr>
            <p:nvPr/>
          </p:nvSpPr>
          <p:spPr bwMode="auto">
            <a:xfrm>
              <a:off x="2768600" y="4366974"/>
              <a:ext cx="14605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74" name="Line 66">
              <a:extLst>
                <a:ext uri="{FF2B5EF4-FFF2-40B4-BE49-F238E27FC236}">
                  <a16:creationId xmlns:a16="http://schemas.microsoft.com/office/drawing/2014/main" id="{928F23F6-BFB5-4CCA-B824-07CF5085E32F}"/>
                </a:ext>
              </a:extLst>
            </p:cNvPr>
            <p:cNvSpPr>
              <a:spLocks noChangeShapeType="1"/>
            </p:cNvSpPr>
            <p:nvPr/>
          </p:nvSpPr>
          <p:spPr bwMode="auto">
            <a:xfrm>
              <a:off x="3181350" y="3651065"/>
              <a:ext cx="0" cy="1011161"/>
            </a:xfrm>
            <a:prstGeom prst="line">
              <a:avLst/>
            </a:prstGeom>
            <a:noFill/>
            <a:ln w="28575">
              <a:solidFill>
                <a:schemeClr val="tx1"/>
              </a:solidFill>
              <a:round/>
              <a:headEnd type="oval" w="med" len="med"/>
              <a:tailEnd/>
            </a:ln>
          </p:spPr>
          <p:txBody>
            <a:bodyPr/>
            <a:lstStyle/>
            <a:p>
              <a:pPr eaLnBrk="1" hangingPunct="1">
                <a:defRPr/>
              </a:pPr>
              <a:endParaRPr lang="en-US" sz="1600">
                <a:latin typeface="+mj-lt"/>
              </a:endParaRPr>
            </a:p>
          </p:txBody>
        </p:sp>
        <p:sp>
          <p:nvSpPr>
            <p:cNvPr id="60475" name="Line 67">
              <a:extLst>
                <a:ext uri="{FF2B5EF4-FFF2-40B4-BE49-F238E27FC236}">
                  <a16:creationId xmlns:a16="http://schemas.microsoft.com/office/drawing/2014/main" id="{1AC6B269-092E-4FB7-8959-FD0B8D48F7FC}"/>
                </a:ext>
              </a:extLst>
            </p:cNvPr>
            <p:cNvSpPr>
              <a:spLocks noChangeShapeType="1"/>
            </p:cNvSpPr>
            <p:nvPr/>
          </p:nvSpPr>
          <p:spPr bwMode="auto">
            <a:xfrm flipH="1">
              <a:off x="2736850" y="4662226"/>
              <a:ext cx="44450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76" name="Text Box 69">
              <a:extLst>
                <a:ext uri="{FF2B5EF4-FFF2-40B4-BE49-F238E27FC236}">
                  <a16:creationId xmlns:a16="http://schemas.microsoft.com/office/drawing/2014/main" id="{E9FAB3E3-ED39-4DCA-8161-EA5B0B31A8F3}"/>
                </a:ext>
              </a:extLst>
            </p:cNvPr>
            <p:cNvSpPr txBox="1">
              <a:spLocks noChangeArrowheads="1"/>
            </p:cNvSpPr>
            <p:nvPr/>
          </p:nvSpPr>
          <p:spPr bwMode="auto">
            <a:xfrm>
              <a:off x="7529513" y="2938332"/>
              <a:ext cx="460375" cy="336524"/>
            </a:xfrm>
            <a:prstGeom prst="rect">
              <a:avLst/>
            </a:prstGeom>
            <a:noFill/>
            <a:ln w="28575">
              <a:noFill/>
              <a:miter lim="800000"/>
              <a:headEnd/>
              <a:tailEnd/>
            </a:ln>
          </p:spPr>
          <p:txBody>
            <a:bodyPr wrap="none">
              <a:spAutoFit/>
            </a:bodyPr>
            <a:lstStyle/>
            <a:p>
              <a:pPr eaLnBrk="1" hangingPunct="1">
                <a:defRPr/>
              </a:pPr>
              <a:r>
                <a:rPr lang="en-US" sz="1600">
                  <a:latin typeface="+mj-lt"/>
                </a:rPr>
                <a:t>I/O</a:t>
              </a:r>
            </a:p>
          </p:txBody>
        </p:sp>
        <p:sp>
          <p:nvSpPr>
            <p:cNvPr id="60477" name="Text Box 71">
              <a:extLst>
                <a:ext uri="{FF2B5EF4-FFF2-40B4-BE49-F238E27FC236}">
                  <a16:creationId xmlns:a16="http://schemas.microsoft.com/office/drawing/2014/main" id="{2F66135B-0FF2-4EAB-AC8A-3832BFF70165}"/>
                </a:ext>
              </a:extLst>
            </p:cNvPr>
            <p:cNvSpPr txBox="1">
              <a:spLocks noChangeArrowheads="1"/>
            </p:cNvSpPr>
            <p:nvPr/>
          </p:nvSpPr>
          <p:spPr bwMode="auto">
            <a:xfrm>
              <a:off x="1346200" y="1768433"/>
              <a:ext cx="479425" cy="369860"/>
            </a:xfrm>
            <a:prstGeom prst="rect">
              <a:avLst/>
            </a:prstGeom>
            <a:noFill/>
            <a:ln w="28575">
              <a:noFill/>
              <a:miter lim="800000"/>
              <a:headEnd/>
              <a:tailEnd/>
            </a:ln>
          </p:spPr>
          <p:txBody>
            <a:bodyPr>
              <a:spAutoFit/>
            </a:bodyPr>
            <a:lstStyle/>
            <a:p>
              <a:pPr eaLnBrk="1" hangingPunct="1">
                <a:spcBef>
                  <a:spcPct val="50000"/>
                </a:spcBef>
                <a:defRPr/>
              </a:pPr>
              <a:r>
                <a:rPr lang="en-US" dirty="0">
                  <a:latin typeface="+mj-lt"/>
                </a:rPr>
                <a:t>T</a:t>
              </a:r>
              <a:endParaRPr lang="ru-RU" dirty="0">
                <a:latin typeface="+mj-lt"/>
              </a:endParaRPr>
            </a:p>
          </p:txBody>
        </p:sp>
        <p:sp>
          <p:nvSpPr>
            <p:cNvPr id="60478" name="Text Box 72">
              <a:extLst>
                <a:ext uri="{FF2B5EF4-FFF2-40B4-BE49-F238E27FC236}">
                  <a16:creationId xmlns:a16="http://schemas.microsoft.com/office/drawing/2014/main" id="{FCAF4140-E8AB-4892-9C2D-6B72530AEEDD}"/>
                </a:ext>
              </a:extLst>
            </p:cNvPr>
            <p:cNvSpPr txBox="1">
              <a:spLocks noChangeArrowheads="1"/>
            </p:cNvSpPr>
            <p:nvPr/>
          </p:nvSpPr>
          <p:spPr bwMode="auto">
            <a:xfrm>
              <a:off x="1166813" y="2493866"/>
              <a:ext cx="814387" cy="369859"/>
            </a:xfrm>
            <a:prstGeom prst="rect">
              <a:avLst/>
            </a:prstGeom>
            <a:noFill/>
            <a:ln w="28575">
              <a:noFill/>
              <a:miter lim="800000"/>
              <a:headEnd/>
              <a:tailEnd/>
            </a:ln>
          </p:spPr>
          <p:txBody>
            <a:bodyPr>
              <a:spAutoFit/>
            </a:bodyPr>
            <a:lstStyle/>
            <a:p>
              <a:pPr eaLnBrk="1" hangingPunct="1">
                <a:spcBef>
                  <a:spcPct val="50000"/>
                </a:spcBef>
                <a:defRPr/>
              </a:pPr>
              <a:r>
                <a:rPr lang="en-US" dirty="0">
                  <a:latin typeface="+mj-lt"/>
                </a:rPr>
                <a:t>OUT</a:t>
              </a:r>
              <a:endParaRPr lang="ru-RU" dirty="0">
                <a:latin typeface="+mj-lt"/>
              </a:endParaRPr>
            </a:p>
          </p:txBody>
        </p:sp>
        <p:sp>
          <p:nvSpPr>
            <p:cNvPr id="60479" name="Text Box 73">
              <a:extLst>
                <a:ext uri="{FF2B5EF4-FFF2-40B4-BE49-F238E27FC236}">
                  <a16:creationId xmlns:a16="http://schemas.microsoft.com/office/drawing/2014/main" id="{35F3297B-BA16-464E-A436-61AF8F96377B}"/>
                </a:ext>
              </a:extLst>
            </p:cNvPr>
            <p:cNvSpPr txBox="1">
              <a:spLocks noChangeArrowheads="1"/>
            </p:cNvSpPr>
            <p:nvPr/>
          </p:nvSpPr>
          <p:spPr bwMode="auto">
            <a:xfrm>
              <a:off x="1066800" y="3058973"/>
              <a:ext cx="914400" cy="369859"/>
            </a:xfrm>
            <a:prstGeom prst="rect">
              <a:avLst/>
            </a:prstGeom>
            <a:noFill/>
            <a:ln w="28575">
              <a:noFill/>
              <a:miter lim="800000"/>
              <a:headEnd/>
              <a:tailEnd/>
            </a:ln>
          </p:spPr>
          <p:txBody>
            <a:bodyPr>
              <a:spAutoFit/>
            </a:bodyPr>
            <a:lstStyle/>
            <a:p>
              <a:pPr eaLnBrk="1" hangingPunct="1">
                <a:spcBef>
                  <a:spcPct val="50000"/>
                </a:spcBef>
                <a:defRPr/>
              </a:pPr>
              <a:r>
                <a:rPr lang="en-US" dirty="0">
                  <a:latin typeface="+mj-lt"/>
                </a:rPr>
                <a:t>OCLK</a:t>
              </a:r>
              <a:endParaRPr lang="ru-RU" dirty="0">
                <a:latin typeface="+mj-lt"/>
              </a:endParaRPr>
            </a:p>
          </p:txBody>
        </p:sp>
        <p:sp>
          <p:nvSpPr>
            <p:cNvPr id="60480" name="Text Box 74">
              <a:extLst>
                <a:ext uri="{FF2B5EF4-FFF2-40B4-BE49-F238E27FC236}">
                  <a16:creationId xmlns:a16="http://schemas.microsoft.com/office/drawing/2014/main" id="{40CF933A-E065-44A8-ADEA-ACF2E407DA54}"/>
                </a:ext>
              </a:extLst>
            </p:cNvPr>
            <p:cNvSpPr txBox="1">
              <a:spLocks noChangeArrowheads="1"/>
            </p:cNvSpPr>
            <p:nvPr/>
          </p:nvSpPr>
          <p:spPr bwMode="auto">
            <a:xfrm>
              <a:off x="1452563" y="3593919"/>
              <a:ext cx="479425" cy="369860"/>
            </a:xfrm>
            <a:prstGeom prst="rect">
              <a:avLst/>
            </a:prstGeom>
            <a:noFill/>
            <a:ln w="28575">
              <a:noFill/>
              <a:miter lim="800000"/>
              <a:headEnd/>
              <a:tailEnd/>
            </a:ln>
          </p:spPr>
          <p:txBody>
            <a:bodyPr>
              <a:spAutoFit/>
            </a:bodyPr>
            <a:lstStyle/>
            <a:p>
              <a:pPr eaLnBrk="1" hangingPunct="1">
                <a:spcBef>
                  <a:spcPct val="50000"/>
                </a:spcBef>
                <a:defRPr/>
              </a:pPr>
              <a:r>
                <a:rPr lang="en-US" dirty="0">
                  <a:latin typeface="+mj-lt"/>
                </a:rPr>
                <a:t>I1</a:t>
              </a:r>
              <a:endParaRPr lang="ru-RU" dirty="0">
                <a:latin typeface="+mj-lt"/>
              </a:endParaRPr>
            </a:p>
          </p:txBody>
        </p:sp>
        <p:sp>
          <p:nvSpPr>
            <p:cNvPr id="60481" name="Text Box 75">
              <a:extLst>
                <a:ext uri="{FF2B5EF4-FFF2-40B4-BE49-F238E27FC236}">
                  <a16:creationId xmlns:a16="http://schemas.microsoft.com/office/drawing/2014/main" id="{490F24DC-32C5-4E00-A0CC-4E62884A8031}"/>
                </a:ext>
              </a:extLst>
            </p:cNvPr>
            <p:cNvSpPr txBox="1">
              <a:spLocks noChangeArrowheads="1"/>
            </p:cNvSpPr>
            <p:nvPr/>
          </p:nvSpPr>
          <p:spPr bwMode="auto">
            <a:xfrm>
              <a:off x="1539875" y="4319352"/>
              <a:ext cx="479425" cy="369859"/>
            </a:xfrm>
            <a:prstGeom prst="rect">
              <a:avLst/>
            </a:prstGeom>
            <a:noFill/>
            <a:ln w="28575">
              <a:noFill/>
              <a:miter lim="800000"/>
              <a:headEnd/>
              <a:tailEnd/>
            </a:ln>
          </p:spPr>
          <p:txBody>
            <a:bodyPr>
              <a:spAutoFit/>
            </a:bodyPr>
            <a:lstStyle/>
            <a:p>
              <a:pPr eaLnBrk="1" hangingPunct="1">
                <a:spcBef>
                  <a:spcPct val="50000"/>
                </a:spcBef>
                <a:defRPr/>
              </a:pPr>
              <a:r>
                <a:rPr lang="en-US" dirty="0">
                  <a:latin typeface="+mj-lt"/>
                </a:rPr>
                <a:t>I2</a:t>
              </a:r>
              <a:endParaRPr lang="ru-RU" dirty="0">
                <a:latin typeface="+mj-lt"/>
              </a:endParaRPr>
            </a:p>
          </p:txBody>
        </p:sp>
        <p:sp>
          <p:nvSpPr>
            <p:cNvPr id="60482" name="AutoShape 7">
              <a:extLst>
                <a:ext uri="{FF2B5EF4-FFF2-40B4-BE49-F238E27FC236}">
                  <a16:creationId xmlns:a16="http://schemas.microsoft.com/office/drawing/2014/main" id="{5D6A66F1-35BC-482E-BE2E-D67E39EB855B}"/>
                </a:ext>
              </a:extLst>
            </p:cNvPr>
            <p:cNvSpPr>
              <a:spLocks noChangeArrowheads="1"/>
            </p:cNvSpPr>
            <p:nvPr/>
          </p:nvSpPr>
          <p:spPr bwMode="auto">
            <a:xfrm rot="16200000">
              <a:off x="2324917" y="5037629"/>
              <a:ext cx="639714" cy="31750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24 w 21600"/>
                <a:gd name="T13" fmla="*/ 4500 h 21600"/>
                <a:gd name="T14" fmla="*/ 17124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8575">
              <a:solidFill>
                <a:schemeClr val="tx1"/>
              </a:solidFill>
              <a:miter lim="800000"/>
              <a:headEnd/>
              <a:tailEnd/>
            </a:ln>
          </p:spPr>
          <p:txBody>
            <a:bodyPr vert="eaVert" wrap="none" anchor="ctr"/>
            <a:lstStyle/>
            <a:p>
              <a:pPr algn="ctr" eaLnBrk="1" hangingPunct="1">
                <a:defRPr/>
              </a:pPr>
              <a:r>
                <a:rPr lang="en-US" sz="1600">
                  <a:latin typeface="+mj-lt"/>
                </a:rPr>
                <a:t>4</a:t>
              </a:r>
            </a:p>
          </p:txBody>
        </p:sp>
        <p:sp>
          <p:nvSpPr>
            <p:cNvPr id="60483" name="Line 28">
              <a:extLst>
                <a:ext uri="{FF2B5EF4-FFF2-40B4-BE49-F238E27FC236}">
                  <a16:creationId xmlns:a16="http://schemas.microsoft.com/office/drawing/2014/main" id="{6F634185-D79B-4F2C-838B-4B7B7D1ED2B7}"/>
                </a:ext>
              </a:extLst>
            </p:cNvPr>
            <p:cNvSpPr>
              <a:spLocks noChangeShapeType="1"/>
            </p:cNvSpPr>
            <p:nvPr/>
          </p:nvSpPr>
          <p:spPr bwMode="auto">
            <a:xfrm>
              <a:off x="2168525" y="5036848"/>
              <a:ext cx="31750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84" name="Line 29">
              <a:extLst>
                <a:ext uri="{FF2B5EF4-FFF2-40B4-BE49-F238E27FC236}">
                  <a16:creationId xmlns:a16="http://schemas.microsoft.com/office/drawing/2014/main" id="{8778D17B-7B1F-46BB-A0FD-C01AC3CBBA9B}"/>
                </a:ext>
              </a:extLst>
            </p:cNvPr>
            <p:cNvSpPr>
              <a:spLocks noChangeShapeType="1"/>
            </p:cNvSpPr>
            <p:nvPr/>
          </p:nvSpPr>
          <p:spPr bwMode="auto">
            <a:xfrm>
              <a:off x="2168525" y="5036848"/>
              <a:ext cx="0" cy="353985"/>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85" name="Line 30">
              <a:extLst>
                <a:ext uri="{FF2B5EF4-FFF2-40B4-BE49-F238E27FC236}">
                  <a16:creationId xmlns:a16="http://schemas.microsoft.com/office/drawing/2014/main" id="{5513FBE9-AA38-4B8B-9124-5B2C540976D3}"/>
                </a:ext>
              </a:extLst>
            </p:cNvPr>
            <p:cNvSpPr>
              <a:spLocks noChangeShapeType="1"/>
            </p:cNvSpPr>
            <p:nvPr/>
          </p:nvSpPr>
          <p:spPr bwMode="auto">
            <a:xfrm>
              <a:off x="2184400" y="5390833"/>
              <a:ext cx="26035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86" name="Oval 31">
              <a:extLst>
                <a:ext uri="{FF2B5EF4-FFF2-40B4-BE49-F238E27FC236}">
                  <a16:creationId xmlns:a16="http://schemas.microsoft.com/office/drawing/2014/main" id="{C1FE6735-E917-4F08-9A09-7D24401284EE}"/>
                </a:ext>
              </a:extLst>
            </p:cNvPr>
            <p:cNvSpPr>
              <a:spLocks noChangeArrowheads="1"/>
            </p:cNvSpPr>
            <p:nvPr/>
          </p:nvSpPr>
          <p:spPr bwMode="auto">
            <a:xfrm>
              <a:off x="2422525" y="5332100"/>
              <a:ext cx="90488" cy="84131"/>
            </a:xfrm>
            <a:prstGeom prst="ellipse">
              <a:avLst/>
            </a:prstGeom>
            <a:solidFill>
              <a:schemeClr val="accent1"/>
            </a:solidFill>
            <a:ln w="28575">
              <a:solidFill>
                <a:schemeClr val="tx1"/>
              </a:solidFill>
              <a:round/>
              <a:headEnd/>
              <a:tailEnd/>
            </a:ln>
          </p:spPr>
          <p:txBody>
            <a:bodyPr wrap="none" anchor="ctr"/>
            <a:lstStyle/>
            <a:p>
              <a:pPr eaLnBrk="1" hangingPunct="1">
                <a:defRPr/>
              </a:pPr>
              <a:endParaRPr lang="en-US" sz="1600">
                <a:latin typeface="+mj-lt"/>
              </a:endParaRPr>
            </a:p>
          </p:txBody>
        </p:sp>
        <p:sp>
          <p:nvSpPr>
            <p:cNvPr id="60487" name="Line 81">
              <a:extLst>
                <a:ext uri="{FF2B5EF4-FFF2-40B4-BE49-F238E27FC236}">
                  <a16:creationId xmlns:a16="http://schemas.microsoft.com/office/drawing/2014/main" id="{07D09601-0F89-4174-A6CE-0A15D1DEA160}"/>
                </a:ext>
              </a:extLst>
            </p:cNvPr>
            <p:cNvSpPr>
              <a:spLocks noChangeShapeType="1"/>
            </p:cNvSpPr>
            <p:nvPr/>
          </p:nvSpPr>
          <p:spPr bwMode="auto">
            <a:xfrm>
              <a:off x="1873250" y="5198760"/>
              <a:ext cx="300038" cy="0"/>
            </a:xfrm>
            <a:prstGeom prst="line">
              <a:avLst/>
            </a:prstGeom>
            <a:noFill/>
            <a:ln w="28575">
              <a:solidFill>
                <a:schemeClr val="tx1"/>
              </a:solidFill>
              <a:round/>
              <a:headEnd/>
              <a:tailEnd type="oval" w="med" len="med"/>
            </a:ln>
          </p:spPr>
          <p:txBody>
            <a:bodyPr/>
            <a:lstStyle/>
            <a:p>
              <a:pPr eaLnBrk="1" hangingPunct="1">
                <a:defRPr/>
              </a:pPr>
              <a:endParaRPr lang="en-US" sz="1600">
                <a:latin typeface="+mj-lt"/>
              </a:endParaRPr>
            </a:p>
          </p:txBody>
        </p:sp>
        <p:sp>
          <p:nvSpPr>
            <p:cNvPr id="60488" name="Line 82">
              <a:extLst>
                <a:ext uri="{FF2B5EF4-FFF2-40B4-BE49-F238E27FC236}">
                  <a16:creationId xmlns:a16="http://schemas.microsoft.com/office/drawing/2014/main" id="{779F2988-798B-4E9B-92D1-219E16CCCF29}"/>
                </a:ext>
              </a:extLst>
            </p:cNvPr>
            <p:cNvSpPr>
              <a:spLocks noChangeShapeType="1"/>
            </p:cNvSpPr>
            <p:nvPr/>
          </p:nvSpPr>
          <p:spPr bwMode="auto">
            <a:xfrm>
              <a:off x="2797175" y="5187648"/>
              <a:ext cx="239713"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89" name="Line 83">
              <a:extLst>
                <a:ext uri="{FF2B5EF4-FFF2-40B4-BE49-F238E27FC236}">
                  <a16:creationId xmlns:a16="http://schemas.microsoft.com/office/drawing/2014/main" id="{D79D18C5-AC6F-42F8-97D1-293FE1664507}"/>
                </a:ext>
              </a:extLst>
            </p:cNvPr>
            <p:cNvSpPr>
              <a:spLocks noChangeShapeType="1"/>
            </p:cNvSpPr>
            <p:nvPr/>
          </p:nvSpPr>
          <p:spPr bwMode="auto">
            <a:xfrm flipV="1">
              <a:off x="3036888" y="4908269"/>
              <a:ext cx="0" cy="279379"/>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90" name="Line 84">
              <a:extLst>
                <a:ext uri="{FF2B5EF4-FFF2-40B4-BE49-F238E27FC236}">
                  <a16:creationId xmlns:a16="http://schemas.microsoft.com/office/drawing/2014/main" id="{D89D3346-D822-4771-81F1-BE87A9C46547}"/>
                </a:ext>
              </a:extLst>
            </p:cNvPr>
            <p:cNvSpPr>
              <a:spLocks noChangeShapeType="1"/>
            </p:cNvSpPr>
            <p:nvPr/>
          </p:nvSpPr>
          <p:spPr bwMode="auto">
            <a:xfrm>
              <a:off x="3036888" y="4908269"/>
              <a:ext cx="779462"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91" name="Line 50">
              <a:extLst>
                <a:ext uri="{FF2B5EF4-FFF2-40B4-BE49-F238E27FC236}">
                  <a16:creationId xmlns:a16="http://schemas.microsoft.com/office/drawing/2014/main" id="{2B8F59D1-560B-4781-A97D-94F4AAED037B}"/>
                </a:ext>
              </a:extLst>
            </p:cNvPr>
            <p:cNvSpPr>
              <a:spLocks noChangeShapeType="1"/>
            </p:cNvSpPr>
            <p:nvPr/>
          </p:nvSpPr>
          <p:spPr bwMode="auto">
            <a:xfrm flipH="1">
              <a:off x="3587750" y="5130502"/>
              <a:ext cx="0" cy="512724"/>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92" name="Line 86">
              <a:extLst>
                <a:ext uri="{FF2B5EF4-FFF2-40B4-BE49-F238E27FC236}">
                  <a16:creationId xmlns:a16="http://schemas.microsoft.com/office/drawing/2014/main" id="{8F677E8F-51BF-4FFA-8F10-33E022526635}"/>
                </a:ext>
              </a:extLst>
            </p:cNvPr>
            <p:cNvSpPr>
              <a:spLocks noChangeShapeType="1"/>
            </p:cNvSpPr>
            <p:nvPr/>
          </p:nvSpPr>
          <p:spPr bwMode="auto">
            <a:xfrm>
              <a:off x="3575050" y="5132090"/>
              <a:ext cx="22860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93" name="Text Box 87">
              <a:extLst>
                <a:ext uri="{FF2B5EF4-FFF2-40B4-BE49-F238E27FC236}">
                  <a16:creationId xmlns:a16="http://schemas.microsoft.com/office/drawing/2014/main" id="{14643901-37E7-4544-90EF-2380D25C390D}"/>
                </a:ext>
              </a:extLst>
            </p:cNvPr>
            <p:cNvSpPr txBox="1">
              <a:spLocks noChangeArrowheads="1"/>
            </p:cNvSpPr>
            <p:nvPr/>
          </p:nvSpPr>
          <p:spPr bwMode="auto">
            <a:xfrm>
              <a:off x="914400" y="5011449"/>
              <a:ext cx="1104900" cy="369859"/>
            </a:xfrm>
            <a:prstGeom prst="rect">
              <a:avLst/>
            </a:prstGeom>
            <a:noFill/>
            <a:ln w="28575">
              <a:noFill/>
              <a:miter lim="800000"/>
              <a:headEnd/>
              <a:tailEnd/>
            </a:ln>
          </p:spPr>
          <p:txBody>
            <a:bodyPr>
              <a:spAutoFit/>
            </a:bodyPr>
            <a:lstStyle/>
            <a:p>
              <a:pPr eaLnBrk="1" hangingPunct="1">
                <a:spcBef>
                  <a:spcPct val="50000"/>
                </a:spcBef>
                <a:defRPr/>
              </a:pPr>
              <a:r>
                <a:rPr lang="en-US" dirty="0">
                  <a:latin typeface="+mj-lt"/>
                </a:rPr>
                <a:t>ICLKEN</a:t>
              </a:r>
              <a:endParaRPr lang="ru-RU" dirty="0">
                <a:latin typeface="+mj-lt"/>
              </a:endParaRPr>
            </a:p>
          </p:txBody>
        </p:sp>
        <p:sp>
          <p:nvSpPr>
            <p:cNvPr id="60494" name="Text Box 88">
              <a:extLst>
                <a:ext uri="{FF2B5EF4-FFF2-40B4-BE49-F238E27FC236}">
                  <a16:creationId xmlns:a16="http://schemas.microsoft.com/office/drawing/2014/main" id="{C6166EC3-01E0-4ACD-9282-3B9988834D3A}"/>
                </a:ext>
              </a:extLst>
            </p:cNvPr>
            <p:cNvSpPr txBox="1">
              <a:spLocks noChangeArrowheads="1"/>
            </p:cNvSpPr>
            <p:nvPr/>
          </p:nvSpPr>
          <p:spPr bwMode="auto">
            <a:xfrm>
              <a:off x="1190625" y="5397182"/>
              <a:ext cx="765175" cy="369860"/>
            </a:xfrm>
            <a:prstGeom prst="rect">
              <a:avLst/>
            </a:prstGeom>
            <a:noFill/>
            <a:ln w="28575">
              <a:noFill/>
              <a:miter lim="800000"/>
              <a:headEnd/>
              <a:tailEnd/>
            </a:ln>
          </p:spPr>
          <p:txBody>
            <a:bodyPr>
              <a:spAutoFit/>
            </a:bodyPr>
            <a:lstStyle/>
            <a:p>
              <a:pPr eaLnBrk="1" hangingPunct="1">
                <a:spcBef>
                  <a:spcPct val="50000"/>
                </a:spcBef>
                <a:defRPr/>
              </a:pPr>
              <a:r>
                <a:rPr lang="en-US" dirty="0">
                  <a:latin typeface="+mj-lt"/>
                </a:rPr>
                <a:t>ICLK</a:t>
              </a:r>
              <a:endParaRPr lang="ru-RU" dirty="0">
                <a:latin typeface="+mj-lt"/>
              </a:endParaRPr>
            </a:p>
          </p:txBody>
        </p:sp>
        <p:sp>
          <p:nvSpPr>
            <p:cNvPr id="60495" name="Text Box 89">
              <a:extLst>
                <a:ext uri="{FF2B5EF4-FFF2-40B4-BE49-F238E27FC236}">
                  <a16:creationId xmlns:a16="http://schemas.microsoft.com/office/drawing/2014/main" id="{3B25C75F-8DEA-4DA4-B6A2-80F8EDB5D7E5}"/>
                </a:ext>
              </a:extLst>
            </p:cNvPr>
            <p:cNvSpPr txBox="1">
              <a:spLocks noChangeArrowheads="1"/>
            </p:cNvSpPr>
            <p:nvPr/>
          </p:nvSpPr>
          <p:spPr bwMode="auto">
            <a:xfrm>
              <a:off x="4271963" y="3303429"/>
              <a:ext cx="757237" cy="369859"/>
            </a:xfrm>
            <a:prstGeom prst="rect">
              <a:avLst/>
            </a:prstGeom>
            <a:noFill/>
            <a:ln w="28575">
              <a:noFill/>
              <a:miter lim="800000"/>
              <a:headEnd/>
              <a:tailEnd/>
            </a:ln>
          </p:spPr>
          <p:txBody>
            <a:bodyPr>
              <a:spAutoFit/>
            </a:bodyPr>
            <a:lstStyle/>
            <a:p>
              <a:pPr eaLnBrk="1" hangingPunct="1">
                <a:spcBef>
                  <a:spcPct val="50000"/>
                </a:spcBef>
                <a:defRPr/>
              </a:pPr>
              <a:r>
                <a:rPr lang="en-US" dirty="0">
                  <a:latin typeface="+mj-lt"/>
                </a:rPr>
                <a:t>FF1</a:t>
              </a:r>
              <a:endParaRPr lang="ru-RU" dirty="0">
                <a:latin typeface="+mj-lt"/>
              </a:endParaRPr>
            </a:p>
          </p:txBody>
        </p:sp>
        <p:sp>
          <p:nvSpPr>
            <p:cNvPr id="60496" name="Text Box 90">
              <a:extLst>
                <a:ext uri="{FF2B5EF4-FFF2-40B4-BE49-F238E27FC236}">
                  <a16:creationId xmlns:a16="http://schemas.microsoft.com/office/drawing/2014/main" id="{7FBDF77A-01A6-4059-AB79-B0EBA0F502A3}"/>
                </a:ext>
              </a:extLst>
            </p:cNvPr>
            <p:cNvSpPr txBox="1">
              <a:spLocks noChangeArrowheads="1"/>
            </p:cNvSpPr>
            <p:nvPr/>
          </p:nvSpPr>
          <p:spPr bwMode="auto">
            <a:xfrm>
              <a:off x="4332288" y="5159075"/>
              <a:ext cx="684212" cy="369860"/>
            </a:xfrm>
            <a:prstGeom prst="rect">
              <a:avLst/>
            </a:prstGeom>
            <a:noFill/>
            <a:ln w="28575">
              <a:noFill/>
              <a:miter lim="800000"/>
              <a:headEnd/>
              <a:tailEnd/>
            </a:ln>
          </p:spPr>
          <p:txBody>
            <a:bodyPr>
              <a:spAutoFit/>
            </a:bodyPr>
            <a:lstStyle/>
            <a:p>
              <a:pPr eaLnBrk="1" hangingPunct="1">
                <a:spcBef>
                  <a:spcPct val="50000"/>
                </a:spcBef>
                <a:defRPr/>
              </a:pPr>
              <a:r>
                <a:rPr lang="en-US" dirty="0">
                  <a:latin typeface="+mj-lt"/>
                </a:rPr>
                <a:t>FF2</a:t>
              </a:r>
              <a:endParaRPr lang="ru-RU" dirty="0">
                <a:latin typeface="+mj-lt"/>
              </a:endParaRPr>
            </a:p>
          </p:txBody>
        </p:sp>
        <p:sp>
          <p:nvSpPr>
            <p:cNvPr id="60497" name="AutoShape 7">
              <a:extLst>
                <a:ext uri="{FF2B5EF4-FFF2-40B4-BE49-F238E27FC236}">
                  <a16:creationId xmlns:a16="http://schemas.microsoft.com/office/drawing/2014/main" id="{D3D5ADE7-E7D9-4B58-AD9F-191ED605D3AB}"/>
                </a:ext>
              </a:extLst>
            </p:cNvPr>
            <p:cNvSpPr>
              <a:spLocks noChangeArrowheads="1"/>
            </p:cNvSpPr>
            <p:nvPr/>
          </p:nvSpPr>
          <p:spPr bwMode="auto">
            <a:xfrm rot="16200000">
              <a:off x="2354280" y="3078010"/>
              <a:ext cx="466689" cy="31750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91 w 21600"/>
                <a:gd name="T13" fmla="*/ 4500 h 21600"/>
                <a:gd name="T14" fmla="*/ 17109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8575">
              <a:solidFill>
                <a:schemeClr val="tx1"/>
              </a:solidFill>
              <a:miter lim="800000"/>
              <a:headEnd/>
              <a:tailEnd/>
            </a:ln>
          </p:spPr>
          <p:txBody>
            <a:bodyPr vert="eaVert" wrap="none" anchor="ctr"/>
            <a:lstStyle/>
            <a:p>
              <a:pPr algn="ctr" eaLnBrk="1" hangingPunct="1">
                <a:defRPr/>
              </a:pPr>
              <a:r>
                <a:rPr lang="en-US" sz="1600">
                  <a:latin typeface="+mj-lt"/>
                </a:rPr>
                <a:t>3</a:t>
              </a:r>
            </a:p>
          </p:txBody>
        </p:sp>
        <p:sp>
          <p:nvSpPr>
            <p:cNvPr id="60498" name="Line 28">
              <a:extLst>
                <a:ext uri="{FF2B5EF4-FFF2-40B4-BE49-F238E27FC236}">
                  <a16:creationId xmlns:a16="http://schemas.microsoft.com/office/drawing/2014/main" id="{3625A6E5-DFA9-4741-9C12-6316E10F87DD}"/>
                </a:ext>
              </a:extLst>
            </p:cNvPr>
            <p:cNvSpPr>
              <a:spLocks noChangeShapeType="1"/>
            </p:cNvSpPr>
            <p:nvPr/>
          </p:nvSpPr>
          <p:spPr bwMode="auto">
            <a:xfrm>
              <a:off x="2111375" y="3119293"/>
              <a:ext cx="31750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499" name="Line 29">
              <a:extLst>
                <a:ext uri="{FF2B5EF4-FFF2-40B4-BE49-F238E27FC236}">
                  <a16:creationId xmlns:a16="http://schemas.microsoft.com/office/drawing/2014/main" id="{4504C5BC-8D7A-4883-8CE9-6942C8479701}"/>
                </a:ext>
              </a:extLst>
            </p:cNvPr>
            <p:cNvSpPr>
              <a:spLocks noChangeShapeType="1"/>
            </p:cNvSpPr>
            <p:nvPr/>
          </p:nvSpPr>
          <p:spPr bwMode="auto">
            <a:xfrm>
              <a:off x="2111375" y="3119293"/>
              <a:ext cx="0" cy="242869"/>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00" name="Line 30">
              <a:extLst>
                <a:ext uri="{FF2B5EF4-FFF2-40B4-BE49-F238E27FC236}">
                  <a16:creationId xmlns:a16="http://schemas.microsoft.com/office/drawing/2014/main" id="{170B06E5-F4B1-4644-B17F-8B793EBC09F2}"/>
                </a:ext>
              </a:extLst>
            </p:cNvPr>
            <p:cNvSpPr>
              <a:spLocks noChangeShapeType="1"/>
            </p:cNvSpPr>
            <p:nvPr/>
          </p:nvSpPr>
          <p:spPr bwMode="auto">
            <a:xfrm>
              <a:off x="2101850" y="3362162"/>
              <a:ext cx="26035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01" name="Oval 31">
              <a:extLst>
                <a:ext uri="{FF2B5EF4-FFF2-40B4-BE49-F238E27FC236}">
                  <a16:creationId xmlns:a16="http://schemas.microsoft.com/office/drawing/2014/main" id="{509F9DDD-DD78-44FD-BE45-886066FE9468}"/>
                </a:ext>
              </a:extLst>
            </p:cNvPr>
            <p:cNvSpPr>
              <a:spLocks noChangeArrowheads="1"/>
            </p:cNvSpPr>
            <p:nvPr/>
          </p:nvSpPr>
          <p:spPr bwMode="auto">
            <a:xfrm>
              <a:off x="2365375" y="3303429"/>
              <a:ext cx="90488" cy="84131"/>
            </a:xfrm>
            <a:prstGeom prst="ellipse">
              <a:avLst/>
            </a:prstGeom>
            <a:solidFill>
              <a:schemeClr val="accent1"/>
            </a:solidFill>
            <a:ln w="28575">
              <a:solidFill>
                <a:schemeClr val="tx1"/>
              </a:solidFill>
              <a:round/>
              <a:headEnd/>
              <a:tailEnd/>
            </a:ln>
          </p:spPr>
          <p:txBody>
            <a:bodyPr wrap="none" anchor="ctr"/>
            <a:lstStyle/>
            <a:p>
              <a:pPr eaLnBrk="1" hangingPunct="1">
                <a:defRPr/>
              </a:pPr>
              <a:endParaRPr lang="en-US" sz="1600">
                <a:latin typeface="+mj-lt"/>
              </a:endParaRPr>
            </a:p>
          </p:txBody>
        </p:sp>
        <p:sp>
          <p:nvSpPr>
            <p:cNvPr id="60502" name="Line 96">
              <a:extLst>
                <a:ext uri="{FF2B5EF4-FFF2-40B4-BE49-F238E27FC236}">
                  <a16:creationId xmlns:a16="http://schemas.microsoft.com/office/drawing/2014/main" id="{0D5E8171-E942-4D32-BAF7-BC98892088CE}"/>
                </a:ext>
              </a:extLst>
            </p:cNvPr>
            <p:cNvSpPr>
              <a:spLocks noChangeShapeType="1"/>
            </p:cNvSpPr>
            <p:nvPr/>
          </p:nvSpPr>
          <p:spPr bwMode="auto">
            <a:xfrm flipV="1">
              <a:off x="3767138" y="4863823"/>
              <a:ext cx="90487" cy="84132"/>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03" name="Line 97">
              <a:extLst>
                <a:ext uri="{FF2B5EF4-FFF2-40B4-BE49-F238E27FC236}">
                  <a16:creationId xmlns:a16="http://schemas.microsoft.com/office/drawing/2014/main" id="{F3D3BB8C-22BF-42BD-BC57-60294EE740CE}"/>
                </a:ext>
              </a:extLst>
            </p:cNvPr>
            <p:cNvSpPr>
              <a:spLocks noChangeShapeType="1"/>
            </p:cNvSpPr>
            <p:nvPr/>
          </p:nvSpPr>
          <p:spPr bwMode="auto">
            <a:xfrm flipV="1">
              <a:off x="3646488" y="3055798"/>
              <a:ext cx="88900" cy="84131"/>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04" name="Line 98">
              <a:extLst>
                <a:ext uri="{FF2B5EF4-FFF2-40B4-BE49-F238E27FC236}">
                  <a16:creationId xmlns:a16="http://schemas.microsoft.com/office/drawing/2014/main" id="{241622A5-5010-4F5F-B75D-03E03C523EEB}"/>
                </a:ext>
              </a:extLst>
            </p:cNvPr>
            <p:cNvSpPr>
              <a:spLocks noChangeShapeType="1"/>
            </p:cNvSpPr>
            <p:nvPr/>
          </p:nvSpPr>
          <p:spPr bwMode="auto">
            <a:xfrm>
              <a:off x="3263900" y="3079608"/>
              <a:ext cx="420688"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05" name="Line 99">
              <a:extLst>
                <a:ext uri="{FF2B5EF4-FFF2-40B4-BE49-F238E27FC236}">
                  <a16:creationId xmlns:a16="http://schemas.microsoft.com/office/drawing/2014/main" id="{69A7D9A1-A62B-49D6-82C4-494ACD87E845}"/>
                </a:ext>
              </a:extLst>
            </p:cNvPr>
            <p:cNvSpPr>
              <a:spLocks noChangeShapeType="1"/>
            </p:cNvSpPr>
            <p:nvPr/>
          </p:nvSpPr>
          <p:spPr bwMode="auto">
            <a:xfrm>
              <a:off x="2744788" y="3238346"/>
              <a:ext cx="509587"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06" name="Line 101">
              <a:extLst>
                <a:ext uri="{FF2B5EF4-FFF2-40B4-BE49-F238E27FC236}">
                  <a16:creationId xmlns:a16="http://schemas.microsoft.com/office/drawing/2014/main" id="{DCD81465-1AB9-4DB8-8FC7-98DD7A21CAD1}"/>
                </a:ext>
              </a:extLst>
            </p:cNvPr>
            <p:cNvSpPr>
              <a:spLocks noChangeShapeType="1"/>
            </p:cNvSpPr>
            <p:nvPr/>
          </p:nvSpPr>
          <p:spPr bwMode="auto">
            <a:xfrm>
              <a:off x="4524375" y="2579585"/>
              <a:ext cx="0" cy="109529"/>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07" name="Line 102">
              <a:extLst>
                <a:ext uri="{FF2B5EF4-FFF2-40B4-BE49-F238E27FC236}">
                  <a16:creationId xmlns:a16="http://schemas.microsoft.com/office/drawing/2014/main" id="{9107F3A0-1AC1-47C8-8227-A3FDD6211904}"/>
                </a:ext>
              </a:extLst>
            </p:cNvPr>
            <p:cNvSpPr>
              <a:spLocks noChangeShapeType="1"/>
            </p:cNvSpPr>
            <p:nvPr/>
          </p:nvSpPr>
          <p:spPr bwMode="auto">
            <a:xfrm>
              <a:off x="4524375" y="2690701"/>
              <a:ext cx="35560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08" name="Line 103">
              <a:extLst>
                <a:ext uri="{FF2B5EF4-FFF2-40B4-BE49-F238E27FC236}">
                  <a16:creationId xmlns:a16="http://schemas.microsoft.com/office/drawing/2014/main" id="{8FB8F133-D976-44C4-97B1-299C3322FB19}"/>
                </a:ext>
              </a:extLst>
            </p:cNvPr>
            <p:cNvSpPr>
              <a:spLocks noChangeShapeType="1"/>
            </p:cNvSpPr>
            <p:nvPr/>
          </p:nvSpPr>
          <p:spPr bwMode="auto">
            <a:xfrm>
              <a:off x="5638800" y="1966856"/>
              <a:ext cx="0" cy="680985"/>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09" name="Rectangle 104">
              <a:extLst>
                <a:ext uri="{FF2B5EF4-FFF2-40B4-BE49-F238E27FC236}">
                  <a16:creationId xmlns:a16="http://schemas.microsoft.com/office/drawing/2014/main" id="{D26C3996-ACC8-44EE-BEB6-5A410E267496}"/>
                </a:ext>
              </a:extLst>
            </p:cNvPr>
            <p:cNvSpPr>
              <a:spLocks noChangeArrowheads="1"/>
            </p:cNvSpPr>
            <p:nvPr/>
          </p:nvSpPr>
          <p:spPr bwMode="auto">
            <a:xfrm>
              <a:off x="3384550" y="1409686"/>
              <a:ext cx="958850" cy="446054"/>
            </a:xfrm>
            <a:prstGeom prst="rect">
              <a:avLst/>
            </a:prstGeom>
            <a:solidFill>
              <a:schemeClr val="accent1">
                <a:lumMod val="20000"/>
                <a:lumOff val="80000"/>
              </a:schemeClr>
            </a:solidFill>
            <a:ln w="28575">
              <a:solidFill>
                <a:schemeClr val="tx1"/>
              </a:solidFill>
              <a:miter lim="800000"/>
              <a:headEnd/>
              <a:tailEnd/>
            </a:ln>
          </p:spPr>
          <p:txBody>
            <a:bodyPr wrap="none" anchor="ctr"/>
            <a:lstStyle/>
            <a:p>
              <a:pPr algn="ctr" eaLnBrk="1" hangingPunct="1">
                <a:defRPr/>
              </a:pPr>
              <a:r>
                <a:rPr lang="en-US" sz="1600" dirty="0">
                  <a:latin typeface="+mj-lt"/>
                </a:rPr>
                <a:t>Slew rate</a:t>
              </a:r>
              <a:br>
                <a:rPr lang="en-US" sz="1600" dirty="0">
                  <a:latin typeface="+mj-lt"/>
                </a:rPr>
              </a:br>
              <a:r>
                <a:rPr lang="en-US" sz="1600" dirty="0">
                  <a:latin typeface="+mj-lt"/>
                </a:rPr>
                <a:t>control </a:t>
              </a:r>
              <a:endParaRPr lang="ru-RU" sz="1600" dirty="0">
                <a:latin typeface="+mj-lt"/>
              </a:endParaRPr>
            </a:p>
          </p:txBody>
        </p:sp>
        <p:sp>
          <p:nvSpPr>
            <p:cNvPr id="60510" name="Line 105">
              <a:extLst>
                <a:ext uri="{FF2B5EF4-FFF2-40B4-BE49-F238E27FC236}">
                  <a16:creationId xmlns:a16="http://schemas.microsoft.com/office/drawing/2014/main" id="{506DAB66-34A5-4265-A769-C8120FFF4565}"/>
                </a:ext>
              </a:extLst>
            </p:cNvPr>
            <p:cNvSpPr>
              <a:spLocks noChangeShapeType="1"/>
            </p:cNvSpPr>
            <p:nvPr/>
          </p:nvSpPr>
          <p:spPr bwMode="auto">
            <a:xfrm>
              <a:off x="5842000" y="1652555"/>
              <a:ext cx="0" cy="1096879"/>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11" name="Rectangle 106">
              <a:extLst>
                <a:ext uri="{FF2B5EF4-FFF2-40B4-BE49-F238E27FC236}">
                  <a16:creationId xmlns:a16="http://schemas.microsoft.com/office/drawing/2014/main" id="{68690A24-74B9-4693-8B85-EF3EF444E633}"/>
                </a:ext>
              </a:extLst>
            </p:cNvPr>
            <p:cNvSpPr>
              <a:spLocks noChangeArrowheads="1"/>
            </p:cNvSpPr>
            <p:nvPr/>
          </p:nvSpPr>
          <p:spPr bwMode="auto">
            <a:xfrm>
              <a:off x="6022975" y="1308093"/>
              <a:ext cx="955675" cy="558757"/>
            </a:xfrm>
            <a:prstGeom prst="rect">
              <a:avLst/>
            </a:prstGeom>
            <a:solidFill>
              <a:schemeClr val="accent1">
                <a:lumMod val="20000"/>
                <a:lumOff val="80000"/>
              </a:schemeClr>
            </a:solidFill>
            <a:ln w="28575">
              <a:solidFill>
                <a:schemeClr val="tx1"/>
              </a:solidFill>
              <a:miter lim="800000"/>
              <a:headEnd/>
              <a:tailEnd/>
            </a:ln>
          </p:spPr>
          <p:txBody>
            <a:bodyPr wrap="none" anchor="ctr"/>
            <a:lstStyle/>
            <a:p>
              <a:pPr algn="ctr" eaLnBrk="1" hangingPunct="1">
                <a:defRPr/>
              </a:pPr>
              <a:endParaRPr lang="en-US" sz="1600" dirty="0">
                <a:latin typeface="+mj-lt"/>
              </a:endParaRPr>
            </a:p>
            <a:p>
              <a:pPr algn="ctr" eaLnBrk="1" hangingPunct="1">
                <a:defRPr/>
              </a:pPr>
              <a:r>
                <a:rPr lang="en-US" sz="1600" dirty="0">
                  <a:latin typeface="+mj-lt"/>
                </a:rPr>
                <a:t>Program.</a:t>
              </a:r>
              <a:br>
                <a:rPr lang="en-US" sz="1600" dirty="0">
                  <a:latin typeface="+mj-lt"/>
                </a:rPr>
              </a:br>
              <a:r>
                <a:rPr lang="en-US" sz="1600" dirty="0">
                  <a:latin typeface="+mj-lt"/>
                </a:rPr>
                <a:t>logic </a:t>
              </a:r>
              <a:br>
                <a:rPr lang="en-US" sz="1600" dirty="0">
                  <a:latin typeface="+mj-lt"/>
                </a:rPr>
              </a:br>
              <a:endParaRPr lang="ru-RU" sz="1600" dirty="0">
                <a:latin typeface="+mj-lt"/>
              </a:endParaRPr>
            </a:p>
          </p:txBody>
        </p:sp>
        <p:sp>
          <p:nvSpPr>
            <p:cNvPr id="60512" name="Line 107">
              <a:extLst>
                <a:ext uri="{FF2B5EF4-FFF2-40B4-BE49-F238E27FC236}">
                  <a16:creationId xmlns:a16="http://schemas.microsoft.com/office/drawing/2014/main" id="{702D75F6-046C-4458-96B1-A889536A57CB}"/>
                </a:ext>
              </a:extLst>
            </p:cNvPr>
            <p:cNvSpPr>
              <a:spLocks noChangeShapeType="1"/>
            </p:cNvSpPr>
            <p:nvPr/>
          </p:nvSpPr>
          <p:spPr bwMode="auto">
            <a:xfrm>
              <a:off x="4343400" y="1643031"/>
              <a:ext cx="1498600"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13" name="Line 108">
              <a:extLst>
                <a:ext uri="{FF2B5EF4-FFF2-40B4-BE49-F238E27FC236}">
                  <a16:creationId xmlns:a16="http://schemas.microsoft.com/office/drawing/2014/main" id="{F35E24DE-F791-4226-BF92-C829107BC271}"/>
                </a:ext>
              </a:extLst>
            </p:cNvPr>
            <p:cNvSpPr>
              <a:spLocks noChangeShapeType="1"/>
            </p:cNvSpPr>
            <p:nvPr/>
          </p:nvSpPr>
          <p:spPr bwMode="auto">
            <a:xfrm>
              <a:off x="7161213" y="2090672"/>
              <a:ext cx="0" cy="277791"/>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14" name="Line 109">
              <a:extLst>
                <a:ext uri="{FF2B5EF4-FFF2-40B4-BE49-F238E27FC236}">
                  <a16:creationId xmlns:a16="http://schemas.microsoft.com/office/drawing/2014/main" id="{B3A80E7C-8054-47B3-99F0-50273DF2135D}"/>
                </a:ext>
              </a:extLst>
            </p:cNvPr>
            <p:cNvSpPr>
              <a:spLocks noChangeShapeType="1"/>
            </p:cNvSpPr>
            <p:nvPr/>
          </p:nvSpPr>
          <p:spPr bwMode="auto">
            <a:xfrm>
              <a:off x="7051675" y="2146229"/>
              <a:ext cx="0" cy="195248"/>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15" name="Rectangle 112">
              <a:extLst>
                <a:ext uri="{FF2B5EF4-FFF2-40B4-BE49-F238E27FC236}">
                  <a16:creationId xmlns:a16="http://schemas.microsoft.com/office/drawing/2014/main" id="{92BB10B5-1A95-4FD0-9D79-2AC4C89D0DE0}"/>
                </a:ext>
              </a:extLst>
            </p:cNvPr>
            <p:cNvSpPr>
              <a:spLocks noChangeArrowheads="1"/>
            </p:cNvSpPr>
            <p:nvPr/>
          </p:nvSpPr>
          <p:spPr bwMode="auto">
            <a:xfrm>
              <a:off x="7280275" y="1408099"/>
              <a:ext cx="120650" cy="279379"/>
            </a:xfrm>
            <a:prstGeom prst="rect">
              <a:avLst/>
            </a:prstGeom>
            <a:solidFill>
              <a:schemeClr val="accent1">
                <a:lumMod val="20000"/>
                <a:lumOff val="80000"/>
              </a:schemeClr>
            </a:solidFill>
            <a:ln w="28575">
              <a:solidFill>
                <a:schemeClr val="tx1"/>
              </a:solidFill>
              <a:miter lim="800000"/>
              <a:headEnd/>
              <a:tailEnd/>
            </a:ln>
          </p:spPr>
          <p:txBody>
            <a:bodyPr wrap="none" anchor="ctr"/>
            <a:lstStyle/>
            <a:p>
              <a:pPr eaLnBrk="1" hangingPunct="1">
                <a:defRPr/>
              </a:pPr>
              <a:endParaRPr lang="en-US" sz="1600">
                <a:latin typeface="+mj-lt"/>
              </a:endParaRPr>
            </a:p>
          </p:txBody>
        </p:sp>
        <p:sp>
          <p:nvSpPr>
            <p:cNvPr id="60516" name="Line 113">
              <a:extLst>
                <a:ext uri="{FF2B5EF4-FFF2-40B4-BE49-F238E27FC236}">
                  <a16:creationId xmlns:a16="http://schemas.microsoft.com/office/drawing/2014/main" id="{A0B6581E-ED4B-4F2E-88F4-CF4FCE9C3605}"/>
                </a:ext>
              </a:extLst>
            </p:cNvPr>
            <p:cNvSpPr>
              <a:spLocks noChangeShapeType="1"/>
            </p:cNvSpPr>
            <p:nvPr/>
          </p:nvSpPr>
          <p:spPr bwMode="auto">
            <a:xfrm flipV="1">
              <a:off x="7342188" y="1243011"/>
              <a:ext cx="0" cy="166674"/>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17" name="Line 114">
              <a:extLst>
                <a:ext uri="{FF2B5EF4-FFF2-40B4-BE49-F238E27FC236}">
                  <a16:creationId xmlns:a16="http://schemas.microsoft.com/office/drawing/2014/main" id="{FAE47991-7509-4E6D-86BB-7A442673CF12}"/>
                </a:ext>
              </a:extLst>
            </p:cNvPr>
            <p:cNvSpPr>
              <a:spLocks noChangeShapeType="1"/>
            </p:cNvSpPr>
            <p:nvPr/>
          </p:nvSpPr>
          <p:spPr bwMode="auto">
            <a:xfrm>
              <a:off x="7269163" y="1219200"/>
              <a:ext cx="149225"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18" name="Line 115">
              <a:extLst>
                <a:ext uri="{FF2B5EF4-FFF2-40B4-BE49-F238E27FC236}">
                  <a16:creationId xmlns:a16="http://schemas.microsoft.com/office/drawing/2014/main" id="{8F7F1DF1-2221-4F35-9363-6846A8537FE7}"/>
                </a:ext>
              </a:extLst>
            </p:cNvPr>
            <p:cNvSpPr>
              <a:spLocks noChangeShapeType="1"/>
            </p:cNvSpPr>
            <p:nvPr/>
          </p:nvSpPr>
          <p:spPr bwMode="auto">
            <a:xfrm>
              <a:off x="7185025" y="4417770"/>
              <a:ext cx="0" cy="279379"/>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19" name="Line 116">
              <a:extLst>
                <a:ext uri="{FF2B5EF4-FFF2-40B4-BE49-F238E27FC236}">
                  <a16:creationId xmlns:a16="http://schemas.microsoft.com/office/drawing/2014/main" id="{9C68710B-2FDA-44BC-91F8-A7750B9A8582}"/>
                </a:ext>
              </a:extLst>
            </p:cNvPr>
            <p:cNvSpPr>
              <a:spLocks noChangeShapeType="1"/>
            </p:cNvSpPr>
            <p:nvPr/>
          </p:nvSpPr>
          <p:spPr bwMode="auto">
            <a:xfrm>
              <a:off x="7077075" y="4473327"/>
              <a:ext cx="0" cy="195248"/>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20" name="Line 117">
              <a:extLst>
                <a:ext uri="{FF2B5EF4-FFF2-40B4-BE49-F238E27FC236}">
                  <a16:creationId xmlns:a16="http://schemas.microsoft.com/office/drawing/2014/main" id="{47FBDD22-C743-417C-9D84-3BC4E9FD327E}"/>
                </a:ext>
              </a:extLst>
            </p:cNvPr>
            <p:cNvSpPr>
              <a:spLocks noChangeShapeType="1"/>
            </p:cNvSpPr>
            <p:nvPr/>
          </p:nvSpPr>
          <p:spPr bwMode="auto">
            <a:xfrm>
              <a:off x="7197725" y="4473327"/>
              <a:ext cx="144463"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21" name="Line 118">
              <a:extLst>
                <a:ext uri="{FF2B5EF4-FFF2-40B4-BE49-F238E27FC236}">
                  <a16:creationId xmlns:a16="http://schemas.microsoft.com/office/drawing/2014/main" id="{ABF27162-D6E0-456F-9653-E119F673FEFA}"/>
                </a:ext>
              </a:extLst>
            </p:cNvPr>
            <p:cNvSpPr>
              <a:spLocks noChangeShapeType="1"/>
            </p:cNvSpPr>
            <p:nvPr/>
          </p:nvSpPr>
          <p:spPr bwMode="auto">
            <a:xfrm>
              <a:off x="7185025" y="2170041"/>
              <a:ext cx="144463"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22" name="Line 119">
              <a:extLst>
                <a:ext uri="{FF2B5EF4-FFF2-40B4-BE49-F238E27FC236}">
                  <a16:creationId xmlns:a16="http://schemas.microsoft.com/office/drawing/2014/main" id="{FB88987A-66E4-431B-92E8-F4D71B00B503}"/>
                </a:ext>
              </a:extLst>
            </p:cNvPr>
            <p:cNvSpPr>
              <a:spLocks noChangeShapeType="1"/>
            </p:cNvSpPr>
            <p:nvPr/>
          </p:nvSpPr>
          <p:spPr bwMode="auto">
            <a:xfrm>
              <a:off x="7185025" y="2303381"/>
              <a:ext cx="144463"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23" name="Line 121">
              <a:extLst>
                <a:ext uri="{FF2B5EF4-FFF2-40B4-BE49-F238E27FC236}">
                  <a16:creationId xmlns:a16="http://schemas.microsoft.com/office/drawing/2014/main" id="{885594E6-8F41-4221-A5CE-C8638BD82C58}"/>
                </a:ext>
              </a:extLst>
            </p:cNvPr>
            <p:cNvSpPr>
              <a:spLocks noChangeShapeType="1"/>
            </p:cNvSpPr>
            <p:nvPr/>
          </p:nvSpPr>
          <p:spPr bwMode="auto">
            <a:xfrm flipV="1">
              <a:off x="7340600" y="1698589"/>
              <a:ext cx="0" cy="473039"/>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24" name="Line 122">
              <a:extLst>
                <a:ext uri="{FF2B5EF4-FFF2-40B4-BE49-F238E27FC236}">
                  <a16:creationId xmlns:a16="http://schemas.microsoft.com/office/drawing/2014/main" id="{9B6C89F9-35E9-41C9-BE40-4B54591A2CD8}"/>
                </a:ext>
              </a:extLst>
            </p:cNvPr>
            <p:cNvSpPr>
              <a:spLocks noChangeShapeType="1"/>
            </p:cNvSpPr>
            <p:nvPr/>
          </p:nvSpPr>
          <p:spPr bwMode="auto">
            <a:xfrm>
              <a:off x="6802438" y="2244647"/>
              <a:ext cx="239712"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25" name="Line 123">
              <a:extLst>
                <a:ext uri="{FF2B5EF4-FFF2-40B4-BE49-F238E27FC236}">
                  <a16:creationId xmlns:a16="http://schemas.microsoft.com/office/drawing/2014/main" id="{D66ED311-2651-4085-8F9A-D0DAAE70B3C8}"/>
                </a:ext>
              </a:extLst>
            </p:cNvPr>
            <p:cNvSpPr>
              <a:spLocks noChangeShapeType="1"/>
            </p:cNvSpPr>
            <p:nvPr/>
          </p:nvSpPr>
          <p:spPr bwMode="auto">
            <a:xfrm>
              <a:off x="7199313" y="4619366"/>
              <a:ext cx="142875"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26" name="Line 124">
              <a:extLst>
                <a:ext uri="{FF2B5EF4-FFF2-40B4-BE49-F238E27FC236}">
                  <a16:creationId xmlns:a16="http://schemas.microsoft.com/office/drawing/2014/main" id="{6B8190FD-D1AC-4645-BB25-A3CD7947C75C}"/>
                </a:ext>
              </a:extLst>
            </p:cNvPr>
            <p:cNvSpPr>
              <a:spLocks noChangeShapeType="1"/>
            </p:cNvSpPr>
            <p:nvPr/>
          </p:nvSpPr>
          <p:spPr bwMode="auto">
            <a:xfrm flipV="1">
              <a:off x="7351713" y="4617779"/>
              <a:ext cx="0" cy="363509"/>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27" name="Line 126">
              <a:extLst>
                <a:ext uri="{FF2B5EF4-FFF2-40B4-BE49-F238E27FC236}">
                  <a16:creationId xmlns:a16="http://schemas.microsoft.com/office/drawing/2014/main" id="{19F97272-0941-498C-8194-3ADE889109C0}"/>
                </a:ext>
              </a:extLst>
            </p:cNvPr>
            <p:cNvSpPr>
              <a:spLocks noChangeShapeType="1"/>
            </p:cNvSpPr>
            <p:nvPr/>
          </p:nvSpPr>
          <p:spPr bwMode="auto">
            <a:xfrm flipV="1">
              <a:off x="6538913" y="4552696"/>
              <a:ext cx="511175"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28" name="Line 127">
              <a:extLst>
                <a:ext uri="{FF2B5EF4-FFF2-40B4-BE49-F238E27FC236}">
                  <a16:creationId xmlns:a16="http://schemas.microsoft.com/office/drawing/2014/main" id="{D522454E-86B0-494B-988D-63E719B5F416}"/>
                </a:ext>
              </a:extLst>
            </p:cNvPr>
            <p:cNvSpPr>
              <a:spLocks noChangeShapeType="1"/>
            </p:cNvSpPr>
            <p:nvPr/>
          </p:nvSpPr>
          <p:spPr bwMode="auto">
            <a:xfrm flipV="1">
              <a:off x="6538913" y="1877963"/>
              <a:ext cx="0" cy="2674734"/>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29" name="Line 128">
              <a:extLst>
                <a:ext uri="{FF2B5EF4-FFF2-40B4-BE49-F238E27FC236}">
                  <a16:creationId xmlns:a16="http://schemas.microsoft.com/office/drawing/2014/main" id="{B25542E7-7A77-41CD-9058-75D4C34C7368}"/>
                </a:ext>
              </a:extLst>
            </p:cNvPr>
            <p:cNvSpPr>
              <a:spLocks noChangeShapeType="1"/>
            </p:cNvSpPr>
            <p:nvPr/>
          </p:nvSpPr>
          <p:spPr bwMode="auto">
            <a:xfrm flipV="1">
              <a:off x="6802438" y="1866851"/>
              <a:ext cx="0" cy="382559"/>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30" name="Rectangle 129">
              <a:extLst>
                <a:ext uri="{FF2B5EF4-FFF2-40B4-BE49-F238E27FC236}">
                  <a16:creationId xmlns:a16="http://schemas.microsoft.com/office/drawing/2014/main" id="{484F38EA-6074-4FB5-A664-DE69299D56DC}"/>
                </a:ext>
              </a:extLst>
            </p:cNvPr>
            <p:cNvSpPr>
              <a:spLocks noChangeArrowheads="1"/>
            </p:cNvSpPr>
            <p:nvPr/>
          </p:nvSpPr>
          <p:spPr bwMode="auto">
            <a:xfrm>
              <a:off x="7292975" y="4984464"/>
              <a:ext cx="120650" cy="279379"/>
            </a:xfrm>
            <a:prstGeom prst="rect">
              <a:avLst/>
            </a:prstGeom>
            <a:solidFill>
              <a:schemeClr val="accent1">
                <a:lumMod val="20000"/>
                <a:lumOff val="80000"/>
              </a:schemeClr>
            </a:solidFill>
            <a:ln w="28575">
              <a:solidFill>
                <a:schemeClr val="tx1"/>
              </a:solidFill>
              <a:miter lim="800000"/>
              <a:headEnd/>
              <a:tailEnd/>
            </a:ln>
          </p:spPr>
          <p:txBody>
            <a:bodyPr wrap="none" anchor="ctr"/>
            <a:lstStyle/>
            <a:p>
              <a:pPr eaLnBrk="1" hangingPunct="1">
                <a:defRPr/>
              </a:pPr>
              <a:endParaRPr lang="en-US" sz="1600">
                <a:latin typeface="+mj-lt"/>
              </a:endParaRPr>
            </a:p>
          </p:txBody>
        </p:sp>
        <p:sp>
          <p:nvSpPr>
            <p:cNvPr id="60531" name="Line 130">
              <a:extLst>
                <a:ext uri="{FF2B5EF4-FFF2-40B4-BE49-F238E27FC236}">
                  <a16:creationId xmlns:a16="http://schemas.microsoft.com/office/drawing/2014/main" id="{73FF2CDE-A07C-4AB3-8238-40FA33261AE9}"/>
                </a:ext>
              </a:extLst>
            </p:cNvPr>
            <p:cNvSpPr>
              <a:spLocks noChangeShapeType="1"/>
            </p:cNvSpPr>
            <p:nvPr/>
          </p:nvSpPr>
          <p:spPr bwMode="auto">
            <a:xfrm flipV="1">
              <a:off x="7353300" y="5255906"/>
              <a:ext cx="0" cy="166674"/>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32" name="Line 132">
              <a:extLst>
                <a:ext uri="{FF2B5EF4-FFF2-40B4-BE49-F238E27FC236}">
                  <a16:creationId xmlns:a16="http://schemas.microsoft.com/office/drawing/2014/main" id="{8D1B04BA-899C-4243-8A2A-9E38CE4F74A5}"/>
                </a:ext>
              </a:extLst>
            </p:cNvPr>
            <p:cNvSpPr>
              <a:spLocks noChangeShapeType="1"/>
            </p:cNvSpPr>
            <p:nvPr/>
          </p:nvSpPr>
          <p:spPr bwMode="auto">
            <a:xfrm>
              <a:off x="7280275" y="5433692"/>
              <a:ext cx="149225"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sp>
          <p:nvSpPr>
            <p:cNvPr id="60533" name="Line 57">
              <a:extLst>
                <a:ext uri="{FF2B5EF4-FFF2-40B4-BE49-F238E27FC236}">
                  <a16:creationId xmlns:a16="http://schemas.microsoft.com/office/drawing/2014/main" id="{039983C6-EB94-4B45-B5C1-D11218CD0A79}"/>
                </a:ext>
              </a:extLst>
            </p:cNvPr>
            <p:cNvSpPr>
              <a:spLocks noChangeShapeType="1"/>
            </p:cNvSpPr>
            <p:nvPr/>
          </p:nvSpPr>
          <p:spPr bwMode="auto">
            <a:xfrm>
              <a:off x="7269163" y="5427343"/>
              <a:ext cx="179387" cy="0"/>
            </a:xfrm>
            <a:prstGeom prst="line">
              <a:avLst/>
            </a:prstGeom>
            <a:noFill/>
            <a:ln w="28575">
              <a:solidFill>
                <a:schemeClr val="tx1"/>
              </a:solidFill>
              <a:round/>
              <a:headEnd/>
              <a:tailEnd/>
            </a:ln>
          </p:spPr>
          <p:txBody>
            <a:bodyPr/>
            <a:lstStyle/>
            <a:p>
              <a:pPr eaLnBrk="1" hangingPunct="1">
                <a:defRPr/>
              </a:pPr>
              <a:endParaRPr lang="en-US" sz="1600">
                <a:latin typeface="+mj-lt"/>
              </a:endParaRPr>
            </a:p>
          </p:txBody>
        </p:sp>
      </p:grpSp>
      <p:cxnSp>
        <p:nvCxnSpPr>
          <p:cNvPr id="63492" name="Straight Connector 119">
            <a:extLst>
              <a:ext uri="{FF2B5EF4-FFF2-40B4-BE49-F238E27FC236}">
                <a16:creationId xmlns:a16="http://schemas.microsoft.com/office/drawing/2014/main" id="{025F3C63-F44E-1943-1204-B4ED80A81428}"/>
              </a:ext>
            </a:extLst>
          </p:cNvPr>
          <p:cNvCxnSpPr>
            <a:cxnSpLocks noChangeShapeType="1"/>
          </p:cNvCxnSpPr>
          <p:nvPr/>
        </p:nvCxnSpPr>
        <p:spPr bwMode="auto">
          <a:xfrm rot="16200000" flipH="1">
            <a:off x="8724900" y="5448300"/>
            <a:ext cx="152400" cy="762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3493" name="Straight Connector 121">
            <a:extLst>
              <a:ext uri="{FF2B5EF4-FFF2-40B4-BE49-F238E27FC236}">
                <a16:creationId xmlns:a16="http://schemas.microsoft.com/office/drawing/2014/main" id="{EE9D45E3-B471-5D2D-5A71-0B545E7E7AF6}"/>
              </a:ext>
            </a:extLst>
          </p:cNvPr>
          <p:cNvCxnSpPr>
            <a:cxnSpLocks noChangeShapeType="1"/>
            <a:endCxn id="60533" idx="1"/>
          </p:cNvCxnSpPr>
          <p:nvPr/>
        </p:nvCxnSpPr>
        <p:spPr bwMode="auto">
          <a:xfrm rot="5400000" flipH="1" flipV="1">
            <a:off x="8838407" y="5428457"/>
            <a:ext cx="134937" cy="1333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D40EFA35-34F6-A0CF-31B2-A72CB8F146F9}"/>
              </a:ext>
            </a:extLst>
          </p:cNvPr>
          <p:cNvSpPr>
            <a:spLocks noGrp="1" noChangeArrowheads="1"/>
          </p:cNvSpPr>
          <p:nvPr>
            <p:ph type="title"/>
          </p:nvPr>
        </p:nvSpPr>
        <p:spPr/>
        <p:txBody>
          <a:bodyPr/>
          <a:lstStyle/>
          <a:p>
            <a:r>
              <a:rPr lang="en-US" altLang="en-US"/>
              <a:t>IOB</a:t>
            </a:r>
            <a:endParaRPr lang="ru-RU" altLang="en-US"/>
          </a:p>
        </p:txBody>
      </p:sp>
      <p:sp>
        <p:nvSpPr>
          <p:cNvPr id="64515" name="Content Placeholder 3">
            <a:extLst>
              <a:ext uri="{FF2B5EF4-FFF2-40B4-BE49-F238E27FC236}">
                <a16:creationId xmlns:a16="http://schemas.microsoft.com/office/drawing/2014/main" id="{D023D02D-D38A-7B72-6B3B-DD20D1102F65}"/>
              </a:ext>
            </a:extLst>
          </p:cNvPr>
          <p:cNvSpPr>
            <a:spLocks noGrp="1" noChangeArrowheads="1"/>
          </p:cNvSpPr>
          <p:nvPr>
            <p:ph type="body" sz="quarter" idx="10"/>
          </p:nvPr>
        </p:nvSpPr>
        <p:spPr/>
        <p:txBody>
          <a:bodyPr/>
          <a:lstStyle/>
          <a:p>
            <a:r>
              <a:rPr lang="en-US" altLang="en-US" sz="2200" dirty="0"/>
              <a:t>I/O</a:t>
            </a:r>
            <a:r>
              <a:rPr lang="ru-RU" altLang="en-US" sz="2200" dirty="0"/>
              <a:t> unit has two channels for  input and output</a:t>
            </a:r>
            <a:r>
              <a:rPr lang="en-US" altLang="en-US" sz="2200" dirty="0"/>
              <a:t> </a:t>
            </a:r>
            <a:r>
              <a:rPr lang="ru-RU" altLang="en-US" sz="2200" dirty="0"/>
              <a:t>signa</a:t>
            </a:r>
            <a:r>
              <a:rPr lang="en-US" altLang="en-US" sz="2200" dirty="0"/>
              <a:t>ls</a:t>
            </a:r>
            <a:br>
              <a:rPr lang="ru-RU" altLang="en-US" sz="2200" dirty="0"/>
            </a:br>
            <a:r>
              <a:rPr lang="en-US" altLang="en-US" sz="2200" dirty="0"/>
              <a:t>I/O</a:t>
            </a:r>
            <a:r>
              <a:rPr lang="ru-RU" altLang="en-US" sz="2200" dirty="0"/>
              <a:t> pins can be used as an input and as </a:t>
            </a:r>
            <a:r>
              <a:rPr lang="en-US" altLang="en-US" sz="2200" dirty="0"/>
              <a:t>an </a:t>
            </a:r>
            <a:r>
              <a:rPr lang="ru-RU" altLang="en-US" sz="2200" dirty="0"/>
              <a:t>output </a:t>
            </a:r>
            <a:endParaRPr lang="en-US" altLang="en-US" sz="2200" dirty="0"/>
          </a:p>
          <a:p>
            <a:r>
              <a:rPr lang="en-US" altLang="en-US" sz="2200" dirty="0"/>
              <a:t>A d</a:t>
            </a:r>
            <a:r>
              <a:rPr lang="ru-RU" altLang="en-US" sz="2200" dirty="0"/>
              <a:t>irect delivery signal to the output or from  flip-flop</a:t>
            </a:r>
            <a:r>
              <a:rPr lang="en-US" altLang="en-US" sz="2200" dirty="0"/>
              <a:t> is possible</a:t>
            </a:r>
            <a:r>
              <a:rPr lang="ru-RU" altLang="en-US" sz="2200" dirty="0"/>
              <a:t>.</a:t>
            </a:r>
            <a:endParaRPr lang="en-US" altLang="en-US" sz="2200" dirty="0"/>
          </a:p>
          <a:p>
            <a:r>
              <a:rPr lang="ru-RU" altLang="en-US" sz="2200" dirty="0"/>
              <a:t>To ensure the pipeline  mode of input with the M8 on the way to the D input of FF2 can be introduced delay. </a:t>
            </a:r>
            <a:br>
              <a:rPr lang="en-US" altLang="en-US" sz="2200" dirty="0"/>
            </a:br>
            <a:r>
              <a:rPr lang="en-US" altLang="en-US" sz="2200" dirty="0"/>
              <a:t>The effect is to delay  D-input relative to the</a:t>
            </a:r>
            <a:r>
              <a:rPr lang="hy-AM" altLang="en-US" sz="2200" dirty="0"/>
              <a:t> </a:t>
            </a:r>
            <a:r>
              <a:rPr lang="en-US" altLang="en-US" sz="2200" dirty="0"/>
              <a:t>FPGA’s internal copies of the system clock, </a:t>
            </a:r>
            <a:r>
              <a:rPr lang="en-US" altLang="en-US" sz="2200" dirty="0" err="1"/>
              <a:t>quaranteeing</a:t>
            </a:r>
            <a:r>
              <a:rPr lang="en-US" altLang="en-US" sz="2200" dirty="0"/>
              <a:t>  that the input will have a zero hold-time requirement  with </a:t>
            </a:r>
            <a:r>
              <a:rPr lang="en-US" altLang="en-US" sz="2200" dirty="0" err="1"/>
              <a:t>respec</a:t>
            </a:r>
            <a:r>
              <a:rPr lang="en-US" altLang="en-US" sz="2200" dirty="0"/>
              <a:t> to external system clock. This benefit comes at  expense increasing  setup time.</a:t>
            </a:r>
          </a:p>
          <a:p>
            <a:r>
              <a:rPr lang="ru-RU" altLang="en-US" sz="2200" dirty="0"/>
              <a:t>With the M1-M4 polarity of input signals</a:t>
            </a:r>
            <a:r>
              <a:rPr lang="en-US" altLang="en-US" sz="2200" dirty="0"/>
              <a:t> </a:t>
            </a:r>
            <a:r>
              <a:rPr lang="ru-RU" altLang="en-US" sz="2200" dirty="0"/>
              <a:t>are selected</a:t>
            </a:r>
            <a:r>
              <a:rPr lang="en-US" altLang="en-US" sz="2200" dirty="0"/>
              <a:t>.</a:t>
            </a:r>
            <a:r>
              <a:rPr lang="ru-RU" altLang="en-US" sz="2200" dirty="0"/>
              <a:t> </a:t>
            </a:r>
          </a:p>
          <a:p>
            <a:r>
              <a:rPr lang="ru-RU" altLang="en-US" sz="2200" dirty="0"/>
              <a:t>Management of the analog output parameters:</a:t>
            </a:r>
          </a:p>
          <a:p>
            <a:pPr lvl="1"/>
            <a:r>
              <a:rPr lang="en-US" altLang="en-US" dirty="0"/>
              <a:t>Slew rate control</a:t>
            </a:r>
          </a:p>
          <a:p>
            <a:pPr lvl="1"/>
            <a:r>
              <a:rPr lang="en-US" altLang="en-US" dirty="0"/>
              <a:t>A</a:t>
            </a:r>
            <a:r>
              <a:rPr lang="ru-RU" altLang="en-US" dirty="0"/>
              <a:t> resistor</a:t>
            </a:r>
            <a:r>
              <a:rPr lang="en-US" altLang="en-US" dirty="0"/>
              <a:t> can be included b</a:t>
            </a:r>
            <a:r>
              <a:rPr lang="ru-RU" altLang="en-US" dirty="0"/>
              <a:t>etween </a:t>
            </a:r>
            <a:r>
              <a:rPr lang="en-US" altLang="en-US" dirty="0"/>
              <a:t>I/O</a:t>
            </a:r>
            <a:r>
              <a:rPr lang="ru-RU" altLang="en-US" dirty="0"/>
              <a:t> pin and bus power or ground</a:t>
            </a:r>
            <a:r>
              <a:rPr lang="en-US" altLang="en-US" dirty="0"/>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a:extLst>
              <a:ext uri="{FF2B5EF4-FFF2-40B4-BE49-F238E27FC236}">
                <a16:creationId xmlns:a16="http://schemas.microsoft.com/office/drawing/2014/main" id="{0AAFC01C-B58B-A258-1458-151184D99E0F}"/>
              </a:ext>
            </a:extLst>
          </p:cNvPr>
          <p:cNvSpPr>
            <a:spLocks noGrp="1" noChangeArrowheads="1"/>
          </p:cNvSpPr>
          <p:nvPr>
            <p:ph type="title"/>
          </p:nvPr>
        </p:nvSpPr>
        <p:spPr>
          <a:xfrm>
            <a:off x="0" y="183401"/>
            <a:ext cx="11612880" cy="704088"/>
          </a:xfrm>
        </p:spPr>
        <p:txBody>
          <a:bodyPr/>
          <a:lstStyle/>
          <a:p>
            <a:r>
              <a:rPr lang="en-US" altLang="en-US"/>
              <a:t>Programmable Interconnect </a:t>
            </a:r>
            <a:endParaRPr lang="ru-RU" altLang="en-US"/>
          </a:p>
        </p:txBody>
      </p:sp>
      <p:grpSp>
        <p:nvGrpSpPr>
          <p:cNvPr id="65539" name="Group 51">
            <a:extLst>
              <a:ext uri="{FF2B5EF4-FFF2-40B4-BE49-F238E27FC236}">
                <a16:creationId xmlns:a16="http://schemas.microsoft.com/office/drawing/2014/main" id="{C38110DA-38E0-E3AA-6E26-ED584BABB98B}"/>
              </a:ext>
            </a:extLst>
          </p:cNvPr>
          <p:cNvGrpSpPr>
            <a:grpSpLocks/>
          </p:cNvGrpSpPr>
          <p:nvPr/>
        </p:nvGrpSpPr>
        <p:grpSpPr bwMode="auto">
          <a:xfrm>
            <a:off x="2516189" y="1146176"/>
            <a:ext cx="6975475" cy="4721225"/>
            <a:chOff x="990600" y="1295400"/>
            <a:chExt cx="6832600" cy="4572000"/>
          </a:xfrm>
        </p:grpSpPr>
        <p:grpSp>
          <p:nvGrpSpPr>
            <p:cNvPr id="65540" name="Group 50">
              <a:extLst>
                <a:ext uri="{FF2B5EF4-FFF2-40B4-BE49-F238E27FC236}">
                  <a16:creationId xmlns:a16="http://schemas.microsoft.com/office/drawing/2014/main" id="{4EE05786-314A-844B-FB28-62F75EA39483}"/>
                </a:ext>
              </a:extLst>
            </p:cNvPr>
            <p:cNvGrpSpPr>
              <a:grpSpLocks/>
            </p:cNvGrpSpPr>
            <p:nvPr/>
          </p:nvGrpSpPr>
          <p:grpSpPr bwMode="auto">
            <a:xfrm>
              <a:off x="3490913" y="5342593"/>
              <a:ext cx="2954337" cy="524807"/>
              <a:chOff x="3490913" y="5342593"/>
              <a:chExt cx="2954337" cy="524807"/>
            </a:xfrm>
          </p:grpSpPr>
          <p:sp>
            <p:nvSpPr>
              <p:cNvPr id="65542" name="Text Box 49">
                <a:extLst>
                  <a:ext uri="{FF2B5EF4-FFF2-40B4-BE49-F238E27FC236}">
                    <a16:creationId xmlns:a16="http://schemas.microsoft.com/office/drawing/2014/main" id="{B670EA97-5A30-9D1C-04D8-5327F4C68D37}"/>
                  </a:ext>
                </a:extLst>
              </p:cNvPr>
              <p:cNvSpPr txBox="1">
                <a:spLocks noChangeArrowheads="1"/>
              </p:cNvSpPr>
              <p:nvPr/>
            </p:nvSpPr>
            <p:spPr bwMode="auto">
              <a:xfrm>
                <a:off x="5364163" y="5342593"/>
                <a:ext cx="10810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b="0" u="none"/>
                  <a:t>Direct  </a:t>
                </a:r>
                <a:br>
                  <a:rPr lang="en-US" altLang="en-US" sz="1400" b="0" u="none"/>
                </a:br>
                <a:r>
                  <a:rPr lang="en-US" altLang="en-US" sz="1400" b="0" u="none"/>
                  <a:t>connect</a:t>
                </a:r>
                <a:endParaRPr lang="ru-RU" altLang="en-US" sz="1400" b="0" u="none"/>
              </a:p>
            </p:txBody>
          </p:sp>
          <p:sp>
            <p:nvSpPr>
              <p:cNvPr id="65543" name="Text Box 52">
                <a:extLst>
                  <a:ext uri="{FF2B5EF4-FFF2-40B4-BE49-F238E27FC236}">
                    <a16:creationId xmlns:a16="http://schemas.microsoft.com/office/drawing/2014/main" id="{89CA60EA-D02C-8C00-5248-93A1250B4F4D}"/>
                  </a:ext>
                </a:extLst>
              </p:cNvPr>
              <p:cNvSpPr txBox="1">
                <a:spLocks noChangeArrowheads="1"/>
              </p:cNvSpPr>
              <p:nvPr/>
            </p:nvSpPr>
            <p:spPr bwMode="auto">
              <a:xfrm>
                <a:off x="3490913" y="5344180"/>
                <a:ext cx="10810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b="0" u="none"/>
                  <a:t>Global Clock</a:t>
                </a:r>
                <a:endParaRPr lang="ru-RU" altLang="en-US" sz="1400" b="0" u="none"/>
              </a:p>
            </p:txBody>
          </p:sp>
        </p:grpSp>
        <p:grpSp>
          <p:nvGrpSpPr>
            <p:cNvPr id="4" name="Group 48">
              <a:extLst>
                <a:ext uri="{FF2B5EF4-FFF2-40B4-BE49-F238E27FC236}">
                  <a16:creationId xmlns:a16="http://schemas.microsoft.com/office/drawing/2014/main" id="{D933A413-55E4-498A-98A3-B78F35270321}"/>
                </a:ext>
              </a:extLst>
            </p:cNvPr>
            <p:cNvGrpSpPr/>
            <p:nvPr/>
          </p:nvGrpSpPr>
          <p:grpSpPr>
            <a:xfrm>
              <a:off x="990600" y="1295400"/>
              <a:ext cx="6832600" cy="4412101"/>
              <a:chOff x="330200" y="938213"/>
              <a:chExt cx="8345488" cy="5457825"/>
            </a:xfrm>
            <a:noFill/>
          </p:grpSpPr>
          <p:grpSp>
            <p:nvGrpSpPr>
              <p:cNvPr id="5" name="Group 64">
                <a:extLst>
                  <a:ext uri="{FF2B5EF4-FFF2-40B4-BE49-F238E27FC236}">
                    <a16:creationId xmlns:a16="http://schemas.microsoft.com/office/drawing/2014/main" id="{6FA335BC-788A-4AF2-A8ED-9A0B95CA3364}"/>
                  </a:ext>
                </a:extLst>
              </p:cNvPr>
              <p:cNvGrpSpPr>
                <a:grpSpLocks/>
              </p:cNvGrpSpPr>
              <p:nvPr/>
            </p:nvGrpSpPr>
            <p:grpSpPr bwMode="auto">
              <a:xfrm>
                <a:off x="330200" y="938213"/>
                <a:ext cx="8345488" cy="5457825"/>
                <a:chOff x="208" y="730"/>
                <a:chExt cx="5257" cy="3438"/>
              </a:xfrm>
              <a:grpFill/>
            </p:grpSpPr>
            <p:sp>
              <p:nvSpPr>
                <p:cNvPr id="62472" name="AutoShape 15">
                  <a:extLst>
                    <a:ext uri="{FF2B5EF4-FFF2-40B4-BE49-F238E27FC236}">
                      <a16:creationId xmlns:a16="http://schemas.microsoft.com/office/drawing/2014/main" id="{FED73F2D-DDE3-4D20-9D1B-253DF3125766}"/>
                    </a:ext>
                  </a:extLst>
                </p:cNvPr>
                <p:cNvSpPr>
                  <a:spLocks noChangeArrowheads="1"/>
                </p:cNvSpPr>
                <p:nvPr/>
              </p:nvSpPr>
              <p:spPr bwMode="auto">
                <a:xfrm>
                  <a:off x="300" y="3387"/>
                  <a:ext cx="4468" cy="226"/>
                </a:xfrm>
                <a:prstGeom prst="leftRightArrow">
                  <a:avLst>
                    <a:gd name="adj1" fmla="val 71639"/>
                    <a:gd name="adj2" fmla="val 106995"/>
                  </a:avLst>
                </a:prstGeom>
                <a:grpFill/>
                <a:ln w="19050">
                  <a:solidFill>
                    <a:schemeClr val="tx1"/>
                  </a:solidFill>
                  <a:miter lim="800000"/>
                  <a:headEnd/>
                  <a:tailEnd/>
                </a:ln>
              </p:spPr>
              <p:txBody>
                <a:bodyPr wrap="none" anchor="ctr"/>
                <a:lstStyle/>
                <a:p>
                  <a:pPr algn="r" eaLnBrk="1" hangingPunct="1">
                    <a:defRPr/>
                  </a:pPr>
                  <a:r>
                    <a:rPr lang="en-US" sz="1200"/>
                    <a:t>3</a:t>
                  </a:r>
                  <a:endParaRPr lang="ru-RU" sz="1200"/>
                </a:p>
              </p:txBody>
            </p:sp>
            <p:sp>
              <p:nvSpPr>
                <p:cNvPr id="62473" name="AutoShape 6">
                  <a:extLst>
                    <a:ext uri="{FF2B5EF4-FFF2-40B4-BE49-F238E27FC236}">
                      <a16:creationId xmlns:a16="http://schemas.microsoft.com/office/drawing/2014/main" id="{43F18CC5-DE5C-4F82-911D-C69F5576699D}"/>
                    </a:ext>
                  </a:extLst>
                </p:cNvPr>
                <p:cNvSpPr>
                  <a:spLocks noChangeArrowheads="1"/>
                </p:cNvSpPr>
                <p:nvPr/>
              </p:nvSpPr>
              <p:spPr bwMode="auto">
                <a:xfrm>
                  <a:off x="208" y="1083"/>
                  <a:ext cx="4468" cy="226"/>
                </a:xfrm>
                <a:prstGeom prst="leftRightArrow">
                  <a:avLst>
                    <a:gd name="adj1" fmla="val 71639"/>
                    <a:gd name="adj2" fmla="val 106995"/>
                  </a:avLst>
                </a:prstGeom>
                <a:grpFill/>
                <a:ln w="19050">
                  <a:solidFill>
                    <a:schemeClr val="tx1"/>
                  </a:solidFill>
                  <a:miter lim="800000"/>
                  <a:headEnd/>
                  <a:tailEnd/>
                </a:ln>
              </p:spPr>
              <p:txBody>
                <a:bodyPr wrap="none" anchor="ctr"/>
                <a:lstStyle/>
                <a:p>
                  <a:pPr algn="r" eaLnBrk="1" hangingPunct="1">
                    <a:defRPr/>
                  </a:pPr>
                  <a:r>
                    <a:rPr lang="en-US" sz="1200"/>
                    <a:t>8</a:t>
                  </a:r>
                  <a:endParaRPr lang="ru-RU" sz="1200"/>
                </a:p>
              </p:txBody>
            </p:sp>
            <p:sp>
              <p:nvSpPr>
                <p:cNvPr id="62474" name="AutoShape 9">
                  <a:extLst>
                    <a:ext uri="{FF2B5EF4-FFF2-40B4-BE49-F238E27FC236}">
                      <a16:creationId xmlns:a16="http://schemas.microsoft.com/office/drawing/2014/main" id="{DE82DC95-EA35-4B03-AD9A-D51F511007A6}"/>
                    </a:ext>
                  </a:extLst>
                </p:cNvPr>
                <p:cNvSpPr>
                  <a:spLocks noChangeArrowheads="1"/>
                </p:cNvSpPr>
                <p:nvPr/>
              </p:nvSpPr>
              <p:spPr bwMode="auto">
                <a:xfrm>
                  <a:off x="208" y="1445"/>
                  <a:ext cx="4468" cy="226"/>
                </a:xfrm>
                <a:prstGeom prst="leftRightArrow">
                  <a:avLst>
                    <a:gd name="adj1" fmla="val 71639"/>
                    <a:gd name="adj2" fmla="val 106995"/>
                  </a:avLst>
                </a:prstGeom>
                <a:grpFill/>
                <a:ln w="19050">
                  <a:solidFill>
                    <a:schemeClr val="tx1"/>
                  </a:solidFill>
                  <a:miter lim="800000"/>
                  <a:headEnd/>
                  <a:tailEnd/>
                </a:ln>
              </p:spPr>
              <p:txBody>
                <a:bodyPr wrap="none" anchor="ctr"/>
                <a:lstStyle/>
                <a:p>
                  <a:pPr algn="r" eaLnBrk="1" hangingPunct="1">
                    <a:defRPr/>
                  </a:pPr>
                  <a:r>
                    <a:rPr lang="en-US" sz="1200"/>
                    <a:t>4</a:t>
                  </a:r>
                  <a:endParaRPr lang="ru-RU" sz="1200"/>
                </a:p>
              </p:txBody>
            </p:sp>
            <p:sp>
              <p:nvSpPr>
                <p:cNvPr id="62475" name="AutoShape 10">
                  <a:extLst>
                    <a:ext uri="{FF2B5EF4-FFF2-40B4-BE49-F238E27FC236}">
                      <a16:creationId xmlns:a16="http://schemas.microsoft.com/office/drawing/2014/main" id="{3331F6F5-567D-4547-BB76-1D18C1AC430C}"/>
                    </a:ext>
                  </a:extLst>
                </p:cNvPr>
                <p:cNvSpPr>
                  <a:spLocks noChangeArrowheads="1"/>
                </p:cNvSpPr>
                <p:nvPr/>
              </p:nvSpPr>
              <p:spPr bwMode="auto">
                <a:xfrm>
                  <a:off x="208" y="1836"/>
                  <a:ext cx="4468" cy="226"/>
                </a:xfrm>
                <a:prstGeom prst="leftRightArrow">
                  <a:avLst>
                    <a:gd name="adj1" fmla="val 71639"/>
                    <a:gd name="adj2" fmla="val 106995"/>
                  </a:avLst>
                </a:prstGeom>
                <a:grpFill/>
                <a:ln w="19050">
                  <a:solidFill>
                    <a:schemeClr val="tx1"/>
                  </a:solidFill>
                  <a:miter lim="800000"/>
                  <a:headEnd/>
                  <a:tailEnd/>
                </a:ln>
              </p:spPr>
              <p:txBody>
                <a:bodyPr wrap="none" anchor="ctr"/>
                <a:lstStyle/>
                <a:p>
                  <a:pPr algn="r" eaLnBrk="1" hangingPunct="1">
                    <a:defRPr/>
                  </a:pPr>
                  <a:r>
                    <a:rPr lang="en-US" sz="1200"/>
                    <a:t>3</a:t>
                  </a:r>
                  <a:endParaRPr lang="ru-RU" sz="1200"/>
                </a:p>
              </p:txBody>
            </p:sp>
            <p:sp>
              <p:nvSpPr>
                <p:cNvPr id="62476" name="Rectangle 11">
                  <a:extLst>
                    <a:ext uri="{FF2B5EF4-FFF2-40B4-BE49-F238E27FC236}">
                      <a16:creationId xmlns:a16="http://schemas.microsoft.com/office/drawing/2014/main" id="{3790A009-B7ED-4291-B0D4-5675A9BDBFD3}"/>
                    </a:ext>
                  </a:extLst>
                </p:cNvPr>
                <p:cNvSpPr>
                  <a:spLocks noChangeArrowheads="1"/>
                </p:cNvSpPr>
                <p:nvPr/>
              </p:nvSpPr>
              <p:spPr bwMode="auto">
                <a:xfrm>
                  <a:off x="3084" y="2353"/>
                  <a:ext cx="1156" cy="771"/>
                </a:xfrm>
                <a:prstGeom prst="rect">
                  <a:avLst/>
                </a:prstGeom>
                <a:grpFill/>
                <a:ln w="38100">
                  <a:solidFill>
                    <a:schemeClr val="tx1"/>
                  </a:solidFill>
                  <a:miter lim="800000"/>
                  <a:headEnd/>
                  <a:tailEnd/>
                </a:ln>
              </p:spPr>
              <p:txBody>
                <a:bodyPr wrap="none" anchor="ctr"/>
                <a:lstStyle/>
                <a:p>
                  <a:pPr algn="ctr" eaLnBrk="1" hangingPunct="1">
                    <a:defRPr/>
                  </a:pPr>
                  <a:r>
                    <a:rPr lang="en-US"/>
                    <a:t>CLB</a:t>
                  </a:r>
                  <a:endParaRPr lang="ru-RU"/>
                </a:p>
              </p:txBody>
            </p:sp>
            <p:sp>
              <p:nvSpPr>
                <p:cNvPr id="62477" name="AutoShape 12">
                  <a:extLst>
                    <a:ext uri="{FF2B5EF4-FFF2-40B4-BE49-F238E27FC236}">
                      <a16:creationId xmlns:a16="http://schemas.microsoft.com/office/drawing/2014/main" id="{3D811082-31EF-4CEB-AE68-AA70EF209067}"/>
                    </a:ext>
                  </a:extLst>
                </p:cNvPr>
                <p:cNvSpPr>
                  <a:spLocks noChangeArrowheads="1"/>
                </p:cNvSpPr>
                <p:nvPr/>
              </p:nvSpPr>
              <p:spPr bwMode="auto">
                <a:xfrm>
                  <a:off x="3546" y="799"/>
                  <a:ext cx="317" cy="1554"/>
                </a:xfrm>
                <a:prstGeom prst="downArrow">
                  <a:avLst>
                    <a:gd name="adj1" fmla="val 49778"/>
                    <a:gd name="adj2" fmla="val 68290"/>
                  </a:avLst>
                </a:prstGeom>
                <a:grpFill/>
                <a:ln w="19050">
                  <a:solidFill>
                    <a:schemeClr val="tx1"/>
                  </a:solidFill>
                  <a:miter lim="800000"/>
                  <a:headEnd/>
                  <a:tailEnd/>
                </a:ln>
              </p:spPr>
              <p:txBody>
                <a:bodyPr vert="eaVert" wrap="none" anchor="ctr"/>
                <a:lstStyle/>
                <a:p>
                  <a:pPr eaLnBrk="1" hangingPunct="1">
                    <a:defRPr/>
                  </a:pPr>
                  <a:endParaRPr lang="en-US" sz="1400"/>
                </a:p>
              </p:txBody>
            </p:sp>
            <p:sp>
              <p:nvSpPr>
                <p:cNvPr id="62478" name="AutoShape 13">
                  <a:extLst>
                    <a:ext uri="{FF2B5EF4-FFF2-40B4-BE49-F238E27FC236}">
                      <a16:creationId xmlns:a16="http://schemas.microsoft.com/office/drawing/2014/main" id="{266039B0-CD27-43E3-BDC8-E78C8D41DF3F}"/>
                    </a:ext>
                  </a:extLst>
                </p:cNvPr>
                <p:cNvSpPr>
                  <a:spLocks noChangeArrowheads="1"/>
                </p:cNvSpPr>
                <p:nvPr/>
              </p:nvSpPr>
              <p:spPr bwMode="auto">
                <a:xfrm>
                  <a:off x="282" y="2547"/>
                  <a:ext cx="2802" cy="404"/>
                </a:xfrm>
                <a:prstGeom prst="rightArrow">
                  <a:avLst>
                    <a:gd name="adj1" fmla="val 32676"/>
                    <a:gd name="adj2" fmla="val 65343"/>
                  </a:avLst>
                </a:prstGeom>
                <a:grpFill/>
                <a:ln w="19050">
                  <a:solidFill>
                    <a:schemeClr val="tx1"/>
                  </a:solidFill>
                  <a:miter lim="800000"/>
                  <a:headEnd/>
                  <a:tailEnd/>
                </a:ln>
              </p:spPr>
              <p:txBody>
                <a:bodyPr wrap="none" anchor="ctr"/>
                <a:lstStyle/>
                <a:p>
                  <a:pPr algn="r" eaLnBrk="1" hangingPunct="1">
                    <a:defRPr/>
                  </a:pPr>
                  <a:r>
                    <a:rPr lang="en-US" sz="1200"/>
                    <a:t>2</a:t>
                  </a:r>
                  <a:endParaRPr lang="ru-RU" sz="1200"/>
                </a:p>
              </p:txBody>
            </p:sp>
            <p:sp>
              <p:nvSpPr>
                <p:cNvPr id="62479" name="AutoShape 14">
                  <a:extLst>
                    <a:ext uri="{FF2B5EF4-FFF2-40B4-BE49-F238E27FC236}">
                      <a16:creationId xmlns:a16="http://schemas.microsoft.com/office/drawing/2014/main" id="{8BF0ABED-9138-42D6-8B8A-1718AF64CA0B}"/>
                    </a:ext>
                  </a:extLst>
                </p:cNvPr>
                <p:cNvSpPr>
                  <a:spLocks noChangeArrowheads="1"/>
                </p:cNvSpPr>
                <p:nvPr/>
              </p:nvSpPr>
              <p:spPr bwMode="auto">
                <a:xfrm>
                  <a:off x="3574" y="3125"/>
                  <a:ext cx="227" cy="754"/>
                </a:xfrm>
                <a:prstGeom prst="downArrow">
                  <a:avLst>
                    <a:gd name="adj1" fmla="val 49778"/>
                    <a:gd name="adj2" fmla="val 46272"/>
                  </a:avLst>
                </a:prstGeom>
                <a:grpFill/>
                <a:ln w="19050">
                  <a:solidFill>
                    <a:schemeClr val="tx1"/>
                  </a:solidFill>
                  <a:miter lim="800000"/>
                  <a:headEnd/>
                  <a:tailEnd/>
                </a:ln>
              </p:spPr>
              <p:txBody>
                <a:bodyPr vert="eaVert" wrap="none" anchor="ctr"/>
                <a:lstStyle/>
                <a:p>
                  <a:pPr eaLnBrk="1" hangingPunct="1">
                    <a:defRPr/>
                  </a:pPr>
                  <a:endParaRPr lang="en-US" sz="1400"/>
                </a:p>
              </p:txBody>
            </p:sp>
            <p:sp>
              <p:nvSpPr>
                <p:cNvPr id="62480" name="AutoShape 21">
                  <a:extLst>
                    <a:ext uri="{FF2B5EF4-FFF2-40B4-BE49-F238E27FC236}">
                      <a16:creationId xmlns:a16="http://schemas.microsoft.com/office/drawing/2014/main" id="{2A8128C8-0738-4777-A2BF-8B59514B05FE}"/>
                    </a:ext>
                  </a:extLst>
                </p:cNvPr>
                <p:cNvSpPr>
                  <a:spLocks noChangeArrowheads="1"/>
                </p:cNvSpPr>
                <p:nvPr/>
              </p:nvSpPr>
              <p:spPr bwMode="auto">
                <a:xfrm>
                  <a:off x="747" y="739"/>
                  <a:ext cx="317" cy="3184"/>
                </a:xfrm>
                <a:prstGeom prst="upDownArrow">
                  <a:avLst>
                    <a:gd name="adj1" fmla="val 44481"/>
                    <a:gd name="adj2" fmla="val 65938"/>
                  </a:avLst>
                </a:prstGeom>
                <a:grpFill/>
                <a:ln w="19050">
                  <a:solidFill>
                    <a:schemeClr val="tx1"/>
                  </a:solidFill>
                  <a:miter lim="800000"/>
                  <a:headEnd/>
                  <a:tailEnd/>
                </a:ln>
              </p:spPr>
              <p:txBody>
                <a:bodyPr vert="eaVert" wrap="none" anchor="ctr"/>
                <a:lstStyle/>
                <a:p>
                  <a:pPr algn="r" eaLnBrk="1" hangingPunct="1">
                    <a:defRPr/>
                  </a:pPr>
                  <a:endParaRPr lang="en-US" sz="1400"/>
                </a:p>
              </p:txBody>
            </p:sp>
            <p:grpSp>
              <p:nvGrpSpPr>
                <p:cNvPr id="6" name="Group 32">
                  <a:extLst>
                    <a:ext uri="{FF2B5EF4-FFF2-40B4-BE49-F238E27FC236}">
                      <a16:creationId xmlns:a16="http://schemas.microsoft.com/office/drawing/2014/main" id="{C5B468EC-25D5-414B-A0E3-1AF1A4102607}"/>
                    </a:ext>
                  </a:extLst>
                </p:cNvPr>
                <p:cNvGrpSpPr>
                  <a:grpSpLocks/>
                </p:cNvGrpSpPr>
                <p:nvPr/>
              </p:nvGrpSpPr>
              <p:grpSpPr bwMode="auto">
                <a:xfrm>
                  <a:off x="3923" y="2042"/>
                  <a:ext cx="186" cy="302"/>
                  <a:chOff x="4508" y="2303"/>
                  <a:chExt cx="186" cy="302"/>
                </a:xfrm>
                <a:grpFill/>
              </p:grpSpPr>
              <p:sp>
                <p:nvSpPr>
                  <p:cNvPr id="62507" name="AutoShape 23">
                    <a:extLst>
                      <a:ext uri="{FF2B5EF4-FFF2-40B4-BE49-F238E27FC236}">
                        <a16:creationId xmlns:a16="http://schemas.microsoft.com/office/drawing/2014/main" id="{54E3FA22-E863-4391-81CE-F17915A2C43D}"/>
                      </a:ext>
                    </a:extLst>
                  </p:cNvPr>
                  <p:cNvSpPr>
                    <a:spLocks noChangeArrowheads="1"/>
                  </p:cNvSpPr>
                  <p:nvPr/>
                </p:nvSpPr>
                <p:spPr bwMode="auto">
                  <a:xfrm>
                    <a:off x="4508" y="2376"/>
                    <a:ext cx="136" cy="136"/>
                  </a:xfrm>
                  <a:prstGeom prst="triangle">
                    <a:avLst>
                      <a:gd name="adj" fmla="val 50000"/>
                    </a:avLst>
                  </a:prstGeom>
                  <a:grpFill/>
                  <a:ln w="9525">
                    <a:solidFill>
                      <a:schemeClr val="tx1"/>
                    </a:solidFill>
                    <a:miter lim="800000"/>
                    <a:headEnd/>
                    <a:tailEnd/>
                  </a:ln>
                </p:spPr>
                <p:txBody>
                  <a:bodyPr wrap="none" anchor="ctr"/>
                  <a:lstStyle/>
                  <a:p>
                    <a:pPr eaLnBrk="1" hangingPunct="1">
                      <a:defRPr/>
                    </a:pPr>
                    <a:endParaRPr lang="en-US" sz="1400"/>
                  </a:p>
                </p:txBody>
              </p:sp>
              <p:grpSp>
                <p:nvGrpSpPr>
                  <p:cNvPr id="7" name="Group 27">
                    <a:extLst>
                      <a:ext uri="{FF2B5EF4-FFF2-40B4-BE49-F238E27FC236}">
                        <a16:creationId xmlns:a16="http://schemas.microsoft.com/office/drawing/2014/main" id="{8262B7D2-0CEE-437D-B6E9-2EC282794403}"/>
                      </a:ext>
                    </a:extLst>
                  </p:cNvPr>
                  <p:cNvGrpSpPr>
                    <a:grpSpLocks/>
                  </p:cNvGrpSpPr>
                  <p:nvPr/>
                </p:nvGrpSpPr>
                <p:grpSpPr bwMode="auto">
                  <a:xfrm>
                    <a:off x="4577" y="2303"/>
                    <a:ext cx="117" cy="302"/>
                    <a:chOff x="4577" y="2303"/>
                    <a:chExt cx="117" cy="302"/>
                  </a:xfrm>
                  <a:grpFill/>
                </p:grpSpPr>
                <p:sp>
                  <p:nvSpPr>
                    <p:cNvPr id="62509" name="Line 24">
                      <a:extLst>
                        <a:ext uri="{FF2B5EF4-FFF2-40B4-BE49-F238E27FC236}">
                          <a16:creationId xmlns:a16="http://schemas.microsoft.com/office/drawing/2014/main" id="{BE64F17A-E288-4EAE-84E5-BA83AA1E2DE6}"/>
                        </a:ext>
                      </a:extLst>
                    </p:cNvPr>
                    <p:cNvSpPr>
                      <a:spLocks noChangeShapeType="1"/>
                    </p:cNvSpPr>
                    <p:nvPr/>
                  </p:nvSpPr>
                  <p:spPr bwMode="auto">
                    <a:xfrm flipV="1">
                      <a:off x="4577" y="2514"/>
                      <a:ext cx="0" cy="91"/>
                    </a:xfrm>
                    <a:prstGeom prst="line">
                      <a:avLst/>
                    </a:prstGeom>
                    <a:grpFill/>
                    <a:ln w="9525">
                      <a:solidFill>
                        <a:schemeClr val="tx1"/>
                      </a:solidFill>
                      <a:round/>
                      <a:headEnd/>
                      <a:tailEnd/>
                    </a:ln>
                  </p:spPr>
                  <p:txBody>
                    <a:bodyPr/>
                    <a:lstStyle/>
                    <a:p>
                      <a:pPr eaLnBrk="1" hangingPunct="1">
                        <a:defRPr/>
                      </a:pPr>
                      <a:endParaRPr lang="en-US" sz="1400"/>
                    </a:p>
                  </p:txBody>
                </p:sp>
                <p:sp>
                  <p:nvSpPr>
                    <p:cNvPr id="62510" name="Line 25">
                      <a:extLst>
                        <a:ext uri="{FF2B5EF4-FFF2-40B4-BE49-F238E27FC236}">
                          <a16:creationId xmlns:a16="http://schemas.microsoft.com/office/drawing/2014/main" id="{B480F742-9224-4707-A9C0-6463737FE93A}"/>
                        </a:ext>
                      </a:extLst>
                    </p:cNvPr>
                    <p:cNvSpPr>
                      <a:spLocks noChangeShapeType="1"/>
                    </p:cNvSpPr>
                    <p:nvPr/>
                  </p:nvSpPr>
                  <p:spPr bwMode="auto">
                    <a:xfrm flipV="1">
                      <a:off x="4578" y="2303"/>
                      <a:ext cx="0" cy="79"/>
                    </a:xfrm>
                    <a:prstGeom prst="line">
                      <a:avLst/>
                    </a:prstGeom>
                    <a:grpFill/>
                    <a:ln w="9525">
                      <a:solidFill>
                        <a:schemeClr val="tx1"/>
                      </a:solidFill>
                      <a:round/>
                      <a:headEnd/>
                      <a:tailEnd/>
                    </a:ln>
                  </p:spPr>
                  <p:txBody>
                    <a:bodyPr/>
                    <a:lstStyle/>
                    <a:p>
                      <a:pPr eaLnBrk="1" hangingPunct="1">
                        <a:defRPr/>
                      </a:pPr>
                      <a:endParaRPr lang="en-US" sz="1400"/>
                    </a:p>
                  </p:txBody>
                </p:sp>
                <p:sp>
                  <p:nvSpPr>
                    <p:cNvPr id="62511" name="Line 26">
                      <a:extLst>
                        <a:ext uri="{FF2B5EF4-FFF2-40B4-BE49-F238E27FC236}">
                          <a16:creationId xmlns:a16="http://schemas.microsoft.com/office/drawing/2014/main" id="{85C3FD4B-A556-44B2-808F-CC4FDB6A1BA5}"/>
                        </a:ext>
                      </a:extLst>
                    </p:cNvPr>
                    <p:cNvSpPr>
                      <a:spLocks noChangeShapeType="1"/>
                    </p:cNvSpPr>
                    <p:nvPr/>
                  </p:nvSpPr>
                  <p:spPr bwMode="auto">
                    <a:xfrm>
                      <a:off x="4604" y="2432"/>
                      <a:ext cx="90" cy="0"/>
                    </a:xfrm>
                    <a:prstGeom prst="line">
                      <a:avLst/>
                    </a:prstGeom>
                    <a:grpFill/>
                    <a:ln w="9525">
                      <a:solidFill>
                        <a:schemeClr val="tx1"/>
                      </a:solidFill>
                      <a:round/>
                      <a:headEnd/>
                      <a:tailEnd/>
                    </a:ln>
                  </p:spPr>
                  <p:txBody>
                    <a:bodyPr/>
                    <a:lstStyle/>
                    <a:p>
                      <a:pPr eaLnBrk="1" hangingPunct="1">
                        <a:defRPr/>
                      </a:pPr>
                      <a:endParaRPr lang="en-US" sz="1400"/>
                    </a:p>
                  </p:txBody>
                </p:sp>
              </p:grpSp>
            </p:grpSp>
            <p:sp>
              <p:nvSpPr>
                <p:cNvPr id="62482" name="AutoShape 34">
                  <a:extLst>
                    <a:ext uri="{FF2B5EF4-FFF2-40B4-BE49-F238E27FC236}">
                      <a16:creationId xmlns:a16="http://schemas.microsoft.com/office/drawing/2014/main" id="{069BBB98-3702-42D9-9FC8-7DEC3DFCF1BC}"/>
                    </a:ext>
                  </a:extLst>
                </p:cNvPr>
                <p:cNvSpPr>
                  <a:spLocks noChangeArrowheads="1"/>
                </p:cNvSpPr>
                <p:nvPr/>
              </p:nvSpPr>
              <p:spPr bwMode="auto">
                <a:xfrm rot="10800000">
                  <a:off x="3928" y="3196"/>
                  <a:ext cx="136" cy="136"/>
                </a:xfrm>
                <a:prstGeom prst="triangle">
                  <a:avLst>
                    <a:gd name="adj" fmla="val 50000"/>
                  </a:avLst>
                </a:prstGeom>
                <a:grpFill/>
                <a:ln w="9525">
                  <a:solidFill>
                    <a:schemeClr val="tx1"/>
                  </a:solidFill>
                  <a:miter lim="800000"/>
                  <a:headEnd/>
                  <a:tailEnd/>
                </a:ln>
              </p:spPr>
              <p:txBody>
                <a:bodyPr rot="10800000" wrap="none" anchor="ctr"/>
                <a:lstStyle/>
                <a:p>
                  <a:pPr eaLnBrk="1" hangingPunct="1">
                    <a:defRPr/>
                  </a:pPr>
                  <a:endParaRPr lang="en-US" sz="1400"/>
                </a:p>
              </p:txBody>
            </p:sp>
            <p:grpSp>
              <p:nvGrpSpPr>
                <p:cNvPr id="8" name="Group 35">
                  <a:extLst>
                    <a:ext uri="{FF2B5EF4-FFF2-40B4-BE49-F238E27FC236}">
                      <a16:creationId xmlns:a16="http://schemas.microsoft.com/office/drawing/2014/main" id="{6D905E6A-6D6F-497A-BE69-D12F7E670E66}"/>
                    </a:ext>
                  </a:extLst>
                </p:cNvPr>
                <p:cNvGrpSpPr>
                  <a:grpSpLocks/>
                </p:cNvGrpSpPr>
                <p:nvPr/>
              </p:nvGrpSpPr>
              <p:grpSpPr bwMode="auto">
                <a:xfrm>
                  <a:off x="3997" y="3123"/>
                  <a:ext cx="117" cy="302"/>
                  <a:chOff x="4577" y="2303"/>
                  <a:chExt cx="117" cy="302"/>
                </a:xfrm>
                <a:grpFill/>
              </p:grpSpPr>
              <p:sp>
                <p:nvSpPr>
                  <p:cNvPr id="62504" name="Line 36">
                    <a:extLst>
                      <a:ext uri="{FF2B5EF4-FFF2-40B4-BE49-F238E27FC236}">
                        <a16:creationId xmlns:a16="http://schemas.microsoft.com/office/drawing/2014/main" id="{4DFEAB2C-2432-444F-B578-887F7BC7639C}"/>
                      </a:ext>
                    </a:extLst>
                  </p:cNvPr>
                  <p:cNvSpPr>
                    <a:spLocks noChangeShapeType="1"/>
                  </p:cNvSpPr>
                  <p:nvPr/>
                </p:nvSpPr>
                <p:spPr bwMode="auto">
                  <a:xfrm flipV="1">
                    <a:off x="4577" y="2514"/>
                    <a:ext cx="0" cy="91"/>
                  </a:xfrm>
                  <a:prstGeom prst="line">
                    <a:avLst/>
                  </a:prstGeom>
                  <a:grpFill/>
                  <a:ln w="9525">
                    <a:solidFill>
                      <a:schemeClr val="tx1"/>
                    </a:solidFill>
                    <a:round/>
                    <a:headEnd/>
                    <a:tailEnd/>
                  </a:ln>
                </p:spPr>
                <p:txBody>
                  <a:bodyPr/>
                  <a:lstStyle/>
                  <a:p>
                    <a:pPr eaLnBrk="1" hangingPunct="1">
                      <a:defRPr/>
                    </a:pPr>
                    <a:endParaRPr lang="en-US" sz="1400"/>
                  </a:p>
                </p:txBody>
              </p:sp>
              <p:sp>
                <p:nvSpPr>
                  <p:cNvPr id="62505" name="Line 37">
                    <a:extLst>
                      <a:ext uri="{FF2B5EF4-FFF2-40B4-BE49-F238E27FC236}">
                        <a16:creationId xmlns:a16="http://schemas.microsoft.com/office/drawing/2014/main" id="{9AD89A04-C998-4304-A81B-481A8D5C8F5E}"/>
                      </a:ext>
                    </a:extLst>
                  </p:cNvPr>
                  <p:cNvSpPr>
                    <a:spLocks noChangeShapeType="1"/>
                  </p:cNvSpPr>
                  <p:nvPr/>
                </p:nvSpPr>
                <p:spPr bwMode="auto">
                  <a:xfrm flipV="1">
                    <a:off x="4578" y="2303"/>
                    <a:ext cx="0" cy="79"/>
                  </a:xfrm>
                  <a:prstGeom prst="line">
                    <a:avLst/>
                  </a:prstGeom>
                  <a:grpFill/>
                  <a:ln w="9525">
                    <a:solidFill>
                      <a:schemeClr val="tx1"/>
                    </a:solidFill>
                    <a:round/>
                    <a:headEnd/>
                    <a:tailEnd/>
                  </a:ln>
                </p:spPr>
                <p:txBody>
                  <a:bodyPr/>
                  <a:lstStyle/>
                  <a:p>
                    <a:pPr eaLnBrk="1" hangingPunct="1">
                      <a:defRPr/>
                    </a:pPr>
                    <a:endParaRPr lang="en-US" sz="1400"/>
                  </a:p>
                </p:txBody>
              </p:sp>
              <p:sp>
                <p:nvSpPr>
                  <p:cNvPr id="62506" name="Line 38">
                    <a:extLst>
                      <a:ext uri="{FF2B5EF4-FFF2-40B4-BE49-F238E27FC236}">
                        <a16:creationId xmlns:a16="http://schemas.microsoft.com/office/drawing/2014/main" id="{58F65F29-13B8-4AE3-8A5E-B9755BA4EA96}"/>
                      </a:ext>
                    </a:extLst>
                  </p:cNvPr>
                  <p:cNvSpPr>
                    <a:spLocks noChangeShapeType="1"/>
                  </p:cNvSpPr>
                  <p:nvPr/>
                </p:nvSpPr>
                <p:spPr bwMode="auto">
                  <a:xfrm>
                    <a:off x="4604" y="2432"/>
                    <a:ext cx="90" cy="0"/>
                  </a:xfrm>
                  <a:prstGeom prst="line">
                    <a:avLst/>
                  </a:prstGeom>
                  <a:grpFill/>
                  <a:ln w="9525">
                    <a:solidFill>
                      <a:schemeClr val="tx1"/>
                    </a:solidFill>
                    <a:round/>
                    <a:headEnd/>
                    <a:tailEnd/>
                  </a:ln>
                </p:spPr>
                <p:txBody>
                  <a:bodyPr/>
                  <a:lstStyle/>
                  <a:p>
                    <a:pPr eaLnBrk="1" hangingPunct="1">
                      <a:defRPr/>
                    </a:pPr>
                    <a:endParaRPr lang="en-US" sz="1400"/>
                  </a:p>
                </p:txBody>
              </p:sp>
            </p:grpSp>
            <p:sp>
              <p:nvSpPr>
                <p:cNvPr id="62484" name="AutoShape 39">
                  <a:extLst>
                    <a:ext uri="{FF2B5EF4-FFF2-40B4-BE49-F238E27FC236}">
                      <a16:creationId xmlns:a16="http://schemas.microsoft.com/office/drawing/2014/main" id="{98F75A12-EC32-49F0-B2C0-F44C2EE4782D}"/>
                    </a:ext>
                  </a:extLst>
                </p:cNvPr>
                <p:cNvSpPr>
                  <a:spLocks noChangeArrowheads="1"/>
                </p:cNvSpPr>
                <p:nvPr/>
              </p:nvSpPr>
              <p:spPr bwMode="auto">
                <a:xfrm>
                  <a:off x="1268" y="748"/>
                  <a:ext cx="317" cy="3184"/>
                </a:xfrm>
                <a:prstGeom prst="upDownArrow">
                  <a:avLst>
                    <a:gd name="adj1" fmla="val 44481"/>
                    <a:gd name="adj2" fmla="val 65938"/>
                  </a:avLst>
                </a:prstGeom>
                <a:grpFill/>
                <a:ln w="19050">
                  <a:solidFill>
                    <a:schemeClr val="tx1"/>
                  </a:solidFill>
                  <a:miter lim="800000"/>
                  <a:headEnd/>
                  <a:tailEnd/>
                </a:ln>
              </p:spPr>
              <p:txBody>
                <a:bodyPr vert="eaVert" wrap="none" anchor="ctr"/>
                <a:lstStyle/>
                <a:p>
                  <a:pPr eaLnBrk="1" hangingPunct="1">
                    <a:defRPr/>
                  </a:pPr>
                  <a:endParaRPr lang="en-US" sz="1400"/>
                </a:p>
              </p:txBody>
            </p:sp>
            <p:sp>
              <p:nvSpPr>
                <p:cNvPr id="62485" name="AutoShape 40">
                  <a:extLst>
                    <a:ext uri="{FF2B5EF4-FFF2-40B4-BE49-F238E27FC236}">
                      <a16:creationId xmlns:a16="http://schemas.microsoft.com/office/drawing/2014/main" id="{384BCB59-4D90-44C2-86A2-E5725522ECD8}"/>
                    </a:ext>
                  </a:extLst>
                </p:cNvPr>
                <p:cNvSpPr>
                  <a:spLocks noChangeArrowheads="1"/>
                </p:cNvSpPr>
                <p:nvPr/>
              </p:nvSpPr>
              <p:spPr bwMode="auto">
                <a:xfrm>
                  <a:off x="4245" y="2579"/>
                  <a:ext cx="456" cy="306"/>
                </a:xfrm>
                <a:prstGeom prst="rightArrow">
                  <a:avLst>
                    <a:gd name="adj1" fmla="val 49676"/>
                    <a:gd name="adj2" fmla="val 61112"/>
                  </a:avLst>
                </a:prstGeom>
                <a:grpFill/>
                <a:ln w="19050">
                  <a:solidFill>
                    <a:schemeClr val="tx1"/>
                  </a:solidFill>
                  <a:miter lim="800000"/>
                  <a:headEnd/>
                  <a:tailEnd/>
                </a:ln>
              </p:spPr>
              <p:txBody>
                <a:bodyPr wrap="none" anchor="ctr"/>
                <a:lstStyle/>
                <a:p>
                  <a:pPr algn="ctr" eaLnBrk="1" hangingPunct="1">
                    <a:defRPr/>
                  </a:pPr>
                  <a:r>
                    <a:rPr lang="en-US" sz="1200"/>
                    <a:t>2</a:t>
                  </a:r>
                  <a:endParaRPr lang="ru-RU" sz="1200"/>
                </a:p>
              </p:txBody>
            </p:sp>
            <p:sp>
              <p:nvSpPr>
                <p:cNvPr id="62486" name="Text Box 42">
                  <a:extLst>
                    <a:ext uri="{FF2B5EF4-FFF2-40B4-BE49-F238E27FC236}">
                      <a16:creationId xmlns:a16="http://schemas.microsoft.com/office/drawing/2014/main" id="{B992CF75-08F2-4C5F-8A6B-86FE9FEDC8A6}"/>
                    </a:ext>
                  </a:extLst>
                </p:cNvPr>
                <p:cNvSpPr txBox="1">
                  <a:spLocks noChangeArrowheads="1"/>
                </p:cNvSpPr>
                <p:nvPr/>
              </p:nvSpPr>
              <p:spPr bwMode="auto">
                <a:xfrm>
                  <a:off x="4694" y="1048"/>
                  <a:ext cx="681" cy="240"/>
                </a:xfrm>
                <a:prstGeom prst="rect">
                  <a:avLst/>
                </a:prstGeom>
                <a:grpFill/>
                <a:ln w="9525">
                  <a:noFill/>
                  <a:miter lim="800000"/>
                  <a:headEnd/>
                  <a:tailEnd/>
                </a:ln>
              </p:spPr>
              <p:txBody>
                <a:bodyPr>
                  <a:spAutoFit/>
                </a:bodyPr>
                <a:lstStyle/>
                <a:p>
                  <a:pPr eaLnBrk="1" hangingPunct="1">
                    <a:spcBef>
                      <a:spcPct val="50000"/>
                    </a:spcBef>
                    <a:defRPr/>
                  </a:pPr>
                  <a:r>
                    <a:rPr lang="en-US" sz="1400"/>
                    <a:t>Single</a:t>
                  </a:r>
                  <a:endParaRPr lang="ru-RU" sz="1400"/>
                </a:p>
              </p:txBody>
            </p:sp>
            <p:sp>
              <p:nvSpPr>
                <p:cNvPr id="62487" name="Text Box 43">
                  <a:extLst>
                    <a:ext uri="{FF2B5EF4-FFF2-40B4-BE49-F238E27FC236}">
                      <a16:creationId xmlns:a16="http://schemas.microsoft.com/office/drawing/2014/main" id="{D5CCA7BB-F078-4AA6-8425-C66C7DFE9E20}"/>
                    </a:ext>
                  </a:extLst>
                </p:cNvPr>
                <p:cNvSpPr txBox="1">
                  <a:spLocks noChangeArrowheads="1"/>
                </p:cNvSpPr>
                <p:nvPr/>
              </p:nvSpPr>
              <p:spPr bwMode="auto">
                <a:xfrm>
                  <a:off x="4675" y="1441"/>
                  <a:ext cx="681" cy="240"/>
                </a:xfrm>
                <a:prstGeom prst="rect">
                  <a:avLst/>
                </a:prstGeom>
                <a:grpFill/>
                <a:ln w="9525">
                  <a:noFill/>
                  <a:miter lim="800000"/>
                  <a:headEnd/>
                  <a:tailEnd/>
                </a:ln>
              </p:spPr>
              <p:txBody>
                <a:bodyPr>
                  <a:spAutoFit/>
                </a:bodyPr>
                <a:lstStyle/>
                <a:p>
                  <a:pPr eaLnBrk="1" hangingPunct="1">
                    <a:spcBef>
                      <a:spcPct val="50000"/>
                    </a:spcBef>
                    <a:defRPr/>
                  </a:pPr>
                  <a:r>
                    <a:rPr lang="en-US" sz="1400"/>
                    <a:t>Double</a:t>
                  </a:r>
                  <a:endParaRPr lang="ru-RU" sz="1400"/>
                </a:p>
              </p:txBody>
            </p:sp>
            <p:sp>
              <p:nvSpPr>
                <p:cNvPr id="62488" name="Text Box 44">
                  <a:extLst>
                    <a:ext uri="{FF2B5EF4-FFF2-40B4-BE49-F238E27FC236}">
                      <a16:creationId xmlns:a16="http://schemas.microsoft.com/office/drawing/2014/main" id="{EFC309F7-8058-4E1C-8CCA-1890030FB632}"/>
                    </a:ext>
                  </a:extLst>
                </p:cNvPr>
                <p:cNvSpPr txBox="1">
                  <a:spLocks noChangeArrowheads="1"/>
                </p:cNvSpPr>
                <p:nvPr/>
              </p:nvSpPr>
              <p:spPr bwMode="auto">
                <a:xfrm>
                  <a:off x="4684" y="1825"/>
                  <a:ext cx="681" cy="240"/>
                </a:xfrm>
                <a:prstGeom prst="rect">
                  <a:avLst/>
                </a:prstGeom>
                <a:grpFill/>
                <a:ln w="9525">
                  <a:noFill/>
                  <a:miter lim="800000"/>
                  <a:headEnd/>
                  <a:tailEnd/>
                </a:ln>
              </p:spPr>
              <p:txBody>
                <a:bodyPr>
                  <a:spAutoFit/>
                </a:bodyPr>
                <a:lstStyle/>
                <a:p>
                  <a:pPr eaLnBrk="1" hangingPunct="1">
                    <a:spcBef>
                      <a:spcPct val="50000"/>
                    </a:spcBef>
                    <a:defRPr/>
                  </a:pPr>
                  <a:r>
                    <a:rPr lang="en-US" sz="1400"/>
                    <a:t>Long</a:t>
                  </a:r>
                  <a:endParaRPr lang="ru-RU" sz="1400"/>
                </a:p>
              </p:txBody>
            </p:sp>
            <p:sp>
              <p:nvSpPr>
                <p:cNvPr id="62489" name="Text Box 45">
                  <a:extLst>
                    <a:ext uri="{FF2B5EF4-FFF2-40B4-BE49-F238E27FC236}">
                      <a16:creationId xmlns:a16="http://schemas.microsoft.com/office/drawing/2014/main" id="{FC75A3FA-5ED8-4171-88A8-05FABD3DAD69}"/>
                    </a:ext>
                  </a:extLst>
                </p:cNvPr>
                <p:cNvSpPr txBox="1">
                  <a:spLocks noChangeArrowheads="1"/>
                </p:cNvSpPr>
                <p:nvPr/>
              </p:nvSpPr>
              <p:spPr bwMode="auto">
                <a:xfrm>
                  <a:off x="4684" y="2593"/>
                  <a:ext cx="681" cy="408"/>
                </a:xfrm>
                <a:prstGeom prst="rect">
                  <a:avLst/>
                </a:prstGeom>
                <a:grpFill/>
                <a:ln w="9525">
                  <a:noFill/>
                  <a:miter lim="800000"/>
                  <a:headEnd/>
                  <a:tailEnd/>
                </a:ln>
              </p:spPr>
              <p:txBody>
                <a:bodyPr>
                  <a:spAutoFit/>
                </a:bodyPr>
                <a:lstStyle/>
                <a:p>
                  <a:pPr eaLnBrk="1" hangingPunct="1">
                    <a:spcBef>
                      <a:spcPct val="50000"/>
                    </a:spcBef>
                    <a:defRPr/>
                  </a:pPr>
                  <a:r>
                    <a:rPr lang="en-US" sz="1400"/>
                    <a:t>Direct  </a:t>
                  </a:r>
                  <a:br>
                    <a:rPr lang="en-US" sz="1400"/>
                  </a:br>
                  <a:r>
                    <a:rPr lang="en-US" sz="1400"/>
                    <a:t>connect</a:t>
                  </a:r>
                  <a:endParaRPr lang="ru-RU" sz="1400"/>
                </a:p>
              </p:txBody>
            </p:sp>
            <p:sp>
              <p:nvSpPr>
                <p:cNvPr id="62490" name="Text Box 46">
                  <a:extLst>
                    <a:ext uri="{FF2B5EF4-FFF2-40B4-BE49-F238E27FC236}">
                      <a16:creationId xmlns:a16="http://schemas.microsoft.com/office/drawing/2014/main" id="{1CC4359E-1681-4C4F-B94A-A86EC65FE83C}"/>
                    </a:ext>
                  </a:extLst>
                </p:cNvPr>
                <p:cNvSpPr txBox="1">
                  <a:spLocks noChangeArrowheads="1"/>
                </p:cNvSpPr>
                <p:nvPr/>
              </p:nvSpPr>
              <p:spPr bwMode="auto">
                <a:xfrm>
                  <a:off x="4757" y="3379"/>
                  <a:ext cx="681" cy="240"/>
                </a:xfrm>
                <a:prstGeom prst="rect">
                  <a:avLst/>
                </a:prstGeom>
                <a:grpFill/>
                <a:ln w="9525">
                  <a:noFill/>
                  <a:miter lim="800000"/>
                  <a:headEnd/>
                  <a:tailEnd/>
                </a:ln>
              </p:spPr>
              <p:txBody>
                <a:bodyPr>
                  <a:spAutoFit/>
                </a:bodyPr>
                <a:lstStyle/>
                <a:p>
                  <a:pPr eaLnBrk="1" hangingPunct="1">
                    <a:spcBef>
                      <a:spcPct val="50000"/>
                    </a:spcBef>
                    <a:defRPr/>
                  </a:pPr>
                  <a:r>
                    <a:rPr lang="en-US" sz="1400"/>
                    <a:t>Long</a:t>
                  </a:r>
                  <a:endParaRPr lang="ru-RU" sz="1400"/>
                </a:p>
              </p:txBody>
            </p:sp>
            <p:sp>
              <p:nvSpPr>
                <p:cNvPr id="62491" name="AutoShape 50">
                  <a:extLst>
                    <a:ext uri="{FF2B5EF4-FFF2-40B4-BE49-F238E27FC236}">
                      <a16:creationId xmlns:a16="http://schemas.microsoft.com/office/drawing/2014/main" id="{6728FB51-A90B-4949-8F9A-3F5BBC45B58A}"/>
                    </a:ext>
                  </a:extLst>
                </p:cNvPr>
                <p:cNvSpPr>
                  <a:spLocks noChangeArrowheads="1"/>
                </p:cNvSpPr>
                <p:nvPr/>
              </p:nvSpPr>
              <p:spPr bwMode="auto">
                <a:xfrm>
                  <a:off x="1789" y="730"/>
                  <a:ext cx="317" cy="3184"/>
                </a:xfrm>
                <a:prstGeom prst="upDownArrow">
                  <a:avLst>
                    <a:gd name="adj1" fmla="val 44481"/>
                    <a:gd name="adj2" fmla="val 65938"/>
                  </a:avLst>
                </a:prstGeom>
                <a:grpFill/>
                <a:ln w="19050">
                  <a:solidFill>
                    <a:schemeClr val="tx1"/>
                  </a:solidFill>
                  <a:miter lim="800000"/>
                  <a:headEnd/>
                  <a:tailEnd/>
                </a:ln>
              </p:spPr>
              <p:txBody>
                <a:bodyPr vert="eaVert" wrap="none" anchor="ctr"/>
                <a:lstStyle/>
                <a:p>
                  <a:pPr eaLnBrk="1" hangingPunct="1">
                    <a:defRPr/>
                  </a:pPr>
                  <a:endParaRPr lang="en-US" sz="1400"/>
                </a:p>
              </p:txBody>
            </p:sp>
            <p:sp>
              <p:nvSpPr>
                <p:cNvPr id="62492" name="AutoShape 51">
                  <a:extLst>
                    <a:ext uri="{FF2B5EF4-FFF2-40B4-BE49-F238E27FC236}">
                      <a16:creationId xmlns:a16="http://schemas.microsoft.com/office/drawing/2014/main" id="{3FC4F29D-1566-41B7-9B08-E1774F4F1FD3}"/>
                    </a:ext>
                  </a:extLst>
                </p:cNvPr>
                <p:cNvSpPr>
                  <a:spLocks noChangeArrowheads="1"/>
                </p:cNvSpPr>
                <p:nvPr/>
              </p:nvSpPr>
              <p:spPr bwMode="auto">
                <a:xfrm>
                  <a:off x="2291" y="730"/>
                  <a:ext cx="317" cy="3184"/>
                </a:xfrm>
                <a:prstGeom prst="upDownArrow">
                  <a:avLst>
                    <a:gd name="adj1" fmla="val 44481"/>
                    <a:gd name="adj2" fmla="val 65938"/>
                  </a:avLst>
                </a:prstGeom>
                <a:grpFill/>
                <a:ln w="19050">
                  <a:solidFill>
                    <a:schemeClr val="tx1"/>
                  </a:solidFill>
                  <a:miter lim="800000"/>
                  <a:headEnd/>
                  <a:tailEnd/>
                </a:ln>
              </p:spPr>
              <p:txBody>
                <a:bodyPr vert="eaVert" wrap="none" anchor="ctr"/>
                <a:lstStyle/>
                <a:p>
                  <a:pPr eaLnBrk="1" hangingPunct="1">
                    <a:defRPr/>
                  </a:pPr>
                  <a:endParaRPr lang="en-US" sz="1400"/>
                </a:p>
              </p:txBody>
            </p:sp>
            <p:sp>
              <p:nvSpPr>
                <p:cNvPr id="62493" name="Text Box 53">
                  <a:extLst>
                    <a:ext uri="{FF2B5EF4-FFF2-40B4-BE49-F238E27FC236}">
                      <a16:creationId xmlns:a16="http://schemas.microsoft.com/office/drawing/2014/main" id="{A4361B2D-2504-4BC2-9455-7E6E053B847B}"/>
                    </a:ext>
                  </a:extLst>
                </p:cNvPr>
                <p:cNvSpPr txBox="1">
                  <a:spLocks noChangeArrowheads="1"/>
                </p:cNvSpPr>
                <p:nvPr/>
              </p:nvSpPr>
              <p:spPr bwMode="auto">
                <a:xfrm>
                  <a:off x="1658" y="3928"/>
                  <a:ext cx="681" cy="240"/>
                </a:xfrm>
                <a:prstGeom prst="rect">
                  <a:avLst/>
                </a:prstGeom>
                <a:grpFill/>
                <a:ln w="9525">
                  <a:noFill/>
                  <a:miter lim="800000"/>
                  <a:headEnd/>
                  <a:tailEnd/>
                </a:ln>
              </p:spPr>
              <p:txBody>
                <a:bodyPr>
                  <a:spAutoFit/>
                </a:bodyPr>
                <a:lstStyle/>
                <a:p>
                  <a:pPr eaLnBrk="1" hangingPunct="1">
                    <a:spcBef>
                      <a:spcPct val="50000"/>
                    </a:spcBef>
                    <a:defRPr/>
                  </a:pPr>
                  <a:r>
                    <a:rPr lang="en-US" sz="1400"/>
                    <a:t>Single</a:t>
                  </a:r>
                  <a:endParaRPr lang="ru-RU" sz="1400"/>
                </a:p>
              </p:txBody>
            </p:sp>
            <p:sp>
              <p:nvSpPr>
                <p:cNvPr id="62494" name="Text Box 54">
                  <a:extLst>
                    <a:ext uri="{FF2B5EF4-FFF2-40B4-BE49-F238E27FC236}">
                      <a16:creationId xmlns:a16="http://schemas.microsoft.com/office/drawing/2014/main" id="{E5653126-ABF5-476C-86FF-EBCF4AD40491}"/>
                    </a:ext>
                  </a:extLst>
                </p:cNvPr>
                <p:cNvSpPr txBox="1">
                  <a:spLocks noChangeArrowheads="1"/>
                </p:cNvSpPr>
                <p:nvPr/>
              </p:nvSpPr>
              <p:spPr bwMode="auto">
                <a:xfrm>
                  <a:off x="1110" y="3919"/>
                  <a:ext cx="681" cy="240"/>
                </a:xfrm>
                <a:prstGeom prst="rect">
                  <a:avLst/>
                </a:prstGeom>
                <a:grpFill/>
                <a:ln w="9525">
                  <a:noFill/>
                  <a:miter lim="800000"/>
                  <a:headEnd/>
                  <a:tailEnd/>
                </a:ln>
              </p:spPr>
              <p:txBody>
                <a:bodyPr>
                  <a:spAutoFit/>
                </a:bodyPr>
                <a:lstStyle/>
                <a:p>
                  <a:pPr eaLnBrk="1" hangingPunct="1">
                    <a:spcBef>
                      <a:spcPct val="50000"/>
                    </a:spcBef>
                    <a:defRPr/>
                  </a:pPr>
                  <a:r>
                    <a:rPr lang="en-US" sz="1400" dirty="0"/>
                    <a:t>Double</a:t>
                  </a:r>
                  <a:endParaRPr lang="ru-RU" sz="1400" dirty="0"/>
                </a:p>
              </p:txBody>
            </p:sp>
            <p:sp>
              <p:nvSpPr>
                <p:cNvPr id="62495" name="Text Box 55">
                  <a:extLst>
                    <a:ext uri="{FF2B5EF4-FFF2-40B4-BE49-F238E27FC236}">
                      <a16:creationId xmlns:a16="http://schemas.microsoft.com/office/drawing/2014/main" id="{FB6F33B5-8013-43D8-A5EF-875D284C3447}"/>
                    </a:ext>
                  </a:extLst>
                </p:cNvPr>
                <p:cNvSpPr txBox="1">
                  <a:spLocks noChangeArrowheads="1"/>
                </p:cNvSpPr>
                <p:nvPr/>
              </p:nvSpPr>
              <p:spPr bwMode="auto">
                <a:xfrm>
                  <a:off x="614" y="3909"/>
                  <a:ext cx="681" cy="240"/>
                </a:xfrm>
                <a:prstGeom prst="rect">
                  <a:avLst/>
                </a:prstGeom>
                <a:grpFill/>
                <a:ln w="9525">
                  <a:noFill/>
                  <a:miter lim="800000"/>
                  <a:headEnd/>
                  <a:tailEnd/>
                </a:ln>
              </p:spPr>
              <p:txBody>
                <a:bodyPr>
                  <a:spAutoFit/>
                </a:bodyPr>
                <a:lstStyle/>
                <a:p>
                  <a:pPr eaLnBrk="1" hangingPunct="1">
                    <a:spcBef>
                      <a:spcPct val="50000"/>
                    </a:spcBef>
                    <a:defRPr/>
                  </a:pPr>
                  <a:r>
                    <a:rPr lang="en-US" sz="1400"/>
                    <a:t>Long</a:t>
                  </a:r>
                  <a:endParaRPr lang="ru-RU" sz="1400"/>
                </a:p>
              </p:txBody>
            </p:sp>
            <p:sp>
              <p:nvSpPr>
                <p:cNvPr id="62496" name="Text Box 56">
                  <a:extLst>
                    <a:ext uri="{FF2B5EF4-FFF2-40B4-BE49-F238E27FC236}">
                      <a16:creationId xmlns:a16="http://schemas.microsoft.com/office/drawing/2014/main" id="{487EA6AD-EFEA-4B9E-974F-E348121162D0}"/>
                    </a:ext>
                  </a:extLst>
                </p:cNvPr>
                <p:cNvSpPr txBox="1">
                  <a:spLocks noChangeArrowheads="1"/>
                </p:cNvSpPr>
                <p:nvPr/>
              </p:nvSpPr>
              <p:spPr bwMode="auto">
                <a:xfrm>
                  <a:off x="802" y="3665"/>
                  <a:ext cx="264" cy="216"/>
                </a:xfrm>
                <a:prstGeom prst="rect">
                  <a:avLst/>
                </a:prstGeom>
                <a:grpFill/>
                <a:ln w="9525">
                  <a:noFill/>
                  <a:miter lim="800000"/>
                  <a:headEnd/>
                  <a:tailEnd/>
                </a:ln>
              </p:spPr>
              <p:txBody>
                <a:bodyPr>
                  <a:spAutoFit/>
                </a:bodyPr>
                <a:lstStyle/>
                <a:p>
                  <a:pPr eaLnBrk="1" hangingPunct="1">
                    <a:spcBef>
                      <a:spcPct val="50000"/>
                    </a:spcBef>
                    <a:defRPr/>
                  </a:pPr>
                  <a:r>
                    <a:rPr lang="en-US" sz="1200"/>
                    <a:t>6</a:t>
                  </a:r>
                  <a:endParaRPr lang="ru-RU" sz="1200"/>
                </a:p>
              </p:txBody>
            </p:sp>
            <p:sp>
              <p:nvSpPr>
                <p:cNvPr id="62497" name="Text Box 57">
                  <a:extLst>
                    <a:ext uri="{FF2B5EF4-FFF2-40B4-BE49-F238E27FC236}">
                      <a16:creationId xmlns:a16="http://schemas.microsoft.com/office/drawing/2014/main" id="{E8FD433F-378D-42B4-B7B7-2118C07342B3}"/>
                    </a:ext>
                  </a:extLst>
                </p:cNvPr>
                <p:cNvSpPr txBox="1">
                  <a:spLocks noChangeArrowheads="1"/>
                </p:cNvSpPr>
                <p:nvPr/>
              </p:nvSpPr>
              <p:spPr bwMode="auto">
                <a:xfrm>
                  <a:off x="1323" y="3674"/>
                  <a:ext cx="264" cy="216"/>
                </a:xfrm>
                <a:prstGeom prst="rect">
                  <a:avLst/>
                </a:prstGeom>
                <a:grpFill/>
                <a:ln w="9525">
                  <a:noFill/>
                  <a:miter lim="800000"/>
                  <a:headEnd/>
                  <a:tailEnd/>
                </a:ln>
              </p:spPr>
              <p:txBody>
                <a:bodyPr>
                  <a:spAutoFit/>
                </a:bodyPr>
                <a:lstStyle/>
                <a:p>
                  <a:pPr eaLnBrk="1" hangingPunct="1">
                    <a:spcBef>
                      <a:spcPct val="50000"/>
                    </a:spcBef>
                    <a:defRPr/>
                  </a:pPr>
                  <a:r>
                    <a:rPr lang="en-US" sz="1200"/>
                    <a:t>4</a:t>
                  </a:r>
                  <a:endParaRPr lang="ru-RU" sz="1200"/>
                </a:p>
              </p:txBody>
            </p:sp>
            <p:sp>
              <p:nvSpPr>
                <p:cNvPr id="62498" name="Text Box 58">
                  <a:extLst>
                    <a:ext uri="{FF2B5EF4-FFF2-40B4-BE49-F238E27FC236}">
                      <a16:creationId xmlns:a16="http://schemas.microsoft.com/office/drawing/2014/main" id="{854BFDC2-B600-425D-A301-1B6A424941D1}"/>
                    </a:ext>
                  </a:extLst>
                </p:cNvPr>
                <p:cNvSpPr txBox="1">
                  <a:spLocks noChangeArrowheads="1"/>
                </p:cNvSpPr>
                <p:nvPr/>
              </p:nvSpPr>
              <p:spPr bwMode="auto">
                <a:xfrm>
                  <a:off x="1861" y="3683"/>
                  <a:ext cx="264" cy="216"/>
                </a:xfrm>
                <a:prstGeom prst="rect">
                  <a:avLst/>
                </a:prstGeom>
                <a:grpFill/>
                <a:ln w="9525">
                  <a:noFill/>
                  <a:miter lim="800000"/>
                  <a:headEnd/>
                  <a:tailEnd/>
                </a:ln>
              </p:spPr>
              <p:txBody>
                <a:bodyPr>
                  <a:spAutoFit/>
                </a:bodyPr>
                <a:lstStyle/>
                <a:p>
                  <a:pPr eaLnBrk="1" hangingPunct="1">
                    <a:spcBef>
                      <a:spcPct val="50000"/>
                    </a:spcBef>
                    <a:defRPr/>
                  </a:pPr>
                  <a:r>
                    <a:rPr lang="en-US" sz="1200"/>
                    <a:t>8</a:t>
                  </a:r>
                  <a:endParaRPr lang="ru-RU" sz="1200"/>
                </a:p>
              </p:txBody>
            </p:sp>
            <p:sp>
              <p:nvSpPr>
                <p:cNvPr id="62499" name="Text Box 59">
                  <a:extLst>
                    <a:ext uri="{FF2B5EF4-FFF2-40B4-BE49-F238E27FC236}">
                      <a16:creationId xmlns:a16="http://schemas.microsoft.com/office/drawing/2014/main" id="{FDBA864D-E982-4492-9EE9-878472325EFA}"/>
                    </a:ext>
                  </a:extLst>
                </p:cNvPr>
                <p:cNvSpPr txBox="1">
                  <a:spLocks noChangeArrowheads="1"/>
                </p:cNvSpPr>
                <p:nvPr/>
              </p:nvSpPr>
              <p:spPr bwMode="auto">
                <a:xfrm>
                  <a:off x="2347" y="3665"/>
                  <a:ext cx="264" cy="216"/>
                </a:xfrm>
                <a:prstGeom prst="rect">
                  <a:avLst/>
                </a:prstGeom>
                <a:grpFill/>
                <a:ln w="9525">
                  <a:noFill/>
                  <a:miter lim="800000"/>
                  <a:headEnd/>
                  <a:tailEnd/>
                </a:ln>
              </p:spPr>
              <p:txBody>
                <a:bodyPr>
                  <a:spAutoFit/>
                </a:bodyPr>
                <a:lstStyle/>
                <a:p>
                  <a:pPr eaLnBrk="1" hangingPunct="1">
                    <a:spcBef>
                      <a:spcPct val="50000"/>
                    </a:spcBef>
                    <a:defRPr/>
                  </a:pPr>
                  <a:r>
                    <a:rPr lang="en-US" sz="1200"/>
                    <a:t>4</a:t>
                  </a:r>
                  <a:endParaRPr lang="ru-RU" sz="1200"/>
                </a:p>
              </p:txBody>
            </p:sp>
            <p:sp>
              <p:nvSpPr>
                <p:cNvPr id="62500" name="Text Box 60">
                  <a:extLst>
                    <a:ext uri="{FF2B5EF4-FFF2-40B4-BE49-F238E27FC236}">
                      <a16:creationId xmlns:a16="http://schemas.microsoft.com/office/drawing/2014/main" id="{4F6115F0-4A35-492A-85F7-455E50ED4FA8}"/>
                    </a:ext>
                  </a:extLst>
                </p:cNvPr>
                <p:cNvSpPr txBox="1">
                  <a:spLocks noChangeArrowheads="1"/>
                </p:cNvSpPr>
                <p:nvPr/>
              </p:nvSpPr>
              <p:spPr bwMode="auto">
                <a:xfrm>
                  <a:off x="3608" y="2102"/>
                  <a:ext cx="264" cy="216"/>
                </a:xfrm>
                <a:prstGeom prst="rect">
                  <a:avLst/>
                </a:prstGeom>
                <a:grpFill/>
                <a:ln w="9525">
                  <a:noFill/>
                  <a:miter lim="800000"/>
                  <a:headEnd/>
                  <a:tailEnd/>
                </a:ln>
              </p:spPr>
              <p:txBody>
                <a:bodyPr>
                  <a:spAutoFit/>
                </a:bodyPr>
                <a:lstStyle/>
                <a:p>
                  <a:pPr eaLnBrk="1" hangingPunct="1">
                    <a:spcBef>
                      <a:spcPct val="50000"/>
                    </a:spcBef>
                    <a:defRPr/>
                  </a:pPr>
                  <a:r>
                    <a:rPr lang="en-US" sz="1200"/>
                    <a:t>2</a:t>
                  </a:r>
                  <a:endParaRPr lang="ru-RU" sz="1200"/>
                </a:p>
              </p:txBody>
            </p:sp>
            <p:sp>
              <p:nvSpPr>
                <p:cNvPr id="62501" name="Text Box 61">
                  <a:extLst>
                    <a:ext uri="{FF2B5EF4-FFF2-40B4-BE49-F238E27FC236}">
                      <a16:creationId xmlns:a16="http://schemas.microsoft.com/office/drawing/2014/main" id="{4D4317B6-FA20-430A-9A4F-8749F70286E5}"/>
                    </a:ext>
                  </a:extLst>
                </p:cNvPr>
                <p:cNvSpPr txBox="1">
                  <a:spLocks noChangeArrowheads="1"/>
                </p:cNvSpPr>
                <p:nvPr/>
              </p:nvSpPr>
              <p:spPr bwMode="auto">
                <a:xfrm>
                  <a:off x="3589" y="3664"/>
                  <a:ext cx="264" cy="216"/>
                </a:xfrm>
                <a:prstGeom prst="rect">
                  <a:avLst/>
                </a:prstGeom>
                <a:grpFill/>
                <a:ln w="9525">
                  <a:noFill/>
                  <a:miter lim="800000"/>
                  <a:headEnd/>
                  <a:tailEnd/>
                </a:ln>
              </p:spPr>
              <p:txBody>
                <a:bodyPr>
                  <a:spAutoFit/>
                </a:bodyPr>
                <a:lstStyle/>
                <a:p>
                  <a:pPr eaLnBrk="1" hangingPunct="1">
                    <a:spcBef>
                      <a:spcPct val="50000"/>
                    </a:spcBef>
                    <a:defRPr/>
                  </a:pPr>
                  <a:r>
                    <a:rPr lang="en-US" sz="1200"/>
                    <a:t>2</a:t>
                  </a:r>
                  <a:endParaRPr lang="ru-RU" sz="1200"/>
                </a:p>
              </p:txBody>
            </p:sp>
            <p:sp>
              <p:nvSpPr>
                <p:cNvPr id="62502" name="Line 62">
                  <a:extLst>
                    <a:ext uri="{FF2B5EF4-FFF2-40B4-BE49-F238E27FC236}">
                      <a16:creationId xmlns:a16="http://schemas.microsoft.com/office/drawing/2014/main" id="{B1A5899C-EBEC-44FD-973B-10E67DA306BC}"/>
                    </a:ext>
                  </a:extLst>
                </p:cNvPr>
                <p:cNvSpPr>
                  <a:spLocks noChangeShapeType="1"/>
                </p:cNvSpPr>
                <p:nvPr/>
              </p:nvSpPr>
              <p:spPr bwMode="auto">
                <a:xfrm>
                  <a:off x="3696" y="3793"/>
                  <a:ext cx="545" cy="45"/>
                </a:xfrm>
                <a:prstGeom prst="line">
                  <a:avLst/>
                </a:prstGeom>
                <a:grpFill/>
                <a:ln w="9525">
                  <a:solidFill>
                    <a:schemeClr val="tx1"/>
                  </a:solidFill>
                  <a:round/>
                  <a:headEnd/>
                  <a:tailEnd/>
                </a:ln>
              </p:spPr>
              <p:txBody>
                <a:bodyPr/>
                <a:lstStyle/>
                <a:p>
                  <a:pPr eaLnBrk="1" hangingPunct="1">
                    <a:defRPr/>
                  </a:pPr>
                  <a:endParaRPr lang="en-US" sz="1400"/>
                </a:p>
              </p:txBody>
            </p:sp>
            <p:sp>
              <p:nvSpPr>
                <p:cNvPr id="62503" name="Text Box 63">
                  <a:extLst>
                    <a:ext uri="{FF2B5EF4-FFF2-40B4-BE49-F238E27FC236}">
                      <a16:creationId xmlns:a16="http://schemas.microsoft.com/office/drawing/2014/main" id="{475E0348-20D3-424D-B434-C02806083585}"/>
                    </a:ext>
                  </a:extLst>
                </p:cNvPr>
                <p:cNvSpPr txBox="1">
                  <a:spLocks noChangeArrowheads="1"/>
                </p:cNvSpPr>
                <p:nvPr/>
              </p:nvSpPr>
              <p:spPr bwMode="auto">
                <a:xfrm>
                  <a:off x="4377" y="3748"/>
                  <a:ext cx="1088" cy="360"/>
                </a:xfrm>
                <a:prstGeom prst="rect">
                  <a:avLst/>
                </a:prstGeom>
                <a:grpFill/>
                <a:ln w="9525">
                  <a:noFill/>
                  <a:miter lim="800000"/>
                  <a:headEnd/>
                  <a:tailEnd/>
                </a:ln>
              </p:spPr>
              <p:txBody>
                <a:bodyPr>
                  <a:spAutoFit/>
                </a:bodyPr>
                <a:lstStyle/>
                <a:p>
                  <a:pPr eaLnBrk="1" hangingPunct="1">
                    <a:spcBef>
                      <a:spcPct val="50000"/>
                    </a:spcBef>
                    <a:defRPr/>
                  </a:pPr>
                  <a:r>
                    <a:rPr lang="en-US" sz="1200"/>
                    <a:t>The number of wires</a:t>
                  </a:r>
                  <a:endParaRPr lang="ru-RU" sz="1200"/>
                </a:p>
              </p:txBody>
            </p:sp>
          </p:grpSp>
          <p:sp>
            <p:nvSpPr>
              <p:cNvPr id="62470" name="Line 66">
                <a:extLst>
                  <a:ext uri="{FF2B5EF4-FFF2-40B4-BE49-F238E27FC236}">
                    <a16:creationId xmlns:a16="http://schemas.microsoft.com/office/drawing/2014/main" id="{EACBEE65-A34C-4B5A-8384-CCBB594484D2}"/>
                  </a:ext>
                </a:extLst>
              </p:cNvPr>
              <p:cNvSpPr>
                <a:spLocks noChangeShapeType="1"/>
              </p:cNvSpPr>
              <p:nvPr/>
            </p:nvSpPr>
            <p:spPr bwMode="auto">
              <a:xfrm flipV="1">
                <a:off x="6372225" y="4826000"/>
                <a:ext cx="504825" cy="144463"/>
              </a:xfrm>
              <a:prstGeom prst="line">
                <a:avLst/>
              </a:prstGeom>
              <a:grpFill/>
              <a:ln w="9525">
                <a:solidFill>
                  <a:schemeClr val="tx1"/>
                </a:solidFill>
                <a:round/>
                <a:headEnd/>
                <a:tailEnd/>
              </a:ln>
            </p:spPr>
            <p:txBody>
              <a:bodyPr/>
              <a:lstStyle/>
              <a:p>
                <a:pPr eaLnBrk="1" hangingPunct="1">
                  <a:defRPr/>
                </a:pPr>
                <a:endParaRPr lang="en-US" sz="1400"/>
              </a:p>
            </p:txBody>
          </p:sp>
          <p:sp>
            <p:nvSpPr>
              <p:cNvPr id="62471" name="Text Box 67">
                <a:extLst>
                  <a:ext uri="{FF2B5EF4-FFF2-40B4-BE49-F238E27FC236}">
                    <a16:creationId xmlns:a16="http://schemas.microsoft.com/office/drawing/2014/main" id="{8065DF8F-963E-4B37-8CD4-0E54429E30AD}"/>
                  </a:ext>
                </a:extLst>
              </p:cNvPr>
              <p:cNvSpPr txBox="1">
                <a:spLocks noChangeArrowheads="1"/>
              </p:cNvSpPr>
              <p:nvPr/>
            </p:nvSpPr>
            <p:spPr bwMode="auto">
              <a:xfrm>
                <a:off x="6953250" y="4424362"/>
                <a:ext cx="1150937" cy="571085"/>
              </a:xfrm>
              <a:prstGeom prst="rect">
                <a:avLst/>
              </a:prstGeom>
              <a:grpFill/>
              <a:ln w="9525">
                <a:noFill/>
                <a:miter lim="800000"/>
                <a:headEnd/>
                <a:tailEnd/>
              </a:ln>
            </p:spPr>
            <p:txBody>
              <a:bodyPr>
                <a:spAutoFit/>
              </a:bodyPr>
              <a:lstStyle/>
              <a:p>
                <a:pPr eaLnBrk="1" hangingPunct="1">
                  <a:spcBef>
                    <a:spcPct val="50000"/>
                  </a:spcBef>
                  <a:defRPr/>
                </a:pPr>
                <a:r>
                  <a:rPr lang="en-US" sz="1200"/>
                  <a:t>Tri-state driver</a:t>
                </a:r>
                <a:endParaRPr lang="ru-RU" sz="1200"/>
              </a:p>
            </p:txBody>
          </p:sp>
        </p:gr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a:extLst>
              <a:ext uri="{FF2B5EF4-FFF2-40B4-BE49-F238E27FC236}">
                <a16:creationId xmlns:a16="http://schemas.microsoft.com/office/drawing/2014/main" id="{909D9C38-67C4-2A02-FB1C-E09632E63FCC}"/>
              </a:ext>
            </a:extLst>
          </p:cNvPr>
          <p:cNvSpPr>
            <a:spLocks noGrp="1" noChangeArrowheads="1"/>
          </p:cNvSpPr>
          <p:nvPr>
            <p:ph type="title"/>
          </p:nvPr>
        </p:nvSpPr>
        <p:spPr/>
        <p:txBody>
          <a:bodyPr/>
          <a:lstStyle/>
          <a:p>
            <a:r>
              <a:rPr lang="en-US" altLang="en-US"/>
              <a:t>Programmable Interconnect (2)</a:t>
            </a:r>
            <a:endParaRPr lang="ru-RU" altLang="en-US"/>
          </a:p>
        </p:txBody>
      </p:sp>
      <p:sp>
        <p:nvSpPr>
          <p:cNvPr id="66563" name="Content Placeholder 3">
            <a:extLst>
              <a:ext uri="{FF2B5EF4-FFF2-40B4-BE49-F238E27FC236}">
                <a16:creationId xmlns:a16="http://schemas.microsoft.com/office/drawing/2014/main" id="{5CFD8366-AD21-59E5-6AA7-A8CADCDD1F26}"/>
              </a:ext>
            </a:extLst>
          </p:cNvPr>
          <p:cNvSpPr>
            <a:spLocks noGrp="1" noChangeArrowheads="1"/>
          </p:cNvSpPr>
          <p:nvPr>
            <p:ph type="body" sz="quarter" idx="10"/>
          </p:nvPr>
        </p:nvSpPr>
        <p:spPr/>
        <p:txBody>
          <a:bodyPr/>
          <a:lstStyle/>
          <a:p>
            <a:r>
              <a:rPr lang="en-US" altLang="en-US"/>
              <a:t>Four wires of “Global Clock” are used as clock providing short delay and minimal skew.</a:t>
            </a:r>
          </a:p>
          <a:p>
            <a:r>
              <a:rPr lang="en-US" altLang="en-US"/>
              <a:t>Single – flexible connectivity between adjacent blocks</a:t>
            </a:r>
          </a:p>
          <a:p>
            <a:r>
              <a:rPr lang="en-US" altLang="en-US"/>
              <a:t>Direct connection </a:t>
            </a:r>
          </a:p>
          <a:p>
            <a:r>
              <a:rPr lang="en-US" altLang="en-US"/>
              <a:t>Double – connection past two CLBs before heatting a switch (shorter delays for longer connections)</a:t>
            </a:r>
          </a:p>
          <a:p>
            <a:r>
              <a:rPr lang="en-US" altLang="en-US"/>
              <a:t>Long – real long connection (travel all the way across or down a row or column and are driven to tri-state drivers near the CLB)</a:t>
            </a:r>
            <a:endParaRPr lang="ru-RU"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
            <a:extLst>
              <a:ext uri="{FF2B5EF4-FFF2-40B4-BE49-F238E27FC236}">
                <a16:creationId xmlns:a16="http://schemas.microsoft.com/office/drawing/2014/main" id="{B2138801-30A6-12FD-B14F-A88DA97BDFEE}"/>
              </a:ext>
            </a:extLst>
          </p:cNvPr>
          <p:cNvSpPr>
            <a:spLocks noGrp="1" noChangeArrowheads="1"/>
          </p:cNvSpPr>
          <p:nvPr>
            <p:ph type="title"/>
          </p:nvPr>
        </p:nvSpPr>
        <p:spPr>
          <a:xfrm>
            <a:off x="0" y="183401"/>
            <a:ext cx="11612880" cy="704088"/>
          </a:xfrm>
        </p:spPr>
        <p:txBody>
          <a:bodyPr/>
          <a:lstStyle/>
          <a:p>
            <a:r>
              <a:rPr lang="en-US" altLang="en-US"/>
              <a:t>Programmable Interconnect (XC4000)</a:t>
            </a:r>
            <a:endParaRPr lang="ru-RU" altLang="en-US"/>
          </a:p>
        </p:txBody>
      </p:sp>
      <p:grpSp>
        <p:nvGrpSpPr>
          <p:cNvPr id="67587" name="Group 55">
            <a:extLst>
              <a:ext uri="{FF2B5EF4-FFF2-40B4-BE49-F238E27FC236}">
                <a16:creationId xmlns:a16="http://schemas.microsoft.com/office/drawing/2014/main" id="{85864491-1119-B547-8B51-E4DA1561C071}"/>
              </a:ext>
            </a:extLst>
          </p:cNvPr>
          <p:cNvGrpSpPr>
            <a:grpSpLocks/>
          </p:cNvGrpSpPr>
          <p:nvPr/>
        </p:nvGrpSpPr>
        <p:grpSpPr bwMode="auto">
          <a:xfrm>
            <a:off x="6600826" y="1522414"/>
            <a:ext cx="1897063" cy="1804987"/>
            <a:chOff x="1913" y="1797"/>
            <a:chExt cx="1195" cy="1137"/>
          </a:xfrm>
        </p:grpSpPr>
        <p:sp>
          <p:nvSpPr>
            <p:cNvPr id="67633" name="Line 16">
              <a:extLst>
                <a:ext uri="{FF2B5EF4-FFF2-40B4-BE49-F238E27FC236}">
                  <a16:creationId xmlns:a16="http://schemas.microsoft.com/office/drawing/2014/main" id="{D9B2ED36-32B9-7212-6503-CD9873BF9E96}"/>
                </a:ext>
              </a:extLst>
            </p:cNvPr>
            <p:cNvSpPr>
              <a:spLocks noChangeShapeType="1"/>
            </p:cNvSpPr>
            <p:nvPr/>
          </p:nvSpPr>
          <p:spPr bwMode="auto">
            <a:xfrm>
              <a:off x="2489" y="1797"/>
              <a:ext cx="0" cy="6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4" name="Line 17">
              <a:extLst>
                <a:ext uri="{FF2B5EF4-FFF2-40B4-BE49-F238E27FC236}">
                  <a16:creationId xmlns:a16="http://schemas.microsoft.com/office/drawing/2014/main" id="{4C4EE53E-E262-206B-41ED-7AB2EA39F284}"/>
                </a:ext>
              </a:extLst>
            </p:cNvPr>
            <p:cNvSpPr>
              <a:spLocks noChangeShapeType="1"/>
            </p:cNvSpPr>
            <p:nvPr/>
          </p:nvSpPr>
          <p:spPr bwMode="auto">
            <a:xfrm>
              <a:off x="2489" y="2445"/>
              <a:ext cx="7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5" name="Line 18">
              <a:extLst>
                <a:ext uri="{FF2B5EF4-FFF2-40B4-BE49-F238E27FC236}">
                  <a16:creationId xmlns:a16="http://schemas.microsoft.com/office/drawing/2014/main" id="{F4330C19-F6F9-1529-0048-BC5FE85CDBB1}"/>
                </a:ext>
              </a:extLst>
            </p:cNvPr>
            <p:cNvSpPr>
              <a:spLocks noChangeShapeType="1"/>
            </p:cNvSpPr>
            <p:nvPr/>
          </p:nvSpPr>
          <p:spPr bwMode="auto">
            <a:xfrm flipH="1">
              <a:off x="2558" y="2445"/>
              <a:ext cx="3" cy="14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6" name="Line 19">
              <a:extLst>
                <a:ext uri="{FF2B5EF4-FFF2-40B4-BE49-F238E27FC236}">
                  <a16:creationId xmlns:a16="http://schemas.microsoft.com/office/drawing/2014/main" id="{D2969FE9-D288-C51E-0918-B5E081F986D9}"/>
                </a:ext>
              </a:extLst>
            </p:cNvPr>
            <p:cNvSpPr>
              <a:spLocks noChangeShapeType="1"/>
            </p:cNvSpPr>
            <p:nvPr/>
          </p:nvSpPr>
          <p:spPr bwMode="auto">
            <a:xfrm flipV="1">
              <a:off x="2489" y="2587"/>
              <a:ext cx="6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7" name="Line 20">
              <a:extLst>
                <a:ext uri="{FF2B5EF4-FFF2-40B4-BE49-F238E27FC236}">
                  <a16:creationId xmlns:a16="http://schemas.microsoft.com/office/drawing/2014/main" id="{4FEB6A2E-1CCE-B00E-1D92-005452BCC45C}"/>
                </a:ext>
              </a:extLst>
            </p:cNvPr>
            <p:cNvSpPr>
              <a:spLocks noChangeShapeType="1"/>
            </p:cNvSpPr>
            <p:nvPr/>
          </p:nvSpPr>
          <p:spPr bwMode="auto">
            <a:xfrm flipH="1">
              <a:off x="2489" y="2589"/>
              <a:ext cx="0" cy="34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8" name="Line 21">
              <a:extLst>
                <a:ext uri="{FF2B5EF4-FFF2-40B4-BE49-F238E27FC236}">
                  <a16:creationId xmlns:a16="http://schemas.microsoft.com/office/drawing/2014/main" id="{DE41C5C8-F3F2-5696-7A2B-9C1E39054D59}"/>
                </a:ext>
              </a:extLst>
            </p:cNvPr>
            <p:cNvSpPr>
              <a:spLocks noChangeShapeType="1"/>
            </p:cNvSpPr>
            <p:nvPr/>
          </p:nvSpPr>
          <p:spPr bwMode="auto">
            <a:xfrm>
              <a:off x="2561" y="2511"/>
              <a:ext cx="7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9" name="Line 22">
              <a:extLst>
                <a:ext uri="{FF2B5EF4-FFF2-40B4-BE49-F238E27FC236}">
                  <a16:creationId xmlns:a16="http://schemas.microsoft.com/office/drawing/2014/main" id="{79981441-30D0-2247-F5CF-382744C926B8}"/>
                </a:ext>
              </a:extLst>
            </p:cNvPr>
            <p:cNvSpPr>
              <a:spLocks noChangeShapeType="1"/>
            </p:cNvSpPr>
            <p:nvPr/>
          </p:nvSpPr>
          <p:spPr bwMode="auto">
            <a:xfrm>
              <a:off x="1913" y="2373"/>
              <a:ext cx="36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40" name="Line 23">
              <a:extLst>
                <a:ext uri="{FF2B5EF4-FFF2-40B4-BE49-F238E27FC236}">
                  <a16:creationId xmlns:a16="http://schemas.microsoft.com/office/drawing/2014/main" id="{E6FF49FF-B2FD-37EA-A7CF-B230DFEB1BDE}"/>
                </a:ext>
              </a:extLst>
            </p:cNvPr>
            <p:cNvSpPr>
              <a:spLocks noChangeShapeType="1"/>
            </p:cNvSpPr>
            <p:nvPr/>
          </p:nvSpPr>
          <p:spPr bwMode="auto">
            <a:xfrm flipV="1">
              <a:off x="2273" y="2301"/>
              <a:ext cx="0" cy="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41" name="Line 24">
              <a:extLst>
                <a:ext uri="{FF2B5EF4-FFF2-40B4-BE49-F238E27FC236}">
                  <a16:creationId xmlns:a16="http://schemas.microsoft.com/office/drawing/2014/main" id="{603FC9D4-0DC6-0158-D981-7B3428772F12}"/>
                </a:ext>
              </a:extLst>
            </p:cNvPr>
            <p:cNvSpPr>
              <a:spLocks noChangeShapeType="1"/>
            </p:cNvSpPr>
            <p:nvPr/>
          </p:nvSpPr>
          <p:spPr bwMode="auto">
            <a:xfrm>
              <a:off x="2273" y="2301"/>
              <a:ext cx="14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42" name="Line 25">
              <a:extLst>
                <a:ext uri="{FF2B5EF4-FFF2-40B4-BE49-F238E27FC236}">
                  <a16:creationId xmlns:a16="http://schemas.microsoft.com/office/drawing/2014/main" id="{04EF2A54-7037-9A02-F43B-996BB02AD434}"/>
                </a:ext>
              </a:extLst>
            </p:cNvPr>
            <p:cNvSpPr>
              <a:spLocks noChangeShapeType="1"/>
            </p:cNvSpPr>
            <p:nvPr/>
          </p:nvSpPr>
          <p:spPr bwMode="auto">
            <a:xfrm>
              <a:off x="2417" y="2301"/>
              <a:ext cx="0" cy="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43" name="Line 26">
              <a:extLst>
                <a:ext uri="{FF2B5EF4-FFF2-40B4-BE49-F238E27FC236}">
                  <a16:creationId xmlns:a16="http://schemas.microsoft.com/office/drawing/2014/main" id="{6E6A25AF-934E-6F16-356A-BB5600314E88}"/>
                </a:ext>
              </a:extLst>
            </p:cNvPr>
            <p:cNvSpPr>
              <a:spLocks noChangeShapeType="1"/>
            </p:cNvSpPr>
            <p:nvPr/>
          </p:nvSpPr>
          <p:spPr bwMode="auto">
            <a:xfrm>
              <a:off x="2417" y="2373"/>
              <a:ext cx="69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44" name="Line 27">
              <a:extLst>
                <a:ext uri="{FF2B5EF4-FFF2-40B4-BE49-F238E27FC236}">
                  <a16:creationId xmlns:a16="http://schemas.microsoft.com/office/drawing/2014/main" id="{7EF5190A-07CD-D2DE-55A5-F6C9DF76F166}"/>
                </a:ext>
              </a:extLst>
            </p:cNvPr>
            <p:cNvSpPr>
              <a:spLocks noChangeShapeType="1"/>
            </p:cNvSpPr>
            <p:nvPr/>
          </p:nvSpPr>
          <p:spPr bwMode="auto">
            <a:xfrm>
              <a:off x="2345" y="230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45" name="Line 28">
              <a:extLst>
                <a:ext uri="{FF2B5EF4-FFF2-40B4-BE49-F238E27FC236}">
                  <a16:creationId xmlns:a16="http://schemas.microsoft.com/office/drawing/2014/main" id="{C9776229-B63C-6C2B-63EA-B872F731A926}"/>
                </a:ext>
              </a:extLst>
            </p:cNvPr>
            <p:cNvSpPr>
              <a:spLocks noChangeShapeType="1"/>
            </p:cNvSpPr>
            <p:nvPr/>
          </p:nvSpPr>
          <p:spPr bwMode="auto">
            <a:xfrm flipV="1">
              <a:off x="2345" y="2229"/>
              <a:ext cx="0" cy="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46" name="Line 29">
              <a:extLst>
                <a:ext uri="{FF2B5EF4-FFF2-40B4-BE49-F238E27FC236}">
                  <a16:creationId xmlns:a16="http://schemas.microsoft.com/office/drawing/2014/main" id="{599B55A3-6A3C-DEB5-1F03-CE6C12D8B92E}"/>
                </a:ext>
              </a:extLst>
            </p:cNvPr>
            <p:cNvSpPr>
              <a:spLocks noChangeShapeType="1"/>
            </p:cNvSpPr>
            <p:nvPr/>
          </p:nvSpPr>
          <p:spPr bwMode="auto">
            <a:xfrm flipV="1">
              <a:off x="2057" y="2161"/>
              <a:ext cx="177" cy="212"/>
            </a:xfrm>
            <a:prstGeom prst="line">
              <a:avLst/>
            </a:prstGeom>
            <a:noFill/>
            <a:ln w="25400">
              <a:solidFill>
                <a:srgbClr val="000000"/>
              </a:solidFill>
              <a:round/>
              <a:headEnd type="oval" w="sm" len="med"/>
              <a:tailEnd/>
            </a:ln>
            <a:extLst>
              <a:ext uri="{909E8E84-426E-40DD-AFC4-6F175D3DCCD1}">
                <a14:hiddenFill xmlns:a14="http://schemas.microsoft.com/office/drawing/2010/main">
                  <a:noFill/>
                </a14:hiddenFill>
              </a:ext>
            </a:extLst>
          </p:spPr>
          <p:txBody>
            <a:bodyPr/>
            <a:lstStyle/>
            <a:p>
              <a:endParaRPr lang="en-US"/>
            </a:p>
          </p:txBody>
        </p:sp>
        <p:sp>
          <p:nvSpPr>
            <p:cNvPr id="67647" name="Line 30">
              <a:extLst>
                <a:ext uri="{FF2B5EF4-FFF2-40B4-BE49-F238E27FC236}">
                  <a16:creationId xmlns:a16="http://schemas.microsoft.com/office/drawing/2014/main" id="{E4C1A9D0-C3C6-798A-C129-D278BACE0240}"/>
                </a:ext>
              </a:extLst>
            </p:cNvPr>
            <p:cNvSpPr>
              <a:spLocks noChangeShapeType="1"/>
            </p:cNvSpPr>
            <p:nvPr/>
          </p:nvSpPr>
          <p:spPr bwMode="auto">
            <a:xfrm flipV="1">
              <a:off x="2321" y="1888"/>
              <a:ext cx="159" cy="182"/>
            </a:xfrm>
            <a:prstGeom prst="line">
              <a:avLst/>
            </a:prstGeom>
            <a:noFill/>
            <a:ln w="25400">
              <a:solidFill>
                <a:srgbClr val="000000"/>
              </a:solidFill>
              <a:round/>
              <a:headEnd/>
              <a:tailEnd type="oval" w="sm" len="med"/>
            </a:ln>
            <a:extLst>
              <a:ext uri="{909E8E84-426E-40DD-AFC4-6F175D3DCCD1}">
                <a14:hiddenFill xmlns:a14="http://schemas.microsoft.com/office/drawing/2010/main">
                  <a:noFill/>
                </a14:hiddenFill>
              </a:ext>
            </a:extLst>
          </p:spPr>
          <p:txBody>
            <a:bodyPr/>
            <a:lstStyle/>
            <a:p>
              <a:endParaRPr lang="en-US"/>
            </a:p>
          </p:txBody>
        </p:sp>
        <p:sp>
          <p:nvSpPr>
            <p:cNvPr id="67648" name="Line 31">
              <a:extLst>
                <a:ext uri="{FF2B5EF4-FFF2-40B4-BE49-F238E27FC236}">
                  <a16:creationId xmlns:a16="http://schemas.microsoft.com/office/drawing/2014/main" id="{71FEAD6B-67DE-9518-D786-D8B1AAC5A9D9}"/>
                </a:ext>
              </a:extLst>
            </p:cNvPr>
            <p:cNvSpPr>
              <a:spLocks noChangeShapeType="1"/>
            </p:cNvSpPr>
            <p:nvPr/>
          </p:nvSpPr>
          <p:spPr bwMode="auto">
            <a:xfrm>
              <a:off x="2159" y="2013"/>
              <a:ext cx="72" cy="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49" name="Line 32">
              <a:extLst>
                <a:ext uri="{FF2B5EF4-FFF2-40B4-BE49-F238E27FC236}">
                  <a16:creationId xmlns:a16="http://schemas.microsoft.com/office/drawing/2014/main" id="{82A41BEE-FEEA-2BAB-16B7-98F0C50E183A}"/>
                </a:ext>
              </a:extLst>
            </p:cNvPr>
            <p:cNvSpPr>
              <a:spLocks noChangeShapeType="1"/>
            </p:cNvSpPr>
            <p:nvPr/>
          </p:nvSpPr>
          <p:spPr bwMode="auto">
            <a:xfrm>
              <a:off x="2489" y="1869"/>
              <a:ext cx="216" cy="2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50" name="Line 33">
              <a:extLst>
                <a:ext uri="{FF2B5EF4-FFF2-40B4-BE49-F238E27FC236}">
                  <a16:creationId xmlns:a16="http://schemas.microsoft.com/office/drawing/2014/main" id="{5652CD8B-D6E5-54EE-04B7-A8CCE3D8AB9D}"/>
                </a:ext>
              </a:extLst>
            </p:cNvPr>
            <p:cNvSpPr>
              <a:spLocks noChangeShapeType="1"/>
            </p:cNvSpPr>
            <p:nvPr/>
          </p:nvSpPr>
          <p:spPr bwMode="auto">
            <a:xfrm flipH="1">
              <a:off x="2706" y="2047"/>
              <a:ext cx="32" cy="2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51" name="Line 34">
              <a:extLst>
                <a:ext uri="{FF2B5EF4-FFF2-40B4-BE49-F238E27FC236}">
                  <a16:creationId xmlns:a16="http://schemas.microsoft.com/office/drawing/2014/main" id="{087DE52E-273A-9405-B93F-BCFB132C374D}"/>
                </a:ext>
              </a:extLst>
            </p:cNvPr>
            <p:cNvSpPr>
              <a:spLocks noChangeShapeType="1"/>
            </p:cNvSpPr>
            <p:nvPr/>
          </p:nvSpPr>
          <p:spPr bwMode="auto">
            <a:xfrm>
              <a:off x="2747" y="2049"/>
              <a:ext cx="72" cy="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52" name="Line 35">
              <a:extLst>
                <a:ext uri="{FF2B5EF4-FFF2-40B4-BE49-F238E27FC236}">
                  <a16:creationId xmlns:a16="http://schemas.microsoft.com/office/drawing/2014/main" id="{78DADE9D-AFB8-3D40-004E-EB011A84F514}"/>
                </a:ext>
              </a:extLst>
            </p:cNvPr>
            <p:cNvSpPr>
              <a:spLocks noChangeShapeType="1"/>
            </p:cNvSpPr>
            <p:nvPr/>
          </p:nvSpPr>
          <p:spPr bwMode="auto">
            <a:xfrm flipH="1">
              <a:off x="2780" y="2121"/>
              <a:ext cx="33" cy="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53" name="Line 36">
              <a:extLst>
                <a:ext uri="{FF2B5EF4-FFF2-40B4-BE49-F238E27FC236}">
                  <a16:creationId xmlns:a16="http://schemas.microsoft.com/office/drawing/2014/main" id="{1B01C16F-AF5F-DFD6-537D-A050C72D8363}"/>
                </a:ext>
              </a:extLst>
            </p:cNvPr>
            <p:cNvSpPr>
              <a:spLocks noChangeShapeType="1"/>
            </p:cNvSpPr>
            <p:nvPr/>
          </p:nvSpPr>
          <p:spPr bwMode="auto">
            <a:xfrm>
              <a:off x="2780" y="2167"/>
              <a:ext cx="196" cy="202"/>
            </a:xfrm>
            <a:prstGeom prst="line">
              <a:avLst/>
            </a:prstGeom>
            <a:noFill/>
            <a:ln w="25400">
              <a:solidFill>
                <a:srgbClr val="000000"/>
              </a:solidFill>
              <a:round/>
              <a:headEnd/>
              <a:tailEnd type="oval" w="sm" len="med"/>
            </a:ln>
            <a:extLst>
              <a:ext uri="{909E8E84-426E-40DD-AFC4-6F175D3DCCD1}">
                <a14:hiddenFill xmlns:a14="http://schemas.microsoft.com/office/drawing/2010/main">
                  <a:noFill/>
                </a14:hiddenFill>
              </a:ext>
            </a:extLst>
          </p:spPr>
          <p:txBody>
            <a:bodyPr/>
            <a:lstStyle/>
            <a:p>
              <a:endParaRPr lang="en-US"/>
            </a:p>
          </p:txBody>
        </p:sp>
        <p:sp>
          <p:nvSpPr>
            <p:cNvPr id="67654" name="Line 37">
              <a:extLst>
                <a:ext uri="{FF2B5EF4-FFF2-40B4-BE49-F238E27FC236}">
                  <a16:creationId xmlns:a16="http://schemas.microsoft.com/office/drawing/2014/main" id="{9DA81E6F-7D08-7F4F-CF50-C38363CDE00C}"/>
                </a:ext>
              </a:extLst>
            </p:cNvPr>
            <p:cNvSpPr>
              <a:spLocks noChangeShapeType="1"/>
            </p:cNvSpPr>
            <p:nvPr/>
          </p:nvSpPr>
          <p:spPr bwMode="auto">
            <a:xfrm flipV="1">
              <a:off x="2789" y="2049"/>
              <a:ext cx="29" cy="2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55" name="Line 38">
              <a:extLst>
                <a:ext uri="{FF2B5EF4-FFF2-40B4-BE49-F238E27FC236}">
                  <a16:creationId xmlns:a16="http://schemas.microsoft.com/office/drawing/2014/main" id="{EBF6CBA8-AE85-465A-A60B-2583D77B18A9}"/>
                </a:ext>
              </a:extLst>
            </p:cNvPr>
            <p:cNvSpPr>
              <a:spLocks noChangeShapeType="1"/>
            </p:cNvSpPr>
            <p:nvPr/>
          </p:nvSpPr>
          <p:spPr bwMode="auto">
            <a:xfrm>
              <a:off x="2054" y="2401"/>
              <a:ext cx="216" cy="2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56" name="Line 39">
              <a:extLst>
                <a:ext uri="{FF2B5EF4-FFF2-40B4-BE49-F238E27FC236}">
                  <a16:creationId xmlns:a16="http://schemas.microsoft.com/office/drawing/2014/main" id="{17B7F4C7-F973-56C3-3C6E-A8865B2142C4}"/>
                </a:ext>
              </a:extLst>
            </p:cNvPr>
            <p:cNvSpPr>
              <a:spLocks noChangeShapeType="1"/>
            </p:cNvSpPr>
            <p:nvPr/>
          </p:nvSpPr>
          <p:spPr bwMode="auto">
            <a:xfrm>
              <a:off x="2232" y="2645"/>
              <a:ext cx="72" cy="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57" name="Line 40">
              <a:extLst>
                <a:ext uri="{FF2B5EF4-FFF2-40B4-BE49-F238E27FC236}">
                  <a16:creationId xmlns:a16="http://schemas.microsoft.com/office/drawing/2014/main" id="{24D6FCD6-62F5-2988-97E1-D13FEDD907AF}"/>
                </a:ext>
              </a:extLst>
            </p:cNvPr>
            <p:cNvSpPr>
              <a:spLocks noChangeShapeType="1"/>
            </p:cNvSpPr>
            <p:nvPr/>
          </p:nvSpPr>
          <p:spPr bwMode="auto">
            <a:xfrm>
              <a:off x="2340" y="2705"/>
              <a:ext cx="138" cy="144"/>
            </a:xfrm>
            <a:prstGeom prst="line">
              <a:avLst/>
            </a:prstGeom>
            <a:noFill/>
            <a:ln w="25400">
              <a:solidFill>
                <a:srgbClr val="000000"/>
              </a:solidFill>
              <a:round/>
              <a:headEnd/>
              <a:tailEnd type="oval" w="sm" len="med"/>
            </a:ln>
            <a:extLst>
              <a:ext uri="{909E8E84-426E-40DD-AFC4-6F175D3DCCD1}">
                <a14:hiddenFill xmlns:a14="http://schemas.microsoft.com/office/drawing/2010/main">
                  <a:noFill/>
                </a14:hiddenFill>
              </a:ext>
            </a:extLst>
          </p:spPr>
          <p:txBody>
            <a:bodyPr/>
            <a:lstStyle/>
            <a:p>
              <a:endParaRPr lang="en-US"/>
            </a:p>
          </p:txBody>
        </p:sp>
        <p:sp>
          <p:nvSpPr>
            <p:cNvPr id="67658" name="Line 41">
              <a:extLst>
                <a:ext uri="{FF2B5EF4-FFF2-40B4-BE49-F238E27FC236}">
                  <a16:creationId xmlns:a16="http://schemas.microsoft.com/office/drawing/2014/main" id="{4D2E352E-8040-C847-339F-9E720B25EC43}"/>
                </a:ext>
              </a:extLst>
            </p:cNvPr>
            <p:cNvSpPr>
              <a:spLocks noChangeShapeType="1"/>
            </p:cNvSpPr>
            <p:nvPr/>
          </p:nvSpPr>
          <p:spPr bwMode="auto">
            <a:xfrm flipV="1">
              <a:off x="2315" y="2703"/>
              <a:ext cx="17" cy="1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59" name="Line 42">
              <a:extLst>
                <a:ext uri="{FF2B5EF4-FFF2-40B4-BE49-F238E27FC236}">
                  <a16:creationId xmlns:a16="http://schemas.microsoft.com/office/drawing/2014/main" id="{E22FE44B-D764-DA8A-B3AE-7750FA68AE93}"/>
                </a:ext>
              </a:extLst>
            </p:cNvPr>
            <p:cNvSpPr>
              <a:spLocks noChangeShapeType="1"/>
            </p:cNvSpPr>
            <p:nvPr/>
          </p:nvSpPr>
          <p:spPr bwMode="auto">
            <a:xfrm flipV="1">
              <a:off x="2230" y="2681"/>
              <a:ext cx="28" cy="2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60" name="Line 43">
              <a:extLst>
                <a:ext uri="{FF2B5EF4-FFF2-40B4-BE49-F238E27FC236}">
                  <a16:creationId xmlns:a16="http://schemas.microsoft.com/office/drawing/2014/main" id="{739C2326-963B-9FC0-0D35-A827685D6EBD}"/>
                </a:ext>
              </a:extLst>
            </p:cNvPr>
            <p:cNvSpPr>
              <a:spLocks noChangeShapeType="1"/>
            </p:cNvSpPr>
            <p:nvPr/>
          </p:nvSpPr>
          <p:spPr bwMode="auto">
            <a:xfrm flipV="1">
              <a:off x="2240" y="2629"/>
              <a:ext cx="18" cy="1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61" name="Line 44">
              <a:extLst>
                <a:ext uri="{FF2B5EF4-FFF2-40B4-BE49-F238E27FC236}">
                  <a16:creationId xmlns:a16="http://schemas.microsoft.com/office/drawing/2014/main" id="{BC8504E6-97AC-40A8-AF4A-738F449EF390}"/>
                </a:ext>
              </a:extLst>
            </p:cNvPr>
            <p:cNvSpPr>
              <a:spLocks noChangeShapeType="1"/>
            </p:cNvSpPr>
            <p:nvPr/>
          </p:nvSpPr>
          <p:spPr bwMode="auto">
            <a:xfrm flipH="1" flipV="1">
              <a:off x="2192" y="2125"/>
              <a:ext cx="27"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62" name="Line 45">
              <a:extLst>
                <a:ext uri="{FF2B5EF4-FFF2-40B4-BE49-F238E27FC236}">
                  <a16:creationId xmlns:a16="http://schemas.microsoft.com/office/drawing/2014/main" id="{232667D5-8920-FCC8-6E4C-5B7077F6C59B}"/>
                </a:ext>
              </a:extLst>
            </p:cNvPr>
            <p:cNvSpPr>
              <a:spLocks noChangeShapeType="1"/>
            </p:cNvSpPr>
            <p:nvPr/>
          </p:nvSpPr>
          <p:spPr bwMode="auto">
            <a:xfrm flipV="1">
              <a:off x="2189" y="2024"/>
              <a:ext cx="99" cy="1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63" name="Line 46">
              <a:extLst>
                <a:ext uri="{FF2B5EF4-FFF2-40B4-BE49-F238E27FC236}">
                  <a16:creationId xmlns:a16="http://schemas.microsoft.com/office/drawing/2014/main" id="{BB2045D9-9DF0-7363-390F-1907E4E98F14}"/>
                </a:ext>
              </a:extLst>
            </p:cNvPr>
            <p:cNvSpPr>
              <a:spLocks noChangeShapeType="1"/>
            </p:cNvSpPr>
            <p:nvPr/>
          </p:nvSpPr>
          <p:spPr bwMode="auto">
            <a:xfrm flipH="1" flipV="1">
              <a:off x="2298" y="2034"/>
              <a:ext cx="26" cy="3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64" name="Line 47">
              <a:extLst>
                <a:ext uri="{FF2B5EF4-FFF2-40B4-BE49-F238E27FC236}">
                  <a16:creationId xmlns:a16="http://schemas.microsoft.com/office/drawing/2014/main" id="{2A19E623-947E-C848-1D9B-E55F3D95E023}"/>
                </a:ext>
              </a:extLst>
            </p:cNvPr>
            <p:cNvSpPr>
              <a:spLocks noChangeShapeType="1"/>
            </p:cNvSpPr>
            <p:nvPr/>
          </p:nvSpPr>
          <p:spPr bwMode="auto">
            <a:xfrm flipV="1">
              <a:off x="2492" y="2658"/>
              <a:ext cx="213" cy="217"/>
            </a:xfrm>
            <a:prstGeom prst="line">
              <a:avLst/>
            </a:prstGeom>
            <a:noFill/>
            <a:ln w="25400">
              <a:solidFill>
                <a:srgbClr val="000000"/>
              </a:solidFill>
              <a:round/>
              <a:headEnd type="none" w="sm" len="med"/>
              <a:tailEnd/>
            </a:ln>
            <a:extLst>
              <a:ext uri="{909E8E84-426E-40DD-AFC4-6F175D3DCCD1}">
                <a14:hiddenFill xmlns:a14="http://schemas.microsoft.com/office/drawing/2010/main">
                  <a:noFill/>
                </a14:hiddenFill>
              </a:ext>
            </a:extLst>
          </p:spPr>
          <p:txBody>
            <a:bodyPr/>
            <a:lstStyle/>
            <a:p>
              <a:endParaRPr lang="en-US"/>
            </a:p>
          </p:txBody>
        </p:sp>
        <p:sp>
          <p:nvSpPr>
            <p:cNvPr id="67665" name="Line 48">
              <a:extLst>
                <a:ext uri="{FF2B5EF4-FFF2-40B4-BE49-F238E27FC236}">
                  <a16:creationId xmlns:a16="http://schemas.microsoft.com/office/drawing/2014/main" id="{03B2C01A-E711-1C42-2D23-0116305A3EA3}"/>
                </a:ext>
              </a:extLst>
            </p:cNvPr>
            <p:cNvSpPr>
              <a:spLocks noChangeShapeType="1"/>
            </p:cNvSpPr>
            <p:nvPr/>
          </p:nvSpPr>
          <p:spPr bwMode="auto">
            <a:xfrm flipV="1">
              <a:off x="2816" y="2384"/>
              <a:ext cx="160" cy="182"/>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67666" name="Line 49">
              <a:extLst>
                <a:ext uri="{FF2B5EF4-FFF2-40B4-BE49-F238E27FC236}">
                  <a16:creationId xmlns:a16="http://schemas.microsoft.com/office/drawing/2014/main" id="{B6EAE792-F78B-C2BC-A141-EAF7FD42533B}"/>
                </a:ext>
              </a:extLst>
            </p:cNvPr>
            <p:cNvSpPr>
              <a:spLocks noChangeShapeType="1"/>
            </p:cNvSpPr>
            <p:nvPr/>
          </p:nvSpPr>
          <p:spPr bwMode="auto">
            <a:xfrm rot="21121040" flipV="1">
              <a:off x="2732" y="2621"/>
              <a:ext cx="116" cy="8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67" name="Line 50">
              <a:extLst>
                <a:ext uri="{FF2B5EF4-FFF2-40B4-BE49-F238E27FC236}">
                  <a16:creationId xmlns:a16="http://schemas.microsoft.com/office/drawing/2014/main" id="{CC188E0E-8DFB-374C-C274-18891A55CC48}"/>
                </a:ext>
              </a:extLst>
            </p:cNvPr>
            <p:cNvSpPr>
              <a:spLocks noChangeShapeType="1"/>
            </p:cNvSpPr>
            <p:nvPr/>
          </p:nvSpPr>
          <p:spPr bwMode="auto">
            <a:xfrm flipH="1" flipV="1">
              <a:off x="2700" y="2663"/>
              <a:ext cx="40" cy="4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68" name="Line 51">
              <a:extLst>
                <a:ext uri="{FF2B5EF4-FFF2-40B4-BE49-F238E27FC236}">
                  <a16:creationId xmlns:a16="http://schemas.microsoft.com/office/drawing/2014/main" id="{ED652681-17FF-0817-05AF-D69AF710B86C}"/>
                </a:ext>
              </a:extLst>
            </p:cNvPr>
            <p:cNvSpPr>
              <a:spLocks noChangeShapeType="1"/>
            </p:cNvSpPr>
            <p:nvPr/>
          </p:nvSpPr>
          <p:spPr bwMode="auto">
            <a:xfrm flipH="1" flipV="1">
              <a:off x="2812" y="2578"/>
              <a:ext cx="40" cy="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69" name="Line 52">
              <a:extLst>
                <a:ext uri="{FF2B5EF4-FFF2-40B4-BE49-F238E27FC236}">
                  <a16:creationId xmlns:a16="http://schemas.microsoft.com/office/drawing/2014/main" id="{0F60E3C2-46FE-64DB-724B-0E7B9AB8132B}"/>
                </a:ext>
              </a:extLst>
            </p:cNvPr>
            <p:cNvSpPr>
              <a:spLocks noChangeShapeType="1"/>
            </p:cNvSpPr>
            <p:nvPr/>
          </p:nvSpPr>
          <p:spPr bwMode="auto">
            <a:xfrm>
              <a:off x="2786" y="2665"/>
              <a:ext cx="72" cy="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7588" name="Text Box 53">
            <a:extLst>
              <a:ext uri="{FF2B5EF4-FFF2-40B4-BE49-F238E27FC236}">
                <a16:creationId xmlns:a16="http://schemas.microsoft.com/office/drawing/2014/main" id="{8BCBBB1C-1E70-58A3-D6F3-AF43B8C48C46}"/>
              </a:ext>
            </a:extLst>
          </p:cNvPr>
          <p:cNvSpPr txBox="1">
            <a:spLocks noChangeArrowheads="1"/>
          </p:cNvSpPr>
          <p:nvPr/>
        </p:nvSpPr>
        <p:spPr bwMode="auto">
          <a:xfrm>
            <a:off x="2033588" y="3730626"/>
            <a:ext cx="3529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Programmable Switch Matrix</a:t>
            </a:r>
          </a:p>
        </p:txBody>
      </p:sp>
      <p:sp>
        <p:nvSpPr>
          <p:cNvPr id="67589" name="Text Box 54">
            <a:extLst>
              <a:ext uri="{FF2B5EF4-FFF2-40B4-BE49-F238E27FC236}">
                <a16:creationId xmlns:a16="http://schemas.microsoft.com/office/drawing/2014/main" id="{FE546836-2ACB-9261-7926-B574FC5E8A4A}"/>
              </a:ext>
            </a:extLst>
          </p:cNvPr>
          <p:cNvSpPr txBox="1">
            <a:spLocks noChangeArrowheads="1"/>
          </p:cNvSpPr>
          <p:nvPr/>
        </p:nvSpPr>
        <p:spPr bwMode="auto">
          <a:xfrm>
            <a:off x="6527801" y="3413126"/>
            <a:ext cx="26638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PSE – Programmable switch element</a:t>
            </a:r>
            <a:endParaRPr lang="ru-RU" altLang="en-US" sz="2000" b="0" u="none"/>
          </a:p>
        </p:txBody>
      </p:sp>
      <p:grpSp>
        <p:nvGrpSpPr>
          <p:cNvPr id="67590" name="Group 83">
            <a:extLst>
              <a:ext uri="{FF2B5EF4-FFF2-40B4-BE49-F238E27FC236}">
                <a16:creationId xmlns:a16="http://schemas.microsoft.com/office/drawing/2014/main" id="{E1DB619E-F5E2-5466-78F0-3F958AC43AF2}"/>
              </a:ext>
            </a:extLst>
          </p:cNvPr>
          <p:cNvGrpSpPr>
            <a:grpSpLocks/>
          </p:cNvGrpSpPr>
          <p:nvPr/>
        </p:nvGrpSpPr>
        <p:grpSpPr bwMode="auto">
          <a:xfrm>
            <a:off x="2208214" y="1138239"/>
            <a:ext cx="2382837" cy="2384425"/>
            <a:chOff x="622" y="1815"/>
            <a:chExt cx="1501" cy="1502"/>
          </a:xfrm>
        </p:grpSpPr>
        <p:sp>
          <p:nvSpPr>
            <p:cNvPr id="67602" name="Rectangle 6">
              <a:extLst>
                <a:ext uri="{FF2B5EF4-FFF2-40B4-BE49-F238E27FC236}">
                  <a16:creationId xmlns:a16="http://schemas.microsoft.com/office/drawing/2014/main" id="{C35C2F82-5BF1-9051-3603-141272EB64B5}"/>
                </a:ext>
              </a:extLst>
            </p:cNvPr>
            <p:cNvSpPr>
              <a:spLocks noChangeArrowheads="1"/>
            </p:cNvSpPr>
            <p:nvPr/>
          </p:nvSpPr>
          <p:spPr bwMode="auto">
            <a:xfrm>
              <a:off x="703" y="1888"/>
              <a:ext cx="1362" cy="1360"/>
            </a:xfrm>
            <a:prstGeom prst="rect">
              <a:avLst/>
            </a:prstGeom>
            <a:solidFill>
              <a:srgbClr val="FFFFFF"/>
            </a:solidFill>
            <a:ln w="38100">
              <a:solidFill>
                <a:srgbClr val="0000FF"/>
              </a:solidFill>
              <a:prstDash val="sysDot"/>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67603" name="Line 7">
              <a:extLst>
                <a:ext uri="{FF2B5EF4-FFF2-40B4-BE49-F238E27FC236}">
                  <a16:creationId xmlns:a16="http://schemas.microsoft.com/office/drawing/2014/main" id="{5B472B03-88EA-5FC3-EA99-C44F837A69C1}"/>
                </a:ext>
              </a:extLst>
            </p:cNvPr>
            <p:cNvSpPr>
              <a:spLocks noChangeShapeType="1"/>
            </p:cNvSpPr>
            <p:nvPr/>
          </p:nvSpPr>
          <p:spPr bwMode="auto">
            <a:xfrm flipV="1">
              <a:off x="622" y="1997"/>
              <a:ext cx="147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4" name="Line 8">
              <a:extLst>
                <a:ext uri="{FF2B5EF4-FFF2-40B4-BE49-F238E27FC236}">
                  <a16:creationId xmlns:a16="http://schemas.microsoft.com/office/drawing/2014/main" id="{3A7DF28F-DB78-1982-4354-908798CEB161}"/>
                </a:ext>
              </a:extLst>
            </p:cNvPr>
            <p:cNvSpPr>
              <a:spLocks noChangeShapeType="1"/>
            </p:cNvSpPr>
            <p:nvPr/>
          </p:nvSpPr>
          <p:spPr bwMode="auto">
            <a:xfrm>
              <a:off x="632" y="2120"/>
              <a:ext cx="147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5" name="Line 9">
              <a:extLst>
                <a:ext uri="{FF2B5EF4-FFF2-40B4-BE49-F238E27FC236}">
                  <a16:creationId xmlns:a16="http://schemas.microsoft.com/office/drawing/2014/main" id="{873266EC-F137-53F1-B024-2DDC47A5EE0A}"/>
                </a:ext>
              </a:extLst>
            </p:cNvPr>
            <p:cNvSpPr>
              <a:spLocks noChangeShapeType="1"/>
            </p:cNvSpPr>
            <p:nvPr/>
          </p:nvSpPr>
          <p:spPr bwMode="auto">
            <a:xfrm>
              <a:off x="632" y="2244"/>
              <a:ext cx="147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6" name="Line 9">
              <a:extLst>
                <a:ext uri="{FF2B5EF4-FFF2-40B4-BE49-F238E27FC236}">
                  <a16:creationId xmlns:a16="http://schemas.microsoft.com/office/drawing/2014/main" id="{734615A4-CA86-6C11-7F9C-8315879B32F8}"/>
                </a:ext>
              </a:extLst>
            </p:cNvPr>
            <p:cNvSpPr>
              <a:spLocks noChangeShapeType="1"/>
            </p:cNvSpPr>
            <p:nvPr/>
          </p:nvSpPr>
          <p:spPr bwMode="auto">
            <a:xfrm>
              <a:off x="632" y="2364"/>
              <a:ext cx="147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7" name="Line 10">
              <a:extLst>
                <a:ext uri="{FF2B5EF4-FFF2-40B4-BE49-F238E27FC236}">
                  <a16:creationId xmlns:a16="http://schemas.microsoft.com/office/drawing/2014/main" id="{0D007CFF-D28E-5EEB-66DA-71D5C97F97C7}"/>
                </a:ext>
              </a:extLst>
            </p:cNvPr>
            <p:cNvSpPr>
              <a:spLocks noChangeShapeType="1"/>
            </p:cNvSpPr>
            <p:nvPr/>
          </p:nvSpPr>
          <p:spPr bwMode="auto">
            <a:xfrm>
              <a:off x="1686" y="1830"/>
              <a:ext cx="0" cy="14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8" name="Line 11">
              <a:extLst>
                <a:ext uri="{FF2B5EF4-FFF2-40B4-BE49-F238E27FC236}">
                  <a16:creationId xmlns:a16="http://schemas.microsoft.com/office/drawing/2014/main" id="{34E33F07-AB93-045F-CD05-92E388EBD04D}"/>
                </a:ext>
              </a:extLst>
            </p:cNvPr>
            <p:cNvSpPr>
              <a:spLocks noChangeShapeType="1"/>
            </p:cNvSpPr>
            <p:nvPr/>
          </p:nvSpPr>
          <p:spPr bwMode="auto">
            <a:xfrm>
              <a:off x="1816" y="1832"/>
              <a:ext cx="0" cy="14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09" name="Line 12">
              <a:extLst>
                <a:ext uri="{FF2B5EF4-FFF2-40B4-BE49-F238E27FC236}">
                  <a16:creationId xmlns:a16="http://schemas.microsoft.com/office/drawing/2014/main" id="{64D2386F-6CFB-0A24-B1FD-AA087BC78880}"/>
                </a:ext>
              </a:extLst>
            </p:cNvPr>
            <p:cNvSpPr>
              <a:spLocks noChangeShapeType="1"/>
            </p:cNvSpPr>
            <p:nvPr/>
          </p:nvSpPr>
          <p:spPr bwMode="auto">
            <a:xfrm>
              <a:off x="1927" y="1842"/>
              <a:ext cx="0" cy="14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10" name="AutoShape 13">
              <a:extLst>
                <a:ext uri="{FF2B5EF4-FFF2-40B4-BE49-F238E27FC236}">
                  <a16:creationId xmlns:a16="http://schemas.microsoft.com/office/drawing/2014/main" id="{BC096AD1-2560-F461-1806-3D778DA0E8AD}"/>
                </a:ext>
              </a:extLst>
            </p:cNvPr>
            <p:cNvSpPr>
              <a:spLocks noChangeArrowheads="1"/>
            </p:cNvSpPr>
            <p:nvPr/>
          </p:nvSpPr>
          <p:spPr bwMode="auto">
            <a:xfrm>
              <a:off x="1896" y="1965"/>
              <a:ext cx="72" cy="72"/>
            </a:xfrm>
            <a:prstGeom prst="diamond">
              <a:avLst/>
            </a:prstGeom>
            <a:solidFill>
              <a:srgbClr val="333333"/>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67611" name="AutoShape 14">
              <a:extLst>
                <a:ext uri="{FF2B5EF4-FFF2-40B4-BE49-F238E27FC236}">
                  <a16:creationId xmlns:a16="http://schemas.microsoft.com/office/drawing/2014/main" id="{A5DB4C44-C5B3-E5EE-11D1-8ED5B3D77F3D}"/>
                </a:ext>
              </a:extLst>
            </p:cNvPr>
            <p:cNvSpPr>
              <a:spLocks noChangeArrowheads="1"/>
            </p:cNvSpPr>
            <p:nvPr/>
          </p:nvSpPr>
          <p:spPr bwMode="auto">
            <a:xfrm>
              <a:off x="1780" y="2084"/>
              <a:ext cx="72" cy="72"/>
            </a:xfrm>
            <a:prstGeom prst="diamond">
              <a:avLst/>
            </a:prstGeom>
            <a:solidFill>
              <a:srgbClr val="333333"/>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67612" name="AutoShape 15">
              <a:extLst>
                <a:ext uri="{FF2B5EF4-FFF2-40B4-BE49-F238E27FC236}">
                  <a16:creationId xmlns:a16="http://schemas.microsoft.com/office/drawing/2014/main" id="{BCF4CF1C-5A87-2B81-499E-74D0377763C1}"/>
                </a:ext>
              </a:extLst>
            </p:cNvPr>
            <p:cNvSpPr>
              <a:spLocks noChangeArrowheads="1"/>
            </p:cNvSpPr>
            <p:nvPr/>
          </p:nvSpPr>
          <p:spPr bwMode="auto">
            <a:xfrm>
              <a:off x="1651" y="2208"/>
              <a:ext cx="72" cy="72"/>
            </a:xfrm>
            <a:prstGeom prst="diamond">
              <a:avLst/>
            </a:prstGeom>
            <a:solidFill>
              <a:srgbClr val="333333"/>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67613" name="Line 10">
              <a:extLst>
                <a:ext uri="{FF2B5EF4-FFF2-40B4-BE49-F238E27FC236}">
                  <a16:creationId xmlns:a16="http://schemas.microsoft.com/office/drawing/2014/main" id="{FB428024-3895-E994-790E-EB376AAD9C7A}"/>
                </a:ext>
              </a:extLst>
            </p:cNvPr>
            <p:cNvSpPr>
              <a:spLocks noChangeShapeType="1"/>
            </p:cNvSpPr>
            <p:nvPr/>
          </p:nvSpPr>
          <p:spPr bwMode="auto">
            <a:xfrm>
              <a:off x="1296" y="1842"/>
              <a:ext cx="0" cy="14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14" name="Line 11">
              <a:extLst>
                <a:ext uri="{FF2B5EF4-FFF2-40B4-BE49-F238E27FC236}">
                  <a16:creationId xmlns:a16="http://schemas.microsoft.com/office/drawing/2014/main" id="{31DBE2D1-1610-D304-2FF0-13F1B74D7F1B}"/>
                </a:ext>
              </a:extLst>
            </p:cNvPr>
            <p:cNvSpPr>
              <a:spLocks noChangeShapeType="1"/>
            </p:cNvSpPr>
            <p:nvPr/>
          </p:nvSpPr>
          <p:spPr bwMode="auto">
            <a:xfrm>
              <a:off x="1426" y="1835"/>
              <a:ext cx="0" cy="14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15" name="Line 12">
              <a:extLst>
                <a:ext uri="{FF2B5EF4-FFF2-40B4-BE49-F238E27FC236}">
                  <a16:creationId xmlns:a16="http://schemas.microsoft.com/office/drawing/2014/main" id="{21F8046C-E747-95BC-81E4-A51E04037375}"/>
                </a:ext>
              </a:extLst>
            </p:cNvPr>
            <p:cNvSpPr>
              <a:spLocks noChangeShapeType="1"/>
            </p:cNvSpPr>
            <p:nvPr/>
          </p:nvSpPr>
          <p:spPr bwMode="auto">
            <a:xfrm>
              <a:off x="1546" y="1836"/>
              <a:ext cx="0" cy="14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16" name="AutoShape 13">
              <a:extLst>
                <a:ext uri="{FF2B5EF4-FFF2-40B4-BE49-F238E27FC236}">
                  <a16:creationId xmlns:a16="http://schemas.microsoft.com/office/drawing/2014/main" id="{FFB96AFA-2F60-6F55-F50E-84BCDF205CD6}"/>
                </a:ext>
              </a:extLst>
            </p:cNvPr>
            <p:cNvSpPr>
              <a:spLocks noChangeArrowheads="1"/>
            </p:cNvSpPr>
            <p:nvPr/>
          </p:nvSpPr>
          <p:spPr bwMode="auto">
            <a:xfrm>
              <a:off x="1515" y="2328"/>
              <a:ext cx="72" cy="72"/>
            </a:xfrm>
            <a:prstGeom prst="diamond">
              <a:avLst/>
            </a:prstGeom>
            <a:solidFill>
              <a:srgbClr val="333333"/>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67617" name="AutoShape 14">
              <a:extLst>
                <a:ext uri="{FF2B5EF4-FFF2-40B4-BE49-F238E27FC236}">
                  <a16:creationId xmlns:a16="http://schemas.microsoft.com/office/drawing/2014/main" id="{DBC26D0D-5221-3793-0F97-1AE7C3389100}"/>
                </a:ext>
              </a:extLst>
            </p:cNvPr>
            <p:cNvSpPr>
              <a:spLocks noChangeArrowheads="1"/>
            </p:cNvSpPr>
            <p:nvPr/>
          </p:nvSpPr>
          <p:spPr bwMode="auto">
            <a:xfrm>
              <a:off x="1390" y="2447"/>
              <a:ext cx="72" cy="72"/>
            </a:xfrm>
            <a:prstGeom prst="diamond">
              <a:avLst/>
            </a:prstGeom>
            <a:solidFill>
              <a:srgbClr val="333333"/>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67618" name="AutoShape 15">
              <a:extLst>
                <a:ext uri="{FF2B5EF4-FFF2-40B4-BE49-F238E27FC236}">
                  <a16:creationId xmlns:a16="http://schemas.microsoft.com/office/drawing/2014/main" id="{F348116E-11EA-3F7D-0787-E7BF02ABFA3D}"/>
                </a:ext>
              </a:extLst>
            </p:cNvPr>
            <p:cNvSpPr>
              <a:spLocks noChangeArrowheads="1"/>
            </p:cNvSpPr>
            <p:nvPr/>
          </p:nvSpPr>
          <p:spPr bwMode="auto">
            <a:xfrm>
              <a:off x="1261" y="2571"/>
              <a:ext cx="72" cy="72"/>
            </a:xfrm>
            <a:prstGeom prst="diamond">
              <a:avLst/>
            </a:prstGeom>
            <a:solidFill>
              <a:srgbClr val="333333"/>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67619" name="Line 9">
              <a:extLst>
                <a:ext uri="{FF2B5EF4-FFF2-40B4-BE49-F238E27FC236}">
                  <a16:creationId xmlns:a16="http://schemas.microsoft.com/office/drawing/2014/main" id="{2BD456C3-BF0D-0C04-C1C4-8E1F869D7BB9}"/>
                </a:ext>
              </a:extLst>
            </p:cNvPr>
            <p:cNvSpPr>
              <a:spLocks noChangeShapeType="1"/>
            </p:cNvSpPr>
            <p:nvPr/>
          </p:nvSpPr>
          <p:spPr bwMode="auto">
            <a:xfrm>
              <a:off x="630" y="2487"/>
              <a:ext cx="147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20" name="Line 9">
              <a:extLst>
                <a:ext uri="{FF2B5EF4-FFF2-40B4-BE49-F238E27FC236}">
                  <a16:creationId xmlns:a16="http://schemas.microsoft.com/office/drawing/2014/main" id="{63DE9035-F314-0155-207E-F7EC0F298337}"/>
                </a:ext>
              </a:extLst>
            </p:cNvPr>
            <p:cNvSpPr>
              <a:spLocks noChangeShapeType="1"/>
            </p:cNvSpPr>
            <p:nvPr/>
          </p:nvSpPr>
          <p:spPr bwMode="auto">
            <a:xfrm>
              <a:off x="642" y="2601"/>
              <a:ext cx="147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21" name="Line 10">
              <a:extLst>
                <a:ext uri="{FF2B5EF4-FFF2-40B4-BE49-F238E27FC236}">
                  <a16:creationId xmlns:a16="http://schemas.microsoft.com/office/drawing/2014/main" id="{8F56D58F-EAA7-C8DC-0942-C9D5D48279EB}"/>
                </a:ext>
              </a:extLst>
            </p:cNvPr>
            <p:cNvSpPr>
              <a:spLocks noChangeShapeType="1"/>
            </p:cNvSpPr>
            <p:nvPr/>
          </p:nvSpPr>
          <p:spPr bwMode="auto">
            <a:xfrm>
              <a:off x="912" y="1832"/>
              <a:ext cx="0" cy="14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22" name="Line 11">
              <a:extLst>
                <a:ext uri="{FF2B5EF4-FFF2-40B4-BE49-F238E27FC236}">
                  <a16:creationId xmlns:a16="http://schemas.microsoft.com/office/drawing/2014/main" id="{83803111-7CC5-8F47-5D6A-B0CDFC570E7C}"/>
                </a:ext>
              </a:extLst>
            </p:cNvPr>
            <p:cNvSpPr>
              <a:spLocks noChangeShapeType="1"/>
            </p:cNvSpPr>
            <p:nvPr/>
          </p:nvSpPr>
          <p:spPr bwMode="auto">
            <a:xfrm>
              <a:off x="1039" y="1841"/>
              <a:ext cx="0" cy="14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23" name="Line 12">
              <a:extLst>
                <a:ext uri="{FF2B5EF4-FFF2-40B4-BE49-F238E27FC236}">
                  <a16:creationId xmlns:a16="http://schemas.microsoft.com/office/drawing/2014/main" id="{82787F7A-6E95-9C94-DD87-2CA21DF6A452}"/>
                </a:ext>
              </a:extLst>
            </p:cNvPr>
            <p:cNvSpPr>
              <a:spLocks noChangeShapeType="1"/>
            </p:cNvSpPr>
            <p:nvPr/>
          </p:nvSpPr>
          <p:spPr bwMode="auto">
            <a:xfrm>
              <a:off x="1162" y="1833"/>
              <a:ext cx="0" cy="14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24" name="AutoShape 13">
              <a:extLst>
                <a:ext uri="{FF2B5EF4-FFF2-40B4-BE49-F238E27FC236}">
                  <a16:creationId xmlns:a16="http://schemas.microsoft.com/office/drawing/2014/main" id="{4043D235-50D1-8A33-F271-2A62A3558371}"/>
                </a:ext>
              </a:extLst>
            </p:cNvPr>
            <p:cNvSpPr>
              <a:spLocks noChangeArrowheads="1"/>
            </p:cNvSpPr>
            <p:nvPr/>
          </p:nvSpPr>
          <p:spPr bwMode="auto">
            <a:xfrm>
              <a:off x="1131" y="2676"/>
              <a:ext cx="72" cy="72"/>
            </a:xfrm>
            <a:prstGeom prst="diamond">
              <a:avLst/>
            </a:prstGeom>
            <a:solidFill>
              <a:srgbClr val="333333"/>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67625" name="AutoShape 14">
              <a:extLst>
                <a:ext uri="{FF2B5EF4-FFF2-40B4-BE49-F238E27FC236}">
                  <a16:creationId xmlns:a16="http://schemas.microsoft.com/office/drawing/2014/main" id="{690FD0B9-51FC-678B-EE65-52D1793242A7}"/>
                </a:ext>
              </a:extLst>
            </p:cNvPr>
            <p:cNvSpPr>
              <a:spLocks noChangeArrowheads="1"/>
            </p:cNvSpPr>
            <p:nvPr/>
          </p:nvSpPr>
          <p:spPr bwMode="auto">
            <a:xfrm>
              <a:off x="997" y="2786"/>
              <a:ext cx="72" cy="72"/>
            </a:xfrm>
            <a:prstGeom prst="diamond">
              <a:avLst/>
            </a:prstGeom>
            <a:solidFill>
              <a:srgbClr val="333333"/>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67626" name="AutoShape 15">
              <a:extLst>
                <a:ext uri="{FF2B5EF4-FFF2-40B4-BE49-F238E27FC236}">
                  <a16:creationId xmlns:a16="http://schemas.microsoft.com/office/drawing/2014/main" id="{38842642-562F-4665-8D7A-B58AB428D537}"/>
                </a:ext>
              </a:extLst>
            </p:cNvPr>
            <p:cNvSpPr>
              <a:spLocks noChangeArrowheads="1"/>
            </p:cNvSpPr>
            <p:nvPr/>
          </p:nvSpPr>
          <p:spPr bwMode="auto">
            <a:xfrm>
              <a:off x="877" y="2910"/>
              <a:ext cx="72" cy="72"/>
            </a:xfrm>
            <a:prstGeom prst="diamond">
              <a:avLst/>
            </a:prstGeom>
            <a:solidFill>
              <a:srgbClr val="333333"/>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67627" name="Line 9">
              <a:extLst>
                <a:ext uri="{FF2B5EF4-FFF2-40B4-BE49-F238E27FC236}">
                  <a16:creationId xmlns:a16="http://schemas.microsoft.com/office/drawing/2014/main" id="{CDDAEC4C-8A15-D7B3-1BCA-B46B05241ADF}"/>
                </a:ext>
              </a:extLst>
            </p:cNvPr>
            <p:cNvSpPr>
              <a:spLocks noChangeShapeType="1"/>
            </p:cNvSpPr>
            <p:nvPr/>
          </p:nvSpPr>
          <p:spPr bwMode="auto">
            <a:xfrm>
              <a:off x="641" y="2712"/>
              <a:ext cx="147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28" name="Line 9">
              <a:extLst>
                <a:ext uri="{FF2B5EF4-FFF2-40B4-BE49-F238E27FC236}">
                  <a16:creationId xmlns:a16="http://schemas.microsoft.com/office/drawing/2014/main" id="{EF79FABA-37DC-15A2-A65F-1ECCAE9C772D}"/>
                </a:ext>
              </a:extLst>
            </p:cNvPr>
            <p:cNvSpPr>
              <a:spLocks noChangeShapeType="1"/>
            </p:cNvSpPr>
            <p:nvPr/>
          </p:nvSpPr>
          <p:spPr bwMode="auto">
            <a:xfrm>
              <a:off x="639" y="2822"/>
              <a:ext cx="147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29" name="Line 9">
              <a:extLst>
                <a:ext uri="{FF2B5EF4-FFF2-40B4-BE49-F238E27FC236}">
                  <a16:creationId xmlns:a16="http://schemas.microsoft.com/office/drawing/2014/main" id="{E2022052-0E14-A523-FD91-40D2BB98C80F}"/>
                </a:ext>
              </a:extLst>
            </p:cNvPr>
            <p:cNvSpPr>
              <a:spLocks noChangeShapeType="1"/>
            </p:cNvSpPr>
            <p:nvPr/>
          </p:nvSpPr>
          <p:spPr bwMode="auto">
            <a:xfrm>
              <a:off x="649" y="2940"/>
              <a:ext cx="147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0" name="Line 9">
              <a:extLst>
                <a:ext uri="{FF2B5EF4-FFF2-40B4-BE49-F238E27FC236}">
                  <a16:creationId xmlns:a16="http://schemas.microsoft.com/office/drawing/2014/main" id="{6C59D658-F835-FE39-4373-DCF99624509E}"/>
                </a:ext>
              </a:extLst>
            </p:cNvPr>
            <p:cNvSpPr>
              <a:spLocks noChangeShapeType="1"/>
            </p:cNvSpPr>
            <p:nvPr/>
          </p:nvSpPr>
          <p:spPr bwMode="auto">
            <a:xfrm>
              <a:off x="639" y="3077"/>
              <a:ext cx="147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1" name="Line 10">
              <a:extLst>
                <a:ext uri="{FF2B5EF4-FFF2-40B4-BE49-F238E27FC236}">
                  <a16:creationId xmlns:a16="http://schemas.microsoft.com/office/drawing/2014/main" id="{2D459630-BDB4-6926-8166-A3B3DA403DD1}"/>
                </a:ext>
              </a:extLst>
            </p:cNvPr>
            <p:cNvSpPr>
              <a:spLocks noChangeShapeType="1"/>
            </p:cNvSpPr>
            <p:nvPr/>
          </p:nvSpPr>
          <p:spPr bwMode="auto">
            <a:xfrm flipH="1">
              <a:off x="783" y="1815"/>
              <a:ext cx="10" cy="14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2" name="AutoShape 15">
              <a:extLst>
                <a:ext uri="{FF2B5EF4-FFF2-40B4-BE49-F238E27FC236}">
                  <a16:creationId xmlns:a16="http://schemas.microsoft.com/office/drawing/2014/main" id="{52A15C00-7CD8-F8A0-1A37-651F021805A0}"/>
                </a:ext>
              </a:extLst>
            </p:cNvPr>
            <p:cNvSpPr>
              <a:spLocks noChangeArrowheads="1"/>
            </p:cNvSpPr>
            <p:nvPr/>
          </p:nvSpPr>
          <p:spPr bwMode="auto">
            <a:xfrm>
              <a:off x="748" y="3037"/>
              <a:ext cx="72" cy="72"/>
            </a:xfrm>
            <a:prstGeom prst="diamond">
              <a:avLst/>
            </a:prstGeom>
            <a:solidFill>
              <a:srgbClr val="333333"/>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grpSp>
      <p:sp>
        <p:nvSpPr>
          <p:cNvPr id="67591" name="Line 84">
            <a:extLst>
              <a:ext uri="{FF2B5EF4-FFF2-40B4-BE49-F238E27FC236}">
                <a16:creationId xmlns:a16="http://schemas.microsoft.com/office/drawing/2014/main" id="{5D04CCCA-CFC7-E7F9-825D-1443F1D5F722}"/>
              </a:ext>
            </a:extLst>
          </p:cNvPr>
          <p:cNvSpPr>
            <a:spLocks noChangeShapeType="1"/>
          </p:cNvSpPr>
          <p:nvPr/>
        </p:nvSpPr>
        <p:spPr bwMode="auto">
          <a:xfrm>
            <a:off x="4151314" y="1643064"/>
            <a:ext cx="2376487" cy="287337"/>
          </a:xfrm>
          <a:prstGeom prst="line">
            <a:avLst/>
          </a:prstGeom>
          <a:noFill/>
          <a:ln w="222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4" name="Group 142">
            <a:extLst>
              <a:ext uri="{FF2B5EF4-FFF2-40B4-BE49-F238E27FC236}">
                <a16:creationId xmlns:a16="http://schemas.microsoft.com/office/drawing/2014/main" id="{B64F602A-C71D-4C27-BEB2-43C767C89D9F}"/>
              </a:ext>
            </a:extLst>
          </p:cNvPr>
          <p:cNvGrpSpPr>
            <a:grpSpLocks/>
          </p:cNvGrpSpPr>
          <p:nvPr/>
        </p:nvGrpSpPr>
        <p:grpSpPr bwMode="auto">
          <a:xfrm>
            <a:off x="2081212" y="4325938"/>
            <a:ext cx="1042988" cy="1042987"/>
            <a:chOff x="204" y="3077"/>
            <a:chExt cx="657" cy="657"/>
          </a:xfrm>
          <a:solidFill>
            <a:srgbClr val="339966"/>
          </a:solidFill>
        </p:grpSpPr>
        <p:sp>
          <p:nvSpPr>
            <p:cNvPr id="36908" name="Rectangle 85">
              <a:extLst>
                <a:ext uri="{FF2B5EF4-FFF2-40B4-BE49-F238E27FC236}">
                  <a16:creationId xmlns:a16="http://schemas.microsoft.com/office/drawing/2014/main" id="{2E90D9E2-4011-4BE5-84C3-8B52E723A5AD}"/>
                </a:ext>
              </a:extLst>
            </p:cNvPr>
            <p:cNvSpPr>
              <a:spLocks noChangeArrowheads="1"/>
            </p:cNvSpPr>
            <p:nvPr/>
          </p:nvSpPr>
          <p:spPr bwMode="auto">
            <a:xfrm>
              <a:off x="204" y="3077"/>
              <a:ext cx="657" cy="657"/>
            </a:xfrm>
            <a:prstGeom prst="rect">
              <a:avLst/>
            </a:prstGeom>
            <a:solidFill>
              <a:schemeClr val="accent1"/>
            </a:solidFill>
            <a:ln w="9525">
              <a:noFill/>
              <a:miter lim="800000"/>
              <a:headEnd/>
              <a:tailEnd/>
            </a:ln>
          </p:spPr>
          <p:txBody>
            <a:bodyPr wrap="none" anchor="ctr"/>
            <a:lstStyle/>
            <a:p>
              <a:pPr eaLnBrk="1" hangingPunct="1">
                <a:defRPr/>
              </a:pPr>
              <a:endParaRPr lang="en-US"/>
            </a:p>
          </p:txBody>
        </p:sp>
        <p:grpSp>
          <p:nvGrpSpPr>
            <p:cNvPr id="5" name="Group 90">
              <a:extLst>
                <a:ext uri="{FF2B5EF4-FFF2-40B4-BE49-F238E27FC236}">
                  <a16:creationId xmlns:a16="http://schemas.microsoft.com/office/drawing/2014/main" id="{B7CA5735-F5BE-40EC-992C-A9E32DFAC3DE}"/>
                </a:ext>
              </a:extLst>
            </p:cNvPr>
            <p:cNvGrpSpPr>
              <a:grpSpLocks/>
            </p:cNvGrpSpPr>
            <p:nvPr/>
          </p:nvGrpSpPr>
          <p:grpSpPr bwMode="auto">
            <a:xfrm>
              <a:off x="221" y="3094"/>
              <a:ext cx="318" cy="335"/>
              <a:chOff x="385" y="3203"/>
              <a:chExt cx="318" cy="335"/>
            </a:xfrm>
            <a:grpFill/>
          </p:grpSpPr>
          <p:sp>
            <p:nvSpPr>
              <p:cNvPr id="36918" name="Line 86">
                <a:extLst>
                  <a:ext uri="{FF2B5EF4-FFF2-40B4-BE49-F238E27FC236}">
                    <a16:creationId xmlns:a16="http://schemas.microsoft.com/office/drawing/2014/main" id="{BF37DFB4-8739-4266-9B42-1425D2FD0A6D}"/>
                  </a:ext>
                </a:extLst>
              </p:cNvPr>
              <p:cNvSpPr>
                <a:spLocks noChangeShapeType="1"/>
              </p:cNvSpPr>
              <p:nvPr/>
            </p:nvSpPr>
            <p:spPr bwMode="auto">
              <a:xfrm>
                <a:off x="385" y="3538"/>
                <a:ext cx="125" cy="0"/>
              </a:xfrm>
              <a:prstGeom prst="line">
                <a:avLst/>
              </a:prstGeom>
              <a:grpFill/>
              <a:ln w="9525">
                <a:solidFill>
                  <a:schemeClr val="tx1"/>
                </a:solidFill>
                <a:round/>
                <a:headEnd/>
                <a:tailEnd/>
              </a:ln>
            </p:spPr>
            <p:txBody>
              <a:bodyPr/>
              <a:lstStyle/>
              <a:p>
                <a:pPr eaLnBrk="1" hangingPunct="1">
                  <a:defRPr/>
                </a:pPr>
                <a:endParaRPr lang="en-US"/>
              </a:p>
            </p:txBody>
          </p:sp>
          <p:sp>
            <p:nvSpPr>
              <p:cNvPr id="36919" name="Line 87">
                <a:extLst>
                  <a:ext uri="{FF2B5EF4-FFF2-40B4-BE49-F238E27FC236}">
                    <a16:creationId xmlns:a16="http://schemas.microsoft.com/office/drawing/2014/main" id="{B2B2EF49-14F7-4915-BEA5-49B5105744B6}"/>
                  </a:ext>
                </a:extLst>
              </p:cNvPr>
              <p:cNvSpPr>
                <a:spLocks noChangeShapeType="1"/>
              </p:cNvSpPr>
              <p:nvPr/>
            </p:nvSpPr>
            <p:spPr bwMode="auto">
              <a:xfrm flipV="1">
                <a:off x="512" y="3320"/>
                <a:ext cx="191" cy="217"/>
              </a:xfrm>
              <a:prstGeom prst="line">
                <a:avLst/>
              </a:prstGeom>
              <a:grpFill/>
              <a:ln w="9525">
                <a:solidFill>
                  <a:schemeClr val="tx1"/>
                </a:solidFill>
                <a:round/>
                <a:headEnd/>
                <a:tailEnd/>
              </a:ln>
            </p:spPr>
            <p:txBody>
              <a:bodyPr/>
              <a:lstStyle/>
              <a:p>
                <a:pPr eaLnBrk="1" hangingPunct="1">
                  <a:defRPr/>
                </a:pPr>
                <a:endParaRPr lang="en-US"/>
              </a:p>
            </p:txBody>
          </p:sp>
          <p:sp>
            <p:nvSpPr>
              <p:cNvPr id="36920" name="Line 88">
                <a:extLst>
                  <a:ext uri="{FF2B5EF4-FFF2-40B4-BE49-F238E27FC236}">
                    <a16:creationId xmlns:a16="http://schemas.microsoft.com/office/drawing/2014/main" id="{F4FF63A5-F71E-4333-A3C8-BB56ADA1E6E0}"/>
                  </a:ext>
                </a:extLst>
              </p:cNvPr>
              <p:cNvSpPr>
                <a:spLocks noChangeShapeType="1"/>
              </p:cNvSpPr>
              <p:nvPr/>
            </p:nvSpPr>
            <p:spPr bwMode="auto">
              <a:xfrm>
                <a:off x="703" y="3203"/>
                <a:ext cx="0" cy="113"/>
              </a:xfrm>
              <a:prstGeom prst="line">
                <a:avLst/>
              </a:prstGeom>
              <a:grpFill/>
              <a:ln w="9525">
                <a:solidFill>
                  <a:schemeClr val="tx1"/>
                </a:solidFill>
                <a:round/>
                <a:headEnd/>
                <a:tailEnd/>
              </a:ln>
            </p:spPr>
            <p:txBody>
              <a:bodyPr/>
              <a:lstStyle/>
              <a:p>
                <a:pPr eaLnBrk="1" hangingPunct="1">
                  <a:defRPr/>
                </a:pPr>
                <a:endParaRPr lang="en-US"/>
              </a:p>
            </p:txBody>
          </p:sp>
        </p:grpSp>
        <p:grpSp>
          <p:nvGrpSpPr>
            <p:cNvPr id="6" name="Group 92">
              <a:extLst>
                <a:ext uri="{FF2B5EF4-FFF2-40B4-BE49-F238E27FC236}">
                  <a16:creationId xmlns:a16="http://schemas.microsoft.com/office/drawing/2014/main" id="{7A2B0A42-4B8E-4E8A-8936-53F96CB916E8}"/>
                </a:ext>
              </a:extLst>
            </p:cNvPr>
            <p:cNvGrpSpPr>
              <a:grpSpLocks/>
            </p:cNvGrpSpPr>
            <p:nvPr/>
          </p:nvGrpSpPr>
          <p:grpSpPr bwMode="auto">
            <a:xfrm>
              <a:off x="221" y="3094"/>
              <a:ext cx="318" cy="335"/>
              <a:chOff x="385" y="3203"/>
              <a:chExt cx="318" cy="335"/>
            </a:xfrm>
            <a:grpFill/>
          </p:grpSpPr>
          <p:sp>
            <p:nvSpPr>
              <p:cNvPr id="36915" name="Line 93">
                <a:extLst>
                  <a:ext uri="{FF2B5EF4-FFF2-40B4-BE49-F238E27FC236}">
                    <a16:creationId xmlns:a16="http://schemas.microsoft.com/office/drawing/2014/main" id="{96195BE7-4716-4F08-8629-E961F68AC6EC}"/>
                  </a:ext>
                </a:extLst>
              </p:cNvPr>
              <p:cNvSpPr>
                <a:spLocks noChangeShapeType="1"/>
              </p:cNvSpPr>
              <p:nvPr/>
            </p:nvSpPr>
            <p:spPr bwMode="auto">
              <a:xfrm>
                <a:off x="385" y="3538"/>
                <a:ext cx="125" cy="0"/>
              </a:xfrm>
              <a:prstGeom prst="line">
                <a:avLst/>
              </a:prstGeom>
              <a:grpFill/>
              <a:ln w="9525">
                <a:solidFill>
                  <a:schemeClr val="tx1"/>
                </a:solidFill>
                <a:round/>
                <a:headEnd/>
                <a:tailEnd/>
              </a:ln>
            </p:spPr>
            <p:txBody>
              <a:bodyPr/>
              <a:lstStyle/>
              <a:p>
                <a:pPr eaLnBrk="1" hangingPunct="1">
                  <a:defRPr/>
                </a:pPr>
                <a:endParaRPr lang="en-US"/>
              </a:p>
            </p:txBody>
          </p:sp>
          <p:sp>
            <p:nvSpPr>
              <p:cNvPr id="36916" name="Line 94">
                <a:extLst>
                  <a:ext uri="{FF2B5EF4-FFF2-40B4-BE49-F238E27FC236}">
                    <a16:creationId xmlns:a16="http://schemas.microsoft.com/office/drawing/2014/main" id="{8EB5A1AF-320B-4D70-9D5C-38F23B18378F}"/>
                  </a:ext>
                </a:extLst>
              </p:cNvPr>
              <p:cNvSpPr>
                <a:spLocks noChangeShapeType="1"/>
              </p:cNvSpPr>
              <p:nvPr/>
            </p:nvSpPr>
            <p:spPr bwMode="auto">
              <a:xfrm flipV="1">
                <a:off x="512" y="3320"/>
                <a:ext cx="191" cy="217"/>
              </a:xfrm>
              <a:prstGeom prst="line">
                <a:avLst/>
              </a:prstGeom>
              <a:grpFill/>
              <a:ln w="9525">
                <a:solidFill>
                  <a:schemeClr val="tx1"/>
                </a:solidFill>
                <a:round/>
                <a:headEnd/>
                <a:tailEnd/>
              </a:ln>
            </p:spPr>
            <p:txBody>
              <a:bodyPr/>
              <a:lstStyle/>
              <a:p>
                <a:pPr eaLnBrk="1" hangingPunct="1">
                  <a:defRPr/>
                </a:pPr>
                <a:endParaRPr lang="en-US"/>
              </a:p>
            </p:txBody>
          </p:sp>
          <p:sp>
            <p:nvSpPr>
              <p:cNvPr id="36917" name="Line 95">
                <a:extLst>
                  <a:ext uri="{FF2B5EF4-FFF2-40B4-BE49-F238E27FC236}">
                    <a16:creationId xmlns:a16="http://schemas.microsoft.com/office/drawing/2014/main" id="{85B8E661-CA42-4815-94EC-F91B0B50CE64}"/>
                  </a:ext>
                </a:extLst>
              </p:cNvPr>
              <p:cNvSpPr>
                <a:spLocks noChangeShapeType="1"/>
              </p:cNvSpPr>
              <p:nvPr/>
            </p:nvSpPr>
            <p:spPr bwMode="auto">
              <a:xfrm>
                <a:off x="703" y="3203"/>
                <a:ext cx="0" cy="113"/>
              </a:xfrm>
              <a:prstGeom prst="line">
                <a:avLst/>
              </a:prstGeom>
              <a:grpFill/>
              <a:ln w="9525">
                <a:solidFill>
                  <a:schemeClr val="tx1"/>
                </a:solidFill>
                <a:round/>
                <a:headEnd/>
                <a:tailEnd/>
              </a:ln>
            </p:spPr>
            <p:txBody>
              <a:bodyPr/>
              <a:lstStyle/>
              <a:p>
                <a:pPr eaLnBrk="1" hangingPunct="1">
                  <a:defRPr/>
                </a:pPr>
                <a:endParaRPr lang="en-US"/>
              </a:p>
            </p:txBody>
          </p:sp>
        </p:grpSp>
        <p:grpSp>
          <p:nvGrpSpPr>
            <p:cNvPr id="7" name="Group 96">
              <a:extLst>
                <a:ext uri="{FF2B5EF4-FFF2-40B4-BE49-F238E27FC236}">
                  <a16:creationId xmlns:a16="http://schemas.microsoft.com/office/drawing/2014/main" id="{338AC663-1D47-422C-A7CD-399475318799}"/>
                </a:ext>
              </a:extLst>
            </p:cNvPr>
            <p:cNvGrpSpPr>
              <a:grpSpLocks/>
            </p:cNvGrpSpPr>
            <p:nvPr/>
          </p:nvGrpSpPr>
          <p:grpSpPr bwMode="auto">
            <a:xfrm rot="10800000">
              <a:off x="531" y="3389"/>
              <a:ext cx="318" cy="335"/>
              <a:chOff x="385" y="3203"/>
              <a:chExt cx="318" cy="335"/>
            </a:xfrm>
            <a:grpFill/>
          </p:grpSpPr>
          <p:sp>
            <p:nvSpPr>
              <p:cNvPr id="36912" name="Line 97">
                <a:extLst>
                  <a:ext uri="{FF2B5EF4-FFF2-40B4-BE49-F238E27FC236}">
                    <a16:creationId xmlns:a16="http://schemas.microsoft.com/office/drawing/2014/main" id="{423F9DC9-E6A0-4F3D-AAB6-228F3D21F8F9}"/>
                  </a:ext>
                </a:extLst>
              </p:cNvPr>
              <p:cNvSpPr>
                <a:spLocks noChangeShapeType="1"/>
              </p:cNvSpPr>
              <p:nvPr/>
            </p:nvSpPr>
            <p:spPr bwMode="auto">
              <a:xfrm>
                <a:off x="385" y="3538"/>
                <a:ext cx="125" cy="0"/>
              </a:xfrm>
              <a:prstGeom prst="line">
                <a:avLst/>
              </a:prstGeom>
              <a:grpFill/>
              <a:ln w="9525">
                <a:solidFill>
                  <a:schemeClr val="tx1"/>
                </a:solidFill>
                <a:round/>
                <a:headEnd/>
                <a:tailEnd/>
              </a:ln>
            </p:spPr>
            <p:txBody>
              <a:bodyPr/>
              <a:lstStyle/>
              <a:p>
                <a:pPr eaLnBrk="1" hangingPunct="1">
                  <a:defRPr/>
                </a:pPr>
                <a:endParaRPr lang="en-US"/>
              </a:p>
            </p:txBody>
          </p:sp>
          <p:sp>
            <p:nvSpPr>
              <p:cNvPr id="36913" name="Line 98">
                <a:extLst>
                  <a:ext uri="{FF2B5EF4-FFF2-40B4-BE49-F238E27FC236}">
                    <a16:creationId xmlns:a16="http://schemas.microsoft.com/office/drawing/2014/main" id="{55972A40-A9E8-45E1-8948-788BEE705F4D}"/>
                  </a:ext>
                </a:extLst>
              </p:cNvPr>
              <p:cNvSpPr>
                <a:spLocks noChangeShapeType="1"/>
              </p:cNvSpPr>
              <p:nvPr/>
            </p:nvSpPr>
            <p:spPr bwMode="auto">
              <a:xfrm flipV="1">
                <a:off x="512" y="3320"/>
                <a:ext cx="191" cy="217"/>
              </a:xfrm>
              <a:prstGeom prst="line">
                <a:avLst/>
              </a:prstGeom>
              <a:grpFill/>
              <a:ln w="9525">
                <a:solidFill>
                  <a:schemeClr val="tx1"/>
                </a:solidFill>
                <a:round/>
                <a:headEnd/>
                <a:tailEnd/>
              </a:ln>
            </p:spPr>
            <p:txBody>
              <a:bodyPr/>
              <a:lstStyle/>
              <a:p>
                <a:pPr eaLnBrk="1" hangingPunct="1">
                  <a:defRPr/>
                </a:pPr>
                <a:endParaRPr lang="en-US"/>
              </a:p>
            </p:txBody>
          </p:sp>
          <p:sp>
            <p:nvSpPr>
              <p:cNvPr id="36914" name="Line 99">
                <a:extLst>
                  <a:ext uri="{FF2B5EF4-FFF2-40B4-BE49-F238E27FC236}">
                    <a16:creationId xmlns:a16="http://schemas.microsoft.com/office/drawing/2014/main" id="{31201D3C-8089-4C48-A4D9-A9C0A9DFBF67}"/>
                  </a:ext>
                </a:extLst>
              </p:cNvPr>
              <p:cNvSpPr>
                <a:spLocks noChangeShapeType="1"/>
              </p:cNvSpPr>
              <p:nvPr/>
            </p:nvSpPr>
            <p:spPr bwMode="auto">
              <a:xfrm>
                <a:off x="703" y="3203"/>
                <a:ext cx="0" cy="113"/>
              </a:xfrm>
              <a:prstGeom prst="line">
                <a:avLst/>
              </a:prstGeom>
              <a:grpFill/>
              <a:ln w="9525">
                <a:solidFill>
                  <a:schemeClr val="tx1"/>
                </a:solidFill>
                <a:round/>
                <a:headEnd/>
                <a:tailEnd/>
              </a:ln>
            </p:spPr>
            <p:txBody>
              <a:bodyPr/>
              <a:lstStyle/>
              <a:p>
                <a:pPr eaLnBrk="1" hangingPunct="1">
                  <a:defRPr/>
                </a:pPr>
                <a:endParaRPr lang="en-US"/>
              </a:p>
            </p:txBody>
          </p:sp>
        </p:grpSp>
      </p:grpSp>
      <p:grpSp>
        <p:nvGrpSpPr>
          <p:cNvPr id="8" name="Group 143">
            <a:extLst>
              <a:ext uri="{FF2B5EF4-FFF2-40B4-BE49-F238E27FC236}">
                <a16:creationId xmlns:a16="http://schemas.microsoft.com/office/drawing/2014/main" id="{99051E04-7A73-406E-B960-4F838F7065CE}"/>
              </a:ext>
            </a:extLst>
          </p:cNvPr>
          <p:cNvGrpSpPr>
            <a:grpSpLocks/>
          </p:cNvGrpSpPr>
          <p:nvPr/>
        </p:nvGrpSpPr>
        <p:grpSpPr bwMode="auto">
          <a:xfrm>
            <a:off x="3582987" y="4332288"/>
            <a:ext cx="1042988" cy="1042987"/>
            <a:chOff x="1150" y="3081"/>
            <a:chExt cx="657" cy="657"/>
          </a:xfrm>
          <a:solidFill>
            <a:srgbClr val="339966"/>
          </a:solidFill>
        </p:grpSpPr>
        <p:sp>
          <p:nvSpPr>
            <p:cNvPr id="36896" name="Rectangle 102">
              <a:extLst>
                <a:ext uri="{FF2B5EF4-FFF2-40B4-BE49-F238E27FC236}">
                  <a16:creationId xmlns:a16="http://schemas.microsoft.com/office/drawing/2014/main" id="{9C309666-726A-4196-B2E4-219FB3C71A0C}"/>
                </a:ext>
              </a:extLst>
            </p:cNvPr>
            <p:cNvSpPr>
              <a:spLocks noChangeArrowheads="1"/>
            </p:cNvSpPr>
            <p:nvPr/>
          </p:nvSpPr>
          <p:spPr bwMode="auto">
            <a:xfrm rot="5400000">
              <a:off x="1150" y="3081"/>
              <a:ext cx="657" cy="657"/>
            </a:xfrm>
            <a:prstGeom prst="rect">
              <a:avLst/>
            </a:prstGeom>
            <a:solidFill>
              <a:schemeClr val="accent1"/>
            </a:solidFill>
            <a:ln w="9525">
              <a:noFill/>
              <a:miter lim="800000"/>
              <a:headEnd/>
              <a:tailEnd/>
            </a:ln>
          </p:spPr>
          <p:txBody>
            <a:bodyPr wrap="none" anchor="ctr"/>
            <a:lstStyle/>
            <a:p>
              <a:pPr eaLnBrk="1" hangingPunct="1">
                <a:defRPr/>
              </a:pPr>
              <a:endParaRPr lang="en-US"/>
            </a:p>
          </p:txBody>
        </p:sp>
        <p:grpSp>
          <p:nvGrpSpPr>
            <p:cNvPr id="9" name="Group 103">
              <a:extLst>
                <a:ext uri="{FF2B5EF4-FFF2-40B4-BE49-F238E27FC236}">
                  <a16:creationId xmlns:a16="http://schemas.microsoft.com/office/drawing/2014/main" id="{35E401E6-BE39-4FCA-8417-F7474BECEFF4}"/>
                </a:ext>
              </a:extLst>
            </p:cNvPr>
            <p:cNvGrpSpPr>
              <a:grpSpLocks/>
            </p:cNvGrpSpPr>
            <p:nvPr/>
          </p:nvGrpSpPr>
          <p:grpSpPr bwMode="auto">
            <a:xfrm rot="5400000">
              <a:off x="1464" y="3089"/>
              <a:ext cx="318" cy="335"/>
              <a:chOff x="385" y="3203"/>
              <a:chExt cx="318" cy="335"/>
            </a:xfrm>
            <a:grpFill/>
          </p:grpSpPr>
          <p:sp>
            <p:nvSpPr>
              <p:cNvPr id="36905" name="Line 104">
                <a:extLst>
                  <a:ext uri="{FF2B5EF4-FFF2-40B4-BE49-F238E27FC236}">
                    <a16:creationId xmlns:a16="http://schemas.microsoft.com/office/drawing/2014/main" id="{FA43148E-81D0-4AD7-BEFB-095FD91BA217}"/>
                  </a:ext>
                </a:extLst>
              </p:cNvPr>
              <p:cNvSpPr>
                <a:spLocks noChangeShapeType="1"/>
              </p:cNvSpPr>
              <p:nvPr/>
            </p:nvSpPr>
            <p:spPr bwMode="auto">
              <a:xfrm>
                <a:off x="385" y="3538"/>
                <a:ext cx="125" cy="0"/>
              </a:xfrm>
              <a:prstGeom prst="line">
                <a:avLst/>
              </a:prstGeom>
              <a:grpFill/>
              <a:ln w="9525">
                <a:solidFill>
                  <a:schemeClr val="tx1"/>
                </a:solidFill>
                <a:round/>
                <a:headEnd/>
                <a:tailEnd/>
              </a:ln>
            </p:spPr>
            <p:txBody>
              <a:bodyPr/>
              <a:lstStyle/>
              <a:p>
                <a:pPr eaLnBrk="1" hangingPunct="1">
                  <a:defRPr/>
                </a:pPr>
                <a:endParaRPr lang="en-US"/>
              </a:p>
            </p:txBody>
          </p:sp>
          <p:sp>
            <p:nvSpPr>
              <p:cNvPr id="36906" name="Line 105">
                <a:extLst>
                  <a:ext uri="{FF2B5EF4-FFF2-40B4-BE49-F238E27FC236}">
                    <a16:creationId xmlns:a16="http://schemas.microsoft.com/office/drawing/2014/main" id="{7BAD75C2-1372-434E-8C89-E052A7408E73}"/>
                  </a:ext>
                </a:extLst>
              </p:cNvPr>
              <p:cNvSpPr>
                <a:spLocks noChangeShapeType="1"/>
              </p:cNvSpPr>
              <p:nvPr/>
            </p:nvSpPr>
            <p:spPr bwMode="auto">
              <a:xfrm flipV="1">
                <a:off x="512" y="3320"/>
                <a:ext cx="191" cy="217"/>
              </a:xfrm>
              <a:prstGeom prst="line">
                <a:avLst/>
              </a:prstGeom>
              <a:grpFill/>
              <a:ln w="9525">
                <a:solidFill>
                  <a:schemeClr val="tx1"/>
                </a:solidFill>
                <a:round/>
                <a:headEnd/>
                <a:tailEnd/>
              </a:ln>
            </p:spPr>
            <p:txBody>
              <a:bodyPr/>
              <a:lstStyle/>
              <a:p>
                <a:pPr eaLnBrk="1" hangingPunct="1">
                  <a:defRPr/>
                </a:pPr>
                <a:endParaRPr lang="en-US"/>
              </a:p>
            </p:txBody>
          </p:sp>
          <p:sp>
            <p:nvSpPr>
              <p:cNvPr id="36907" name="Line 106">
                <a:extLst>
                  <a:ext uri="{FF2B5EF4-FFF2-40B4-BE49-F238E27FC236}">
                    <a16:creationId xmlns:a16="http://schemas.microsoft.com/office/drawing/2014/main" id="{7772941F-A6D4-4989-B917-A25B2FD19DED}"/>
                  </a:ext>
                </a:extLst>
              </p:cNvPr>
              <p:cNvSpPr>
                <a:spLocks noChangeShapeType="1"/>
              </p:cNvSpPr>
              <p:nvPr/>
            </p:nvSpPr>
            <p:spPr bwMode="auto">
              <a:xfrm>
                <a:off x="703" y="3203"/>
                <a:ext cx="0" cy="113"/>
              </a:xfrm>
              <a:prstGeom prst="line">
                <a:avLst/>
              </a:prstGeom>
              <a:grpFill/>
              <a:ln w="9525">
                <a:solidFill>
                  <a:schemeClr val="tx1"/>
                </a:solidFill>
                <a:round/>
                <a:headEnd/>
                <a:tailEnd/>
              </a:ln>
            </p:spPr>
            <p:txBody>
              <a:bodyPr/>
              <a:lstStyle/>
              <a:p>
                <a:pPr eaLnBrk="1" hangingPunct="1">
                  <a:defRPr/>
                </a:pPr>
                <a:endParaRPr lang="en-US"/>
              </a:p>
            </p:txBody>
          </p:sp>
        </p:grpSp>
        <p:grpSp>
          <p:nvGrpSpPr>
            <p:cNvPr id="10" name="Group 107">
              <a:extLst>
                <a:ext uri="{FF2B5EF4-FFF2-40B4-BE49-F238E27FC236}">
                  <a16:creationId xmlns:a16="http://schemas.microsoft.com/office/drawing/2014/main" id="{15E0AEDB-EAE4-478E-9268-D2BBC7C7A73A}"/>
                </a:ext>
              </a:extLst>
            </p:cNvPr>
            <p:cNvGrpSpPr>
              <a:grpSpLocks/>
            </p:cNvGrpSpPr>
            <p:nvPr/>
          </p:nvGrpSpPr>
          <p:grpSpPr bwMode="auto">
            <a:xfrm rot="5400000">
              <a:off x="1464" y="3089"/>
              <a:ext cx="318" cy="335"/>
              <a:chOff x="385" y="3203"/>
              <a:chExt cx="318" cy="335"/>
            </a:xfrm>
            <a:grpFill/>
          </p:grpSpPr>
          <p:sp>
            <p:nvSpPr>
              <p:cNvPr id="36902" name="Line 108">
                <a:extLst>
                  <a:ext uri="{FF2B5EF4-FFF2-40B4-BE49-F238E27FC236}">
                    <a16:creationId xmlns:a16="http://schemas.microsoft.com/office/drawing/2014/main" id="{FD8418ED-871E-47BA-99CA-03DD979367C4}"/>
                  </a:ext>
                </a:extLst>
              </p:cNvPr>
              <p:cNvSpPr>
                <a:spLocks noChangeShapeType="1"/>
              </p:cNvSpPr>
              <p:nvPr/>
            </p:nvSpPr>
            <p:spPr bwMode="auto">
              <a:xfrm>
                <a:off x="385" y="3538"/>
                <a:ext cx="125" cy="0"/>
              </a:xfrm>
              <a:prstGeom prst="line">
                <a:avLst/>
              </a:prstGeom>
              <a:grpFill/>
              <a:ln w="9525">
                <a:solidFill>
                  <a:schemeClr val="tx1"/>
                </a:solidFill>
                <a:round/>
                <a:headEnd/>
                <a:tailEnd/>
              </a:ln>
            </p:spPr>
            <p:txBody>
              <a:bodyPr/>
              <a:lstStyle/>
              <a:p>
                <a:pPr eaLnBrk="1" hangingPunct="1">
                  <a:defRPr/>
                </a:pPr>
                <a:endParaRPr lang="en-US"/>
              </a:p>
            </p:txBody>
          </p:sp>
          <p:sp>
            <p:nvSpPr>
              <p:cNvPr id="36903" name="Line 109">
                <a:extLst>
                  <a:ext uri="{FF2B5EF4-FFF2-40B4-BE49-F238E27FC236}">
                    <a16:creationId xmlns:a16="http://schemas.microsoft.com/office/drawing/2014/main" id="{ADFCFA49-BBD7-4D4A-87A8-638E7E516507}"/>
                  </a:ext>
                </a:extLst>
              </p:cNvPr>
              <p:cNvSpPr>
                <a:spLocks noChangeShapeType="1"/>
              </p:cNvSpPr>
              <p:nvPr/>
            </p:nvSpPr>
            <p:spPr bwMode="auto">
              <a:xfrm flipV="1">
                <a:off x="512" y="3320"/>
                <a:ext cx="191" cy="217"/>
              </a:xfrm>
              <a:prstGeom prst="line">
                <a:avLst/>
              </a:prstGeom>
              <a:grpFill/>
              <a:ln w="9525">
                <a:solidFill>
                  <a:schemeClr val="tx1"/>
                </a:solidFill>
                <a:round/>
                <a:headEnd/>
                <a:tailEnd/>
              </a:ln>
            </p:spPr>
            <p:txBody>
              <a:bodyPr/>
              <a:lstStyle/>
              <a:p>
                <a:pPr eaLnBrk="1" hangingPunct="1">
                  <a:defRPr/>
                </a:pPr>
                <a:endParaRPr lang="en-US"/>
              </a:p>
            </p:txBody>
          </p:sp>
          <p:sp>
            <p:nvSpPr>
              <p:cNvPr id="36904" name="Line 110">
                <a:extLst>
                  <a:ext uri="{FF2B5EF4-FFF2-40B4-BE49-F238E27FC236}">
                    <a16:creationId xmlns:a16="http://schemas.microsoft.com/office/drawing/2014/main" id="{720E0A98-D1A8-4357-8BA9-9F018701FD01}"/>
                  </a:ext>
                </a:extLst>
              </p:cNvPr>
              <p:cNvSpPr>
                <a:spLocks noChangeShapeType="1"/>
              </p:cNvSpPr>
              <p:nvPr/>
            </p:nvSpPr>
            <p:spPr bwMode="auto">
              <a:xfrm>
                <a:off x="703" y="3203"/>
                <a:ext cx="0" cy="113"/>
              </a:xfrm>
              <a:prstGeom prst="line">
                <a:avLst/>
              </a:prstGeom>
              <a:grpFill/>
              <a:ln w="9525">
                <a:solidFill>
                  <a:schemeClr val="tx1"/>
                </a:solidFill>
                <a:round/>
                <a:headEnd/>
                <a:tailEnd/>
              </a:ln>
            </p:spPr>
            <p:txBody>
              <a:bodyPr/>
              <a:lstStyle/>
              <a:p>
                <a:pPr eaLnBrk="1" hangingPunct="1">
                  <a:defRPr/>
                </a:pPr>
                <a:endParaRPr lang="en-US"/>
              </a:p>
            </p:txBody>
          </p:sp>
        </p:grpSp>
        <p:sp>
          <p:nvSpPr>
            <p:cNvPr id="36899" name="Line 112">
              <a:extLst>
                <a:ext uri="{FF2B5EF4-FFF2-40B4-BE49-F238E27FC236}">
                  <a16:creationId xmlns:a16="http://schemas.microsoft.com/office/drawing/2014/main" id="{5E73DD4E-9B5D-480B-A95A-A5C8F736645C}"/>
                </a:ext>
              </a:extLst>
            </p:cNvPr>
            <p:cNvSpPr>
              <a:spLocks noChangeShapeType="1"/>
            </p:cNvSpPr>
            <p:nvPr/>
          </p:nvSpPr>
          <p:spPr bwMode="auto">
            <a:xfrm rot="-5400000">
              <a:off x="1432" y="3663"/>
              <a:ext cx="125" cy="0"/>
            </a:xfrm>
            <a:prstGeom prst="line">
              <a:avLst/>
            </a:prstGeom>
            <a:grpFill/>
            <a:ln w="9525">
              <a:solidFill>
                <a:schemeClr val="tx1"/>
              </a:solidFill>
              <a:round/>
              <a:headEnd/>
              <a:tailEnd/>
            </a:ln>
          </p:spPr>
          <p:txBody>
            <a:bodyPr/>
            <a:lstStyle/>
            <a:p>
              <a:pPr eaLnBrk="1" hangingPunct="1">
                <a:defRPr/>
              </a:pPr>
              <a:endParaRPr lang="en-US"/>
            </a:p>
          </p:txBody>
        </p:sp>
        <p:sp>
          <p:nvSpPr>
            <p:cNvPr id="36900" name="Line 113">
              <a:extLst>
                <a:ext uri="{FF2B5EF4-FFF2-40B4-BE49-F238E27FC236}">
                  <a16:creationId xmlns:a16="http://schemas.microsoft.com/office/drawing/2014/main" id="{94E3A5E8-8C10-4AE6-96F0-1379A09662D9}"/>
                </a:ext>
              </a:extLst>
            </p:cNvPr>
            <p:cNvSpPr>
              <a:spLocks noChangeShapeType="1"/>
            </p:cNvSpPr>
            <p:nvPr/>
          </p:nvSpPr>
          <p:spPr bwMode="auto">
            <a:xfrm rot="16200000" flipV="1">
              <a:off x="1290" y="3394"/>
              <a:ext cx="191" cy="217"/>
            </a:xfrm>
            <a:prstGeom prst="line">
              <a:avLst/>
            </a:prstGeom>
            <a:grpFill/>
            <a:ln w="9525">
              <a:solidFill>
                <a:schemeClr val="tx1"/>
              </a:solidFill>
              <a:round/>
              <a:headEnd/>
              <a:tailEnd/>
            </a:ln>
          </p:spPr>
          <p:txBody>
            <a:bodyPr/>
            <a:lstStyle/>
            <a:p>
              <a:pPr eaLnBrk="1" hangingPunct="1">
                <a:defRPr/>
              </a:pPr>
              <a:endParaRPr lang="en-US"/>
            </a:p>
          </p:txBody>
        </p:sp>
        <p:sp>
          <p:nvSpPr>
            <p:cNvPr id="36901" name="Line 114">
              <a:extLst>
                <a:ext uri="{FF2B5EF4-FFF2-40B4-BE49-F238E27FC236}">
                  <a16:creationId xmlns:a16="http://schemas.microsoft.com/office/drawing/2014/main" id="{4E2FE288-DE0F-428A-8A50-5C785D3B5CDE}"/>
                </a:ext>
              </a:extLst>
            </p:cNvPr>
            <p:cNvSpPr>
              <a:spLocks noChangeShapeType="1"/>
            </p:cNvSpPr>
            <p:nvPr/>
          </p:nvSpPr>
          <p:spPr bwMode="auto">
            <a:xfrm rot="-5400000">
              <a:off x="1217" y="3351"/>
              <a:ext cx="0" cy="113"/>
            </a:xfrm>
            <a:prstGeom prst="line">
              <a:avLst/>
            </a:prstGeom>
            <a:grpFill/>
            <a:ln w="9525">
              <a:solidFill>
                <a:schemeClr val="tx1"/>
              </a:solidFill>
              <a:round/>
              <a:headEnd/>
              <a:tailEnd/>
            </a:ln>
          </p:spPr>
          <p:txBody>
            <a:bodyPr/>
            <a:lstStyle/>
            <a:p>
              <a:pPr eaLnBrk="1" hangingPunct="1">
                <a:defRPr/>
              </a:pPr>
              <a:endParaRPr lang="en-US"/>
            </a:p>
          </p:txBody>
        </p:sp>
      </p:grpSp>
      <p:grpSp>
        <p:nvGrpSpPr>
          <p:cNvPr id="11" name="Group 144">
            <a:extLst>
              <a:ext uri="{FF2B5EF4-FFF2-40B4-BE49-F238E27FC236}">
                <a16:creationId xmlns:a16="http://schemas.microsoft.com/office/drawing/2014/main" id="{FCD94A3F-3294-4F46-9B21-8970C949E1A7}"/>
              </a:ext>
            </a:extLst>
          </p:cNvPr>
          <p:cNvGrpSpPr>
            <a:grpSpLocks/>
          </p:cNvGrpSpPr>
          <p:nvPr/>
        </p:nvGrpSpPr>
        <p:grpSpPr bwMode="auto">
          <a:xfrm>
            <a:off x="5176837" y="4324349"/>
            <a:ext cx="1042988" cy="1042988"/>
            <a:chOff x="2154" y="3076"/>
            <a:chExt cx="657" cy="657"/>
          </a:xfrm>
          <a:solidFill>
            <a:schemeClr val="accent1"/>
          </a:solidFill>
        </p:grpSpPr>
        <p:sp>
          <p:nvSpPr>
            <p:cNvPr id="36892" name="Rectangle 91">
              <a:extLst>
                <a:ext uri="{FF2B5EF4-FFF2-40B4-BE49-F238E27FC236}">
                  <a16:creationId xmlns:a16="http://schemas.microsoft.com/office/drawing/2014/main" id="{C8FD2B6A-4FAE-41E8-927A-DD5DC0620495}"/>
                </a:ext>
              </a:extLst>
            </p:cNvPr>
            <p:cNvSpPr>
              <a:spLocks noChangeArrowheads="1"/>
            </p:cNvSpPr>
            <p:nvPr/>
          </p:nvSpPr>
          <p:spPr bwMode="auto">
            <a:xfrm>
              <a:off x="2154" y="3076"/>
              <a:ext cx="657" cy="657"/>
            </a:xfrm>
            <a:prstGeom prst="rect">
              <a:avLst/>
            </a:prstGeom>
            <a:grpFill/>
            <a:ln w="9525">
              <a:noFill/>
              <a:miter lim="800000"/>
              <a:headEnd/>
              <a:tailEnd/>
            </a:ln>
          </p:spPr>
          <p:txBody>
            <a:bodyPr wrap="none" anchor="ctr"/>
            <a:lstStyle/>
            <a:p>
              <a:pPr eaLnBrk="1" hangingPunct="1">
                <a:defRPr/>
              </a:pPr>
              <a:endParaRPr lang="en-US"/>
            </a:p>
          </p:txBody>
        </p:sp>
        <p:sp>
          <p:nvSpPr>
            <p:cNvPr id="36893" name="Line 115">
              <a:extLst>
                <a:ext uri="{FF2B5EF4-FFF2-40B4-BE49-F238E27FC236}">
                  <a16:creationId xmlns:a16="http://schemas.microsoft.com/office/drawing/2014/main" id="{C7592477-8B5F-4194-A137-0622BF9D2F69}"/>
                </a:ext>
              </a:extLst>
            </p:cNvPr>
            <p:cNvSpPr>
              <a:spLocks noChangeShapeType="1"/>
            </p:cNvSpPr>
            <p:nvPr/>
          </p:nvSpPr>
          <p:spPr bwMode="auto">
            <a:xfrm>
              <a:off x="2489" y="3094"/>
              <a:ext cx="0" cy="635"/>
            </a:xfrm>
            <a:prstGeom prst="line">
              <a:avLst/>
            </a:prstGeom>
            <a:grpFill/>
            <a:ln w="9525">
              <a:solidFill>
                <a:schemeClr val="tx1"/>
              </a:solidFill>
              <a:round/>
              <a:headEnd/>
              <a:tailEnd/>
            </a:ln>
          </p:spPr>
          <p:txBody>
            <a:bodyPr/>
            <a:lstStyle/>
            <a:p>
              <a:pPr eaLnBrk="1" hangingPunct="1">
                <a:defRPr/>
              </a:pPr>
              <a:endParaRPr lang="en-US"/>
            </a:p>
          </p:txBody>
        </p:sp>
        <p:sp>
          <p:nvSpPr>
            <p:cNvPr id="36894" name="Line 117">
              <a:extLst>
                <a:ext uri="{FF2B5EF4-FFF2-40B4-BE49-F238E27FC236}">
                  <a16:creationId xmlns:a16="http://schemas.microsoft.com/office/drawing/2014/main" id="{DFEE4CCA-3DEB-48A1-9415-D7F0DF1B20CF}"/>
                </a:ext>
              </a:extLst>
            </p:cNvPr>
            <p:cNvSpPr>
              <a:spLocks noChangeShapeType="1"/>
            </p:cNvSpPr>
            <p:nvPr/>
          </p:nvSpPr>
          <p:spPr bwMode="auto">
            <a:xfrm rot="10800000">
              <a:off x="2680" y="3403"/>
              <a:ext cx="125" cy="0"/>
            </a:xfrm>
            <a:prstGeom prst="line">
              <a:avLst/>
            </a:prstGeom>
            <a:grpFill/>
            <a:ln w="9525">
              <a:solidFill>
                <a:schemeClr val="tx1"/>
              </a:solidFill>
              <a:round/>
              <a:headEnd/>
              <a:tailEnd/>
            </a:ln>
          </p:spPr>
          <p:txBody>
            <a:bodyPr/>
            <a:lstStyle/>
            <a:p>
              <a:pPr eaLnBrk="1" hangingPunct="1">
                <a:defRPr/>
              </a:pPr>
              <a:endParaRPr lang="en-US"/>
            </a:p>
          </p:txBody>
        </p:sp>
        <p:sp>
          <p:nvSpPr>
            <p:cNvPr id="36895" name="Line 118">
              <a:extLst>
                <a:ext uri="{FF2B5EF4-FFF2-40B4-BE49-F238E27FC236}">
                  <a16:creationId xmlns:a16="http://schemas.microsoft.com/office/drawing/2014/main" id="{79A6FFC1-6AA6-4058-9950-DED3E72EFC1A}"/>
                </a:ext>
              </a:extLst>
            </p:cNvPr>
            <p:cNvSpPr>
              <a:spLocks noChangeShapeType="1"/>
            </p:cNvSpPr>
            <p:nvPr/>
          </p:nvSpPr>
          <p:spPr bwMode="auto">
            <a:xfrm rot="10800000" flipV="1">
              <a:off x="2487" y="3403"/>
              <a:ext cx="191" cy="217"/>
            </a:xfrm>
            <a:prstGeom prst="line">
              <a:avLst/>
            </a:prstGeom>
            <a:grpFill/>
            <a:ln w="9525">
              <a:solidFill>
                <a:schemeClr val="tx1"/>
              </a:solidFill>
              <a:round/>
              <a:headEnd/>
              <a:tailEnd type="oval" w="med" len="med"/>
            </a:ln>
          </p:spPr>
          <p:txBody>
            <a:bodyPr/>
            <a:lstStyle/>
            <a:p>
              <a:pPr eaLnBrk="1" hangingPunct="1">
                <a:defRPr/>
              </a:pPr>
              <a:endParaRPr lang="en-US"/>
            </a:p>
          </p:txBody>
        </p:sp>
      </p:grpSp>
      <p:grpSp>
        <p:nvGrpSpPr>
          <p:cNvPr id="12" name="Group 145">
            <a:extLst>
              <a:ext uri="{FF2B5EF4-FFF2-40B4-BE49-F238E27FC236}">
                <a16:creationId xmlns:a16="http://schemas.microsoft.com/office/drawing/2014/main" id="{D5639290-59FA-40EC-BFC0-98122ABBB637}"/>
              </a:ext>
            </a:extLst>
          </p:cNvPr>
          <p:cNvGrpSpPr>
            <a:grpSpLocks/>
          </p:cNvGrpSpPr>
          <p:nvPr/>
        </p:nvGrpSpPr>
        <p:grpSpPr bwMode="auto">
          <a:xfrm>
            <a:off x="6672262" y="4338638"/>
            <a:ext cx="1042988" cy="1042987"/>
            <a:chOff x="3096" y="3085"/>
            <a:chExt cx="657" cy="657"/>
          </a:xfrm>
          <a:solidFill>
            <a:schemeClr val="accent1"/>
          </a:solidFill>
        </p:grpSpPr>
        <p:sp>
          <p:nvSpPr>
            <p:cNvPr id="36889" name="Rectangle 121">
              <a:extLst>
                <a:ext uri="{FF2B5EF4-FFF2-40B4-BE49-F238E27FC236}">
                  <a16:creationId xmlns:a16="http://schemas.microsoft.com/office/drawing/2014/main" id="{6CB33514-E5F0-45D5-962D-B40BB8314105}"/>
                </a:ext>
              </a:extLst>
            </p:cNvPr>
            <p:cNvSpPr>
              <a:spLocks noChangeArrowheads="1"/>
            </p:cNvSpPr>
            <p:nvPr/>
          </p:nvSpPr>
          <p:spPr bwMode="auto">
            <a:xfrm>
              <a:off x="3096" y="3085"/>
              <a:ext cx="657" cy="657"/>
            </a:xfrm>
            <a:prstGeom prst="rect">
              <a:avLst/>
            </a:prstGeom>
            <a:grpFill/>
            <a:ln w="9525">
              <a:noFill/>
              <a:miter lim="800000"/>
              <a:headEnd/>
              <a:tailEnd/>
            </a:ln>
          </p:spPr>
          <p:txBody>
            <a:bodyPr wrap="none" anchor="ctr"/>
            <a:lstStyle/>
            <a:p>
              <a:pPr eaLnBrk="1" hangingPunct="1">
                <a:defRPr/>
              </a:pPr>
              <a:endParaRPr lang="en-US"/>
            </a:p>
          </p:txBody>
        </p:sp>
        <p:sp>
          <p:nvSpPr>
            <p:cNvPr id="36890" name="Line 122">
              <a:extLst>
                <a:ext uri="{FF2B5EF4-FFF2-40B4-BE49-F238E27FC236}">
                  <a16:creationId xmlns:a16="http://schemas.microsoft.com/office/drawing/2014/main" id="{749B34DF-B40B-42C6-8E12-7983ACF7BD8B}"/>
                </a:ext>
              </a:extLst>
            </p:cNvPr>
            <p:cNvSpPr>
              <a:spLocks noChangeShapeType="1"/>
            </p:cNvSpPr>
            <p:nvPr/>
          </p:nvSpPr>
          <p:spPr bwMode="auto">
            <a:xfrm>
              <a:off x="3424" y="3085"/>
              <a:ext cx="0" cy="635"/>
            </a:xfrm>
            <a:prstGeom prst="line">
              <a:avLst/>
            </a:prstGeom>
            <a:grpFill/>
            <a:ln w="9525">
              <a:solidFill>
                <a:schemeClr val="tx1"/>
              </a:solidFill>
              <a:round/>
              <a:headEnd/>
              <a:tailEnd/>
            </a:ln>
          </p:spPr>
          <p:txBody>
            <a:bodyPr/>
            <a:lstStyle/>
            <a:p>
              <a:pPr eaLnBrk="1" hangingPunct="1">
                <a:defRPr/>
              </a:pPr>
              <a:endParaRPr lang="en-US"/>
            </a:p>
          </p:txBody>
        </p:sp>
        <p:sp>
          <p:nvSpPr>
            <p:cNvPr id="36891" name="Line 123">
              <a:extLst>
                <a:ext uri="{FF2B5EF4-FFF2-40B4-BE49-F238E27FC236}">
                  <a16:creationId xmlns:a16="http://schemas.microsoft.com/office/drawing/2014/main" id="{F8ADC0CB-40A5-48EE-87C7-7322593556E5}"/>
                </a:ext>
              </a:extLst>
            </p:cNvPr>
            <p:cNvSpPr>
              <a:spLocks noChangeShapeType="1"/>
            </p:cNvSpPr>
            <p:nvPr/>
          </p:nvSpPr>
          <p:spPr bwMode="auto">
            <a:xfrm flipV="1">
              <a:off x="3097" y="3411"/>
              <a:ext cx="643" cy="1"/>
            </a:xfrm>
            <a:prstGeom prst="line">
              <a:avLst/>
            </a:prstGeom>
            <a:grpFill/>
            <a:ln w="9525">
              <a:solidFill>
                <a:schemeClr val="tx1"/>
              </a:solidFill>
              <a:round/>
              <a:headEnd/>
              <a:tailEnd/>
            </a:ln>
          </p:spPr>
          <p:txBody>
            <a:bodyPr/>
            <a:lstStyle/>
            <a:p>
              <a:pPr eaLnBrk="1" hangingPunct="1">
                <a:defRPr/>
              </a:pPr>
              <a:endParaRPr lang="en-US"/>
            </a:p>
          </p:txBody>
        </p:sp>
      </p:grpSp>
      <p:sp>
        <p:nvSpPr>
          <p:cNvPr id="67596" name="Rectangle 124">
            <a:extLst>
              <a:ext uri="{FF2B5EF4-FFF2-40B4-BE49-F238E27FC236}">
                <a16:creationId xmlns:a16="http://schemas.microsoft.com/office/drawing/2014/main" id="{0791CF1C-13DC-FCED-4EF8-59EA2DF846F7}"/>
              </a:ext>
            </a:extLst>
          </p:cNvPr>
          <p:cNvSpPr>
            <a:spLocks noChangeArrowheads="1"/>
          </p:cNvSpPr>
          <p:nvPr/>
        </p:nvSpPr>
        <p:spPr bwMode="auto">
          <a:xfrm>
            <a:off x="8123239" y="4310064"/>
            <a:ext cx="1042987" cy="104298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67597" name="Line 126">
            <a:extLst>
              <a:ext uri="{FF2B5EF4-FFF2-40B4-BE49-F238E27FC236}">
                <a16:creationId xmlns:a16="http://schemas.microsoft.com/office/drawing/2014/main" id="{667A8104-1436-657E-5DF2-E0AA7A54B31E}"/>
              </a:ext>
            </a:extLst>
          </p:cNvPr>
          <p:cNvSpPr>
            <a:spLocks noChangeShapeType="1"/>
          </p:cNvSpPr>
          <p:nvPr/>
        </p:nvSpPr>
        <p:spPr bwMode="auto">
          <a:xfrm flipV="1">
            <a:off x="8124826" y="4827589"/>
            <a:ext cx="102076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8" name="Line 135">
            <a:extLst>
              <a:ext uri="{FF2B5EF4-FFF2-40B4-BE49-F238E27FC236}">
                <a16:creationId xmlns:a16="http://schemas.microsoft.com/office/drawing/2014/main" id="{1A87B1BD-D5EA-01C3-2BF4-00846918AFCD}"/>
              </a:ext>
            </a:extLst>
          </p:cNvPr>
          <p:cNvSpPr>
            <a:spLocks noChangeShapeType="1"/>
          </p:cNvSpPr>
          <p:nvPr/>
        </p:nvSpPr>
        <p:spPr bwMode="auto">
          <a:xfrm rot="16200000">
            <a:off x="8533606" y="5233194"/>
            <a:ext cx="1984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9" name="Line 136">
            <a:extLst>
              <a:ext uri="{FF2B5EF4-FFF2-40B4-BE49-F238E27FC236}">
                <a16:creationId xmlns:a16="http://schemas.microsoft.com/office/drawing/2014/main" id="{6B800C6B-B3A9-8E56-5455-58D61D7234CA}"/>
              </a:ext>
            </a:extLst>
          </p:cNvPr>
          <p:cNvSpPr>
            <a:spLocks noChangeShapeType="1"/>
          </p:cNvSpPr>
          <p:nvPr/>
        </p:nvSpPr>
        <p:spPr bwMode="auto">
          <a:xfrm rot="16200000" flipV="1">
            <a:off x="8307388" y="4806950"/>
            <a:ext cx="303212" cy="344488"/>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grpSp>
        <p:nvGrpSpPr>
          <p:cNvPr id="13" name="Group 146">
            <a:extLst>
              <a:ext uri="{FF2B5EF4-FFF2-40B4-BE49-F238E27FC236}">
                <a16:creationId xmlns:a16="http://schemas.microsoft.com/office/drawing/2014/main" id="{36179F7B-546B-47D3-A9B8-141D5DE16A43}"/>
              </a:ext>
            </a:extLst>
          </p:cNvPr>
          <p:cNvGrpSpPr>
            <a:grpSpLocks/>
          </p:cNvGrpSpPr>
          <p:nvPr/>
        </p:nvGrpSpPr>
        <p:grpSpPr bwMode="auto">
          <a:xfrm>
            <a:off x="9472612" y="4310063"/>
            <a:ext cx="1042988" cy="1042987"/>
            <a:chOff x="4860" y="3067"/>
            <a:chExt cx="657" cy="657"/>
          </a:xfrm>
          <a:solidFill>
            <a:schemeClr val="accent1"/>
          </a:solidFill>
        </p:grpSpPr>
        <p:sp>
          <p:nvSpPr>
            <p:cNvPr id="36882" name="Rectangle 127">
              <a:extLst>
                <a:ext uri="{FF2B5EF4-FFF2-40B4-BE49-F238E27FC236}">
                  <a16:creationId xmlns:a16="http://schemas.microsoft.com/office/drawing/2014/main" id="{6983EAFD-AE3B-4819-87C0-7AC2B827D319}"/>
                </a:ext>
              </a:extLst>
            </p:cNvPr>
            <p:cNvSpPr>
              <a:spLocks noChangeArrowheads="1"/>
            </p:cNvSpPr>
            <p:nvPr/>
          </p:nvSpPr>
          <p:spPr bwMode="auto">
            <a:xfrm>
              <a:off x="4860" y="3067"/>
              <a:ext cx="657" cy="657"/>
            </a:xfrm>
            <a:prstGeom prst="rect">
              <a:avLst/>
            </a:prstGeom>
            <a:grpFill/>
            <a:ln w="9525">
              <a:noFill/>
              <a:miter lim="800000"/>
              <a:headEnd/>
              <a:tailEnd/>
            </a:ln>
          </p:spPr>
          <p:txBody>
            <a:bodyPr wrap="none" anchor="ctr"/>
            <a:lstStyle/>
            <a:p>
              <a:pPr eaLnBrk="1" hangingPunct="1">
                <a:defRPr/>
              </a:pPr>
              <a:endParaRPr lang="en-US"/>
            </a:p>
          </p:txBody>
        </p:sp>
        <p:sp>
          <p:nvSpPr>
            <p:cNvPr id="36883" name="Line 128">
              <a:extLst>
                <a:ext uri="{FF2B5EF4-FFF2-40B4-BE49-F238E27FC236}">
                  <a16:creationId xmlns:a16="http://schemas.microsoft.com/office/drawing/2014/main" id="{09458C3D-C6B5-44FC-A101-E5C8DBC93DFF}"/>
                </a:ext>
              </a:extLst>
            </p:cNvPr>
            <p:cNvSpPr>
              <a:spLocks noChangeShapeType="1"/>
            </p:cNvSpPr>
            <p:nvPr/>
          </p:nvSpPr>
          <p:spPr bwMode="auto">
            <a:xfrm>
              <a:off x="5188" y="3067"/>
              <a:ext cx="0" cy="635"/>
            </a:xfrm>
            <a:prstGeom prst="line">
              <a:avLst/>
            </a:prstGeom>
            <a:grpFill/>
            <a:ln w="9525">
              <a:solidFill>
                <a:schemeClr val="tx1"/>
              </a:solidFill>
              <a:round/>
              <a:headEnd/>
              <a:tailEnd/>
            </a:ln>
          </p:spPr>
          <p:txBody>
            <a:bodyPr/>
            <a:lstStyle/>
            <a:p>
              <a:pPr eaLnBrk="1" hangingPunct="1">
                <a:defRPr/>
              </a:pPr>
              <a:endParaRPr lang="en-US"/>
            </a:p>
          </p:txBody>
        </p:sp>
        <p:sp>
          <p:nvSpPr>
            <p:cNvPr id="36884" name="Line 129">
              <a:extLst>
                <a:ext uri="{FF2B5EF4-FFF2-40B4-BE49-F238E27FC236}">
                  <a16:creationId xmlns:a16="http://schemas.microsoft.com/office/drawing/2014/main" id="{3F13C545-DB3C-4FCC-9D12-95EC1DE461C2}"/>
                </a:ext>
              </a:extLst>
            </p:cNvPr>
            <p:cNvSpPr>
              <a:spLocks noChangeShapeType="1"/>
            </p:cNvSpPr>
            <p:nvPr/>
          </p:nvSpPr>
          <p:spPr bwMode="auto">
            <a:xfrm flipV="1">
              <a:off x="4861" y="3393"/>
              <a:ext cx="643" cy="1"/>
            </a:xfrm>
            <a:prstGeom prst="line">
              <a:avLst/>
            </a:prstGeom>
            <a:grpFill/>
            <a:ln w="9525">
              <a:solidFill>
                <a:schemeClr val="tx1"/>
              </a:solidFill>
              <a:round/>
              <a:headEnd/>
              <a:tailEnd/>
            </a:ln>
          </p:spPr>
          <p:txBody>
            <a:bodyPr/>
            <a:lstStyle/>
            <a:p>
              <a:pPr eaLnBrk="1" hangingPunct="1">
                <a:defRPr/>
              </a:pPr>
              <a:endParaRPr lang="en-US"/>
            </a:p>
          </p:txBody>
        </p:sp>
        <p:sp>
          <p:nvSpPr>
            <p:cNvPr id="36885" name="Line 137">
              <a:extLst>
                <a:ext uri="{FF2B5EF4-FFF2-40B4-BE49-F238E27FC236}">
                  <a16:creationId xmlns:a16="http://schemas.microsoft.com/office/drawing/2014/main" id="{AC670EC7-1485-4DEE-9AF4-FB3486A4C2B2}"/>
                </a:ext>
              </a:extLst>
            </p:cNvPr>
            <p:cNvSpPr>
              <a:spLocks noChangeShapeType="1"/>
            </p:cNvSpPr>
            <p:nvPr/>
          </p:nvSpPr>
          <p:spPr bwMode="auto">
            <a:xfrm rot="10800000" flipV="1">
              <a:off x="5193" y="3403"/>
              <a:ext cx="191" cy="209"/>
            </a:xfrm>
            <a:prstGeom prst="line">
              <a:avLst/>
            </a:prstGeom>
            <a:grpFill/>
            <a:ln w="9525">
              <a:solidFill>
                <a:schemeClr val="tx1"/>
              </a:solidFill>
              <a:round/>
              <a:headEnd type="oval" w="med" len="med"/>
              <a:tailEnd type="oval" w="med" len="med"/>
            </a:ln>
          </p:spPr>
          <p:txBody>
            <a:bodyPr/>
            <a:lstStyle/>
            <a:p>
              <a:pPr eaLnBrk="1" hangingPunct="1">
                <a:defRPr/>
              </a:pPr>
              <a:endParaRPr lang="en-US"/>
            </a:p>
          </p:txBody>
        </p:sp>
        <p:sp>
          <p:nvSpPr>
            <p:cNvPr id="36886" name="Line 138">
              <a:extLst>
                <a:ext uri="{FF2B5EF4-FFF2-40B4-BE49-F238E27FC236}">
                  <a16:creationId xmlns:a16="http://schemas.microsoft.com/office/drawing/2014/main" id="{68DB7871-7A67-4FF1-9DE1-6968001AB5F1}"/>
                </a:ext>
              </a:extLst>
            </p:cNvPr>
            <p:cNvSpPr>
              <a:spLocks noChangeShapeType="1"/>
            </p:cNvSpPr>
            <p:nvPr/>
          </p:nvSpPr>
          <p:spPr bwMode="auto">
            <a:xfrm rot="10800000" flipV="1">
              <a:off x="4992" y="3184"/>
              <a:ext cx="191" cy="217"/>
            </a:xfrm>
            <a:prstGeom prst="line">
              <a:avLst/>
            </a:prstGeom>
            <a:grpFill/>
            <a:ln w="9525">
              <a:solidFill>
                <a:schemeClr val="tx1"/>
              </a:solidFill>
              <a:round/>
              <a:headEnd type="oval" w="med" len="med"/>
              <a:tailEnd type="oval" w="med" len="med"/>
            </a:ln>
          </p:spPr>
          <p:txBody>
            <a:bodyPr/>
            <a:lstStyle/>
            <a:p>
              <a:pPr eaLnBrk="1" hangingPunct="1">
                <a:defRPr/>
              </a:pPr>
              <a:endParaRPr lang="en-US"/>
            </a:p>
          </p:txBody>
        </p:sp>
        <p:sp>
          <p:nvSpPr>
            <p:cNvPr id="36887" name="Line 140">
              <a:extLst>
                <a:ext uri="{FF2B5EF4-FFF2-40B4-BE49-F238E27FC236}">
                  <a16:creationId xmlns:a16="http://schemas.microsoft.com/office/drawing/2014/main" id="{D9FF530E-4241-4097-9A86-C6DE018A7DE7}"/>
                </a:ext>
              </a:extLst>
            </p:cNvPr>
            <p:cNvSpPr>
              <a:spLocks noChangeShapeType="1"/>
            </p:cNvSpPr>
            <p:nvPr/>
          </p:nvSpPr>
          <p:spPr bwMode="auto">
            <a:xfrm>
              <a:off x="4984" y="3394"/>
              <a:ext cx="191" cy="208"/>
            </a:xfrm>
            <a:prstGeom prst="line">
              <a:avLst/>
            </a:prstGeom>
            <a:grpFill/>
            <a:ln w="9525">
              <a:solidFill>
                <a:schemeClr val="tx1"/>
              </a:solidFill>
              <a:round/>
              <a:headEnd/>
              <a:tailEnd/>
            </a:ln>
          </p:spPr>
          <p:txBody>
            <a:bodyPr/>
            <a:lstStyle/>
            <a:p>
              <a:pPr eaLnBrk="1" hangingPunct="1">
                <a:defRPr/>
              </a:pPr>
              <a:endParaRPr lang="en-US"/>
            </a:p>
          </p:txBody>
        </p:sp>
        <p:sp>
          <p:nvSpPr>
            <p:cNvPr id="36888" name="Line 141">
              <a:extLst>
                <a:ext uri="{FF2B5EF4-FFF2-40B4-BE49-F238E27FC236}">
                  <a16:creationId xmlns:a16="http://schemas.microsoft.com/office/drawing/2014/main" id="{1CEB49EC-6162-4A0B-9242-EF5832600D27}"/>
                </a:ext>
              </a:extLst>
            </p:cNvPr>
            <p:cNvSpPr>
              <a:spLocks noChangeShapeType="1"/>
            </p:cNvSpPr>
            <p:nvPr/>
          </p:nvSpPr>
          <p:spPr bwMode="auto">
            <a:xfrm>
              <a:off x="5204" y="3201"/>
              <a:ext cx="172" cy="172"/>
            </a:xfrm>
            <a:prstGeom prst="line">
              <a:avLst/>
            </a:prstGeom>
            <a:grpFill/>
            <a:ln w="9525">
              <a:solidFill>
                <a:schemeClr val="tx1"/>
              </a:solidFill>
              <a:round/>
              <a:headEnd/>
              <a:tailEnd/>
            </a:ln>
          </p:spPr>
          <p:txBody>
            <a:bodyPr/>
            <a:lstStyle/>
            <a:p>
              <a:pPr eaLnBrk="1" hangingPunct="1">
                <a:defRPr/>
              </a:pPr>
              <a:endParaRPr lang="en-US"/>
            </a:p>
          </p:txBody>
        </p:sp>
      </p:grpSp>
      <p:sp>
        <p:nvSpPr>
          <p:cNvPr id="67601" name="Text Box 147">
            <a:extLst>
              <a:ext uri="{FF2B5EF4-FFF2-40B4-BE49-F238E27FC236}">
                <a16:creationId xmlns:a16="http://schemas.microsoft.com/office/drawing/2014/main" id="{7BE901B9-5366-B84B-DDCC-A2C2588F5225}"/>
              </a:ext>
            </a:extLst>
          </p:cNvPr>
          <p:cNvSpPr txBox="1">
            <a:spLocks noChangeArrowheads="1"/>
          </p:cNvSpPr>
          <p:nvPr/>
        </p:nvSpPr>
        <p:spPr bwMode="auto">
          <a:xfrm>
            <a:off x="4529138" y="5437189"/>
            <a:ext cx="424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A  few possible connections</a:t>
            </a:r>
            <a:endParaRPr lang="ru-RU" altLang="en-US" sz="2000" b="0" u="none"/>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67">
            <a:extLst>
              <a:ext uri="{FF2B5EF4-FFF2-40B4-BE49-F238E27FC236}">
                <a16:creationId xmlns:a16="http://schemas.microsoft.com/office/drawing/2014/main" id="{7E87C816-4A20-B91C-4775-E43737255399}"/>
              </a:ext>
            </a:extLst>
          </p:cNvPr>
          <p:cNvSpPr>
            <a:spLocks noGrp="1" noChangeArrowheads="1"/>
          </p:cNvSpPr>
          <p:nvPr>
            <p:ph type="title"/>
          </p:nvPr>
        </p:nvSpPr>
        <p:spPr/>
        <p:txBody>
          <a:bodyPr/>
          <a:lstStyle/>
          <a:p>
            <a:r>
              <a:rPr lang="en-US" altLang="en-US"/>
              <a:t>Two-bit Down Counter Implementation</a:t>
            </a:r>
            <a:endParaRPr lang="ru-RU" altLang="en-US"/>
          </a:p>
        </p:txBody>
      </p:sp>
      <p:graphicFrame>
        <p:nvGraphicFramePr>
          <p:cNvPr id="175170" name="Group 66">
            <a:extLst>
              <a:ext uri="{FF2B5EF4-FFF2-40B4-BE49-F238E27FC236}">
                <a16:creationId xmlns:a16="http://schemas.microsoft.com/office/drawing/2014/main" id="{F1E5733D-EFFF-4498-A863-9BEF2D2D5DBC}"/>
              </a:ext>
            </a:extLst>
          </p:cNvPr>
          <p:cNvGraphicFramePr>
            <a:graphicFrameLocks noGrp="1"/>
          </p:cNvGraphicFramePr>
          <p:nvPr>
            <p:ph type="tbl" idx="4294967295"/>
            <p:extLst>
              <p:ext uri="{D42A27DB-BD31-4B8C-83A1-F6EECF244321}">
                <p14:modId xmlns:p14="http://schemas.microsoft.com/office/powerpoint/2010/main" val="978029007"/>
              </p:ext>
            </p:extLst>
          </p:nvPr>
        </p:nvGraphicFramePr>
        <p:xfrm>
          <a:off x="1905794" y="1765300"/>
          <a:ext cx="1981200" cy="2316163"/>
        </p:xfrm>
        <a:graphic>
          <a:graphicData uri="http://schemas.openxmlformats.org/drawingml/2006/table">
            <a:tbl>
              <a:tblPr>
                <a:tableStyleId>{BC89EF96-8CEA-46FF-86C4-4CE0E7609802}</a:tableStyleId>
              </a:tblPr>
              <a:tblGrid>
                <a:gridCol w="979488">
                  <a:extLst>
                    <a:ext uri="{9D8B030D-6E8A-4147-A177-3AD203B41FA5}">
                      <a16:colId xmlns:a16="http://schemas.microsoft.com/office/drawing/2014/main" val="20000"/>
                    </a:ext>
                  </a:extLst>
                </a:gridCol>
                <a:gridCol w="1001712">
                  <a:extLst>
                    <a:ext uri="{9D8B030D-6E8A-4147-A177-3AD203B41FA5}">
                      <a16:colId xmlns:a16="http://schemas.microsoft.com/office/drawing/2014/main" val="20001"/>
                    </a:ext>
                  </a:extLst>
                </a:gridCol>
              </a:tblGrid>
              <a:tr h="463550">
                <a:tc>
                  <a:txBody>
                    <a:bodyPr/>
                    <a:lstStyle/>
                    <a:p>
                      <a:pPr marL="342900" marR="0" lvl="0" indent="-342900" algn="justLow" defTabSz="914400" rtl="0" eaLnBrk="0" fontAlgn="base" latinLnBrk="0" hangingPunct="0">
                        <a:lnSpc>
                          <a:spcPct val="100000"/>
                        </a:lnSpc>
                        <a:spcBef>
                          <a:spcPct val="0"/>
                        </a:spcBef>
                        <a:spcAft>
                          <a:spcPct val="0"/>
                        </a:spcAft>
                        <a:buClrTx/>
                        <a:buSzTx/>
                        <a:buFontTx/>
                        <a:buNone/>
                        <a:tabLst>
                          <a:tab pos="342900" algn="l"/>
                        </a:tabLst>
                      </a:pPr>
                      <a:r>
                        <a:rPr kumimoji="0" lang="en-US" sz="2000" u="none" strike="noStrike" cap="none" normalizeH="0" baseline="0" dirty="0">
                          <a:ln>
                            <a:noFill/>
                          </a:ln>
                          <a:effectLst/>
                        </a:rPr>
                        <a:t>q1 q2</a:t>
                      </a:r>
                      <a:endParaRPr kumimoji="0" lang="en-US" sz="20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342900" marR="0" lvl="0" indent="-342900" algn="justLow" defTabSz="914400" rtl="0" eaLnBrk="0" fontAlgn="base" latinLnBrk="0" hangingPunct="0">
                        <a:lnSpc>
                          <a:spcPct val="100000"/>
                        </a:lnSpc>
                        <a:spcBef>
                          <a:spcPct val="0"/>
                        </a:spcBef>
                        <a:spcAft>
                          <a:spcPct val="0"/>
                        </a:spcAft>
                        <a:buClrTx/>
                        <a:buSzTx/>
                        <a:buFontTx/>
                        <a:buNone/>
                        <a:tabLst>
                          <a:tab pos="342900" algn="l"/>
                        </a:tabLst>
                      </a:pPr>
                      <a:r>
                        <a:rPr kumimoji="0" lang="en-US" sz="2000" u="none" strike="noStrike" cap="none" normalizeH="0" baseline="0" dirty="0">
                          <a:ln>
                            <a:noFill/>
                          </a:ln>
                          <a:effectLst/>
                        </a:rPr>
                        <a:t>d1 d2</a:t>
                      </a:r>
                      <a:endParaRPr kumimoji="0" lang="en-US" sz="20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0"/>
                  </a:ext>
                </a:extLst>
              </a:tr>
              <a:tr h="463550">
                <a:tc>
                  <a:txBody>
                    <a:bodyPr/>
                    <a:lstStyle/>
                    <a:p>
                      <a:pPr marL="342900" marR="0" lvl="0" indent="-342900" algn="justLow" defTabSz="914400" rtl="0" eaLnBrk="0" fontAlgn="base" latinLnBrk="0" hangingPunct="0">
                        <a:lnSpc>
                          <a:spcPct val="100000"/>
                        </a:lnSpc>
                        <a:spcBef>
                          <a:spcPct val="0"/>
                        </a:spcBef>
                        <a:spcAft>
                          <a:spcPct val="0"/>
                        </a:spcAft>
                        <a:buClrTx/>
                        <a:buSzTx/>
                        <a:buFontTx/>
                        <a:buNone/>
                        <a:tabLst>
                          <a:tab pos="342900" algn="l"/>
                        </a:tabLst>
                      </a:pPr>
                      <a:r>
                        <a:rPr kumimoji="0" lang="en-US" sz="2000" u="none" strike="noStrike" cap="none" normalizeH="0" baseline="0">
                          <a:ln>
                            <a:noFill/>
                          </a:ln>
                          <a:effectLst/>
                        </a:rPr>
                        <a:t>0  0</a:t>
                      </a:r>
                      <a:endParaRPr kumimoji="0" lang="en-US" sz="20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342900" marR="0" lvl="0" indent="-342900" algn="justLow" defTabSz="914400" rtl="0" eaLnBrk="0" fontAlgn="base" latinLnBrk="0" hangingPunct="0">
                        <a:lnSpc>
                          <a:spcPct val="100000"/>
                        </a:lnSpc>
                        <a:spcBef>
                          <a:spcPct val="0"/>
                        </a:spcBef>
                        <a:spcAft>
                          <a:spcPct val="0"/>
                        </a:spcAft>
                        <a:buClrTx/>
                        <a:buSzTx/>
                        <a:buFontTx/>
                        <a:buNone/>
                        <a:tabLst>
                          <a:tab pos="342900" algn="l"/>
                        </a:tabLst>
                      </a:pPr>
                      <a:r>
                        <a:rPr kumimoji="0" lang="en-US" sz="2000" u="none" strike="noStrike" cap="none" normalizeH="0" baseline="0" dirty="0">
                          <a:ln>
                            <a:noFill/>
                          </a:ln>
                          <a:effectLst/>
                        </a:rPr>
                        <a:t>1  1</a:t>
                      </a:r>
                      <a:endParaRPr kumimoji="0" lang="en-US" sz="20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1"/>
                  </a:ext>
                </a:extLst>
              </a:tr>
              <a:tr h="461963">
                <a:tc>
                  <a:txBody>
                    <a:bodyPr/>
                    <a:lstStyle/>
                    <a:p>
                      <a:pPr marL="342900" marR="0" lvl="0" indent="-342900" algn="justLow" defTabSz="914400" rtl="0" eaLnBrk="0" fontAlgn="base" latinLnBrk="0" hangingPunct="0">
                        <a:lnSpc>
                          <a:spcPct val="100000"/>
                        </a:lnSpc>
                        <a:spcBef>
                          <a:spcPct val="0"/>
                        </a:spcBef>
                        <a:spcAft>
                          <a:spcPct val="0"/>
                        </a:spcAft>
                        <a:buClrTx/>
                        <a:buSzTx/>
                        <a:buFontTx/>
                        <a:buNone/>
                        <a:tabLst>
                          <a:tab pos="342900" algn="l"/>
                        </a:tabLst>
                      </a:pPr>
                      <a:r>
                        <a:rPr kumimoji="0" lang="en-US" sz="2000" u="none" strike="noStrike" cap="none" normalizeH="0" baseline="0" dirty="0">
                          <a:ln>
                            <a:noFill/>
                          </a:ln>
                          <a:effectLst/>
                        </a:rPr>
                        <a:t>1  1</a:t>
                      </a:r>
                      <a:endParaRPr kumimoji="0" lang="en-US" sz="20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342900" marR="0" lvl="0" indent="-342900" algn="justLow" defTabSz="914400" rtl="0" eaLnBrk="0" fontAlgn="base" latinLnBrk="0" hangingPunct="0">
                        <a:lnSpc>
                          <a:spcPct val="100000"/>
                        </a:lnSpc>
                        <a:spcBef>
                          <a:spcPct val="0"/>
                        </a:spcBef>
                        <a:spcAft>
                          <a:spcPct val="0"/>
                        </a:spcAft>
                        <a:buClrTx/>
                        <a:buSzTx/>
                        <a:buFontTx/>
                        <a:buNone/>
                        <a:tabLst>
                          <a:tab pos="342900" algn="l"/>
                        </a:tabLst>
                      </a:pPr>
                      <a:r>
                        <a:rPr kumimoji="0" lang="en-US" sz="2000" u="none" strike="noStrike" cap="none" normalizeH="0" baseline="0" dirty="0">
                          <a:ln>
                            <a:noFill/>
                          </a:ln>
                          <a:effectLst/>
                        </a:rPr>
                        <a:t>1  0</a:t>
                      </a:r>
                      <a:endParaRPr kumimoji="0" lang="en-US" sz="20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2"/>
                  </a:ext>
                </a:extLst>
              </a:tr>
              <a:tr h="463550">
                <a:tc>
                  <a:txBody>
                    <a:bodyPr/>
                    <a:lstStyle/>
                    <a:p>
                      <a:pPr marL="342900" marR="0" lvl="0" indent="-342900" algn="justLow" defTabSz="914400" rtl="0" eaLnBrk="0" fontAlgn="base" latinLnBrk="0" hangingPunct="0">
                        <a:lnSpc>
                          <a:spcPct val="100000"/>
                        </a:lnSpc>
                        <a:spcBef>
                          <a:spcPct val="0"/>
                        </a:spcBef>
                        <a:spcAft>
                          <a:spcPct val="0"/>
                        </a:spcAft>
                        <a:buClrTx/>
                        <a:buSzTx/>
                        <a:buFontTx/>
                        <a:buNone/>
                        <a:tabLst>
                          <a:tab pos="342900" algn="l"/>
                        </a:tabLst>
                      </a:pPr>
                      <a:r>
                        <a:rPr kumimoji="0" lang="en-US" sz="2000" u="none" strike="noStrike" cap="none" normalizeH="0" baseline="0">
                          <a:ln>
                            <a:noFill/>
                          </a:ln>
                          <a:effectLst/>
                        </a:rPr>
                        <a:t>1  0</a:t>
                      </a:r>
                      <a:endParaRPr kumimoji="0" lang="en-US" sz="20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342900" marR="0" lvl="0" indent="-342900" algn="justLow" defTabSz="914400" rtl="0" eaLnBrk="0" fontAlgn="base" latinLnBrk="0" hangingPunct="0">
                        <a:lnSpc>
                          <a:spcPct val="100000"/>
                        </a:lnSpc>
                        <a:spcBef>
                          <a:spcPct val="0"/>
                        </a:spcBef>
                        <a:spcAft>
                          <a:spcPct val="0"/>
                        </a:spcAft>
                        <a:buClrTx/>
                        <a:buSzTx/>
                        <a:buFontTx/>
                        <a:buNone/>
                        <a:tabLst>
                          <a:tab pos="342900" algn="l"/>
                        </a:tabLst>
                      </a:pPr>
                      <a:r>
                        <a:rPr kumimoji="0" lang="en-US" sz="2000" u="none" strike="noStrike" cap="none" normalizeH="0" baseline="0" dirty="0">
                          <a:ln>
                            <a:noFill/>
                          </a:ln>
                          <a:effectLst/>
                        </a:rPr>
                        <a:t>0  1</a:t>
                      </a:r>
                      <a:endParaRPr kumimoji="0" lang="en-US" sz="20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3"/>
                  </a:ext>
                </a:extLst>
              </a:tr>
              <a:tr h="463550">
                <a:tc>
                  <a:txBody>
                    <a:bodyPr/>
                    <a:lstStyle/>
                    <a:p>
                      <a:pPr marL="342900" marR="0" lvl="0" indent="-342900" algn="justLow" defTabSz="914400" rtl="0" eaLnBrk="0" fontAlgn="base" latinLnBrk="0" hangingPunct="0">
                        <a:lnSpc>
                          <a:spcPct val="100000"/>
                        </a:lnSpc>
                        <a:spcBef>
                          <a:spcPct val="0"/>
                        </a:spcBef>
                        <a:spcAft>
                          <a:spcPct val="0"/>
                        </a:spcAft>
                        <a:buClrTx/>
                        <a:buSzTx/>
                        <a:buFontTx/>
                        <a:buNone/>
                        <a:tabLst>
                          <a:tab pos="342900" algn="l"/>
                        </a:tabLst>
                      </a:pPr>
                      <a:r>
                        <a:rPr kumimoji="0" lang="en-US" sz="2000" u="none" strike="noStrike" cap="none" normalizeH="0" baseline="0">
                          <a:ln>
                            <a:noFill/>
                          </a:ln>
                          <a:effectLst/>
                        </a:rPr>
                        <a:t>0  1</a:t>
                      </a:r>
                      <a:endParaRPr kumimoji="0" lang="en-US" sz="20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342900" marR="0" lvl="0" indent="-342900" algn="justLow" defTabSz="914400" rtl="0" eaLnBrk="0" fontAlgn="base" latinLnBrk="0" hangingPunct="0">
                        <a:lnSpc>
                          <a:spcPct val="100000"/>
                        </a:lnSpc>
                        <a:spcBef>
                          <a:spcPct val="0"/>
                        </a:spcBef>
                        <a:spcAft>
                          <a:spcPct val="0"/>
                        </a:spcAft>
                        <a:buClrTx/>
                        <a:buSzTx/>
                        <a:buFontTx/>
                        <a:buNone/>
                        <a:tabLst>
                          <a:tab pos="342900" algn="l"/>
                        </a:tabLst>
                      </a:pPr>
                      <a:r>
                        <a:rPr kumimoji="0" lang="en-US" sz="2000" u="none" strike="noStrike" cap="none" normalizeH="0" baseline="0" dirty="0">
                          <a:ln>
                            <a:noFill/>
                          </a:ln>
                          <a:effectLst/>
                        </a:rPr>
                        <a:t>0  0</a:t>
                      </a:r>
                      <a:endParaRPr kumimoji="0" lang="en-US" sz="20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4"/>
                  </a:ext>
                </a:extLst>
              </a:tr>
            </a:tbl>
          </a:graphicData>
        </a:graphic>
      </p:graphicFrame>
      <p:grpSp>
        <p:nvGrpSpPr>
          <p:cNvPr id="68631" name="Group 1">
            <a:extLst>
              <a:ext uri="{FF2B5EF4-FFF2-40B4-BE49-F238E27FC236}">
                <a16:creationId xmlns:a16="http://schemas.microsoft.com/office/drawing/2014/main" id="{41EB4303-BC01-021D-3239-05B1048668C8}"/>
              </a:ext>
            </a:extLst>
          </p:cNvPr>
          <p:cNvGrpSpPr>
            <a:grpSpLocks/>
          </p:cNvGrpSpPr>
          <p:nvPr/>
        </p:nvGrpSpPr>
        <p:grpSpPr bwMode="auto">
          <a:xfrm>
            <a:off x="4267200" y="2438401"/>
            <a:ext cx="4687888" cy="2239963"/>
            <a:chOff x="2743200" y="2438400"/>
            <a:chExt cx="4687888" cy="2239963"/>
          </a:xfrm>
        </p:grpSpPr>
        <p:sp>
          <p:nvSpPr>
            <p:cNvPr id="175174" name="Rectangle 70">
              <a:extLst>
                <a:ext uri="{FF2B5EF4-FFF2-40B4-BE49-F238E27FC236}">
                  <a16:creationId xmlns:a16="http://schemas.microsoft.com/office/drawing/2014/main" id="{4FE1ABF4-EDDA-4CB2-93AD-6F4472E815F0}"/>
                </a:ext>
              </a:extLst>
            </p:cNvPr>
            <p:cNvSpPr>
              <a:spLocks noChangeArrowheads="1"/>
            </p:cNvSpPr>
            <p:nvPr/>
          </p:nvSpPr>
          <p:spPr bwMode="auto">
            <a:xfrm>
              <a:off x="4227513" y="2684463"/>
              <a:ext cx="649287" cy="1033462"/>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r>
                <a:rPr lang="ru-RU" sz="1600">
                  <a:latin typeface="Arial" charset="0"/>
                  <a:cs typeface="Arial" charset="0"/>
                </a:rPr>
                <a:t>      </a:t>
              </a:r>
            </a:p>
            <a:p>
              <a:pPr eaLnBrk="1" hangingPunct="1">
                <a:defRPr/>
              </a:pPr>
              <a:endParaRPr lang="ru-RU" sz="1600">
                <a:latin typeface="Arial" charset="0"/>
                <a:cs typeface="Arial" charset="0"/>
              </a:endParaRPr>
            </a:p>
            <a:p>
              <a:pPr eaLnBrk="1" hangingPunct="1">
                <a:defRPr/>
              </a:pPr>
              <a:endParaRPr lang="ru-RU" sz="1600">
                <a:latin typeface="Arial" charset="0"/>
                <a:cs typeface="Arial" charset="0"/>
              </a:endParaRPr>
            </a:p>
            <a:p>
              <a:pPr eaLnBrk="1" hangingPunct="1">
                <a:defRPr/>
              </a:pPr>
              <a:r>
                <a:rPr lang="ru-RU" sz="1600">
                  <a:latin typeface="Arial" charset="0"/>
                  <a:cs typeface="Arial" charset="0"/>
                </a:rPr>
                <a:t> C</a:t>
              </a:r>
            </a:p>
            <a:p>
              <a:pPr eaLnBrk="1" hangingPunct="1">
                <a:defRPr/>
              </a:pPr>
              <a:endParaRPr lang="ru-RU" sz="1600">
                <a:latin typeface="Arial" charset="0"/>
                <a:cs typeface="Arial" charset="0"/>
              </a:endParaRPr>
            </a:p>
            <a:p>
              <a:pPr eaLnBrk="1" hangingPunct="1">
                <a:defRPr/>
              </a:pPr>
              <a:r>
                <a:rPr lang="ru-RU" sz="1600">
                  <a:latin typeface="Arial" charset="0"/>
                  <a:cs typeface="Arial" charset="0"/>
                </a:rPr>
                <a:t> </a:t>
              </a:r>
            </a:p>
            <a:p>
              <a:pPr eaLnBrk="1" hangingPunct="1">
                <a:defRPr/>
              </a:pPr>
              <a:endParaRPr lang="ru-RU" sz="1600">
                <a:latin typeface="Arial" charset="0"/>
                <a:cs typeface="Arial" charset="0"/>
              </a:endParaRPr>
            </a:p>
          </p:txBody>
        </p:sp>
        <p:sp>
          <p:nvSpPr>
            <p:cNvPr id="68633" name="Line 71">
              <a:extLst>
                <a:ext uri="{FF2B5EF4-FFF2-40B4-BE49-F238E27FC236}">
                  <a16:creationId xmlns:a16="http://schemas.microsoft.com/office/drawing/2014/main" id="{1823173A-FEEF-615F-385F-F98BB0E4F670}"/>
                </a:ext>
              </a:extLst>
            </p:cNvPr>
            <p:cNvSpPr>
              <a:spLocks noChangeShapeType="1"/>
            </p:cNvSpPr>
            <p:nvPr/>
          </p:nvSpPr>
          <p:spPr bwMode="auto">
            <a:xfrm flipH="1">
              <a:off x="3989388" y="2986088"/>
              <a:ext cx="2381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34" name="Line 72">
              <a:extLst>
                <a:ext uri="{FF2B5EF4-FFF2-40B4-BE49-F238E27FC236}">
                  <a16:creationId xmlns:a16="http://schemas.microsoft.com/office/drawing/2014/main" id="{11E30EA1-6CE3-CC15-9AF1-EC1E7F977052}"/>
                </a:ext>
              </a:extLst>
            </p:cNvPr>
            <p:cNvSpPr>
              <a:spLocks noChangeShapeType="1"/>
            </p:cNvSpPr>
            <p:nvPr/>
          </p:nvSpPr>
          <p:spPr bwMode="auto">
            <a:xfrm flipH="1">
              <a:off x="3778250" y="3522663"/>
              <a:ext cx="4349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35" name="Line 73">
              <a:extLst>
                <a:ext uri="{FF2B5EF4-FFF2-40B4-BE49-F238E27FC236}">
                  <a16:creationId xmlns:a16="http://schemas.microsoft.com/office/drawing/2014/main" id="{81A3D549-9D31-6D96-055D-0D9E075AE008}"/>
                </a:ext>
              </a:extLst>
            </p:cNvPr>
            <p:cNvSpPr>
              <a:spLocks noChangeShapeType="1"/>
            </p:cNvSpPr>
            <p:nvPr/>
          </p:nvSpPr>
          <p:spPr bwMode="auto">
            <a:xfrm>
              <a:off x="4878388" y="2944813"/>
              <a:ext cx="2238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36" name="Oval 74">
              <a:extLst>
                <a:ext uri="{FF2B5EF4-FFF2-40B4-BE49-F238E27FC236}">
                  <a16:creationId xmlns:a16="http://schemas.microsoft.com/office/drawing/2014/main" id="{6368AEA9-EE64-F99D-C73D-86F9EFFE6885}"/>
                </a:ext>
              </a:extLst>
            </p:cNvPr>
            <p:cNvSpPr>
              <a:spLocks noChangeArrowheads="1"/>
            </p:cNvSpPr>
            <p:nvPr/>
          </p:nvSpPr>
          <p:spPr bwMode="auto">
            <a:xfrm>
              <a:off x="4872038" y="3417888"/>
              <a:ext cx="112712" cy="117475"/>
            </a:xfrm>
            <a:prstGeom prst="ellipse">
              <a:avLst/>
            </a:prstGeom>
            <a:solidFill>
              <a:srgbClr val="FFFFFF"/>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68637" name="Freeform 75">
              <a:extLst>
                <a:ext uri="{FF2B5EF4-FFF2-40B4-BE49-F238E27FC236}">
                  <a16:creationId xmlns:a16="http://schemas.microsoft.com/office/drawing/2014/main" id="{B1DBED1E-21E3-EADC-6A96-84FA8CEC26AC}"/>
                </a:ext>
              </a:extLst>
            </p:cNvPr>
            <p:cNvSpPr>
              <a:spLocks/>
            </p:cNvSpPr>
            <p:nvPr/>
          </p:nvSpPr>
          <p:spPr bwMode="auto">
            <a:xfrm>
              <a:off x="4235450" y="3394075"/>
              <a:ext cx="122238" cy="131763"/>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8638" name="Text Box 76">
              <a:extLst>
                <a:ext uri="{FF2B5EF4-FFF2-40B4-BE49-F238E27FC236}">
                  <a16:creationId xmlns:a16="http://schemas.microsoft.com/office/drawing/2014/main" id="{19A6E6D8-E943-0B18-EB46-3675072B25C2}"/>
                </a:ext>
              </a:extLst>
            </p:cNvPr>
            <p:cNvSpPr txBox="1">
              <a:spLocks noChangeArrowheads="1"/>
            </p:cNvSpPr>
            <p:nvPr/>
          </p:nvSpPr>
          <p:spPr bwMode="auto">
            <a:xfrm>
              <a:off x="4227513" y="2806700"/>
              <a:ext cx="6413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600" u="none"/>
                <a:t>D</a:t>
              </a:r>
              <a:endParaRPr lang="ru-RU" altLang="en-US" sz="1600"/>
            </a:p>
          </p:txBody>
        </p:sp>
        <p:sp>
          <p:nvSpPr>
            <p:cNvPr id="68639" name="Line 77">
              <a:extLst>
                <a:ext uri="{FF2B5EF4-FFF2-40B4-BE49-F238E27FC236}">
                  <a16:creationId xmlns:a16="http://schemas.microsoft.com/office/drawing/2014/main" id="{8C16DB45-A97F-E5C4-D5D2-3C9B6B4E5E06}"/>
                </a:ext>
              </a:extLst>
            </p:cNvPr>
            <p:cNvSpPr>
              <a:spLocks noChangeShapeType="1"/>
            </p:cNvSpPr>
            <p:nvPr/>
          </p:nvSpPr>
          <p:spPr bwMode="auto">
            <a:xfrm>
              <a:off x="3149600" y="4052888"/>
              <a:ext cx="42814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40" name="Line 78">
              <a:extLst>
                <a:ext uri="{FF2B5EF4-FFF2-40B4-BE49-F238E27FC236}">
                  <a16:creationId xmlns:a16="http://schemas.microsoft.com/office/drawing/2014/main" id="{C30302C1-B2EC-31E8-B1F9-9C363CB4421B}"/>
                </a:ext>
              </a:extLst>
            </p:cNvPr>
            <p:cNvSpPr>
              <a:spLocks noChangeShapeType="1"/>
            </p:cNvSpPr>
            <p:nvPr/>
          </p:nvSpPr>
          <p:spPr bwMode="auto">
            <a:xfrm flipV="1">
              <a:off x="5097463" y="2439988"/>
              <a:ext cx="0" cy="4968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41" name="Line 79">
              <a:extLst>
                <a:ext uri="{FF2B5EF4-FFF2-40B4-BE49-F238E27FC236}">
                  <a16:creationId xmlns:a16="http://schemas.microsoft.com/office/drawing/2014/main" id="{03DF1569-80BE-7F0A-0A41-DF2426D1A9BC}"/>
                </a:ext>
              </a:extLst>
            </p:cNvPr>
            <p:cNvSpPr>
              <a:spLocks noChangeShapeType="1"/>
            </p:cNvSpPr>
            <p:nvPr/>
          </p:nvSpPr>
          <p:spPr bwMode="auto">
            <a:xfrm>
              <a:off x="3048000" y="4217988"/>
              <a:ext cx="26892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42" name="Line 80">
              <a:extLst>
                <a:ext uri="{FF2B5EF4-FFF2-40B4-BE49-F238E27FC236}">
                  <a16:creationId xmlns:a16="http://schemas.microsoft.com/office/drawing/2014/main" id="{665314E3-5D8B-5EBE-F73F-013D9030414A}"/>
                </a:ext>
              </a:extLst>
            </p:cNvPr>
            <p:cNvSpPr>
              <a:spLocks noChangeShapeType="1"/>
            </p:cNvSpPr>
            <p:nvPr/>
          </p:nvSpPr>
          <p:spPr bwMode="auto">
            <a:xfrm>
              <a:off x="3768725" y="3524250"/>
              <a:ext cx="0" cy="676275"/>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8643" name="Line 82">
              <a:extLst>
                <a:ext uri="{FF2B5EF4-FFF2-40B4-BE49-F238E27FC236}">
                  <a16:creationId xmlns:a16="http://schemas.microsoft.com/office/drawing/2014/main" id="{B2CFF447-B689-157A-EF4F-EDC45D22E3C1}"/>
                </a:ext>
              </a:extLst>
            </p:cNvPr>
            <p:cNvSpPr>
              <a:spLocks noChangeShapeType="1"/>
            </p:cNvSpPr>
            <p:nvPr/>
          </p:nvSpPr>
          <p:spPr bwMode="auto">
            <a:xfrm flipV="1">
              <a:off x="3149600" y="2438400"/>
              <a:ext cx="1954213" cy="15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44" name="Line 84">
              <a:extLst>
                <a:ext uri="{FF2B5EF4-FFF2-40B4-BE49-F238E27FC236}">
                  <a16:creationId xmlns:a16="http://schemas.microsoft.com/office/drawing/2014/main" id="{D21A54E6-B5F2-9CC7-65B4-3A56A64E21AD}"/>
                </a:ext>
              </a:extLst>
            </p:cNvPr>
            <p:cNvSpPr>
              <a:spLocks noChangeShapeType="1"/>
            </p:cNvSpPr>
            <p:nvPr/>
          </p:nvSpPr>
          <p:spPr bwMode="auto">
            <a:xfrm>
              <a:off x="7229475" y="3424238"/>
              <a:ext cx="0" cy="4635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45" name="Text Box 87">
              <a:extLst>
                <a:ext uri="{FF2B5EF4-FFF2-40B4-BE49-F238E27FC236}">
                  <a16:creationId xmlns:a16="http://schemas.microsoft.com/office/drawing/2014/main" id="{0EC18E02-B8C0-E840-60C5-7DC900783B8B}"/>
                </a:ext>
              </a:extLst>
            </p:cNvPr>
            <p:cNvSpPr txBox="1">
              <a:spLocks noChangeArrowheads="1"/>
            </p:cNvSpPr>
            <p:nvPr/>
          </p:nvSpPr>
          <p:spPr bwMode="auto">
            <a:xfrm>
              <a:off x="6665913" y="2603500"/>
              <a:ext cx="6286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  q2</a:t>
              </a:r>
              <a:endParaRPr lang="ru-RU" altLang="en-US" sz="1600"/>
            </a:p>
          </p:txBody>
        </p:sp>
        <p:sp>
          <p:nvSpPr>
            <p:cNvPr id="68646" name="Text Box 88">
              <a:extLst>
                <a:ext uri="{FF2B5EF4-FFF2-40B4-BE49-F238E27FC236}">
                  <a16:creationId xmlns:a16="http://schemas.microsoft.com/office/drawing/2014/main" id="{68F849CE-C2E3-E870-8A72-8CB0DDB8465D}"/>
                </a:ext>
              </a:extLst>
            </p:cNvPr>
            <p:cNvSpPr txBox="1">
              <a:spLocks noChangeArrowheads="1"/>
            </p:cNvSpPr>
            <p:nvPr/>
          </p:nvSpPr>
          <p:spPr bwMode="auto">
            <a:xfrm>
              <a:off x="4948238" y="2679700"/>
              <a:ext cx="6302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  q1</a:t>
              </a:r>
              <a:endParaRPr lang="ru-RU" altLang="en-US" sz="1600"/>
            </a:p>
          </p:txBody>
        </p:sp>
        <p:sp>
          <p:nvSpPr>
            <p:cNvPr id="68647" name="Line 89">
              <a:extLst>
                <a:ext uri="{FF2B5EF4-FFF2-40B4-BE49-F238E27FC236}">
                  <a16:creationId xmlns:a16="http://schemas.microsoft.com/office/drawing/2014/main" id="{B913A076-555D-A111-0F61-67C1BD17197C}"/>
                </a:ext>
              </a:extLst>
            </p:cNvPr>
            <p:cNvSpPr>
              <a:spLocks noChangeShapeType="1"/>
            </p:cNvSpPr>
            <p:nvPr/>
          </p:nvSpPr>
          <p:spPr bwMode="auto">
            <a:xfrm>
              <a:off x="3152775" y="3086100"/>
              <a:ext cx="0" cy="9667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48" name="Line 90">
              <a:extLst>
                <a:ext uri="{FF2B5EF4-FFF2-40B4-BE49-F238E27FC236}">
                  <a16:creationId xmlns:a16="http://schemas.microsoft.com/office/drawing/2014/main" id="{56F454E1-F941-8479-A1FE-46BB6B4EE9BD}"/>
                </a:ext>
              </a:extLst>
            </p:cNvPr>
            <p:cNvSpPr>
              <a:spLocks noChangeShapeType="1"/>
            </p:cNvSpPr>
            <p:nvPr/>
          </p:nvSpPr>
          <p:spPr bwMode="auto">
            <a:xfrm>
              <a:off x="3152775" y="2449513"/>
              <a:ext cx="0" cy="4143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5195" name="Rectangle 91">
              <a:extLst>
                <a:ext uri="{FF2B5EF4-FFF2-40B4-BE49-F238E27FC236}">
                  <a16:creationId xmlns:a16="http://schemas.microsoft.com/office/drawing/2014/main" id="{0FB5AE15-4E27-4B91-8960-E5FF5206C107}"/>
                </a:ext>
              </a:extLst>
            </p:cNvPr>
            <p:cNvSpPr>
              <a:spLocks noChangeArrowheads="1"/>
            </p:cNvSpPr>
            <p:nvPr/>
          </p:nvSpPr>
          <p:spPr bwMode="auto">
            <a:xfrm>
              <a:off x="6194425" y="2652713"/>
              <a:ext cx="649288" cy="1033462"/>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r>
                <a:rPr lang="ru-RU" sz="1600">
                  <a:latin typeface="Arial" charset="0"/>
                  <a:cs typeface="Arial" charset="0"/>
                </a:rPr>
                <a:t>      </a:t>
              </a:r>
            </a:p>
            <a:p>
              <a:pPr eaLnBrk="1" hangingPunct="1">
                <a:defRPr/>
              </a:pPr>
              <a:endParaRPr lang="ru-RU" sz="1600">
                <a:latin typeface="Arial" charset="0"/>
                <a:cs typeface="Arial" charset="0"/>
              </a:endParaRPr>
            </a:p>
            <a:p>
              <a:pPr eaLnBrk="1" hangingPunct="1">
                <a:defRPr/>
              </a:pPr>
              <a:endParaRPr lang="ru-RU" sz="1600">
                <a:latin typeface="Arial" charset="0"/>
                <a:cs typeface="Arial" charset="0"/>
              </a:endParaRPr>
            </a:p>
            <a:p>
              <a:pPr eaLnBrk="1" hangingPunct="1">
                <a:defRPr/>
              </a:pPr>
              <a:r>
                <a:rPr lang="ru-RU" sz="1600">
                  <a:latin typeface="Arial" charset="0"/>
                  <a:cs typeface="Arial" charset="0"/>
                </a:rPr>
                <a:t> C</a:t>
              </a:r>
            </a:p>
            <a:p>
              <a:pPr eaLnBrk="1" hangingPunct="1">
                <a:defRPr/>
              </a:pPr>
              <a:endParaRPr lang="ru-RU" sz="1600">
                <a:latin typeface="Arial" charset="0"/>
                <a:cs typeface="Arial" charset="0"/>
              </a:endParaRPr>
            </a:p>
            <a:p>
              <a:pPr eaLnBrk="1" hangingPunct="1">
                <a:defRPr/>
              </a:pPr>
              <a:r>
                <a:rPr lang="ru-RU" sz="1600">
                  <a:latin typeface="Arial" charset="0"/>
                  <a:cs typeface="Arial" charset="0"/>
                </a:rPr>
                <a:t> </a:t>
              </a:r>
            </a:p>
            <a:p>
              <a:pPr eaLnBrk="1" hangingPunct="1">
                <a:defRPr/>
              </a:pPr>
              <a:endParaRPr lang="ru-RU" sz="1600">
                <a:latin typeface="Arial" charset="0"/>
                <a:cs typeface="Arial" charset="0"/>
              </a:endParaRPr>
            </a:p>
          </p:txBody>
        </p:sp>
        <p:sp>
          <p:nvSpPr>
            <p:cNvPr id="68650" name="Line 92">
              <a:extLst>
                <a:ext uri="{FF2B5EF4-FFF2-40B4-BE49-F238E27FC236}">
                  <a16:creationId xmlns:a16="http://schemas.microsoft.com/office/drawing/2014/main" id="{B22428B0-9BE3-4F01-9162-F404F0BFEA71}"/>
                </a:ext>
              </a:extLst>
            </p:cNvPr>
            <p:cNvSpPr>
              <a:spLocks noChangeShapeType="1"/>
            </p:cNvSpPr>
            <p:nvPr/>
          </p:nvSpPr>
          <p:spPr bwMode="auto">
            <a:xfrm flipH="1">
              <a:off x="5956300" y="2954338"/>
              <a:ext cx="2381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51" name="Line 93">
              <a:extLst>
                <a:ext uri="{FF2B5EF4-FFF2-40B4-BE49-F238E27FC236}">
                  <a16:creationId xmlns:a16="http://schemas.microsoft.com/office/drawing/2014/main" id="{C0D436D6-30E8-9DD6-B2CD-1CCA28C1A4D6}"/>
                </a:ext>
              </a:extLst>
            </p:cNvPr>
            <p:cNvSpPr>
              <a:spLocks noChangeShapeType="1"/>
            </p:cNvSpPr>
            <p:nvPr/>
          </p:nvSpPr>
          <p:spPr bwMode="auto">
            <a:xfrm flipH="1">
              <a:off x="5743575" y="3424238"/>
              <a:ext cx="4365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52" name="Line 94">
              <a:extLst>
                <a:ext uri="{FF2B5EF4-FFF2-40B4-BE49-F238E27FC236}">
                  <a16:creationId xmlns:a16="http://schemas.microsoft.com/office/drawing/2014/main" id="{02AF6C69-91B4-3372-B7BE-3581F020A023}"/>
                </a:ext>
              </a:extLst>
            </p:cNvPr>
            <p:cNvSpPr>
              <a:spLocks noChangeShapeType="1"/>
            </p:cNvSpPr>
            <p:nvPr/>
          </p:nvSpPr>
          <p:spPr bwMode="auto">
            <a:xfrm>
              <a:off x="6845300" y="2951163"/>
              <a:ext cx="5699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53" name="Oval 95">
              <a:extLst>
                <a:ext uri="{FF2B5EF4-FFF2-40B4-BE49-F238E27FC236}">
                  <a16:creationId xmlns:a16="http://schemas.microsoft.com/office/drawing/2014/main" id="{4F4AE702-EDCA-E93E-2DE1-A74DCE5CCE79}"/>
                </a:ext>
              </a:extLst>
            </p:cNvPr>
            <p:cNvSpPr>
              <a:spLocks noChangeArrowheads="1"/>
            </p:cNvSpPr>
            <p:nvPr/>
          </p:nvSpPr>
          <p:spPr bwMode="auto">
            <a:xfrm>
              <a:off x="6837363" y="3387725"/>
              <a:ext cx="114300" cy="117475"/>
            </a:xfrm>
            <a:prstGeom prst="ellipse">
              <a:avLst/>
            </a:prstGeom>
            <a:solidFill>
              <a:srgbClr val="FFFFFF"/>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68654" name="Freeform 96">
              <a:extLst>
                <a:ext uri="{FF2B5EF4-FFF2-40B4-BE49-F238E27FC236}">
                  <a16:creationId xmlns:a16="http://schemas.microsoft.com/office/drawing/2014/main" id="{5687169B-6F5E-1AE7-BFE2-9671331D2646}"/>
                </a:ext>
              </a:extLst>
            </p:cNvPr>
            <p:cNvSpPr>
              <a:spLocks/>
            </p:cNvSpPr>
            <p:nvPr/>
          </p:nvSpPr>
          <p:spPr bwMode="auto">
            <a:xfrm>
              <a:off x="6202363" y="3362325"/>
              <a:ext cx="122237" cy="131763"/>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8655" name="Text Box 97">
              <a:extLst>
                <a:ext uri="{FF2B5EF4-FFF2-40B4-BE49-F238E27FC236}">
                  <a16:creationId xmlns:a16="http://schemas.microsoft.com/office/drawing/2014/main" id="{E063313E-B172-AE69-BCDD-AFA4D8C56158}"/>
                </a:ext>
              </a:extLst>
            </p:cNvPr>
            <p:cNvSpPr txBox="1">
              <a:spLocks noChangeArrowheads="1"/>
            </p:cNvSpPr>
            <p:nvPr/>
          </p:nvSpPr>
          <p:spPr bwMode="auto">
            <a:xfrm>
              <a:off x="6194425" y="2774950"/>
              <a:ext cx="63976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600" u="none"/>
                <a:t>D</a:t>
              </a:r>
              <a:endParaRPr lang="ru-RU" altLang="en-US" sz="1600"/>
            </a:p>
          </p:txBody>
        </p:sp>
        <p:sp>
          <p:nvSpPr>
            <p:cNvPr id="68656" name="Line 98">
              <a:extLst>
                <a:ext uri="{FF2B5EF4-FFF2-40B4-BE49-F238E27FC236}">
                  <a16:creationId xmlns:a16="http://schemas.microsoft.com/office/drawing/2014/main" id="{2A40EAD4-5B5A-9F68-1A9E-51D6A59368C2}"/>
                </a:ext>
              </a:extLst>
            </p:cNvPr>
            <p:cNvSpPr>
              <a:spLocks noChangeShapeType="1"/>
            </p:cNvSpPr>
            <p:nvPr/>
          </p:nvSpPr>
          <p:spPr bwMode="auto">
            <a:xfrm flipH="1">
              <a:off x="6950075" y="3438525"/>
              <a:ext cx="287338" cy="0"/>
            </a:xfrm>
            <a:prstGeom prst="line">
              <a:avLst/>
            </a:prstGeom>
            <a:noFill/>
            <a:ln w="25400">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68657" name="Line 99">
              <a:extLst>
                <a:ext uri="{FF2B5EF4-FFF2-40B4-BE49-F238E27FC236}">
                  <a16:creationId xmlns:a16="http://schemas.microsoft.com/office/drawing/2014/main" id="{5D9A19C3-6754-3CCB-E267-38B6FE5734E8}"/>
                </a:ext>
              </a:extLst>
            </p:cNvPr>
            <p:cNvSpPr>
              <a:spLocks noChangeShapeType="1"/>
            </p:cNvSpPr>
            <p:nvPr/>
          </p:nvSpPr>
          <p:spPr bwMode="auto">
            <a:xfrm>
              <a:off x="5945188" y="2952750"/>
              <a:ext cx="0" cy="9334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58" name="Line 100">
              <a:extLst>
                <a:ext uri="{FF2B5EF4-FFF2-40B4-BE49-F238E27FC236}">
                  <a16:creationId xmlns:a16="http://schemas.microsoft.com/office/drawing/2014/main" id="{9D671759-DF51-4311-F833-34AF87E1BDA1}"/>
                </a:ext>
              </a:extLst>
            </p:cNvPr>
            <p:cNvSpPr>
              <a:spLocks noChangeShapeType="1"/>
            </p:cNvSpPr>
            <p:nvPr/>
          </p:nvSpPr>
          <p:spPr bwMode="auto">
            <a:xfrm>
              <a:off x="5945188" y="3887788"/>
              <a:ext cx="12874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59" name="Line 101">
              <a:extLst>
                <a:ext uri="{FF2B5EF4-FFF2-40B4-BE49-F238E27FC236}">
                  <a16:creationId xmlns:a16="http://schemas.microsoft.com/office/drawing/2014/main" id="{CE90BDA0-AA2F-5EFE-1C12-089A647E0564}"/>
                </a:ext>
              </a:extLst>
            </p:cNvPr>
            <p:cNvSpPr>
              <a:spLocks noChangeShapeType="1"/>
            </p:cNvSpPr>
            <p:nvPr/>
          </p:nvSpPr>
          <p:spPr bwMode="auto">
            <a:xfrm>
              <a:off x="5735638" y="3427413"/>
              <a:ext cx="0" cy="773112"/>
            </a:xfrm>
            <a:prstGeom prst="line">
              <a:avLst/>
            </a:prstGeom>
            <a:noFill/>
            <a:ln w="25400">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grpSp>
          <p:nvGrpSpPr>
            <p:cNvPr id="68660" name="Group 102">
              <a:extLst>
                <a:ext uri="{FF2B5EF4-FFF2-40B4-BE49-F238E27FC236}">
                  <a16:creationId xmlns:a16="http://schemas.microsoft.com/office/drawing/2014/main" id="{ED695C46-9B29-FB78-4689-1233B111DBA9}"/>
                </a:ext>
              </a:extLst>
            </p:cNvPr>
            <p:cNvGrpSpPr>
              <a:grpSpLocks/>
            </p:cNvGrpSpPr>
            <p:nvPr/>
          </p:nvGrpSpPr>
          <p:grpSpPr bwMode="auto">
            <a:xfrm>
              <a:off x="3389313" y="2733675"/>
              <a:ext cx="471487" cy="447675"/>
              <a:chOff x="10260" y="7044"/>
              <a:chExt cx="630" cy="601"/>
            </a:xfrm>
          </p:grpSpPr>
          <p:sp>
            <p:nvSpPr>
              <p:cNvPr id="68667" name="AutoShape 103">
                <a:extLst>
                  <a:ext uri="{FF2B5EF4-FFF2-40B4-BE49-F238E27FC236}">
                    <a16:creationId xmlns:a16="http://schemas.microsoft.com/office/drawing/2014/main" id="{6B3D40EF-F207-966B-D4C8-7D5469F2232C}"/>
                  </a:ext>
                </a:extLst>
              </p:cNvPr>
              <p:cNvSpPr>
                <a:spLocks noChangeArrowheads="1"/>
              </p:cNvSpPr>
              <p:nvPr/>
            </p:nvSpPr>
            <p:spPr bwMode="auto">
              <a:xfrm flipH="1">
                <a:off x="10260" y="7044"/>
                <a:ext cx="540" cy="601"/>
              </a:xfrm>
              <a:prstGeom prst="moon">
                <a:avLst>
                  <a:gd name="adj" fmla="val 84819"/>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75208" name="AutoShape 104">
                <a:extLst>
                  <a:ext uri="{FF2B5EF4-FFF2-40B4-BE49-F238E27FC236}">
                    <a16:creationId xmlns:a16="http://schemas.microsoft.com/office/drawing/2014/main" id="{7798020B-C7E0-46BB-8086-E17380EAAE2D}"/>
                  </a:ext>
                </a:extLst>
              </p:cNvPr>
              <p:cNvSpPr>
                <a:spLocks noChangeArrowheads="1"/>
              </p:cNvSpPr>
              <p:nvPr/>
            </p:nvSpPr>
            <p:spPr bwMode="auto">
              <a:xfrm flipH="1">
                <a:off x="10349" y="7044"/>
                <a:ext cx="541" cy="601"/>
              </a:xfrm>
              <a:prstGeom prst="moon">
                <a:avLst>
                  <a:gd name="adj" fmla="val 84819"/>
                </a:avLst>
              </a:prstGeom>
              <a:solidFill>
                <a:schemeClr val="accent1">
                  <a:lumMod val="60000"/>
                  <a:lumOff val="40000"/>
                </a:schemeClr>
              </a:solidFill>
              <a:ln w="25400">
                <a:solidFill>
                  <a:srgbClr val="000000"/>
                </a:solidFill>
                <a:miter lim="800000"/>
                <a:headEnd/>
                <a:tailEnd/>
              </a:ln>
              <a:effectLst/>
            </p:spPr>
            <p:txBody>
              <a:bodyPr anchor="ctr"/>
              <a:lstStyle/>
              <a:p>
                <a:pPr eaLnBrk="1" hangingPunct="1">
                  <a:defRPr/>
                </a:pPr>
                <a:endParaRPr lang="en-GB">
                  <a:latin typeface="Arial" charset="0"/>
                  <a:cs typeface="Arial" charset="0"/>
                </a:endParaRPr>
              </a:p>
            </p:txBody>
          </p:sp>
        </p:grpSp>
        <p:sp>
          <p:nvSpPr>
            <p:cNvPr id="68661" name="Oval 105">
              <a:extLst>
                <a:ext uri="{FF2B5EF4-FFF2-40B4-BE49-F238E27FC236}">
                  <a16:creationId xmlns:a16="http://schemas.microsoft.com/office/drawing/2014/main" id="{084A7E29-FEC2-7254-AAC1-0B29BFD83D8A}"/>
                </a:ext>
              </a:extLst>
            </p:cNvPr>
            <p:cNvSpPr>
              <a:spLocks noChangeArrowheads="1"/>
            </p:cNvSpPr>
            <p:nvPr/>
          </p:nvSpPr>
          <p:spPr bwMode="auto">
            <a:xfrm>
              <a:off x="3860800" y="2909888"/>
              <a:ext cx="112713" cy="117475"/>
            </a:xfrm>
            <a:prstGeom prst="ellipse">
              <a:avLst/>
            </a:prstGeom>
            <a:solidFill>
              <a:srgbClr val="FFFFFF"/>
            </a:solidFill>
            <a:ln w="2540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68662" name="Line 106">
              <a:extLst>
                <a:ext uri="{FF2B5EF4-FFF2-40B4-BE49-F238E27FC236}">
                  <a16:creationId xmlns:a16="http://schemas.microsoft.com/office/drawing/2014/main" id="{ADE791B6-3B22-D5FB-039C-935EDF2D7A2A}"/>
                </a:ext>
              </a:extLst>
            </p:cNvPr>
            <p:cNvSpPr>
              <a:spLocks noChangeShapeType="1"/>
            </p:cNvSpPr>
            <p:nvPr/>
          </p:nvSpPr>
          <p:spPr bwMode="auto">
            <a:xfrm flipV="1">
              <a:off x="7426325" y="2936875"/>
              <a:ext cx="0" cy="11382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a:tailEnd/>
                </a14:hiddenLine>
              </a:ext>
            </a:extLst>
          </p:spPr>
          <p:txBody>
            <a:bodyPr/>
            <a:lstStyle/>
            <a:p>
              <a:endParaRPr lang="en-US"/>
            </a:p>
          </p:txBody>
        </p:sp>
        <p:sp>
          <p:nvSpPr>
            <p:cNvPr id="68663" name="Line 107">
              <a:extLst>
                <a:ext uri="{FF2B5EF4-FFF2-40B4-BE49-F238E27FC236}">
                  <a16:creationId xmlns:a16="http://schemas.microsoft.com/office/drawing/2014/main" id="{89BAF1BB-6653-D2FA-ADCD-31E488D69522}"/>
                </a:ext>
              </a:extLst>
            </p:cNvPr>
            <p:cNvSpPr>
              <a:spLocks noChangeShapeType="1"/>
            </p:cNvSpPr>
            <p:nvPr/>
          </p:nvSpPr>
          <p:spPr bwMode="auto">
            <a:xfrm>
              <a:off x="7426325" y="2951163"/>
              <a:ext cx="0" cy="109061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64" name="Line 108">
              <a:extLst>
                <a:ext uri="{FF2B5EF4-FFF2-40B4-BE49-F238E27FC236}">
                  <a16:creationId xmlns:a16="http://schemas.microsoft.com/office/drawing/2014/main" id="{93F89525-4ACE-98A7-CF87-FCB3F95B47ED}"/>
                </a:ext>
              </a:extLst>
            </p:cNvPr>
            <p:cNvSpPr>
              <a:spLocks noChangeShapeType="1"/>
            </p:cNvSpPr>
            <p:nvPr/>
          </p:nvSpPr>
          <p:spPr bwMode="auto">
            <a:xfrm flipH="1">
              <a:off x="3165475" y="3073400"/>
              <a:ext cx="2428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65" name="Line 109">
              <a:extLst>
                <a:ext uri="{FF2B5EF4-FFF2-40B4-BE49-F238E27FC236}">
                  <a16:creationId xmlns:a16="http://schemas.microsoft.com/office/drawing/2014/main" id="{BB4302BD-D68E-51F7-47D8-0C9091933F7F}"/>
                </a:ext>
              </a:extLst>
            </p:cNvPr>
            <p:cNvSpPr>
              <a:spLocks noChangeShapeType="1"/>
            </p:cNvSpPr>
            <p:nvPr/>
          </p:nvSpPr>
          <p:spPr bwMode="auto">
            <a:xfrm flipH="1">
              <a:off x="3152775" y="2855913"/>
              <a:ext cx="2873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66" name="Text Box 110">
              <a:extLst>
                <a:ext uri="{FF2B5EF4-FFF2-40B4-BE49-F238E27FC236}">
                  <a16:creationId xmlns:a16="http://schemas.microsoft.com/office/drawing/2014/main" id="{579E9464-66B8-773F-8750-B21DEBB52A82}"/>
                </a:ext>
              </a:extLst>
            </p:cNvPr>
            <p:cNvSpPr txBox="1">
              <a:spLocks noChangeArrowheads="1"/>
            </p:cNvSpPr>
            <p:nvPr/>
          </p:nvSpPr>
          <p:spPr bwMode="auto">
            <a:xfrm>
              <a:off x="2743200" y="4191000"/>
              <a:ext cx="6286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  Clk</a:t>
              </a:r>
              <a:endParaRPr lang="ru-RU" altLang="en-US" sz="1600"/>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4">
            <a:extLst>
              <a:ext uri="{FF2B5EF4-FFF2-40B4-BE49-F238E27FC236}">
                <a16:creationId xmlns:a16="http://schemas.microsoft.com/office/drawing/2014/main" id="{B7E93F9A-A6CF-4303-96C4-62FCDA7AA336}"/>
              </a:ext>
            </a:extLst>
          </p:cNvPr>
          <p:cNvSpPr>
            <a:spLocks noGrp="1" noChangeArrowheads="1"/>
          </p:cNvSpPr>
          <p:nvPr>
            <p:ph type="title"/>
          </p:nvPr>
        </p:nvSpPr>
        <p:spPr>
          <a:xfrm>
            <a:off x="0" y="183401"/>
            <a:ext cx="11612880" cy="704088"/>
          </a:xfrm>
        </p:spPr>
        <p:txBody>
          <a:bodyPr>
            <a:normAutofit/>
          </a:bodyPr>
          <a:lstStyle/>
          <a:p>
            <a:r>
              <a:rPr lang="en-US" dirty="0"/>
              <a:t>Two-bit Down Counter Implementation</a:t>
            </a:r>
            <a:endParaRPr lang="ru-RU" dirty="0"/>
          </a:p>
        </p:txBody>
      </p:sp>
      <p:graphicFrame>
        <p:nvGraphicFramePr>
          <p:cNvPr id="172193" name="Group 161">
            <a:extLst>
              <a:ext uri="{FF2B5EF4-FFF2-40B4-BE49-F238E27FC236}">
                <a16:creationId xmlns:a16="http://schemas.microsoft.com/office/drawing/2014/main" id="{DC7CD4B6-B72C-413B-8AB1-A432A90F4DEB}"/>
              </a:ext>
            </a:extLst>
          </p:cNvPr>
          <p:cNvGraphicFramePr>
            <a:graphicFrameLocks noGrp="1"/>
          </p:cNvGraphicFramePr>
          <p:nvPr/>
        </p:nvGraphicFramePr>
        <p:xfrm>
          <a:off x="1928814" y="1731963"/>
          <a:ext cx="1957387" cy="1981200"/>
        </p:xfrm>
        <a:graphic>
          <a:graphicData uri="http://schemas.openxmlformats.org/drawingml/2006/table">
            <a:tbl>
              <a:tblPr/>
              <a:tblGrid>
                <a:gridCol w="1524000">
                  <a:extLst>
                    <a:ext uri="{9D8B030D-6E8A-4147-A177-3AD203B41FA5}">
                      <a16:colId xmlns:a16="http://schemas.microsoft.com/office/drawing/2014/main" val="20000"/>
                    </a:ext>
                  </a:extLst>
                </a:gridCol>
                <a:gridCol w="433387">
                  <a:extLst>
                    <a:ext uri="{9D8B030D-6E8A-4147-A177-3AD203B41FA5}">
                      <a16:colId xmlns:a16="http://schemas.microsoft.com/office/drawing/2014/main" val="20001"/>
                    </a:ext>
                  </a:extLst>
                </a:gridCol>
              </a:tblGrid>
              <a:tr h="346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F4F3F2F1</a:t>
                      </a:r>
                      <a:endParaRPr kumimoji="0" lang="ru-RU" sz="2000" b="0" i="0" u="none" strike="noStrike" cap="none" normalizeH="0" baseline="0" dirty="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F</a:t>
                      </a:r>
                      <a:endParaRPr kumimoji="0" lang="ru-RU"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44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x  x   0   0</a:t>
                      </a:r>
                      <a:endParaRPr kumimoji="0" lang="ru-RU"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endParaRPr kumimoji="0" lang="ru-RU"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6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x  x   0   1</a:t>
                      </a:r>
                      <a:endParaRPr kumimoji="0" lang="ru-RU"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a:t>
                      </a:r>
                      <a:endParaRPr kumimoji="0" lang="ru-RU"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6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x  x   1   0</a:t>
                      </a:r>
                      <a:endParaRPr kumimoji="0" lang="ru-RU"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a:t>
                      </a:r>
                      <a:endParaRPr kumimoji="0" lang="ru-RU"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607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x  x   1   1</a:t>
                      </a:r>
                      <a:endParaRPr kumimoji="0" lang="ru-RU"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endParaRPr kumimoji="0" lang="ru-RU"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72194" name="Group 162">
            <a:extLst>
              <a:ext uri="{FF2B5EF4-FFF2-40B4-BE49-F238E27FC236}">
                <a16:creationId xmlns:a16="http://schemas.microsoft.com/office/drawing/2014/main" id="{37A08C10-A742-4084-B9BF-4970EF3E141A}"/>
              </a:ext>
            </a:extLst>
          </p:cNvPr>
          <p:cNvGraphicFramePr>
            <a:graphicFrameLocks noGrp="1"/>
          </p:cNvGraphicFramePr>
          <p:nvPr/>
        </p:nvGraphicFramePr>
        <p:xfrm>
          <a:off x="1898650" y="4389439"/>
          <a:ext cx="2063750" cy="1189038"/>
        </p:xfrm>
        <a:graphic>
          <a:graphicData uri="http://schemas.openxmlformats.org/drawingml/2006/table">
            <a:tbl>
              <a:tblPr/>
              <a:tblGrid>
                <a:gridCol w="1630363">
                  <a:extLst>
                    <a:ext uri="{9D8B030D-6E8A-4147-A177-3AD203B41FA5}">
                      <a16:colId xmlns:a16="http://schemas.microsoft.com/office/drawing/2014/main" val="20000"/>
                    </a:ext>
                  </a:extLst>
                </a:gridCol>
                <a:gridCol w="433387">
                  <a:extLst>
                    <a:ext uri="{9D8B030D-6E8A-4147-A177-3AD203B41FA5}">
                      <a16:colId xmlns:a16="http://schemas.microsoft.com/office/drawing/2014/main" val="20001"/>
                    </a:ext>
                  </a:extLst>
                </a:gridCol>
              </a:tblGrid>
              <a:tr h="396346">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G4G3G2G1</a:t>
                      </a:r>
                      <a:endParaRPr kumimoji="0" lang="ru-RU" sz="2000" b="0" i="0" u="none" strike="noStrike" cap="none" normalizeH="0" baseline="0" dirty="0">
                        <a:ln>
                          <a:noFill/>
                        </a:ln>
                        <a:solidFill>
                          <a:schemeClr val="tx1"/>
                        </a:solidFill>
                        <a:effectLst/>
                        <a:latin typeface="Arial" charset="0"/>
                        <a:cs typeface="Arial" charset="0"/>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G </a:t>
                      </a:r>
                      <a:endParaRPr kumimoji="0" lang="ru-RU" sz="2000" b="0" i="0" u="none" strike="noStrike" cap="none" normalizeH="0" baseline="0">
                        <a:ln>
                          <a:noFill/>
                        </a:ln>
                        <a:solidFill>
                          <a:schemeClr val="tx1"/>
                        </a:solidFill>
                        <a:effectLst/>
                        <a:latin typeface="Arial" charset="0"/>
                        <a:cs typeface="Arial" charset="0"/>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x   </a:t>
                      </a:r>
                      <a:r>
                        <a:rPr kumimoji="0" lang="en-US" sz="2000" b="0" i="0" u="none" strike="noStrike" cap="none" normalizeH="0" baseline="0" dirty="0" err="1">
                          <a:ln>
                            <a:noFill/>
                          </a:ln>
                          <a:solidFill>
                            <a:schemeClr val="tx1"/>
                          </a:solidFill>
                          <a:effectLst/>
                          <a:latin typeface="Arial" charset="0"/>
                          <a:cs typeface="Arial" charset="0"/>
                        </a:rPr>
                        <a:t>x</a:t>
                      </a:r>
                      <a:r>
                        <a:rPr kumimoji="0" lang="en-US" sz="2000" b="0" i="0" u="none" strike="noStrike" cap="none" normalizeH="0" baseline="0" dirty="0">
                          <a:ln>
                            <a:noFill/>
                          </a:ln>
                          <a:solidFill>
                            <a:schemeClr val="tx1"/>
                          </a:solidFill>
                          <a:effectLst/>
                          <a:latin typeface="Arial" charset="0"/>
                          <a:cs typeface="Arial" charset="0"/>
                        </a:rPr>
                        <a:t>   </a:t>
                      </a:r>
                      <a:r>
                        <a:rPr kumimoji="0" lang="en-US" sz="2000" b="0" i="0" u="none" strike="noStrike" cap="none" normalizeH="0" baseline="0" dirty="0" err="1">
                          <a:ln>
                            <a:noFill/>
                          </a:ln>
                          <a:solidFill>
                            <a:schemeClr val="tx1"/>
                          </a:solidFill>
                          <a:effectLst/>
                          <a:latin typeface="Arial" charset="0"/>
                          <a:cs typeface="Arial" charset="0"/>
                        </a:rPr>
                        <a:t>x</a:t>
                      </a:r>
                      <a:r>
                        <a:rPr kumimoji="0" lang="en-US" sz="2000" b="0" i="0" u="none" strike="noStrike" cap="none" normalizeH="0" baseline="0" dirty="0">
                          <a:ln>
                            <a:noFill/>
                          </a:ln>
                          <a:solidFill>
                            <a:schemeClr val="tx1"/>
                          </a:solidFill>
                          <a:effectLst/>
                          <a:latin typeface="Arial" charset="0"/>
                          <a:cs typeface="Arial" charset="0"/>
                        </a:rPr>
                        <a:t>   0</a:t>
                      </a:r>
                      <a:endParaRPr kumimoji="0" lang="ru-RU" sz="2000" b="0" i="0" u="none" strike="noStrike" cap="none" normalizeH="0" baseline="0" dirty="0">
                        <a:ln>
                          <a:noFill/>
                        </a:ln>
                        <a:solidFill>
                          <a:schemeClr val="tx1"/>
                        </a:solidFill>
                        <a:effectLst/>
                        <a:latin typeface="Arial" charset="0"/>
                        <a:cs typeface="Arial" charset="0"/>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endParaRPr kumimoji="0" lang="ru-RU" sz="2000" b="0" i="0" u="none" strike="noStrike" cap="none" normalizeH="0" baseline="0">
                        <a:ln>
                          <a:noFill/>
                        </a:ln>
                        <a:solidFill>
                          <a:schemeClr val="tx1"/>
                        </a:solidFill>
                        <a:effectLst/>
                        <a:latin typeface="Arial" charset="0"/>
                        <a:cs typeface="Arial" charset="0"/>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46">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x   </a:t>
                      </a:r>
                      <a:r>
                        <a:rPr kumimoji="0" lang="en-US" sz="2000" b="0" i="0" u="none" strike="noStrike" cap="none" normalizeH="0" baseline="0" dirty="0" err="1">
                          <a:ln>
                            <a:noFill/>
                          </a:ln>
                          <a:solidFill>
                            <a:schemeClr val="tx1"/>
                          </a:solidFill>
                          <a:effectLst/>
                          <a:latin typeface="Arial" charset="0"/>
                          <a:cs typeface="Arial" charset="0"/>
                        </a:rPr>
                        <a:t>x</a:t>
                      </a:r>
                      <a:r>
                        <a:rPr kumimoji="0" lang="en-US" sz="2000" b="0" i="0" u="none" strike="noStrike" cap="none" normalizeH="0" baseline="0" dirty="0">
                          <a:ln>
                            <a:noFill/>
                          </a:ln>
                          <a:solidFill>
                            <a:schemeClr val="tx1"/>
                          </a:solidFill>
                          <a:effectLst/>
                          <a:latin typeface="Arial" charset="0"/>
                          <a:cs typeface="Arial" charset="0"/>
                        </a:rPr>
                        <a:t>   </a:t>
                      </a:r>
                      <a:r>
                        <a:rPr kumimoji="0" lang="en-US" sz="2000" b="0" i="0" u="none" strike="noStrike" cap="none" normalizeH="0" baseline="0" dirty="0" err="1">
                          <a:ln>
                            <a:noFill/>
                          </a:ln>
                          <a:solidFill>
                            <a:schemeClr val="tx1"/>
                          </a:solidFill>
                          <a:effectLst/>
                          <a:latin typeface="Arial" charset="0"/>
                          <a:cs typeface="Arial" charset="0"/>
                        </a:rPr>
                        <a:t>x</a:t>
                      </a:r>
                      <a:r>
                        <a:rPr kumimoji="0" lang="en-US" sz="2000" b="0" i="0" u="none" strike="noStrike" cap="none" normalizeH="0" baseline="0" dirty="0">
                          <a:ln>
                            <a:noFill/>
                          </a:ln>
                          <a:solidFill>
                            <a:schemeClr val="tx1"/>
                          </a:solidFill>
                          <a:effectLst/>
                          <a:latin typeface="Arial" charset="0"/>
                          <a:cs typeface="Arial" charset="0"/>
                        </a:rPr>
                        <a:t>   1</a:t>
                      </a:r>
                      <a:endParaRPr kumimoji="0" lang="ru-RU" sz="2000" b="0" i="0" u="none" strike="noStrike" cap="none" normalizeH="0" baseline="0" dirty="0">
                        <a:ln>
                          <a:noFill/>
                        </a:ln>
                        <a:solidFill>
                          <a:schemeClr val="tx1"/>
                        </a:solidFill>
                        <a:effectLst/>
                        <a:latin typeface="Arial" charset="0"/>
                        <a:cs typeface="Arial" charset="0"/>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a:t>
                      </a:r>
                      <a:endParaRPr kumimoji="0" lang="ru-RU" sz="2000" b="0" i="0" u="none" strike="noStrike" cap="none" normalizeH="0" baseline="0" dirty="0">
                        <a:ln>
                          <a:noFill/>
                        </a:ln>
                        <a:solidFill>
                          <a:schemeClr val="tx1"/>
                        </a:solidFill>
                        <a:effectLst/>
                        <a:latin typeface="Arial" charset="0"/>
                        <a:cs typeface="Arial" charset="0"/>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9669" name="Text Box 110">
            <a:extLst>
              <a:ext uri="{FF2B5EF4-FFF2-40B4-BE49-F238E27FC236}">
                <a16:creationId xmlns:a16="http://schemas.microsoft.com/office/drawing/2014/main" id="{AD6C50F5-6562-0394-7A83-677B4C679711}"/>
              </a:ext>
            </a:extLst>
          </p:cNvPr>
          <p:cNvSpPr txBox="1">
            <a:spLocks noChangeArrowheads="1"/>
          </p:cNvSpPr>
          <p:nvPr/>
        </p:nvSpPr>
        <p:spPr bwMode="auto">
          <a:xfrm>
            <a:off x="2519363" y="1384301"/>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q1</a:t>
            </a:r>
            <a:endParaRPr lang="ru-RU" altLang="en-US" sz="2000" b="0" u="none"/>
          </a:p>
        </p:txBody>
      </p:sp>
      <p:sp>
        <p:nvSpPr>
          <p:cNvPr id="69670" name="Text Box 111">
            <a:extLst>
              <a:ext uri="{FF2B5EF4-FFF2-40B4-BE49-F238E27FC236}">
                <a16:creationId xmlns:a16="http://schemas.microsoft.com/office/drawing/2014/main" id="{28914A77-4617-CC88-9F43-A67B2DB5BB84}"/>
              </a:ext>
            </a:extLst>
          </p:cNvPr>
          <p:cNvSpPr txBox="1">
            <a:spLocks noChangeArrowheads="1"/>
          </p:cNvSpPr>
          <p:nvPr/>
        </p:nvSpPr>
        <p:spPr bwMode="auto">
          <a:xfrm>
            <a:off x="2871788" y="1384301"/>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q2</a:t>
            </a:r>
            <a:endParaRPr lang="ru-RU" altLang="en-US" sz="2000" b="0" u="none"/>
          </a:p>
        </p:txBody>
      </p:sp>
      <p:sp>
        <p:nvSpPr>
          <p:cNvPr id="69671" name="Text Box 112">
            <a:extLst>
              <a:ext uri="{FF2B5EF4-FFF2-40B4-BE49-F238E27FC236}">
                <a16:creationId xmlns:a16="http://schemas.microsoft.com/office/drawing/2014/main" id="{57767C04-7329-E449-2343-2A28839C2510}"/>
              </a:ext>
            </a:extLst>
          </p:cNvPr>
          <p:cNvSpPr txBox="1">
            <a:spLocks noChangeArrowheads="1"/>
          </p:cNvSpPr>
          <p:nvPr/>
        </p:nvSpPr>
        <p:spPr bwMode="auto">
          <a:xfrm>
            <a:off x="3419475" y="1379539"/>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d1</a:t>
            </a:r>
            <a:endParaRPr lang="ru-RU" altLang="en-US" sz="2000" b="0" u="none"/>
          </a:p>
        </p:txBody>
      </p:sp>
      <p:sp>
        <p:nvSpPr>
          <p:cNvPr id="69672" name="Text Box 113">
            <a:extLst>
              <a:ext uri="{FF2B5EF4-FFF2-40B4-BE49-F238E27FC236}">
                <a16:creationId xmlns:a16="http://schemas.microsoft.com/office/drawing/2014/main" id="{E79EA3FD-9E24-311B-1D6F-E3921CB76195}"/>
              </a:ext>
            </a:extLst>
          </p:cNvPr>
          <p:cNvSpPr txBox="1">
            <a:spLocks noChangeArrowheads="1"/>
          </p:cNvSpPr>
          <p:nvPr/>
        </p:nvSpPr>
        <p:spPr bwMode="auto">
          <a:xfrm>
            <a:off x="2943225" y="4017964"/>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q2</a:t>
            </a:r>
            <a:endParaRPr lang="ru-RU" altLang="en-US" sz="2000" b="0" u="none"/>
          </a:p>
        </p:txBody>
      </p:sp>
      <p:sp>
        <p:nvSpPr>
          <p:cNvPr id="69673" name="Text Box 128">
            <a:extLst>
              <a:ext uri="{FF2B5EF4-FFF2-40B4-BE49-F238E27FC236}">
                <a16:creationId xmlns:a16="http://schemas.microsoft.com/office/drawing/2014/main" id="{7079564A-C25D-56AB-4B37-46B510CA5526}"/>
              </a:ext>
            </a:extLst>
          </p:cNvPr>
          <p:cNvSpPr txBox="1">
            <a:spLocks noChangeArrowheads="1"/>
          </p:cNvSpPr>
          <p:nvPr/>
        </p:nvSpPr>
        <p:spPr bwMode="auto">
          <a:xfrm>
            <a:off x="3505200" y="4017964"/>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d2</a:t>
            </a:r>
            <a:endParaRPr lang="ru-RU" altLang="en-US" sz="2000" b="0" u="none"/>
          </a:p>
        </p:txBody>
      </p:sp>
      <p:grpSp>
        <p:nvGrpSpPr>
          <p:cNvPr id="69674" name="Group 71">
            <a:extLst>
              <a:ext uri="{FF2B5EF4-FFF2-40B4-BE49-F238E27FC236}">
                <a16:creationId xmlns:a16="http://schemas.microsoft.com/office/drawing/2014/main" id="{DAE969B2-CB54-B24C-F905-BDA5DFB91073}"/>
              </a:ext>
            </a:extLst>
          </p:cNvPr>
          <p:cNvGrpSpPr>
            <a:grpSpLocks/>
          </p:cNvGrpSpPr>
          <p:nvPr/>
        </p:nvGrpSpPr>
        <p:grpSpPr bwMode="auto">
          <a:xfrm>
            <a:off x="4343400" y="1473200"/>
            <a:ext cx="5372100" cy="4097338"/>
            <a:chOff x="2819400" y="1473200"/>
            <a:chExt cx="5372100" cy="4097338"/>
          </a:xfrm>
        </p:grpSpPr>
        <p:sp>
          <p:nvSpPr>
            <p:cNvPr id="2" name="Rectangle 73">
              <a:extLst>
                <a:ext uri="{FF2B5EF4-FFF2-40B4-BE49-F238E27FC236}">
                  <a16:creationId xmlns:a16="http://schemas.microsoft.com/office/drawing/2014/main" id="{4B95853F-6AC8-421F-B72D-71D0BCC5ED05}"/>
                </a:ext>
              </a:extLst>
            </p:cNvPr>
            <p:cNvSpPr>
              <a:spLocks noChangeArrowheads="1"/>
            </p:cNvSpPr>
            <p:nvPr/>
          </p:nvSpPr>
          <p:spPr bwMode="auto">
            <a:xfrm>
              <a:off x="4576763" y="3479800"/>
              <a:ext cx="914400" cy="1189038"/>
            </a:xfrm>
            <a:prstGeom prst="rect">
              <a:avLst/>
            </a:prstGeom>
            <a:solidFill>
              <a:schemeClr val="accent1">
                <a:lumMod val="60000"/>
                <a:lumOff val="40000"/>
              </a:schemeClr>
            </a:solidFill>
            <a:ln w="19050">
              <a:solidFill>
                <a:schemeClr val="tx1"/>
              </a:solidFill>
              <a:miter lim="800000"/>
              <a:headEnd/>
              <a:tailEnd/>
            </a:ln>
          </p:spPr>
          <p:txBody>
            <a:bodyPr wrap="none"/>
            <a:lstStyle/>
            <a:p>
              <a:pPr eaLnBrk="1" hangingPunct="1">
                <a:defRPr/>
              </a:pPr>
              <a:r>
                <a:rPr lang="en-US">
                  <a:latin typeface="+mj-lt"/>
                  <a:cs typeface="Arial" charset="0"/>
                </a:rPr>
                <a:t>G4</a:t>
              </a:r>
            </a:p>
            <a:p>
              <a:pPr eaLnBrk="1" hangingPunct="1">
                <a:defRPr/>
              </a:pPr>
              <a:r>
                <a:rPr lang="en-US">
                  <a:latin typeface="+mj-lt"/>
                  <a:cs typeface="Arial" charset="0"/>
                </a:rPr>
                <a:t>G3</a:t>
              </a:r>
            </a:p>
            <a:p>
              <a:pPr eaLnBrk="1" hangingPunct="1">
                <a:defRPr/>
              </a:pPr>
              <a:r>
                <a:rPr lang="en-US">
                  <a:latin typeface="+mj-lt"/>
                  <a:cs typeface="Arial" charset="0"/>
                </a:rPr>
                <a:t>G2</a:t>
              </a:r>
            </a:p>
            <a:p>
              <a:pPr eaLnBrk="1" hangingPunct="1">
                <a:defRPr/>
              </a:pPr>
              <a:r>
                <a:rPr lang="en-US">
                  <a:latin typeface="+mj-lt"/>
                  <a:cs typeface="Arial" charset="0"/>
                </a:rPr>
                <a:t>G1</a:t>
              </a:r>
              <a:endParaRPr lang="ru-RU">
                <a:latin typeface="+mj-lt"/>
                <a:cs typeface="Arial" charset="0"/>
              </a:endParaRPr>
            </a:p>
          </p:txBody>
        </p:sp>
        <p:sp>
          <p:nvSpPr>
            <p:cNvPr id="3" name="Rectangle 74">
              <a:extLst>
                <a:ext uri="{FF2B5EF4-FFF2-40B4-BE49-F238E27FC236}">
                  <a16:creationId xmlns:a16="http://schemas.microsoft.com/office/drawing/2014/main" id="{95510CA1-4C91-4EA9-8E9D-995389230B71}"/>
                </a:ext>
              </a:extLst>
            </p:cNvPr>
            <p:cNvSpPr>
              <a:spLocks noChangeArrowheads="1"/>
            </p:cNvSpPr>
            <p:nvPr/>
          </p:nvSpPr>
          <p:spPr bwMode="auto">
            <a:xfrm>
              <a:off x="4608513" y="1811338"/>
              <a:ext cx="914400" cy="1189037"/>
            </a:xfrm>
            <a:prstGeom prst="rect">
              <a:avLst/>
            </a:prstGeom>
            <a:solidFill>
              <a:schemeClr val="accent1">
                <a:lumMod val="60000"/>
                <a:lumOff val="40000"/>
              </a:schemeClr>
            </a:solidFill>
            <a:ln w="19050">
              <a:solidFill>
                <a:schemeClr val="tx1"/>
              </a:solidFill>
              <a:miter lim="800000"/>
              <a:headEnd/>
              <a:tailEnd/>
            </a:ln>
          </p:spPr>
          <p:txBody>
            <a:bodyPr wrap="none"/>
            <a:lstStyle/>
            <a:p>
              <a:pPr eaLnBrk="1" hangingPunct="1">
                <a:defRPr/>
              </a:pPr>
              <a:r>
                <a:rPr lang="en-US">
                  <a:latin typeface="+mj-lt"/>
                  <a:cs typeface="Arial" charset="0"/>
                </a:rPr>
                <a:t>F4</a:t>
              </a:r>
            </a:p>
            <a:p>
              <a:pPr eaLnBrk="1" hangingPunct="1">
                <a:defRPr/>
              </a:pPr>
              <a:r>
                <a:rPr lang="en-US">
                  <a:latin typeface="+mj-lt"/>
                  <a:cs typeface="Arial" charset="0"/>
                </a:rPr>
                <a:t>F3</a:t>
              </a:r>
            </a:p>
            <a:p>
              <a:pPr eaLnBrk="1" hangingPunct="1">
                <a:defRPr/>
              </a:pPr>
              <a:r>
                <a:rPr lang="en-US">
                  <a:latin typeface="+mj-lt"/>
                  <a:cs typeface="Arial" charset="0"/>
                </a:rPr>
                <a:t>F2</a:t>
              </a:r>
            </a:p>
            <a:p>
              <a:pPr eaLnBrk="1" hangingPunct="1">
                <a:defRPr/>
              </a:pPr>
              <a:r>
                <a:rPr lang="en-US">
                  <a:latin typeface="+mj-lt"/>
                  <a:cs typeface="Arial" charset="0"/>
                </a:rPr>
                <a:t>F1</a:t>
              </a:r>
            </a:p>
            <a:p>
              <a:pPr eaLnBrk="1" hangingPunct="1">
                <a:defRPr/>
              </a:pPr>
              <a:endParaRPr lang="ru-RU">
                <a:latin typeface="+mj-lt"/>
                <a:cs typeface="Arial" charset="0"/>
              </a:endParaRPr>
            </a:p>
          </p:txBody>
        </p:sp>
        <p:sp>
          <p:nvSpPr>
            <p:cNvPr id="63532" name="AutoShape 128">
              <a:extLst>
                <a:ext uri="{FF2B5EF4-FFF2-40B4-BE49-F238E27FC236}">
                  <a16:creationId xmlns:a16="http://schemas.microsoft.com/office/drawing/2014/main" id="{786C3816-E81C-4F46-BEA4-15D6E88BF8E5}"/>
                </a:ext>
              </a:extLst>
            </p:cNvPr>
            <p:cNvSpPr>
              <a:spLocks noChangeArrowheads="1"/>
            </p:cNvSpPr>
            <p:nvPr/>
          </p:nvSpPr>
          <p:spPr bwMode="auto">
            <a:xfrm rot="16200000">
              <a:off x="5896768" y="2393157"/>
              <a:ext cx="493713" cy="24765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4 w 21600"/>
                <a:gd name="T13" fmla="*/ 4513 h 21600"/>
                <a:gd name="T14" fmla="*/ 17116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FF"/>
            </a:solidFill>
            <a:ln w="19050">
              <a:solidFill>
                <a:srgbClr val="000000"/>
              </a:solidFill>
              <a:miter lim="800000"/>
              <a:headEnd/>
              <a:tailEnd/>
            </a:ln>
          </p:spPr>
          <p:txBody>
            <a:bodyPr vert="eaVert"/>
            <a:lstStyle/>
            <a:p>
              <a:pPr eaLnBrk="1" hangingPunct="1">
                <a:defRPr/>
              </a:pPr>
              <a:endParaRPr lang="en-US">
                <a:latin typeface="+mj-lt"/>
                <a:cs typeface="Arial" charset="0"/>
              </a:endParaRPr>
            </a:p>
          </p:txBody>
        </p:sp>
        <p:sp>
          <p:nvSpPr>
            <p:cNvPr id="63533" name="AutoShape 128">
              <a:extLst>
                <a:ext uri="{FF2B5EF4-FFF2-40B4-BE49-F238E27FC236}">
                  <a16:creationId xmlns:a16="http://schemas.microsoft.com/office/drawing/2014/main" id="{422E7A7F-45C2-4DB0-A916-DEFAB8860A37}"/>
                </a:ext>
              </a:extLst>
            </p:cNvPr>
            <p:cNvSpPr>
              <a:spLocks noChangeArrowheads="1"/>
            </p:cNvSpPr>
            <p:nvPr/>
          </p:nvSpPr>
          <p:spPr bwMode="auto">
            <a:xfrm rot="16200000">
              <a:off x="5898356" y="3926682"/>
              <a:ext cx="493713" cy="24765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4 w 21600"/>
                <a:gd name="T13" fmla="*/ 4513 h 21600"/>
                <a:gd name="T14" fmla="*/ 17116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FF"/>
            </a:solidFill>
            <a:ln w="19050">
              <a:solidFill>
                <a:srgbClr val="000000"/>
              </a:solidFill>
              <a:miter lim="800000"/>
              <a:headEnd/>
              <a:tailEnd/>
            </a:ln>
          </p:spPr>
          <p:txBody>
            <a:bodyPr vert="eaVert"/>
            <a:lstStyle/>
            <a:p>
              <a:pPr eaLnBrk="1" hangingPunct="1">
                <a:defRPr/>
              </a:pPr>
              <a:endParaRPr lang="en-US">
                <a:latin typeface="+mj-lt"/>
                <a:cs typeface="Arial" charset="0"/>
              </a:endParaRPr>
            </a:p>
          </p:txBody>
        </p:sp>
        <p:grpSp>
          <p:nvGrpSpPr>
            <p:cNvPr id="69679" name="Group 83">
              <a:extLst>
                <a:ext uri="{FF2B5EF4-FFF2-40B4-BE49-F238E27FC236}">
                  <a16:creationId xmlns:a16="http://schemas.microsoft.com/office/drawing/2014/main" id="{15B8A864-B3F6-4627-EABE-AC4CBCB2DC1F}"/>
                </a:ext>
              </a:extLst>
            </p:cNvPr>
            <p:cNvGrpSpPr>
              <a:grpSpLocks/>
            </p:cNvGrpSpPr>
            <p:nvPr/>
          </p:nvGrpSpPr>
          <p:grpSpPr bwMode="auto">
            <a:xfrm>
              <a:off x="6878849" y="1997075"/>
              <a:ext cx="652252" cy="1006475"/>
              <a:chOff x="4539" y="1250"/>
              <a:chExt cx="470" cy="687"/>
            </a:xfrm>
          </p:grpSpPr>
          <p:sp>
            <p:nvSpPr>
              <p:cNvPr id="63589" name="Rectangle 95">
                <a:extLst>
                  <a:ext uri="{FF2B5EF4-FFF2-40B4-BE49-F238E27FC236}">
                    <a16:creationId xmlns:a16="http://schemas.microsoft.com/office/drawing/2014/main" id="{474D3853-ED77-4FB3-9CBA-3A51C9B7B04A}"/>
                  </a:ext>
                </a:extLst>
              </p:cNvPr>
              <p:cNvSpPr>
                <a:spLocks noChangeArrowheads="1"/>
              </p:cNvSpPr>
              <p:nvPr/>
            </p:nvSpPr>
            <p:spPr bwMode="auto">
              <a:xfrm>
                <a:off x="4548" y="1250"/>
                <a:ext cx="461" cy="687"/>
              </a:xfrm>
              <a:prstGeom prst="rect">
                <a:avLst/>
              </a:prstGeom>
              <a:solidFill>
                <a:schemeClr val="accent5">
                  <a:lumMod val="60000"/>
                  <a:lumOff val="40000"/>
                </a:schemeClr>
              </a:solidFill>
              <a:ln w="19050">
                <a:solidFill>
                  <a:srgbClr val="000000"/>
                </a:solidFill>
                <a:miter lim="800000"/>
                <a:headEnd/>
                <a:tailEnd/>
              </a:ln>
            </p:spPr>
            <p:txBody>
              <a:bodyPr/>
              <a:lstStyle/>
              <a:p>
                <a:pPr eaLnBrk="1" hangingPunct="1">
                  <a:defRPr/>
                </a:pPr>
                <a:r>
                  <a:rPr lang="en-US" sz="1600">
                    <a:latin typeface="+mj-lt"/>
                    <a:cs typeface="Arial" charset="0"/>
                  </a:rPr>
                  <a:t>    </a:t>
                </a:r>
              </a:p>
              <a:p>
                <a:pPr eaLnBrk="1" hangingPunct="1">
                  <a:defRPr/>
                </a:pPr>
                <a:r>
                  <a:rPr lang="en-US" sz="1600">
                    <a:latin typeface="+mj-lt"/>
                    <a:cs typeface="Arial" charset="0"/>
                  </a:rPr>
                  <a:t>D     </a:t>
                </a:r>
              </a:p>
              <a:p>
                <a:pPr eaLnBrk="1" hangingPunct="1">
                  <a:defRPr/>
                </a:pPr>
                <a:endParaRPr lang="en-US" sz="1600">
                  <a:latin typeface="+mj-lt"/>
                  <a:cs typeface="Arial" charset="0"/>
                </a:endParaRPr>
              </a:p>
              <a:p>
                <a:pPr eaLnBrk="1" hangingPunct="1">
                  <a:defRPr/>
                </a:pPr>
                <a:r>
                  <a:rPr lang="en-US" sz="1600">
                    <a:latin typeface="+mj-lt"/>
                    <a:cs typeface="Arial" charset="0"/>
                  </a:rPr>
                  <a:t>   </a:t>
                </a:r>
              </a:p>
              <a:p>
                <a:pPr eaLnBrk="1" hangingPunct="1">
                  <a:defRPr/>
                </a:pPr>
                <a:endParaRPr lang="ru-RU" sz="1600">
                  <a:latin typeface="+mj-lt"/>
                  <a:cs typeface="Arial" charset="0"/>
                </a:endParaRPr>
              </a:p>
            </p:txBody>
          </p:sp>
          <p:sp>
            <p:nvSpPr>
              <p:cNvPr id="63590" name="Freeform 96">
                <a:extLst>
                  <a:ext uri="{FF2B5EF4-FFF2-40B4-BE49-F238E27FC236}">
                    <a16:creationId xmlns:a16="http://schemas.microsoft.com/office/drawing/2014/main" id="{768A62B9-01F5-433A-9D52-692EC67AFFBF}"/>
                  </a:ext>
                </a:extLst>
              </p:cNvPr>
              <p:cNvSpPr>
                <a:spLocks/>
              </p:cNvSpPr>
              <p:nvPr/>
            </p:nvSpPr>
            <p:spPr bwMode="auto">
              <a:xfrm>
                <a:off x="4539" y="1720"/>
                <a:ext cx="92" cy="87"/>
              </a:xfrm>
              <a:custGeom>
                <a:avLst/>
                <a:gdLst>
                  <a:gd name="T0" fmla="*/ 0 w 129"/>
                  <a:gd name="T1" fmla="*/ 16 h 133"/>
                  <a:gd name="T2" fmla="*/ 16 w 129"/>
                  <a:gd name="T3" fmla="*/ 8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19050">
                <a:solidFill>
                  <a:srgbClr val="000000"/>
                </a:solidFill>
                <a:miter lim="800000"/>
                <a:headEnd/>
                <a:tailEnd/>
              </a:ln>
            </p:spPr>
            <p:txBody>
              <a:bodyPr/>
              <a:lstStyle/>
              <a:p>
                <a:pPr eaLnBrk="1" hangingPunct="1">
                  <a:defRPr/>
                </a:pPr>
                <a:endParaRPr lang="en-US">
                  <a:latin typeface="+mj-lt"/>
                  <a:cs typeface="Arial" charset="0"/>
                </a:endParaRPr>
              </a:p>
            </p:txBody>
          </p:sp>
        </p:grpSp>
        <p:sp>
          <p:nvSpPr>
            <p:cNvPr id="63535" name="Line 91">
              <a:extLst>
                <a:ext uri="{FF2B5EF4-FFF2-40B4-BE49-F238E27FC236}">
                  <a16:creationId xmlns:a16="http://schemas.microsoft.com/office/drawing/2014/main" id="{3ACFFFE0-8170-4EE7-96FF-23AE5DD4308A}"/>
                </a:ext>
              </a:extLst>
            </p:cNvPr>
            <p:cNvSpPr>
              <a:spLocks noChangeShapeType="1"/>
            </p:cNvSpPr>
            <p:nvPr/>
          </p:nvSpPr>
          <p:spPr bwMode="auto">
            <a:xfrm>
              <a:off x="6267450" y="2514600"/>
              <a:ext cx="609600"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4" name="Line 92">
              <a:extLst>
                <a:ext uri="{FF2B5EF4-FFF2-40B4-BE49-F238E27FC236}">
                  <a16:creationId xmlns:a16="http://schemas.microsoft.com/office/drawing/2014/main" id="{44C0CD8C-B5CF-4AD7-94EF-2C35A9C7D195}"/>
                </a:ext>
              </a:extLst>
            </p:cNvPr>
            <p:cNvSpPr>
              <a:spLocks noChangeShapeType="1"/>
            </p:cNvSpPr>
            <p:nvPr/>
          </p:nvSpPr>
          <p:spPr bwMode="auto">
            <a:xfrm>
              <a:off x="6283325" y="4051300"/>
              <a:ext cx="639763"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37" name="Line 93">
              <a:extLst>
                <a:ext uri="{FF2B5EF4-FFF2-40B4-BE49-F238E27FC236}">
                  <a16:creationId xmlns:a16="http://schemas.microsoft.com/office/drawing/2014/main" id="{61AE28B7-CFFB-473F-9B58-32667DB420CB}"/>
                </a:ext>
              </a:extLst>
            </p:cNvPr>
            <p:cNvSpPr>
              <a:spLocks noChangeShapeType="1"/>
            </p:cNvSpPr>
            <p:nvPr/>
          </p:nvSpPr>
          <p:spPr bwMode="auto">
            <a:xfrm>
              <a:off x="5529263" y="2414588"/>
              <a:ext cx="460375"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38" name="Line 94">
              <a:extLst>
                <a:ext uri="{FF2B5EF4-FFF2-40B4-BE49-F238E27FC236}">
                  <a16:creationId xmlns:a16="http://schemas.microsoft.com/office/drawing/2014/main" id="{22ECC856-1D39-490B-AE6E-76DDB931A306}"/>
                </a:ext>
              </a:extLst>
            </p:cNvPr>
            <p:cNvSpPr>
              <a:spLocks noChangeShapeType="1"/>
            </p:cNvSpPr>
            <p:nvPr/>
          </p:nvSpPr>
          <p:spPr bwMode="auto">
            <a:xfrm>
              <a:off x="5489575" y="3979863"/>
              <a:ext cx="549275"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39" name="Line 95">
              <a:extLst>
                <a:ext uri="{FF2B5EF4-FFF2-40B4-BE49-F238E27FC236}">
                  <a16:creationId xmlns:a16="http://schemas.microsoft.com/office/drawing/2014/main" id="{FA4A6DE0-CBC1-48F3-9A93-E6B25130F9F6}"/>
                </a:ext>
              </a:extLst>
            </p:cNvPr>
            <p:cNvSpPr>
              <a:spLocks noChangeShapeType="1"/>
            </p:cNvSpPr>
            <p:nvPr/>
          </p:nvSpPr>
          <p:spPr bwMode="auto">
            <a:xfrm>
              <a:off x="4289425" y="2057400"/>
              <a:ext cx="320675"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40" name="Line 96">
              <a:extLst>
                <a:ext uri="{FF2B5EF4-FFF2-40B4-BE49-F238E27FC236}">
                  <a16:creationId xmlns:a16="http://schemas.microsoft.com/office/drawing/2014/main" id="{3D37A7BE-4FDB-4831-9770-51AB686222F9}"/>
                </a:ext>
              </a:extLst>
            </p:cNvPr>
            <p:cNvSpPr>
              <a:spLocks noChangeShapeType="1"/>
            </p:cNvSpPr>
            <p:nvPr/>
          </p:nvSpPr>
          <p:spPr bwMode="auto">
            <a:xfrm>
              <a:off x="4325938" y="2319338"/>
              <a:ext cx="274637"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41" name="Line 97">
              <a:extLst>
                <a:ext uri="{FF2B5EF4-FFF2-40B4-BE49-F238E27FC236}">
                  <a16:creationId xmlns:a16="http://schemas.microsoft.com/office/drawing/2014/main" id="{01922A8A-7AA6-4898-9098-AC49B1715DFD}"/>
                </a:ext>
              </a:extLst>
            </p:cNvPr>
            <p:cNvSpPr>
              <a:spLocks noChangeShapeType="1"/>
            </p:cNvSpPr>
            <p:nvPr/>
          </p:nvSpPr>
          <p:spPr bwMode="auto">
            <a:xfrm>
              <a:off x="3819525" y="2611438"/>
              <a:ext cx="777875"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42" name="Line 98">
              <a:extLst>
                <a:ext uri="{FF2B5EF4-FFF2-40B4-BE49-F238E27FC236}">
                  <a16:creationId xmlns:a16="http://schemas.microsoft.com/office/drawing/2014/main" id="{C1CCA589-60BF-4375-A72E-53D4559C3E22}"/>
                </a:ext>
              </a:extLst>
            </p:cNvPr>
            <p:cNvSpPr>
              <a:spLocks noChangeShapeType="1"/>
            </p:cNvSpPr>
            <p:nvPr/>
          </p:nvSpPr>
          <p:spPr bwMode="auto">
            <a:xfrm>
              <a:off x="3819525" y="2855913"/>
              <a:ext cx="795338"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43" name="Line 99">
              <a:extLst>
                <a:ext uri="{FF2B5EF4-FFF2-40B4-BE49-F238E27FC236}">
                  <a16:creationId xmlns:a16="http://schemas.microsoft.com/office/drawing/2014/main" id="{8FFE210B-B328-4530-A626-20AE1AFB27EA}"/>
                </a:ext>
              </a:extLst>
            </p:cNvPr>
            <p:cNvSpPr>
              <a:spLocks noChangeShapeType="1"/>
            </p:cNvSpPr>
            <p:nvPr/>
          </p:nvSpPr>
          <p:spPr bwMode="auto">
            <a:xfrm>
              <a:off x="4284663" y="3717925"/>
              <a:ext cx="274637"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44" name="Line 100">
              <a:extLst>
                <a:ext uri="{FF2B5EF4-FFF2-40B4-BE49-F238E27FC236}">
                  <a16:creationId xmlns:a16="http://schemas.microsoft.com/office/drawing/2014/main" id="{524A1729-80A5-45B5-8B15-30E0D6CD3B55}"/>
                </a:ext>
              </a:extLst>
            </p:cNvPr>
            <p:cNvSpPr>
              <a:spLocks noChangeShapeType="1"/>
            </p:cNvSpPr>
            <p:nvPr/>
          </p:nvSpPr>
          <p:spPr bwMode="auto">
            <a:xfrm>
              <a:off x="4283075" y="4005263"/>
              <a:ext cx="274638"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45" name="Line 101">
              <a:extLst>
                <a:ext uri="{FF2B5EF4-FFF2-40B4-BE49-F238E27FC236}">
                  <a16:creationId xmlns:a16="http://schemas.microsoft.com/office/drawing/2014/main" id="{65CE46EE-FF07-4DB1-B6A4-B872A1CD6C0C}"/>
                </a:ext>
              </a:extLst>
            </p:cNvPr>
            <p:cNvSpPr>
              <a:spLocks noChangeShapeType="1"/>
            </p:cNvSpPr>
            <p:nvPr/>
          </p:nvSpPr>
          <p:spPr bwMode="auto">
            <a:xfrm>
              <a:off x="4308475" y="4295775"/>
              <a:ext cx="274638"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46" name="Line 102">
              <a:extLst>
                <a:ext uri="{FF2B5EF4-FFF2-40B4-BE49-F238E27FC236}">
                  <a16:creationId xmlns:a16="http://schemas.microsoft.com/office/drawing/2014/main" id="{1ED7B11F-8624-4BE4-910B-0CBA21342C38}"/>
                </a:ext>
              </a:extLst>
            </p:cNvPr>
            <p:cNvSpPr>
              <a:spLocks noChangeShapeType="1"/>
            </p:cNvSpPr>
            <p:nvPr/>
          </p:nvSpPr>
          <p:spPr bwMode="auto">
            <a:xfrm>
              <a:off x="4183063" y="4494213"/>
              <a:ext cx="365125"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47" name="Text Box 103">
              <a:extLst>
                <a:ext uri="{FF2B5EF4-FFF2-40B4-BE49-F238E27FC236}">
                  <a16:creationId xmlns:a16="http://schemas.microsoft.com/office/drawing/2014/main" id="{33468582-D83A-4BBC-AE65-D4D81EF3DDCE}"/>
                </a:ext>
              </a:extLst>
            </p:cNvPr>
            <p:cNvSpPr txBox="1">
              <a:spLocks noChangeArrowheads="1"/>
            </p:cNvSpPr>
            <p:nvPr/>
          </p:nvSpPr>
          <p:spPr bwMode="auto">
            <a:xfrm>
              <a:off x="4029075" y="1876425"/>
              <a:ext cx="466725" cy="369888"/>
            </a:xfrm>
            <a:prstGeom prst="rect">
              <a:avLst/>
            </a:prstGeom>
            <a:noFill/>
            <a:ln w="19050">
              <a:noFill/>
              <a:miter lim="800000"/>
              <a:headEnd/>
              <a:tailEnd/>
            </a:ln>
          </p:spPr>
          <p:txBody>
            <a:bodyPr>
              <a:spAutoFit/>
            </a:bodyPr>
            <a:lstStyle/>
            <a:p>
              <a:pPr eaLnBrk="1" hangingPunct="1">
                <a:spcBef>
                  <a:spcPct val="50000"/>
                </a:spcBef>
                <a:defRPr/>
              </a:pPr>
              <a:r>
                <a:rPr lang="en-US" dirty="0">
                  <a:latin typeface="+mj-lt"/>
                  <a:cs typeface="Arial" charset="0"/>
                </a:rPr>
                <a:t>0</a:t>
              </a:r>
              <a:endParaRPr lang="ru-RU" dirty="0">
                <a:latin typeface="+mj-lt"/>
                <a:cs typeface="Arial" charset="0"/>
              </a:endParaRPr>
            </a:p>
          </p:txBody>
        </p:sp>
        <p:sp>
          <p:nvSpPr>
            <p:cNvPr id="63548" name="Text Box 104">
              <a:extLst>
                <a:ext uri="{FF2B5EF4-FFF2-40B4-BE49-F238E27FC236}">
                  <a16:creationId xmlns:a16="http://schemas.microsoft.com/office/drawing/2014/main" id="{529FDC07-D0DC-416E-96E9-08F3370FA692}"/>
                </a:ext>
              </a:extLst>
            </p:cNvPr>
            <p:cNvSpPr txBox="1">
              <a:spLocks noChangeArrowheads="1"/>
            </p:cNvSpPr>
            <p:nvPr/>
          </p:nvSpPr>
          <p:spPr bwMode="auto">
            <a:xfrm>
              <a:off x="4041775" y="2138363"/>
              <a:ext cx="390525" cy="369887"/>
            </a:xfrm>
            <a:prstGeom prst="rect">
              <a:avLst/>
            </a:prstGeom>
            <a:noFill/>
            <a:ln w="19050">
              <a:noFill/>
              <a:miter lim="800000"/>
              <a:headEnd/>
              <a:tailEnd/>
            </a:ln>
          </p:spPr>
          <p:txBody>
            <a:bodyPr>
              <a:spAutoFit/>
            </a:bodyPr>
            <a:lstStyle/>
            <a:p>
              <a:pPr eaLnBrk="1" hangingPunct="1">
                <a:spcBef>
                  <a:spcPct val="50000"/>
                </a:spcBef>
                <a:defRPr/>
              </a:pPr>
              <a:r>
                <a:rPr lang="en-US" dirty="0">
                  <a:latin typeface="+mj-lt"/>
                  <a:cs typeface="Arial" charset="0"/>
                </a:rPr>
                <a:t>0</a:t>
              </a:r>
              <a:endParaRPr lang="ru-RU" dirty="0">
                <a:latin typeface="+mj-lt"/>
                <a:cs typeface="Arial" charset="0"/>
              </a:endParaRPr>
            </a:p>
          </p:txBody>
        </p:sp>
        <p:sp>
          <p:nvSpPr>
            <p:cNvPr id="63549" name="Line 105">
              <a:extLst>
                <a:ext uri="{FF2B5EF4-FFF2-40B4-BE49-F238E27FC236}">
                  <a16:creationId xmlns:a16="http://schemas.microsoft.com/office/drawing/2014/main" id="{3B6C6C5A-BF08-43EE-8540-A3B5D2A9936A}"/>
                </a:ext>
              </a:extLst>
            </p:cNvPr>
            <p:cNvSpPr>
              <a:spLocks noChangeShapeType="1"/>
            </p:cNvSpPr>
            <p:nvPr/>
          </p:nvSpPr>
          <p:spPr bwMode="auto">
            <a:xfrm>
              <a:off x="7546975" y="2335213"/>
              <a:ext cx="284163"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50" name="Line 106">
              <a:extLst>
                <a:ext uri="{FF2B5EF4-FFF2-40B4-BE49-F238E27FC236}">
                  <a16:creationId xmlns:a16="http://schemas.microsoft.com/office/drawing/2014/main" id="{9106E780-40DB-4650-8482-F8871DBCB7AE}"/>
                </a:ext>
              </a:extLst>
            </p:cNvPr>
            <p:cNvSpPr>
              <a:spLocks noChangeShapeType="1"/>
            </p:cNvSpPr>
            <p:nvPr/>
          </p:nvSpPr>
          <p:spPr bwMode="auto">
            <a:xfrm>
              <a:off x="7575550" y="3975100"/>
              <a:ext cx="274638"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51" name="Line 114">
              <a:extLst>
                <a:ext uri="{FF2B5EF4-FFF2-40B4-BE49-F238E27FC236}">
                  <a16:creationId xmlns:a16="http://schemas.microsoft.com/office/drawing/2014/main" id="{BF38ADF6-17DC-4FCB-8A34-07F0005D2B51}"/>
                </a:ext>
              </a:extLst>
            </p:cNvPr>
            <p:cNvSpPr>
              <a:spLocks noChangeShapeType="1"/>
            </p:cNvSpPr>
            <p:nvPr/>
          </p:nvSpPr>
          <p:spPr bwMode="auto">
            <a:xfrm>
              <a:off x="7835900" y="1689100"/>
              <a:ext cx="0" cy="639763"/>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52" name="Line 115">
              <a:extLst>
                <a:ext uri="{FF2B5EF4-FFF2-40B4-BE49-F238E27FC236}">
                  <a16:creationId xmlns:a16="http://schemas.microsoft.com/office/drawing/2014/main" id="{F2B3596A-9075-4B78-932C-3AE7EEF69736}"/>
                </a:ext>
              </a:extLst>
            </p:cNvPr>
            <p:cNvSpPr>
              <a:spLocks noChangeShapeType="1"/>
            </p:cNvSpPr>
            <p:nvPr/>
          </p:nvSpPr>
          <p:spPr bwMode="auto">
            <a:xfrm>
              <a:off x="3810000" y="1689100"/>
              <a:ext cx="4022725"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53" name="Line 116">
              <a:extLst>
                <a:ext uri="{FF2B5EF4-FFF2-40B4-BE49-F238E27FC236}">
                  <a16:creationId xmlns:a16="http://schemas.microsoft.com/office/drawing/2014/main" id="{5FA55A7B-3BF7-4A0F-9CD3-2A70F6253111}"/>
                </a:ext>
              </a:extLst>
            </p:cNvPr>
            <p:cNvSpPr>
              <a:spLocks noChangeShapeType="1"/>
            </p:cNvSpPr>
            <p:nvPr/>
          </p:nvSpPr>
          <p:spPr bwMode="auto">
            <a:xfrm>
              <a:off x="4178300" y="4495800"/>
              <a:ext cx="0" cy="731838"/>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54" name="Line 118">
              <a:extLst>
                <a:ext uri="{FF2B5EF4-FFF2-40B4-BE49-F238E27FC236}">
                  <a16:creationId xmlns:a16="http://schemas.microsoft.com/office/drawing/2014/main" id="{25053531-B28A-4BBE-8494-3789E5869B25}"/>
                </a:ext>
              </a:extLst>
            </p:cNvPr>
            <p:cNvSpPr>
              <a:spLocks noChangeShapeType="1"/>
            </p:cNvSpPr>
            <p:nvPr/>
          </p:nvSpPr>
          <p:spPr bwMode="auto">
            <a:xfrm>
              <a:off x="7848600" y="3990975"/>
              <a:ext cx="0" cy="1325563"/>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55" name="Line 120">
              <a:extLst>
                <a:ext uri="{FF2B5EF4-FFF2-40B4-BE49-F238E27FC236}">
                  <a16:creationId xmlns:a16="http://schemas.microsoft.com/office/drawing/2014/main" id="{E87208F4-59AB-4387-8BBD-2CE7D36CC7B1}"/>
                </a:ext>
              </a:extLst>
            </p:cNvPr>
            <p:cNvSpPr>
              <a:spLocks noChangeShapeType="1"/>
            </p:cNvSpPr>
            <p:nvPr/>
          </p:nvSpPr>
          <p:spPr bwMode="auto">
            <a:xfrm>
              <a:off x="3811588" y="1701800"/>
              <a:ext cx="0" cy="91440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56" name="Text Box 122">
              <a:extLst>
                <a:ext uri="{FF2B5EF4-FFF2-40B4-BE49-F238E27FC236}">
                  <a16:creationId xmlns:a16="http://schemas.microsoft.com/office/drawing/2014/main" id="{A07FE485-E0C9-4127-A7A4-99EADFDCC0E9}"/>
                </a:ext>
              </a:extLst>
            </p:cNvPr>
            <p:cNvSpPr txBox="1">
              <a:spLocks noChangeArrowheads="1"/>
            </p:cNvSpPr>
            <p:nvPr/>
          </p:nvSpPr>
          <p:spPr bwMode="auto">
            <a:xfrm>
              <a:off x="3987800" y="3530600"/>
              <a:ext cx="457200" cy="369888"/>
            </a:xfrm>
            <a:prstGeom prst="rect">
              <a:avLst/>
            </a:prstGeom>
            <a:noFill/>
            <a:ln w="19050">
              <a:noFill/>
              <a:miter lim="800000"/>
              <a:headEnd/>
              <a:tailEnd/>
            </a:ln>
          </p:spPr>
          <p:txBody>
            <a:bodyPr>
              <a:spAutoFit/>
            </a:bodyPr>
            <a:lstStyle/>
            <a:p>
              <a:pPr eaLnBrk="1" hangingPunct="1">
                <a:spcBef>
                  <a:spcPct val="50000"/>
                </a:spcBef>
                <a:defRPr/>
              </a:pPr>
              <a:r>
                <a:rPr lang="en-US" dirty="0">
                  <a:latin typeface="+mj-lt"/>
                  <a:cs typeface="Arial" charset="0"/>
                </a:rPr>
                <a:t>0</a:t>
              </a:r>
              <a:endParaRPr lang="ru-RU" dirty="0">
                <a:latin typeface="+mj-lt"/>
                <a:cs typeface="Arial" charset="0"/>
              </a:endParaRPr>
            </a:p>
          </p:txBody>
        </p:sp>
        <p:sp>
          <p:nvSpPr>
            <p:cNvPr id="63557" name="Text Box 123">
              <a:extLst>
                <a:ext uri="{FF2B5EF4-FFF2-40B4-BE49-F238E27FC236}">
                  <a16:creationId xmlns:a16="http://schemas.microsoft.com/office/drawing/2014/main" id="{A26109F9-4572-4794-BEB7-324A5A5D8547}"/>
                </a:ext>
              </a:extLst>
            </p:cNvPr>
            <p:cNvSpPr txBox="1">
              <a:spLocks noChangeArrowheads="1"/>
            </p:cNvSpPr>
            <p:nvPr/>
          </p:nvSpPr>
          <p:spPr bwMode="auto">
            <a:xfrm>
              <a:off x="3987800" y="3784600"/>
              <a:ext cx="457200" cy="369888"/>
            </a:xfrm>
            <a:prstGeom prst="rect">
              <a:avLst/>
            </a:prstGeom>
            <a:noFill/>
            <a:ln w="19050">
              <a:noFill/>
              <a:miter lim="800000"/>
              <a:headEnd/>
              <a:tailEnd/>
            </a:ln>
          </p:spPr>
          <p:txBody>
            <a:bodyPr>
              <a:spAutoFit/>
            </a:bodyPr>
            <a:lstStyle/>
            <a:p>
              <a:pPr eaLnBrk="1" hangingPunct="1">
                <a:spcBef>
                  <a:spcPct val="50000"/>
                </a:spcBef>
                <a:defRPr/>
              </a:pPr>
              <a:r>
                <a:rPr lang="en-US" dirty="0">
                  <a:latin typeface="+mj-lt"/>
                  <a:cs typeface="Arial" charset="0"/>
                </a:rPr>
                <a:t>0</a:t>
              </a:r>
              <a:endParaRPr lang="ru-RU" dirty="0">
                <a:latin typeface="+mj-lt"/>
                <a:cs typeface="Arial" charset="0"/>
              </a:endParaRPr>
            </a:p>
          </p:txBody>
        </p:sp>
        <p:sp>
          <p:nvSpPr>
            <p:cNvPr id="63558" name="Text Box 124">
              <a:extLst>
                <a:ext uri="{FF2B5EF4-FFF2-40B4-BE49-F238E27FC236}">
                  <a16:creationId xmlns:a16="http://schemas.microsoft.com/office/drawing/2014/main" id="{1C37DDB8-BFAA-4E47-A906-DA98CDAB354A}"/>
                </a:ext>
              </a:extLst>
            </p:cNvPr>
            <p:cNvSpPr txBox="1">
              <a:spLocks noChangeArrowheads="1"/>
            </p:cNvSpPr>
            <p:nvPr/>
          </p:nvSpPr>
          <p:spPr bwMode="auto">
            <a:xfrm>
              <a:off x="3987800" y="4038600"/>
              <a:ext cx="457200" cy="369888"/>
            </a:xfrm>
            <a:prstGeom prst="rect">
              <a:avLst/>
            </a:prstGeom>
            <a:noFill/>
            <a:ln w="19050">
              <a:noFill/>
              <a:miter lim="800000"/>
              <a:headEnd/>
              <a:tailEnd/>
            </a:ln>
          </p:spPr>
          <p:txBody>
            <a:bodyPr>
              <a:spAutoFit/>
            </a:bodyPr>
            <a:lstStyle/>
            <a:p>
              <a:pPr eaLnBrk="1" hangingPunct="1">
                <a:spcBef>
                  <a:spcPct val="50000"/>
                </a:spcBef>
                <a:defRPr/>
              </a:pPr>
              <a:r>
                <a:rPr lang="en-US">
                  <a:latin typeface="+mj-lt"/>
                  <a:cs typeface="Arial" charset="0"/>
                </a:rPr>
                <a:t>0</a:t>
              </a:r>
              <a:endParaRPr lang="ru-RU">
                <a:latin typeface="+mj-lt"/>
                <a:cs typeface="Arial" charset="0"/>
              </a:endParaRPr>
            </a:p>
          </p:txBody>
        </p:sp>
        <p:sp>
          <p:nvSpPr>
            <p:cNvPr id="63559" name="Text Box 125">
              <a:extLst>
                <a:ext uri="{FF2B5EF4-FFF2-40B4-BE49-F238E27FC236}">
                  <a16:creationId xmlns:a16="http://schemas.microsoft.com/office/drawing/2014/main" id="{352B438B-E69A-4F6A-A12D-56562BA8C6B0}"/>
                </a:ext>
              </a:extLst>
            </p:cNvPr>
            <p:cNvSpPr txBox="1">
              <a:spLocks noChangeArrowheads="1"/>
            </p:cNvSpPr>
            <p:nvPr/>
          </p:nvSpPr>
          <p:spPr bwMode="auto">
            <a:xfrm>
              <a:off x="7581900" y="3581400"/>
              <a:ext cx="609600" cy="369888"/>
            </a:xfrm>
            <a:prstGeom prst="rect">
              <a:avLst/>
            </a:prstGeom>
            <a:noFill/>
            <a:ln w="19050">
              <a:noFill/>
              <a:miter lim="800000"/>
              <a:headEnd/>
              <a:tailEnd/>
            </a:ln>
          </p:spPr>
          <p:txBody>
            <a:bodyPr>
              <a:spAutoFit/>
            </a:bodyPr>
            <a:lstStyle/>
            <a:p>
              <a:pPr eaLnBrk="1" hangingPunct="1">
                <a:spcBef>
                  <a:spcPct val="50000"/>
                </a:spcBef>
                <a:defRPr/>
              </a:pPr>
              <a:r>
                <a:rPr lang="en-US" dirty="0">
                  <a:latin typeface="+mj-lt"/>
                  <a:cs typeface="Arial" charset="0"/>
                </a:rPr>
                <a:t>q2</a:t>
              </a:r>
              <a:endParaRPr lang="ru-RU" dirty="0">
                <a:latin typeface="+mj-lt"/>
                <a:cs typeface="Arial" charset="0"/>
              </a:endParaRPr>
            </a:p>
          </p:txBody>
        </p:sp>
        <p:sp>
          <p:nvSpPr>
            <p:cNvPr id="63560" name="Text Box 126">
              <a:extLst>
                <a:ext uri="{FF2B5EF4-FFF2-40B4-BE49-F238E27FC236}">
                  <a16:creationId xmlns:a16="http://schemas.microsoft.com/office/drawing/2014/main" id="{4BD46185-EDA4-41DE-A9BC-51EB369ADC05}"/>
                </a:ext>
              </a:extLst>
            </p:cNvPr>
            <p:cNvSpPr txBox="1">
              <a:spLocks noChangeArrowheads="1"/>
            </p:cNvSpPr>
            <p:nvPr/>
          </p:nvSpPr>
          <p:spPr bwMode="auto">
            <a:xfrm>
              <a:off x="7543800" y="2362200"/>
              <a:ext cx="609600" cy="369888"/>
            </a:xfrm>
            <a:prstGeom prst="rect">
              <a:avLst/>
            </a:prstGeom>
            <a:noFill/>
            <a:ln w="19050">
              <a:noFill/>
              <a:miter lim="800000"/>
              <a:headEnd/>
              <a:tailEnd/>
            </a:ln>
          </p:spPr>
          <p:txBody>
            <a:bodyPr>
              <a:spAutoFit/>
            </a:bodyPr>
            <a:lstStyle/>
            <a:p>
              <a:pPr eaLnBrk="1" hangingPunct="1">
                <a:spcBef>
                  <a:spcPct val="50000"/>
                </a:spcBef>
                <a:defRPr/>
              </a:pPr>
              <a:r>
                <a:rPr lang="en-US" dirty="0">
                  <a:latin typeface="+mj-lt"/>
                  <a:cs typeface="Arial" charset="0"/>
                </a:rPr>
                <a:t>q1</a:t>
              </a:r>
              <a:endParaRPr lang="ru-RU" dirty="0">
                <a:latin typeface="+mj-lt"/>
                <a:cs typeface="Arial" charset="0"/>
              </a:endParaRPr>
            </a:p>
          </p:txBody>
        </p:sp>
        <p:sp>
          <p:nvSpPr>
            <p:cNvPr id="63561" name="Text Box 127">
              <a:extLst>
                <a:ext uri="{FF2B5EF4-FFF2-40B4-BE49-F238E27FC236}">
                  <a16:creationId xmlns:a16="http://schemas.microsoft.com/office/drawing/2014/main" id="{6954D6BB-102D-44A2-9DFB-4BEC5AC39957}"/>
                </a:ext>
              </a:extLst>
            </p:cNvPr>
            <p:cNvSpPr txBox="1">
              <a:spLocks noChangeArrowheads="1"/>
            </p:cNvSpPr>
            <p:nvPr/>
          </p:nvSpPr>
          <p:spPr bwMode="auto">
            <a:xfrm>
              <a:off x="5486400" y="2057400"/>
              <a:ext cx="609600" cy="369888"/>
            </a:xfrm>
            <a:prstGeom prst="rect">
              <a:avLst/>
            </a:prstGeom>
            <a:noFill/>
            <a:ln w="19050">
              <a:noFill/>
              <a:miter lim="800000"/>
              <a:headEnd/>
              <a:tailEnd/>
            </a:ln>
          </p:spPr>
          <p:txBody>
            <a:bodyPr>
              <a:spAutoFit/>
            </a:bodyPr>
            <a:lstStyle/>
            <a:p>
              <a:pPr eaLnBrk="1" hangingPunct="1">
                <a:spcBef>
                  <a:spcPct val="50000"/>
                </a:spcBef>
                <a:defRPr/>
              </a:pPr>
              <a:r>
                <a:rPr lang="en-US">
                  <a:latin typeface="+mj-lt"/>
                  <a:cs typeface="Arial" charset="0"/>
                </a:rPr>
                <a:t>d1</a:t>
              </a:r>
              <a:endParaRPr lang="ru-RU">
                <a:latin typeface="+mj-lt"/>
                <a:cs typeface="Arial" charset="0"/>
              </a:endParaRPr>
            </a:p>
          </p:txBody>
        </p:sp>
        <p:sp>
          <p:nvSpPr>
            <p:cNvPr id="63562" name="Text Box 129">
              <a:extLst>
                <a:ext uri="{FF2B5EF4-FFF2-40B4-BE49-F238E27FC236}">
                  <a16:creationId xmlns:a16="http://schemas.microsoft.com/office/drawing/2014/main" id="{2E69D897-4A8C-4FB4-B0EC-604EFF59D757}"/>
                </a:ext>
              </a:extLst>
            </p:cNvPr>
            <p:cNvSpPr txBox="1">
              <a:spLocks noChangeArrowheads="1"/>
            </p:cNvSpPr>
            <p:nvPr/>
          </p:nvSpPr>
          <p:spPr bwMode="auto">
            <a:xfrm>
              <a:off x="5486400" y="3644900"/>
              <a:ext cx="609600" cy="369888"/>
            </a:xfrm>
            <a:prstGeom prst="rect">
              <a:avLst/>
            </a:prstGeom>
            <a:noFill/>
            <a:ln w="19050">
              <a:noFill/>
              <a:miter lim="800000"/>
              <a:headEnd/>
              <a:tailEnd/>
            </a:ln>
          </p:spPr>
          <p:txBody>
            <a:bodyPr>
              <a:spAutoFit/>
            </a:bodyPr>
            <a:lstStyle/>
            <a:p>
              <a:pPr eaLnBrk="1" hangingPunct="1">
                <a:spcBef>
                  <a:spcPct val="50000"/>
                </a:spcBef>
                <a:defRPr/>
              </a:pPr>
              <a:r>
                <a:rPr lang="en-US">
                  <a:latin typeface="+mj-lt"/>
                  <a:cs typeface="Arial" charset="0"/>
                </a:rPr>
                <a:t>d2</a:t>
              </a:r>
              <a:endParaRPr lang="ru-RU">
                <a:latin typeface="+mj-lt"/>
                <a:cs typeface="Arial" charset="0"/>
              </a:endParaRPr>
            </a:p>
          </p:txBody>
        </p:sp>
        <p:sp>
          <p:nvSpPr>
            <p:cNvPr id="63563" name="Line 130">
              <a:extLst>
                <a:ext uri="{FF2B5EF4-FFF2-40B4-BE49-F238E27FC236}">
                  <a16:creationId xmlns:a16="http://schemas.microsoft.com/office/drawing/2014/main" id="{EC490CEE-368F-4653-B22D-380108C73568}"/>
                </a:ext>
              </a:extLst>
            </p:cNvPr>
            <p:cNvSpPr>
              <a:spLocks noChangeShapeType="1"/>
            </p:cNvSpPr>
            <p:nvPr/>
          </p:nvSpPr>
          <p:spPr bwMode="auto">
            <a:xfrm>
              <a:off x="6434138" y="2736850"/>
              <a:ext cx="457200"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64" name="Line 131">
              <a:extLst>
                <a:ext uri="{FF2B5EF4-FFF2-40B4-BE49-F238E27FC236}">
                  <a16:creationId xmlns:a16="http://schemas.microsoft.com/office/drawing/2014/main" id="{C258FCBB-ECA0-42AF-BE74-82B9CCE6F570}"/>
                </a:ext>
              </a:extLst>
            </p:cNvPr>
            <p:cNvSpPr>
              <a:spLocks noChangeShapeType="1"/>
            </p:cNvSpPr>
            <p:nvPr/>
          </p:nvSpPr>
          <p:spPr bwMode="auto">
            <a:xfrm>
              <a:off x="6507163" y="4337050"/>
              <a:ext cx="430212"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65" name="AutoShape 128">
              <a:extLst>
                <a:ext uri="{FF2B5EF4-FFF2-40B4-BE49-F238E27FC236}">
                  <a16:creationId xmlns:a16="http://schemas.microsoft.com/office/drawing/2014/main" id="{1FB4633A-97B1-4C73-AABA-E40DC16C72C2}"/>
                </a:ext>
              </a:extLst>
            </p:cNvPr>
            <p:cNvSpPr>
              <a:spLocks noChangeArrowheads="1"/>
            </p:cNvSpPr>
            <p:nvPr/>
          </p:nvSpPr>
          <p:spPr bwMode="auto">
            <a:xfrm rot="16200000">
              <a:off x="5750718" y="3094832"/>
              <a:ext cx="493713" cy="24765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4 w 21600"/>
                <a:gd name="T13" fmla="*/ 4513 h 21600"/>
                <a:gd name="T14" fmla="*/ 17116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FF"/>
            </a:solidFill>
            <a:ln w="19050">
              <a:solidFill>
                <a:srgbClr val="000000"/>
              </a:solidFill>
              <a:miter lim="800000"/>
              <a:headEnd/>
              <a:tailEnd/>
            </a:ln>
          </p:spPr>
          <p:txBody>
            <a:bodyPr vert="eaVert"/>
            <a:lstStyle/>
            <a:p>
              <a:pPr eaLnBrk="1" hangingPunct="1">
                <a:defRPr/>
              </a:pPr>
              <a:endParaRPr lang="en-US">
                <a:latin typeface="+mj-lt"/>
                <a:cs typeface="Arial" charset="0"/>
              </a:endParaRPr>
            </a:p>
          </p:txBody>
        </p:sp>
        <p:sp>
          <p:nvSpPr>
            <p:cNvPr id="63566" name="AutoShape 128">
              <a:extLst>
                <a:ext uri="{FF2B5EF4-FFF2-40B4-BE49-F238E27FC236}">
                  <a16:creationId xmlns:a16="http://schemas.microsoft.com/office/drawing/2014/main" id="{222A46FB-AAFD-4646-8064-E83A811B40AB}"/>
                </a:ext>
              </a:extLst>
            </p:cNvPr>
            <p:cNvSpPr>
              <a:spLocks noChangeArrowheads="1"/>
            </p:cNvSpPr>
            <p:nvPr/>
          </p:nvSpPr>
          <p:spPr bwMode="auto">
            <a:xfrm rot="16200000">
              <a:off x="5765006" y="4802982"/>
              <a:ext cx="493713" cy="24765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4 w 21600"/>
                <a:gd name="T13" fmla="*/ 4513 h 21600"/>
                <a:gd name="T14" fmla="*/ 17116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FFFF"/>
            </a:solidFill>
            <a:ln w="19050">
              <a:solidFill>
                <a:srgbClr val="000000"/>
              </a:solidFill>
              <a:miter lim="800000"/>
              <a:headEnd/>
              <a:tailEnd/>
            </a:ln>
          </p:spPr>
          <p:txBody>
            <a:bodyPr vert="eaVert"/>
            <a:lstStyle/>
            <a:p>
              <a:pPr eaLnBrk="1" hangingPunct="1">
                <a:defRPr/>
              </a:pPr>
              <a:endParaRPr lang="en-US">
                <a:latin typeface="+mj-lt"/>
                <a:cs typeface="Arial" charset="0"/>
              </a:endParaRPr>
            </a:p>
          </p:txBody>
        </p:sp>
        <p:grpSp>
          <p:nvGrpSpPr>
            <p:cNvPr id="69712" name="Group 139">
              <a:extLst>
                <a:ext uri="{FF2B5EF4-FFF2-40B4-BE49-F238E27FC236}">
                  <a16:creationId xmlns:a16="http://schemas.microsoft.com/office/drawing/2014/main" id="{D4DEF43D-D5B7-8865-2BBE-A1F390FE1D95}"/>
                </a:ext>
              </a:extLst>
            </p:cNvPr>
            <p:cNvGrpSpPr>
              <a:grpSpLocks/>
            </p:cNvGrpSpPr>
            <p:nvPr/>
          </p:nvGrpSpPr>
          <p:grpSpPr bwMode="auto">
            <a:xfrm>
              <a:off x="6248400" y="1473200"/>
              <a:ext cx="425450" cy="457200"/>
              <a:chOff x="3936" y="816"/>
              <a:chExt cx="268" cy="403"/>
            </a:xfrm>
          </p:grpSpPr>
          <p:sp>
            <p:nvSpPr>
              <p:cNvPr id="63587" name="Rectangle 135">
                <a:extLst>
                  <a:ext uri="{FF2B5EF4-FFF2-40B4-BE49-F238E27FC236}">
                    <a16:creationId xmlns:a16="http://schemas.microsoft.com/office/drawing/2014/main" id="{14D123A5-B69F-4CB8-9E43-DC5131CA19DD}"/>
                  </a:ext>
                </a:extLst>
              </p:cNvPr>
              <p:cNvSpPr>
                <a:spLocks noChangeArrowheads="1"/>
              </p:cNvSpPr>
              <p:nvPr/>
            </p:nvSpPr>
            <p:spPr bwMode="auto">
              <a:xfrm>
                <a:off x="3936" y="816"/>
                <a:ext cx="268" cy="403"/>
              </a:xfrm>
              <a:prstGeom prst="rect">
                <a:avLst/>
              </a:prstGeom>
              <a:solidFill>
                <a:srgbClr val="CCECFF"/>
              </a:solidFill>
              <a:ln w="19050">
                <a:solidFill>
                  <a:schemeClr val="tx1"/>
                </a:solidFill>
                <a:miter lim="800000"/>
                <a:headEnd/>
                <a:tailEnd/>
              </a:ln>
            </p:spPr>
            <p:txBody>
              <a:bodyPr wrap="none" anchor="ctr"/>
              <a:lstStyle/>
              <a:p>
                <a:pPr eaLnBrk="1" hangingPunct="1">
                  <a:defRPr/>
                </a:pPr>
                <a:endParaRPr lang="en-GB">
                  <a:latin typeface="+mj-lt"/>
                  <a:cs typeface="Arial" charset="0"/>
                </a:endParaRPr>
              </a:p>
            </p:txBody>
          </p:sp>
          <p:sp>
            <p:nvSpPr>
              <p:cNvPr id="63588" name="Line 137">
                <a:extLst>
                  <a:ext uri="{FF2B5EF4-FFF2-40B4-BE49-F238E27FC236}">
                    <a16:creationId xmlns:a16="http://schemas.microsoft.com/office/drawing/2014/main" id="{4E759F0D-E6A4-4B0B-A933-839865BB0488}"/>
                  </a:ext>
                </a:extLst>
              </p:cNvPr>
              <p:cNvSpPr>
                <a:spLocks noChangeShapeType="1"/>
              </p:cNvSpPr>
              <p:nvPr/>
            </p:nvSpPr>
            <p:spPr bwMode="auto">
              <a:xfrm>
                <a:off x="3936" y="1008"/>
                <a:ext cx="240" cy="0"/>
              </a:xfrm>
              <a:prstGeom prst="line">
                <a:avLst/>
              </a:prstGeom>
              <a:noFill/>
              <a:ln w="19050">
                <a:solidFill>
                  <a:schemeClr val="tx1"/>
                </a:solidFill>
                <a:prstDash val="sysDash"/>
                <a:round/>
                <a:headEnd/>
                <a:tailEnd/>
              </a:ln>
            </p:spPr>
            <p:txBody>
              <a:bodyPr/>
              <a:lstStyle/>
              <a:p>
                <a:pPr eaLnBrk="1" hangingPunct="1">
                  <a:defRPr/>
                </a:pPr>
                <a:endParaRPr lang="en-GB">
                  <a:latin typeface="+mj-lt"/>
                  <a:cs typeface="Arial" charset="0"/>
                </a:endParaRPr>
              </a:p>
            </p:txBody>
          </p:sp>
        </p:grpSp>
        <p:grpSp>
          <p:nvGrpSpPr>
            <p:cNvPr id="10" name="Group 140">
              <a:extLst>
                <a:ext uri="{FF2B5EF4-FFF2-40B4-BE49-F238E27FC236}">
                  <a16:creationId xmlns:a16="http://schemas.microsoft.com/office/drawing/2014/main" id="{FD5BC17A-D653-4A86-B134-30E6069F2FD5}"/>
                </a:ext>
              </a:extLst>
            </p:cNvPr>
            <p:cNvGrpSpPr>
              <a:grpSpLocks/>
            </p:cNvGrpSpPr>
            <p:nvPr/>
          </p:nvGrpSpPr>
          <p:grpSpPr bwMode="auto">
            <a:xfrm>
              <a:off x="6289675" y="5113338"/>
              <a:ext cx="425450" cy="457200"/>
              <a:chOff x="3936" y="816"/>
              <a:chExt cx="268" cy="288"/>
            </a:xfrm>
            <a:solidFill>
              <a:schemeClr val="tx2">
                <a:lumMod val="20000"/>
                <a:lumOff val="80000"/>
              </a:schemeClr>
            </a:solidFill>
          </p:grpSpPr>
          <p:sp>
            <p:nvSpPr>
              <p:cNvPr id="63585" name="Rectangle 141">
                <a:extLst>
                  <a:ext uri="{FF2B5EF4-FFF2-40B4-BE49-F238E27FC236}">
                    <a16:creationId xmlns:a16="http://schemas.microsoft.com/office/drawing/2014/main" id="{CB467828-A329-472F-8FC1-9B319AF40BCE}"/>
                  </a:ext>
                </a:extLst>
              </p:cNvPr>
              <p:cNvSpPr>
                <a:spLocks noChangeArrowheads="1"/>
              </p:cNvSpPr>
              <p:nvPr/>
            </p:nvSpPr>
            <p:spPr bwMode="auto">
              <a:xfrm>
                <a:off x="3936" y="816"/>
                <a:ext cx="268" cy="288"/>
              </a:xfrm>
              <a:prstGeom prst="rect">
                <a:avLst/>
              </a:prstGeom>
              <a:solidFill>
                <a:schemeClr val="accent2">
                  <a:lumMod val="40000"/>
                  <a:lumOff val="60000"/>
                </a:schemeClr>
              </a:solidFill>
              <a:ln w="9525">
                <a:solidFill>
                  <a:schemeClr val="tx1"/>
                </a:solidFill>
                <a:miter lim="800000"/>
                <a:headEnd/>
                <a:tailEnd/>
              </a:ln>
            </p:spPr>
            <p:txBody>
              <a:bodyPr wrap="none" anchor="ctr"/>
              <a:lstStyle/>
              <a:p>
                <a:pPr eaLnBrk="1" hangingPunct="1">
                  <a:defRPr/>
                </a:pPr>
                <a:endParaRPr lang="en-GB">
                  <a:latin typeface="Arial" charset="0"/>
                  <a:cs typeface="Arial" charset="0"/>
                </a:endParaRPr>
              </a:p>
            </p:txBody>
          </p:sp>
          <p:sp>
            <p:nvSpPr>
              <p:cNvPr id="63586" name="Line 142">
                <a:extLst>
                  <a:ext uri="{FF2B5EF4-FFF2-40B4-BE49-F238E27FC236}">
                    <a16:creationId xmlns:a16="http://schemas.microsoft.com/office/drawing/2014/main" id="{7DCBC41C-6846-4219-AE06-0F2A9FAC3490}"/>
                  </a:ext>
                </a:extLst>
              </p:cNvPr>
              <p:cNvSpPr>
                <a:spLocks noChangeShapeType="1"/>
              </p:cNvSpPr>
              <p:nvPr/>
            </p:nvSpPr>
            <p:spPr bwMode="auto">
              <a:xfrm>
                <a:off x="3950" y="891"/>
                <a:ext cx="240" cy="48"/>
              </a:xfrm>
              <a:prstGeom prst="line">
                <a:avLst/>
              </a:prstGeom>
              <a:grpFill/>
              <a:ln w="28575">
                <a:solidFill>
                  <a:schemeClr val="tx1"/>
                </a:solidFill>
                <a:prstDash val="dash"/>
                <a:round/>
                <a:headEnd/>
                <a:tailEnd/>
              </a:ln>
            </p:spPr>
            <p:txBody>
              <a:bodyPr/>
              <a:lstStyle/>
              <a:p>
                <a:pPr eaLnBrk="1" hangingPunct="1">
                  <a:defRPr/>
                </a:pPr>
                <a:endParaRPr lang="en-GB">
                  <a:latin typeface="Arial" charset="0"/>
                  <a:cs typeface="Arial" charset="0"/>
                </a:endParaRPr>
              </a:p>
            </p:txBody>
          </p:sp>
        </p:grpSp>
        <p:sp>
          <p:nvSpPr>
            <p:cNvPr id="6" name="Line 143">
              <a:extLst>
                <a:ext uri="{FF2B5EF4-FFF2-40B4-BE49-F238E27FC236}">
                  <a16:creationId xmlns:a16="http://schemas.microsoft.com/office/drawing/2014/main" id="{17BCD003-1C05-4D65-89D1-8FF35C0599BE}"/>
                </a:ext>
              </a:extLst>
            </p:cNvPr>
            <p:cNvSpPr>
              <a:spLocks noChangeShapeType="1"/>
            </p:cNvSpPr>
            <p:nvPr/>
          </p:nvSpPr>
          <p:spPr bwMode="auto">
            <a:xfrm flipH="1">
              <a:off x="6248400" y="5346700"/>
              <a:ext cx="457200" cy="152400"/>
            </a:xfrm>
            <a:prstGeom prst="line">
              <a:avLst/>
            </a:prstGeom>
            <a:noFill/>
            <a:ln w="19050">
              <a:solidFill>
                <a:schemeClr val="tx1"/>
              </a:solidFill>
              <a:prstDash val="dash"/>
              <a:round/>
              <a:headEnd/>
              <a:tailEnd/>
            </a:ln>
          </p:spPr>
          <p:txBody>
            <a:bodyPr/>
            <a:lstStyle/>
            <a:p>
              <a:pPr eaLnBrk="1" hangingPunct="1">
                <a:defRPr/>
              </a:pPr>
              <a:endParaRPr lang="en-GB" dirty="0">
                <a:latin typeface="+mj-lt"/>
                <a:cs typeface="Arial" charset="0"/>
              </a:endParaRPr>
            </a:p>
          </p:txBody>
        </p:sp>
        <p:sp>
          <p:nvSpPr>
            <p:cNvPr id="63570" name="Line 144">
              <a:extLst>
                <a:ext uri="{FF2B5EF4-FFF2-40B4-BE49-F238E27FC236}">
                  <a16:creationId xmlns:a16="http://schemas.microsoft.com/office/drawing/2014/main" id="{0545A24C-3F89-4FE3-9F56-3666C702B148}"/>
                </a:ext>
              </a:extLst>
            </p:cNvPr>
            <p:cNvSpPr>
              <a:spLocks noChangeShapeType="1"/>
            </p:cNvSpPr>
            <p:nvPr/>
          </p:nvSpPr>
          <p:spPr bwMode="auto">
            <a:xfrm flipH="1">
              <a:off x="3817938" y="5499100"/>
              <a:ext cx="2468562"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71" name="Line 145">
              <a:extLst>
                <a:ext uri="{FF2B5EF4-FFF2-40B4-BE49-F238E27FC236}">
                  <a16:creationId xmlns:a16="http://schemas.microsoft.com/office/drawing/2014/main" id="{862587C3-2840-42B9-8E8D-1CCBDB914D5D}"/>
                </a:ext>
              </a:extLst>
            </p:cNvPr>
            <p:cNvSpPr>
              <a:spLocks noChangeShapeType="1"/>
            </p:cNvSpPr>
            <p:nvPr/>
          </p:nvSpPr>
          <p:spPr bwMode="auto">
            <a:xfrm>
              <a:off x="3822700" y="2852738"/>
              <a:ext cx="0" cy="2651125"/>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72" name="Line 146">
              <a:extLst>
                <a:ext uri="{FF2B5EF4-FFF2-40B4-BE49-F238E27FC236}">
                  <a16:creationId xmlns:a16="http://schemas.microsoft.com/office/drawing/2014/main" id="{45546563-2137-42C1-B5EC-BB32538FADE5}"/>
                </a:ext>
              </a:extLst>
            </p:cNvPr>
            <p:cNvSpPr>
              <a:spLocks noChangeShapeType="1"/>
            </p:cNvSpPr>
            <p:nvPr/>
          </p:nvSpPr>
          <p:spPr bwMode="auto">
            <a:xfrm>
              <a:off x="6434138" y="2735263"/>
              <a:ext cx="0" cy="484187"/>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73" name="Line 147">
              <a:extLst>
                <a:ext uri="{FF2B5EF4-FFF2-40B4-BE49-F238E27FC236}">
                  <a16:creationId xmlns:a16="http://schemas.microsoft.com/office/drawing/2014/main" id="{A8953B74-559B-489D-B377-F01680A03DD9}"/>
                </a:ext>
              </a:extLst>
            </p:cNvPr>
            <p:cNvSpPr>
              <a:spLocks noChangeShapeType="1"/>
            </p:cNvSpPr>
            <p:nvPr/>
          </p:nvSpPr>
          <p:spPr bwMode="auto">
            <a:xfrm flipH="1" flipV="1">
              <a:off x="6115050" y="3227388"/>
              <a:ext cx="320675"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74" name="Line 154">
              <a:extLst>
                <a:ext uri="{FF2B5EF4-FFF2-40B4-BE49-F238E27FC236}">
                  <a16:creationId xmlns:a16="http://schemas.microsoft.com/office/drawing/2014/main" id="{CD9C4FCA-229C-4881-928A-C4E33C156142}"/>
                </a:ext>
              </a:extLst>
            </p:cNvPr>
            <p:cNvSpPr>
              <a:spLocks noChangeShapeType="1"/>
            </p:cNvSpPr>
            <p:nvPr/>
          </p:nvSpPr>
          <p:spPr bwMode="auto">
            <a:xfrm>
              <a:off x="3289300" y="3160713"/>
              <a:ext cx="2560638"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75" name="Line 156">
              <a:extLst>
                <a:ext uri="{FF2B5EF4-FFF2-40B4-BE49-F238E27FC236}">
                  <a16:creationId xmlns:a16="http://schemas.microsoft.com/office/drawing/2014/main" id="{C938D805-5F01-4AD8-9BE7-30825F8B71F6}"/>
                </a:ext>
              </a:extLst>
            </p:cNvPr>
            <p:cNvSpPr>
              <a:spLocks noChangeShapeType="1"/>
            </p:cNvSpPr>
            <p:nvPr/>
          </p:nvSpPr>
          <p:spPr bwMode="auto">
            <a:xfrm>
              <a:off x="3594100" y="3162300"/>
              <a:ext cx="0" cy="1692275"/>
            </a:xfrm>
            <a:prstGeom prst="line">
              <a:avLst/>
            </a:prstGeom>
            <a:noFill/>
            <a:ln w="19050">
              <a:solidFill>
                <a:schemeClr val="tx1"/>
              </a:solidFill>
              <a:round/>
              <a:headEnd type="oval" w="med" len="med"/>
              <a:tailEnd/>
            </a:ln>
          </p:spPr>
          <p:txBody>
            <a:bodyPr/>
            <a:lstStyle/>
            <a:p>
              <a:pPr eaLnBrk="1" hangingPunct="1">
                <a:defRPr/>
              </a:pPr>
              <a:endParaRPr lang="en-GB">
                <a:latin typeface="+mj-lt"/>
                <a:cs typeface="Arial" charset="0"/>
              </a:endParaRPr>
            </a:p>
          </p:txBody>
        </p:sp>
        <p:sp>
          <p:nvSpPr>
            <p:cNvPr id="63576" name="Line 157">
              <a:extLst>
                <a:ext uri="{FF2B5EF4-FFF2-40B4-BE49-F238E27FC236}">
                  <a16:creationId xmlns:a16="http://schemas.microsoft.com/office/drawing/2014/main" id="{22C21298-EDB2-4596-A95F-68187998C4BB}"/>
                </a:ext>
              </a:extLst>
            </p:cNvPr>
            <p:cNvSpPr>
              <a:spLocks noChangeShapeType="1"/>
            </p:cNvSpPr>
            <p:nvPr/>
          </p:nvSpPr>
          <p:spPr bwMode="auto">
            <a:xfrm flipH="1" flipV="1">
              <a:off x="3594100" y="4833938"/>
              <a:ext cx="2286000"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77" name="Line 159">
              <a:extLst>
                <a:ext uri="{FF2B5EF4-FFF2-40B4-BE49-F238E27FC236}">
                  <a16:creationId xmlns:a16="http://schemas.microsoft.com/office/drawing/2014/main" id="{C23F4850-BD53-4457-B94E-D119373A9802}"/>
                </a:ext>
              </a:extLst>
            </p:cNvPr>
            <p:cNvSpPr>
              <a:spLocks noChangeShapeType="1"/>
            </p:cNvSpPr>
            <p:nvPr/>
          </p:nvSpPr>
          <p:spPr bwMode="auto">
            <a:xfrm flipH="1" flipV="1">
              <a:off x="6140450" y="4906963"/>
              <a:ext cx="366713" cy="0"/>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3578" name="Line 160">
              <a:extLst>
                <a:ext uri="{FF2B5EF4-FFF2-40B4-BE49-F238E27FC236}">
                  <a16:creationId xmlns:a16="http://schemas.microsoft.com/office/drawing/2014/main" id="{F1BC50F0-15BC-4085-8420-58CAF1D7504D}"/>
                </a:ext>
              </a:extLst>
            </p:cNvPr>
            <p:cNvSpPr>
              <a:spLocks noChangeShapeType="1"/>
            </p:cNvSpPr>
            <p:nvPr/>
          </p:nvSpPr>
          <p:spPr bwMode="auto">
            <a:xfrm>
              <a:off x="6505575" y="4346575"/>
              <a:ext cx="0" cy="549275"/>
            </a:xfrm>
            <a:prstGeom prst="line">
              <a:avLst/>
            </a:prstGeom>
            <a:noFill/>
            <a:ln w="19050">
              <a:solidFill>
                <a:schemeClr val="tx1"/>
              </a:solidFill>
              <a:round/>
              <a:headEnd/>
              <a:tailEnd/>
            </a:ln>
          </p:spPr>
          <p:txBody>
            <a:bodyPr/>
            <a:lstStyle/>
            <a:p>
              <a:pPr eaLnBrk="1" hangingPunct="1">
                <a:defRPr/>
              </a:pPr>
              <a:endParaRPr lang="en-GB">
                <a:latin typeface="+mj-lt"/>
                <a:cs typeface="Arial" charset="0"/>
              </a:endParaRPr>
            </a:p>
          </p:txBody>
        </p:sp>
        <p:sp>
          <p:nvSpPr>
            <p:cNvPr id="69724" name="Text Box 163">
              <a:extLst>
                <a:ext uri="{FF2B5EF4-FFF2-40B4-BE49-F238E27FC236}">
                  <a16:creationId xmlns:a16="http://schemas.microsoft.com/office/drawing/2014/main" id="{E197CBF9-892C-0778-5276-9882ADE60365}"/>
                </a:ext>
              </a:extLst>
            </p:cNvPr>
            <p:cNvSpPr txBox="1">
              <a:spLocks noChangeArrowheads="1"/>
            </p:cNvSpPr>
            <p:nvPr/>
          </p:nvSpPr>
          <p:spPr bwMode="auto">
            <a:xfrm>
              <a:off x="2819400" y="2971800"/>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u="none"/>
                <a:t>Clk</a:t>
              </a:r>
              <a:endParaRPr lang="ru-RU" altLang="en-US" b="0" u="none"/>
            </a:p>
          </p:txBody>
        </p:sp>
        <p:sp>
          <p:nvSpPr>
            <p:cNvPr id="63583" name="Rectangle 95">
              <a:extLst>
                <a:ext uri="{FF2B5EF4-FFF2-40B4-BE49-F238E27FC236}">
                  <a16:creationId xmlns:a16="http://schemas.microsoft.com/office/drawing/2014/main" id="{9B6FED8C-0E9C-402C-B273-1A3115DBB6FA}"/>
                </a:ext>
              </a:extLst>
            </p:cNvPr>
            <p:cNvSpPr>
              <a:spLocks noChangeArrowheads="1"/>
            </p:cNvSpPr>
            <p:nvPr/>
          </p:nvSpPr>
          <p:spPr bwMode="auto">
            <a:xfrm>
              <a:off x="6934200" y="3632200"/>
              <a:ext cx="639763" cy="1006475"/>
            </a:xfrm>
            <a:prstGeom prst="rect">
              <a:avLst/>
            </a:prstGeom>
            <a:solidFill>
              <a:schemeClr val="accent5">
                <a:lumMod val="60000"/>
                <a:lumOff val="40000"/>
              </a:schemeClr>
            </a:solidFill>
            <a:ln w="19050">
              <a:solidFill>
                <a:srgbClr val="000000"/>
              </a:solidFill>
              <a:miter lim="800000"/>
              <a:headEnd/>
              <a:tailEnd/>
            </a:ln>
          </p:spPr>
          <p:txBody>
            <a:bodyPr/>
            <a:lstStyle/>
            <a:p>
              <a:pPr eaLnBrk="1" hangingPunct="1">
                <a:defRPr/>
              </a:pPr>
              <a:r>
                <a:rPr lang="en-US" sz="1600">
                  <a:latin typeface="+mj-lt"/>
                  <a:cs typeface="Arial" charset="0"/>
                </a:rPr>
                <a:t>    </a:t>
              </a:r>
            </a:p>
            <a:p>
              <a:pPr eaLnBrk="1" hangingPunct="1">
                <a:defRPr/>
              </a:pPr>
              <a:r>
                <a:rPr lang="en-US" sz="1600">
                  <a:latin typeface="+mj-lt"/>
                  <a:cs typeface="Arial" charset="0"/>
                </a:rPr>
                <a:t>D     </a:t>
              </a:r>
            </a:p>
            <a:p>
              <a:pPr eaLnBrk="1" hangingPunct="1">
                <a:defRPr/>
              </a:pPr>
              <a:endParaRPr lang="en-US" sz="1600">
                <a:latin typeface="+mj-lt"/>
                <a:cs typeface="Arial" charset="0"/>
              </a:endParaRPr>
            </a:p>
            <a:p>
              <a:pPr eaLnBrk="1" hangingPunct="1">
                <a:defRPr/>
              </a:pPr>
              <a:endParaRPr lang="en-US" sz="1600">
                <a:latin typeface="+mj-lt"/>
                <a:cs typeface="Arial" charset="0"/>
              </a:endParaRPr>
            </a:p>
            <a:p>
              <a:pPr eaLnBrk="1" hangingPunct="1">
                <a:defRPr/>
              </a:pPr>
              <a:r>
                <a:rPr lang="en-US" sz="1600">
                  <a:latin typeface="+mj-lt"/>
                  <a:cs typeface="Arial" charset="0"/>
                </a:rPr>
                <a:t>   </a:t>
              </a:r>
            </a:p>
            <a:p>
              <a:pPr eaLnBrk="1" hangingPunct="1">
                <a:defRPr/>
              </a:pPr>
              <a:endParaRPr lang="ru-RU" sz="1600">
                <a:latin typeface="+mj-lt"/>
                <a:cs typeface="Arial" charset="0"/>
              </a:endParaRPr>
            </a:p>
          </p:txBody>
        </p:sp>
        <p:cxnSp>
          <p:nvCxnSpPr>
            <p:cNvPr id="69726" name="Straight Connector 87">
              <a:extLst>
                <a:ext uri="{FF2B5EF4-FFF2-40B4-BE49-F238E27FC236}">
                  <a16:creationId xmlns:a16="http://schemas.microsoft.com/office/drawing/2014/main" id="{96988EBD-23BA-9D08-136E-AA92ED14DE96}"/>
                </a:ext>
              </a:extLst>
            </p:cNvPr>
            <p:cNvCxnSpPr>
              <a:cxnSpLocks noChangeShapeType="1"/>
              <a:stCxn id="63553" idx="1"/>
            </p:cNvCxnSpPr>
            <p:nvPr/>
          </p:nvCxnSpPr>
          <p:spPr bwMode="auto">
            <a:xfrm rot="16200000" flipH="1">
              <a:off x="5230019" y="4180681"/>
              <a:ext cx="0" cy="210343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9727" name="Straight Connector 89">
              <a:extLst>
                <a:ext uri="{FF2B5EF4-FFF2-40B4-BE49-F238E27FC236}">
                  <a16:creationId xmlns:a16="http://schemas.microsoft.com/office/drawing/2014/main" id="{AFF5EC2E-B49B-F8CD-BC76-740B5695A604}"/>
                </a:ext>
              </a:extLst>
            </p:cNvPr>
            <p:cNvCxnSpPr>
              <a:cxnSpLocks noChangeShapeType="1"/>
            </p:cNvCxnSpPr>
            <p:nvPr/>
          </p:nvCxnSpPr>
          <p:spPr bwMode="auto">
            <a:xfrm rot="10800000" flipV="1">
              <a:off x="6715125" y="5329238"/>
              <a:ext cx="1133475"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71" name="Freeform 96">
              <a:extLst>
                <a:ext uri="{FF2B5EF4-FFF2-40B4-BE49-F238E27FC236}">
                  <a16:creationId xmlns:a16="http://schemas.microsoft.com/office/drawing/2014/main" id="{78F0E238-F8B0-497E-A953-C136B578FFCB}"/>
                </a:ext>
              </a:extLst>
            </p:cNvPr>
            <p:cNvSpPr>
              <a:spLocks/>
            </p:cNvSpPr>
            <p:nvPr/>
          </p:nvSpPr>
          <p:spPr bwMode="auto">
            <a:xfrm>
              <a:off x="6934200" y="4267200"/>
              <a:ext cx="128588" cy="128588"/>
            </a:xfrm>
            <a:custGeom>
              <a:avLst/>
              <a:gdLst>
                <a:gd name="T0" fmla="*/ 0 w 129"/>
                <a:gd name="T1" fmla="*/ 16 h 133"/>
                <a:gd name="T2" fmla="*/ 16 w 129"/>
                <a:gd name="T3" fmla="*/ 8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19050">
              <a:solidFill>
                <a:srgbClr val="000000"/>
              </a:solidFill>
              <a:miter lim="800000"/>
              <a:headEnd/>
              <a:tailEnd/>
            </a:ln>
          </p:spPr>
          <p:txBody>
            <a:bodyPr/>
            <a:lstStyle/>
            <a:p>
              <a:pPr eaLnBrk="1" hangingPunct="1">
                <a:defRPr/>
              </a:pPr>
              <a:endParaRPr lang="en-US">
                <a:latin typeface="+mj-lt"/>
                <a:cs typeface="Arial" charset="0"/>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a:extLst>
              <a:ext uri="{FF2B5EF4-FFF2-40B4-BE49-F238E27FC236}">
                <a16:creationId xmlns:a16="http://schemas.microsoft.com/office/drawing/2014/main" id="{D41C2058-81E9-FCAC-0802-2DB40B0F02FC}"/>
              </a:ext>
            </a:extLst>
          </p:cNvPr>
          <p:cNvSpPr>
            <a:spLocks noGrp="1" noChangeArrowheads="1"/>
          </p:cNvSpPr>
          <p:nvPr>
            <p:ph type="title"/>
          </p:nvPr>
        </p:nvSpPr>
        <p:spPr>
          <a:xfrm>
            <a:off x="0" y="183401"/>
            <a:ext cx="11612880" cy="704088"/>
          </a:xfrm>
        </p:spPr>
        <p:txBody>
          <a:bodyPr/>
          <a:lstStyle/>
          <a:p>
            <a:r>
              <a:rPr lang="en-US" altLang="en-US"/>
              <a:t>Functions Implementation Using MUXs (3-LUT Block)</a:t>
            </a:r>
            <a:endParaRPr lang="ru-RU" altLang="en-US"/>
          </a:p>
        </p:txBody>
      </p:sp>
      <p:grpSp>
        <p:nvGrpSpPr>
          <p:cNvPr id="70659" name="Group 66">
            <a:extLst>
              <a:ext uri="{FF2B5EF4-FFF2-40B4-BE49-F238E27FC236}">
                <a16:creationId xmlns:a16="http://schemas.microsoft.com/office/drawing/2014/main" id="{649D32A7-DF31-E4CC-5585-2F8F9067CC25}"/>
              </a:ext>
            </a:extLst>
          </p:cNvPr>
          <p:cNvGrpSpPr>
            <a:grpSpLocks/>
          </p:cNvGrpSpPr>
          <p:nvPr/>
        </p:nvGrpSpPr>
        <p:grpSpPr bwMode="auto">
          <a:xfrm>
            <a:off x="4419600" y="1752600"/>
            <a:ext cx="4800600" cy="3810000"/>
            <a:chOff x="228600" y="1752600"/>
            <a:chExt cx="4800600" cy="3810000"/>
          </a:xfrm>
        </p:grpSpPr>
        <p:sp>
          <p:nvSpPr>
            <p:cNvPr id="2" name="Rectangle 2">
              <a:extLst>
                <a:ext uri="{FF2B5EF4-FFF2-40B4-BE49-F238E27FC236}">
                  <a16:creationId xmlns:a16="http://schemas.microsoft.com/office/drawing/2014/main" id="{229BE183-5A06-4A89-9528-92CF72F82B87}"/>
                </a:ext>
              </a:extLst>
            </p:cNvPr>
            <p:cNvSpPr>
              <a:spLocks noChangeArrowheads="1"/>
            </p:cNvSpPr>
            <p:nvPr/>
          </p:nvSpPr>
          <p:spPr bwMode="auto">
            <a:xfrm>
              <a:off x="915988" y="1752600"/>
              <a:ext cx="3136900" cy="3810000"/>
            </a:xfrm>
            <a:prstGeom prst="rect">
              <a:avLst/>
            </a:prstGeom>
            <a:solidFill>
              <a:schemeClr val="accent1">
                <a:lumMod val="60000"/>
                <a:lumOff val="40000"/>
              </a:schemeClr>
            </a:solidFill>
            <a:ln w="25400">
              <a:solidFill>
                <a:srgbClr val="000000"/>
              </a:solidFill>
              <a:prstDash val="sysDash"/>
              <a:miter lim="800000"/>
              <a:headEnd/>
              <a:tailEnd/>
            </a:ln>
          </p:spPr>
          <p:txBody>
            <a:bodyPr/>
            <a:lstStyle/>
            <a:p>
              <a:pPr eaLnBrk="1" hangingPunct="1">
                <a:defRPr/>
              </a:pPr>
              <a:endParaRPr lang="en-US" sz="1600">
                <a:solidFill>
                  <a:schemeClr val="bg1"/>
                </a:solidFill>
                <a:latin typeface="+mj-lt"/>
              </a:endParaRPr>
            </a:p>
          </p:txBody>
        </p:sp>
        <p:sp>
          <p:nvSpPr>
            <p:cNvPr id="3" name="Line 4">
              <a:extLst>
                <a:ext uri="{FF2B5EF4-FFF2-40B4-BE49-F238E27FC236}">
                  <a16:creationId xmlns:a16="http://schemas.microsoft.com/office/drawing/2014/main" id="{81703B51-C235-4F9B-A258-280B4D0471DC}"/>
                </a:ext>
              </a:extLst>
            </p:cNvPr>
            <p:cNvSpPr>
              <a:spLocks noChangeShapeType="1"/>
            </p:cNvSpPr>
            <p:nvPr/>
          </p:nvSpPr>
          <p:spPr bwMode="auto">
            <a:xfrm>
              <a:off x="644525" y="4913313"/>
              <a:ext cx="1636713" cy="0"/>
            </a:xfrm>
            <a:prstGeom prst="line">
              <a:avLst/>
            </a:prstGeom>
            <a:noFill/>
            <a:ln w="25400">
              <a:solidFill>
                <a:srgbClr val="000000"/>
              </a:solidFill>
              <a:round/>
              <a:headEnd/>
              <a:tailEnd type="none" w="sm" len="sm"/>
            </a:ln>
          </p:spPr>
          <p:txBody>
            <a:bodyPr/>
            <a:lstStyle/>
            <a:p>
              <a:pPr eaLnBrk="1" hangingPunct="1">
                <a:defRPr/>
              </a:pPr>
              <a:endParaRPr lang="en-US" sz="1600">
                <a:solidFill>
                  <a:schemeClr val="bg1"/>
                </a:solidFill>
                <a:latin typeface="+mj-lt"/>
              </a:endParaRPr>
            </a:p>
          </p:txBody>
        </p:sp>
        <p:sp>
          <p:nvSpPr>
            <p:cNvPr id="54277" name="Line 5">
              <a:extLst>
                <a:ext uri="{FF2B5EF4-FFF2-40B4-BE49-F238E27FC236}">
                  <a16:creationId xmlns:a16="http://schemas.microsoft.com/office/drawing/2014/main" id="{00373201-74E5-4D72-BF2E-C07B53C4A50B}"/>
                </a:ext>
              </a:extLst>
            </p:cNvPr>
            <p:cNvSpPr>
              <a:spLocks noChangeShapeType="1"/>
            </p:cNvSpPr>
            <p:nvPr/>
          </p:nvSpPr>
          <p:spPr bwMode="auto">
            <a:xfrm>
              <a:off x="3914775" y="3373438"/>
              <a:ext cx="436563"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78" name="Line 6">
              <a:extLst>
                <a:ext uri="{FF2B5EF4-FFF2-40B4-BE49-F238E27FC236}">
                  <a16:creationId xmlns:a16="http://schemas.microsoft.com/office/drawing/2014/main" id="{070F844A-F314-4C09-AAB6-987B60077E0C}"/>
                </a:ext>
              </a:extLst>
            </p:cNvPr>
            <p:cNvSpPr>
              <a:spLocks noChangeShapeType="1"/>
            </p:cNvSpPr>
            <p:nvPr/>
          </p:nvSpPr>
          <p:spPr bwMode="auto">
            <a:xfrm>
              <a:off x="652463" y="5116513"/>
              <a:ext cx="2516187"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79" name="AutoShape 7">
              <a:extLst>
                <a:ext uri="{FF2B5EF4-FFF2-40B4-BE49-F238E27FC236}">
                  <a16:creationId xmlns:a16="http://schemas.microsoft.com/office/drawing/2014/main" id="{2CCF049E-8E4C-4BF7-8785-F7D3552B0FB2}"/>
                </a:ext>
              </a:extLst>
            </p:cNvPr>
            <p:cNvSpPr>
              <a:spLocks noChangeArrowheads="1"/>
            </p:cNvSpPr>
            <p:nvPr/>
          </p:nvSpPr>
          <p:spPr bwMode="auto">
            <a:xfrm rot="16200000">
              <a:off x="1664494" y="2150269"/>
              <a:ext cx="566738" cy="279400"/>
            </a:xfrm>
            <a:custGeom>
              <a:avLst/>
              <a:gdLst>
                <a:gd name="T0" fmla="*/ 495896 w 21600"/>
                <a:gd name="T1" fmla="*/ 139700 h 21600"/>
                <a:gd name="T2" fmla="*/ 283369 w 21600"/>
                <a:gd name="T3" fmla="*/ 279400 h 21600"/>
                <a:gd name="T4" fmla="*/ 70842 w 21600"/>
                <a:gd name="T5" fmla="*/ 139700 h 21600"/>
                <a:gd name="T6" fmla="*/ 283369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en-US" sz="1600">
                <a:solidFill>
                  <a:schemeClr val="bg1"/>
                </a:solidFill>
                <a:latin typeface="+mj-lt"/>
              </a:endParaRPr>
            </a:p>
          </p:txBody>
        </p:sp>
        <p:sp>
          <p:nvSpPr>
            <p:cNvPr id="54280" name="Line 8">
              <a:extLst>
                <a:ext uri="{FF2B5EF4-FFF2-40B4-BE49-F238E27FC236}">
                  <a16:creationId xmlns:a16="http://schemas.microsoft.com/office/drawing/2014/main" id="{6086527F-45EA-492B-9572-74EF91F82164}"/>
                </a:ext>
              </a:extLst>
            </p:cNvPr>
            <p:cNvSpPr>
              <a:spLocks noChangeShapeType="1"/>
            </p:cNvSpPr>
            <p:nvPr/>
          </p:nvSpPr>
          <p:spPr bwMode="auto">
            <a:xfrm>
              <a:off x="1520825" y="2154238"/>
              <a:ext cx="271463"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81" name="Line 9">
              <a:extLst>
                <a:ext uri="{FF2B5EF4-FFF2-40B4-BE49-F238E27FC236}">
                  <a16:creationId xmlns:a16="http://schemas.microsoft.com/office/drawing/2014/main" id="{38971832-01CF-43E3-AF86-86E6973F1EE8}"/>
                </a:ext>
              </a:extLst>
            </p:cNvPr>
            <p:cNvSpPr>
              <a:spLocks noChangeShapeType="1"/>
            </p:cNvSpPr>
            <p:nvPr/>
          </p:nvSpPr>
          <p:spPr bwMode="auto">
            <a:xfrm>
              <a:off x="1519238" y="2417763"/>
              <a:ext cx="269875"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82" name="Line 10">
              <a:extLst>
                <a:ext uri="{FF2B5EF4-FFF2-40B4-BE49-F238E27FC236}">
                  <a16:creationId xmlns:a16="http://schemas.microsoft.com/office/drawing/2014/main" id="{25856197-E501-4DAC-83F3-42DF65BFBB6C}"/>
                </a:ext>
              </a:extLst>
            </p:cNvPr>
            <p:cNvSpPr>
              <a:spLocks noChangeShapeType="1"/>
            </p:cNvSpPr>
            <p:nvPr/>
          </p:nvSpPr>
          <p:spPr bwMode="auto">
            <a:xfrm>
              <a:off x="1947863" y="2492375"/>
              <a:ext cx="0" cy="163513"/>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83" name="Line 11">
              <a:extLst>
                <a:ext uri="{FF2B5EF4-FFF2-40B4-BE49-F238E27FC236}">
                  <a16:creationId xmlns:a16="http://schemas.microsoft.com/office/drawing/2014/main" id="{7A20F840-6593-4DB4-825C-2617029D24D5}"/>
                </a:ext>
              </a:extLst>
            </p:cNvPr>
            <p:cNvSpPr>
              <a:spLocks noChangeShapeType="1"/>
            </p:cNvSpPr>
            <p:nvPr/>
          </p:nvSpPr>
          <p:spPr bwMode="auto">
            <a:xfrm>
              <a:off x="1947863" y="2668588"/>
              <a:ext cx="338137"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84" name="AutoShape 12">
              <a:extLst>
                <a:ext uri="{FF2B5EF4-FFF2-40B4-BE49-F238E27FC236}">
                  <a16:creationId xmlns:a16="http://schemas.microsoft.com/office/drawing/2014/main" id="{F3F07FA8-9536-49CD-A46F-D61923E8D34A}"/>
                </a:ext>
              </a:extLst>
            </p:cNvPr>
            <p:cNvSpPr>
              <a:spLocks noChangeArrowheads="1"/>
            </p:cNvSpPr>
            <p:nvPr/>
          </p:nvSpPr>
          <p:spPr bwMode="auto">
            <a:xfrm rot="16200000">
              <a:off x="1677988" y="2867025"/>
              <a:ext cx="566738" cy="280987"/>
            </a:xfrm>
            <a:custGeom>
              <a:avLst/>
              <a:gdLst>
                <a:gd name="T0" fmla="*/ 495896 w 21600"/>
                <a:gd name="T1" fmla="*/ 140494 h 21600"/>
                <a:gd name="T2" fmla="*/ 283369 w 21600"/>
                <a:gd name="T3" fmla="*/ 280987 h 21600"/>
                <a:gd name="T4" fmla="*/ 70842 w 21600"/>
                <a:gd name="T5" fmla="*/ 140494 h 21600"/>
                <a:gd name="T6" fmla="*/ 283369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en-US" sz="1600">
                <a:solidFill>
                  <a:schemeClr val="bg1"/>
                </a:solidFill>
                <a:latin typeface="+mj-lt"/>
              </a:endParaRPr>
            </a:p>
          </p:txBody>
        </p:sp>
        <p:sp>
          <p:nvSpPr>
            <p:cNvPr id="54285" name="Line 13">
              <a:extLst>
                <a:ext uri="{FF2B5EF4-FFF2-40B4-BE49-F238E27FC236}">
                  <a16:creationId xmlns:a16="http://schemas.microsoft.com/office/drawing/2014/main" id="{073F85EC-8D86-41EC-AD0A-44E1F6B8CC33}"/>
                </a:ext>
              </a:extLst>
            </p:cNvPr>
            <p:cNvSpPr>
              <a:spLocks noChangeShapeType="1"/>
            </p:cNvSpPr>
            <p:nvPr/>
          </p:nvSpPr>
          <p:spPr bwMode="auto">
            <a:xfrm>
              <a:off x="1535113" y="2871788"/>
              <a:ext cx="271462"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86" name="Line 14">
              <a:extLst>
                <a:ext uri="{FF2B5EF4-FFF2-40B4-BE49-F238E27FC236}">
                  <a16:creationId xmlns:a16="http://schemas.microsoft.com/office/drawing/2014/main" id="{F41CF4F8-3FE6-44CB-A237-CDC843522995}"/>
                </a:ext>
              </a:extLst>
            </p:cNvPr>
            <p:cNvSpPr>
              <a:spLocks noChangeShapeType="1"/>
            </p:cNvSpPr>
            <p:nvPr/>
          </p:nvSpPr>
          <p:spPr bwMode="auto">
            <a:xfrm>
              <a:off x="1531938" y="3133725"/>
              <a:ext cx="271462"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87" name="Line 15">
              <a:extLst>
                <a:ext uri="{FF2B5EF4-FFF2-40B4-BE49-F238E27FC236}">
                  <a16:creationId xmlns:a16="http://schemas.microsoft.com/office/drawing/2014/main" id="{B7B4F65F-0A7D-4DE7-9BE7-7B934CA07263}"/>
                </a:ext>
              </a:extLst>
            </p:cNvPr>
            <p:cNvSpPr>
              <a:spLocks noChangeShapeType="1"/>
            </p:cNvSpPr>
            <p:nvPr/>
          </p:nvSpPr>
          <p:spPr bwMode="auto">
            <a:xfrm>
              <a:off x="1962150" y="3209925"/>
              <a:ext cx="0" cy="161925"/>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88" name="Line 16">
              <a:extLst>
                <a:ext uri="{FF2B5EF4-FFF2-40B4-BE49-F238E27FC236}">
                  <a16:creationId xmlns:a16="http://schemas.microsoft.com/office/drawing/2014/main" id="{58A7755C-5E8A-48A3-8E73-39CC705DCF0E}"/>
                </a:ext>
              </a:extLst>
            </p:cNvPr>
            <p:cNvSpPr>
              <a:spLocks noChangeShapeType="1"/>
            </p:cNvSpPr>
            <p:nvPr/>
          </p:nvSpPr>
          <p:spPr bwMode="auto">
            <a:xfrm>
              <a:off x="1962150" y="3386138"/>
              <a:ext cx="338138" cy="0"/>
            </a:xfrm>
            <a:prstGeom prst="line">
              <a:avLst/>
            </a:prstGeom>
            <a:noFill/>
            <a:ln w="25400">
              <a:solidFill>
                <a:srgbClr val="000000"/>
              </a:solidFill>
              <a:round/>
              <a:headEnd/>
              <a:tailEnd type="oval" w="sm" len="sm"/>
            </a:ln>
          </p:spPr>
          <p:txBody>
            <a:bodyPr/>
            <a:lstStyle/>
            <a:p>
              <a:pPr eaLnBrk="1" hangingPunct="1">
                <a:defRPr/>
              </a:pPr>
              <a:endParaRPr lang="en-US" sz="1600">
                <a:solidFill>
                  <a:schemeClr val="bg1"/>
                </a:solidFill>
                <a:latin typeface="+mj-lt"/>
              </a:endParaRPr>
            </a:p>
          </p:txBody>
        </p:sp>
        <p:sp>
          <p:nvSpPr>
            <p:cNvPr id="54289" name="Line 17">
              <a:extLst>
                <a:ext uri="{FF2B5EF4-FFF2-40B4-BE49-F238E27FC236}">
                  <a16:creationId xmlns:a16="http://schemas.microsoft.com/office/drawing/2014/main" id="{33153F9D-1A84-4A0A-BA82-1CF0E04CC48A}"/>
                </a:ext>
              </a:extLst>
            </p:cNvPr>
            <p:cNvSpPr>
              <a:spLocks noChangeShapeType="1"/>
            </p:cNvSpPr>
            <p:nvPr/>
          </p:nvSpPr>
          <p:spPr bwMode="auto">
            <a:xfrm>
              <a:off x="2305050" y="2668588"/>
              <a:ext cx="0" cy="2244725"/>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90" name="AutoShape 18">
              <a:extLst>
                <a:ext uri="{FF2B5EF4-FFF2-40B4-BE49-F238E27FC236}">
                  <a16:creationId xmlns:a16="http://schemas.microsoft.com/office/drawing/2014/main" id="{941BF924-D4B4-4F8B-BC9B-D7E8F42736A6}"/>
                </a:ext>
              </a:extLst>
            </p:cNvPr>
            <p:cNvSpPr>
              <a:spLocks noChangeArrowheads="1"/>
            </p:cNvSpPr>
            <p:nvPr/>
          </p:nvSpPr>
          <p:spPr bwMode="auto">
            <a:xfrm rot="16200000">
              <a:off x="1681163" y="3636963"/>
              <a:ext cx="566737" cy="280987"/>
            </a:xfrm>
            <a:custGeom>
              <a:avLst/>
              <a:gdLst>
                <a:gd name="T0" fmla="*/ 495895 w 21600"/>
                <a:gd name="T1" fmla="*/ 140494 h 21600"/>
                <a:gd name="T2" fmla="*/ 283369 w 21600"/>
                <a:gd name="T3" fmla="*/ 280987 h 21600"/>
                <a:gd name="T4" fmla="*/ 70842 w 21600"/>
                <a:gd name="T5" fmla="*/ 140494 h 21600"/>
                <a:gd name="T6" fmla="*/ 283369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en-US" sz="1600">
                <a:solidFill>
                  <a:schemeClr val="bg1"/>
                </a:solidFill>
                <a:latin typeface="+mj-lt"/>
              </a:endParaRPr>
            </a:p>
          </p:txBody>
        </p:sp>
        <p:sp>
          <p:nvSpPr>
            <p:cNvPr id="54291" name="Line 19">
              <a:extLst>
                <a:ext uri="{FF2B5EF4-FFF2-40B4-BE49-F238E27FC236}">
                  <a16:creationId xmlns:a16="http://schemas.microsoft.com/office/drawing/2014/main" id="{71FAEEF1-FCC7-4951-B943-D3F056C53D61}"/>
                </a:ext>
              </a:extLst>
            </p:cNvPr>
            <p:cNvSpPr>
              <a:spLocks noChangeShapeType="1"/>
            </p:cNvSpPr>
            <p:nvPr/>
          </p:nvSpPr>
          <p:spPr bwMode="auto">
            <a:xfrm>
              <a:off x="1538288" y="3641725"/>
              <a:ext cx="269875"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92" name="Line 20">
              <a:extLst>
                <a:ext uri="{FF2B5EF4-FFF2-40B4-BE49-F238E27FC236}">
                  <a16:creationId xmlns:a16="http://schemas.microsoft.com/office/drawing/2014/main" id="{C34AEB7F-47D3-49A8-A401-402F0B2F3556}"/>
                </a:ext>
              </a:extLst>
            </p:cNvPr>
            <p:cNvSpPr>
              <a:spLocks noChangeShapeType="1"/>
            </p:cNvSpPr>
            <p:nvPr/>
          </p:nvSpPr>
          <p:spPr bwMode="auto">
            <a:xfrm>
              <a:off x="1535113" y="3903663"/>
              <a:ext cx="271462"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93" name="Line 21">
              <a:extLst>
                <a:ext uri="{FF2B5EF4-FFF2-40B4-BE49-F238E27FC236}">
                  <a16:creationId xmlns:a16="http://schemas.microsoft.com/office/drawing/2014/main" id="{3A5F9E0B-8FAF-4D9F-AB87-9309C9F96D35}"/>
                </a:ext>
              </a:extLst>
            </p:cNvPr>
            <p:cNvSpPr>
              <a:spLocks noChangeShapeType="1"/>
            </p:cNvSpPr>
            <p:nvPr/>
          </p:nvSpPr>
          <p:spPr bwMode="auto">
            <a:xfrm>
              <a:off x="1963738" y="3979863"/>
              <a:ext cx="0" cy="161925"/>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94" name="Line 22">
              <a:extLst>
                <a:ext uri="{FF2B5EF4-FFF2-40B4-BE49-F238E27FC236}">
                  <a16:creationId xmlns:a16="http://schemas.microsoft.com/office/drawing/2014/main" id="{BC81302F-8566-4F6A-B14E-BF7FE117E4FB}"/>
                </a:ext>
              </a:extLst>
            </p:cNvPr>
            <p:cNvSpPr>
              <a:spLocks noChangeShapeType="1"/>
            </p:cNvSpPr>
            <p:nvPr/>
          </p:nvSpPr>
          <p:spPr bwMode="auto">
            <a:xfrm>
              <a:off x="1963738" y="4156075"/>
              <a:ext cx="339725" cy="0"/>
            </a:xfrm>
            <a:prstGeom prst="line">
              <a:avLst/>
            </a:prstGeom>
            <a:noFill/>
            <a:ln w="25400">
              <a:solidFill>
                <a:srgbClr val="000000"/>
              </a:solidFill>
              <a:round/>
              <a:headEnd/>
              <a:tailEnd type="oval" w="sm" len="sm"/>
            </a:ln>
          </p:spPr>
          <p:txBody>
            <a:bodyPr/>
            <a:lstStyle/>
            <a:p>
              <a:pPr eaLnBrk="1" hangingPunct="1">
                <a:defRPr/>
              </a:pPr>
              <a:endParaRPr lang="en-US" sz="1600">
                <a:solidFill>
                  <a:schemeClr val="bg1"/>
                </a:solidFill>
                <a:latin typeface="+mj-lt"/>
              </a:endParaRPr>
            </a:p>
          </p:txBody>
        </p:sp>
        <p:sp>
          <p:nvSpPr>
            <p:cNvPr id="54295" name="AutoShape 23">
              <a:extLst>
                <a:ext uri="{FF2B5EF4-FFF2-40B4-BE49-F238E27FC236}">
                  <a16:creationId xmlns:a16="http://schemas.microsoft.com/office/drawing/2014/main" id="{D69F224E-D4FF-4B03-86CF-5A24B8BEE9FA}"/>
                </a:ext>
              </a:extLst>
            </p:cNvPr>
            <p:cNvSpPr>
              <a:spLocks noChangeArrowheads="1"/>
            </p:cNvSpPr>
            <p:nvPr/>
          </p:nvSpPr>
          <p:spPr bwMode="auto">
            <a:xfrm rot="16200000">
              <a:off x="1694656" y="4353719"/>
              <a:ext cx="568325" cy="280988"/>
            </a:xfrm>
            <a:custGeom>
              <a:avLst/>
              <a:gdLst>
                <a:gd name="T0" fmla="*/ 497284 w 21600"/>
                <a:gd name="T1" fmla="*/ 140494 h 21600"/>
                <a:gd name="T2" fmla="*/ 284163 w 21600"/>
                <a:gd name="T3" fmla="*/ 280988 h 21600"/>
                <a:gd name="T4" fmla="*/ 71041 w 21600"/>
                <a:gd name="T5" fmla="*/ 140494 h 21600"/>
                <a:gd name="T6" fmla="*/ 28416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en-US" sz="1600">
                <a:solidFill>
                  <a:schemeClr val="bg1"/>
                </a:solidFill>
                <a:latin typeface="+mj-lt"/>
              </a:endParaRPr>
            </a:p>
          </p:txBody>
        </p:sp>
        <p:sp>
          <p:nvSpPr>
            <p:cNvPr id="54296" name="Line 24">
              <a:extLst>
                <a:ext uri="{FF2B5EF4-FFF2-40B4-BE49-F238E27FC236}">
                  <a16:creationId xmlns:a16="http://schemas.microsoft.com/office/drawing/2014/main" id="{4CA47648-2921-4511-B472-3F7A3CDE316E}"/>
                </a:ext>
              </a:extLst>
            </p:cNvPr>
            <p:cNvSpPr>
              <a:spLocks noChangeShapeType="1"/>
            </p:cNvSpPr>
            <p:nvPr/>
          </p:nvSpPr>
          <p:spPr bwMode="auto">
            <a:xfrm>
              <a:off x="1552575" y="4359275"/>
              <a:ext cx="269875"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97" name="Line 25">
              <a:extLst>
                <a:ext uri="{FF2B5EF4-FFF2-40B4-BE49-F238E27FC236}">
                  <a16:creationId xmlns:a16="http://schemas.microsoft.com/office/drawing/2014/main" id="{F086992B-DCF7-4831-80DD-3D45C4AF654F}"/>
                </a:ext>
              </a:extLst>
            </p:cNvPr>
            <p:cNvSpPr>
              <a:spLocks noChangeShapeType="1"/>
            </p:cNvSpPr>
            <p:nvPr/>
          </p:nvSpPr>
          <p:spPr bwMode="auto">
            <a:xfrm>
              <a:off x="1549400" y="4621213"/>
              <a:ext cx="269875"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298" name="Line 26">
              <a:extLst>
                <a:ext uri="{FF2B5EF4-FFF2-40B4-BE49-F238E27FC236}">
                  <a16:creationId xmlns:a16="http://schemas.microsoft.com/office/drawing/2014/main" id="{07C6ACB5-CEE2-4655-8E41-7564BC478798}"/>
                </a:ext>
              </a:extLst>
            </p:cNvPr>
            <p:cNvSpPr>
              <a:spLocks noChangeShapeType="1"/>
            </p:cNvSpPr>
            <p:nvPr/>
          </p:nvSpPr>
          <p:spPr bwMode="auto">
            <a:xfrm>
              <a:off x="1978025" y="4697413"/>
              <a:ext cx="0" cy="214312"/>
            </a:xfrm>
            <a:prstGeom prst="line">
              <a:avLst/>
            </a:prstGeom>
            <a:noFill/>
            <a:ln w="25400">
              <a:solidFill>
                <a:srgbClr val="000000"/>
              </a:solidFill>
              <a:round/>
              <a:headEnd/>
              <a:tailEnd type="oval" w="sm" len="sm"/>
            </a:ln>
          </p:spPr>
          <p:txBody>
            <a:bodyPr/>
            <a:lstStyle/>
            <a:p>
              <a:pPr eaLnBrk="1" hangingPunct="1">
                <a:defRPr/>
              </a:pPr>
              <a:endParaRPr lang="en-US" sz="1600">
                <a:solidFill>
                  <a:schemeClr val="bg1"/>
                </a:solidFill>
                <a:latin typeface="+mj-lt"/>
              </a:endParaRPr>
            </a:p>
          </p:txBody>
        </p:sp>
        <p:sp>
          <p:nvSpPr>
            <p:cNvPr id="54299" name="Rectangle 27">
              <a:extLst>
                <a:ext uri="{FF2B5EF4-FFF2-40B4-BE49-F238E27FC236}">
                  <a16:creationId xmlns:a16="http://schemas.microsoft.com/office/drawing/2014/main" id="{FCEB6A03-684D-464D-A35D-D7E4B7EA289C}"/>
                </a:ext>
              </a:extLst>
            </p:cNvPr>
            <p:cNvSpPr>
              <a:spLocks noChangeArrowheads="1"/>
            </p:cNvSpPr>
            <p:nvPr/>
          </p:nvSpPr>
          <p:spPr bwMode="auto">
            <a:xfrm>
              <a:off x="1081088" y="1979613"/>
              <a:ext cx="495300" cy="280987"/>
            </a:xfrm>
            <a:prstGeom prst="rect">
              <a:avLst/>
            </a:prstGeom>
            <a:solidFill>
              <a:schemeClr val="accent1"/>
            </a:solidFill>
            <a:ln w="25400">
              <a:solidFill>
                <a:srgbClr val="000000"/>
              </a:solidFill>
              <a:miter lim="800000"/>
              <a:headEnd/>
              <a:tailEnd/>
            </a:ln>
          </p:spPr>
          <p:txBody>
            <a:bodyPr/>
            <a:lstStyle/>
            <a:p>
              <a:pPr eaLnBrk="1" hangingPunct="1">
                <a:defRPr/>
              </a:pPr>
              <a:r>
                <a:rPr lang="en-US" sz="1600" dirty="0">
                  <a:solidFill>
                    <a:schemeClr val="bg1"/>
                  </a:solidFill>
                  <a:latin typeface="+mj-lt"/>
                </a:rPr>
                <a:t>0/1</a:t>
              </a:r>
              <a:endParaRPr lang="ru-RU" sz="1600" dirty="0">
                <a:solidFill>
                  <a:schemeClr val="bg1"/>
                </a:solidFill>
                <a:latin typeface="+mj-lt"/>
              </a:endParaRPr>
            </a:p>
          </p:txBody>
        </p:sp>
        <p:sp>
          <p:nvSpPr>
            <p:cNvPr id="54300" name="Rectangle 28">
              <a:extLst>
                <a:ext uri="{FF2B5EF4-FFF2-40B4-BE49-F238E27FC236}">
                  <a16:creationId xmlns:a16="http://schemas.microsoft.com/office/drawing/2014/main" id="{D558B727-F30E-48F1-967F-04336529E813}"/>
                </a:ext>
              </a:extLst>
            </p:cNvPr>
            <p:cNvSpPr>
              <a:spLocks noChangeArrowheads="1"/>
            </p:cNvSpPr>
            <p:nvPr/>
          </p:nvSpPr>
          <p:spPr bwMode="auto">
            <a:xfrm>
              <a:off x="1081088" y="2263775"/>
              <a:ext cx="495300" cy="280988"/>
            </a:xfrm>
            <a:prstGeom prst="rect">
              <a:avLst/>
            </a:prstGeom>
            <a:solidFill>
              <a:schemeClr val="accent1"/>
            </a:solidFill>
            <a:ln w="25400">
              <a:solidFill>
                <a:srgbClr val="000000"/>
              </a:solidFill>
              <a:miter lim="800000"/>
              <a:headEnd/>
              <a:tailEnd/>
            </a:ln>
          </p:spPr>
          <p:txBody>
            <a:bodyPr/>
            <a:lstStyle/>
            <a:p>
              <a:pPr eaLnBrk="1" hangingPunct="1">
                <a:defRPr/>
              </a:pPr>
              <a:r>
                <a:rPr lang="en-US" sz="1600" dirty="0">
                  <a:solidFill>
                    <a:schemeClr val="bg1"/>
                  </a:solidFill>
                  <a:latin typeface="+mj-lt"/>
                </a:rPr>
                <a:t>0/1</a:t>
              </a:r>
              <a:endParaRPr lang="ru-RU" sz="1600" dirty="0">
                <a:solidFill>
                  <a:schemeClr val="bg1"/>
                </a:solidFill>
                <a:latin typeface="+mj-lt"/>
              </a:endParaRPr>
            </a:p>
          </p:txBody>
        </p:sp>
        <p:sp>
          <p:nvSpPr>
            <p:cNvPr id="54301" name="Rectangle 29">
              <a:extLst>
                <a:ext uri="{FF2B5EF4-FFF2-40B4-BE49-F238E27FC236}">
                  <a16:creationId xmlns:a16="http://schemas.microsoft.com/office/drawing/2014/main" id="{2AF89BE6-9DF5-412D-80D0-02F539E37D33}"/>
                </a:ext>
              </a:extLst>
            </p:cNvPr>
            <p:cNvSpPr>
              <a:spLocks noChangeArrowheads="1"/>
            </p:cNvSpPr>
            <p:nvPr/>
          </p:nvSpPr>
          <p:spPr bwMode="auto">
            <a:xfrm>
              <a:off x="1081088" y="2709863"/>
              <a:ext cx="495300" cy="280987"/>
            </a:xfrm>
            <a:prstGeom prst="rect">
              <a:avLst/>
            </a:prstGeom>
            <a:solidFill>
              <a:schemeClr val="accent1"/>
            </a:solidFill>
            <a:ln w="25400">
              <a:solidFill>
                <a:srgbClr val="000000"/>
              </a:solidFill>
              <a:miter lim="800000"/>
              <a:headEnd/>
              <a:tailEnd/>
            </a:ln>
          </p:spPr>
          <p:txBody>
            <a:bodyPr/>
            <a:lstStyle/>
            <a:p>
              <a:pPr eaLnBrk="1" hangingPunct="1">
                <a:defRPr/>
              </a:pPr>
              <a:r>
                <a:rPr lang="en-US" sz="1600">
                  <a:solidFill>
                    <a:schemeClr val="bg1"/>
                  </a:solidFill>
                  <a:latin typeface="+mj-lt"/>
                </a:rPr>
                <a:t>0/1</a:t>
              </a:r>
              <a:endParaRPr lang="ru-RU" sz="1600">
                <a:solidFill>
                  <a:schemeClr val="bg1"/>
                </a:solidFill>
                <a:latin typeface="+mj-lt"/>
              </a:endParaRPr>
            </a:p>
          </p:txBody>
        </p:sp>
        <p:sp>
          <p:nvSpPr>
            <p:cNvPr id="54302" name="Rectangle 30">
              <a:extLst>
                <a:ext uri="{FF2B5EF4-FFF2-40B4-BE49-F238E27FC236}">
                  <a16:creationId xmlns:a16="http://schemas.microsoft.com/office/drawing/2014/main" id="{0B1968FF-7B4A-4BD2-9C8E-F07BA19A23FF}"/>
                </a:ext>
              </a:extLst>
            </p:cNvPr>
            <p:cNvSpPr>
              <a:spLocks noChangeArrowheads="1"/>
            </p:cNvSpPr>
            <p:nvPr/>
          </p:nvSpPr>
          <p:spPr bwMode="auto">
            <a:xfrm>
              <a:off x="1081088" y="2994025"/>
              <a:ext cx="495300" cy="280988"/>
            </a:xfrm>
            <a:prstGeom prst="rect">
              <a:avLst/>
            </a:prstGeom>
            <a:solidFill>
              <a:schemeClr val="accent1"/>
            </a:solidFill>
            <a:ln w="25400">
              <a:solidFill>
                <a:srgbClr val="000000"/>
              </a:solidFill>
              <a:miter lim="800000"/>
              <a:headEnd/>
              <a:tailEnd/>
            </a:ln>
          </p:spPr>
          <p:txBody>
            <a:bodyPr/>
            <a:lstStyle/>
            <a:p>
              <a:pPr eaLnBrk="1" hangingPunct="1">
                <a:defRPr/>
              </a:pPr>
              <a:r>
                <a:rPr lang="en-US" sz="1600" dirty="0">
                  <a:solidFill>
                    <a:schemeClr val="bg1"/>
                  </a:solidFill>
                  <a:latin typeface="+mj-lt"/>
                </a:rPr>
                <a:t>0/1</a:t>
              </a:r>
              <a:endParaRPr lang="ru-RU" sz="1600" dirty="0">
                <a:solidFill>
                  <a:schemeClr val="bg1"/>
                </a:solidFill>
                <a:latin typeface="+mj-lt"/>
              </a:endParaRPr>
            </a:p>
          </p:txBody>
        </p:sp>
        <p:sp>
          <p:nvSpPr>
            <p:cNvPr id="54303" name="Rectangle 31">
              <a:extLst>
                <a:ext uri="{FF2B5EF4-FFF2-40B4-BE49-F238E27FC236}">
                  <a16:creationId xmlns:a16="http://schemas.microsoft.com/office/drawing/2014/main" id="{DA2DAAF4-3216-4DFF-9DAC-B51DE55D0E35}"/>
                </a:ext>
              </a:extLst>
            </p:cNvPr>
            <p:cNvSpPr>
              <a:spLocks noChangeArrowheads="1"/>
            </p:cNvSpPr>
            <p:nvPr/>
          </p:nvSpPr>
          <p:spPr bwMode="auto">
            <a:xfrm>
              <a:off x="1054100" y="3479800"/>
              <a:ext cx="495300" cy="282575"/>
            </a:xfrm>
            <a:prstGeom prst="rect">
              <a:avLst/>
            </a:prstGeom>
            <a:solidFill>
              <a:schemeClr val="accent1"/>
            </a:solidFill>
            <a:ln w="25400">
              <a:solidFill>
                <a:srgbClr val="000000"/>
              </a:solidFill>
              <a:miter lim="800000"/>
              <a:headEnd/>
              <a:tailEnd/>
            </a:ln>
          </p:spPr>
          <p:txBody>
            <a:bodyPr/>
            <a:lstStyle/>
            <a:p>
              <a:pPr eaLnBrk="1" hangingPunct="1">
                <a:defRPr/>
              </a:pPr>
              <a:r>
                <a:rPr lang="en-US" sz="1600" dirty="0">
                  <a:solidFill>
                    <a:schemeClr val="bg1"/>
                  </a:solidFill>
                  <a:latin typeface="+mj-lt"/>
                </a:rPr>
                <a:t>0/1</a:t>
              </a:r>
              <a:endParaRPr lang="ru-RU" sz="1600" dirty="0">
                <a:solidFill>
                  <a:schemeClr val="bg1"/>
                </a:solidFill>
                <a:latin typeface="+mj-lt"/>
              </a:endParaRPr>
            </a:p>
          </p:txBody>
        </p:sp>
        <p:sp>
          <p:nvSpPr>
            <p:cNvPr id="54304" name="Rectangle 32">
              <a:extLst>
                <a:ext uri="{FF2B5EF4-FFF2-40B4-BE49-F238E27FC236}">
                  <a16:creationId xmlns:a16="http://schemas.microsoft.com/office/drawing/2014/main" id="{06B65A4E-38BE-434F-90E5-B3BDD2368B01}"/>
                </a:ext>
              </a:extLst>
            </p:cNvPr>
            <p:cNvSpPr>
              <a:spLocks noChangeArrowheads="1"/>
            </p:cNvSpPr>
            <p:nvPr/>
          </p:nvSpPr>
          <p:spPr bwMode="auto">
            <a:xfrm>
              <a:off x="1054100" y="3763963"/>
              <a:ext cx="495300" cy="282575"/>
            </a:xfrm>
            <a:prstGeom prst="rect">
              <a:avLst/>
            </a:prstGeom>
            <a:solidFill>
              <a:schemeClr val="accent1"/>
            </a:solidFill>
            <a:ln w="25400">
              <a:solidFill>
                <a:srgbClr val="000000"/>
              </a:solidFill>
              <a:miter lim="800000"/>
              <a:headEnd/>
              <a:tailEnd/>
            </a:ln>
          </p:spPr>
          <p:txBody>
            <a:bodyPr/>
            <a:lstStyle/>
            <a:p>
              <a:pPr eaLnBrk="1" hangingPunct="1">
                <a:defRPr/>
              </a:pPr>
              <a:r>
                <a:rPr lang="en-US" sz="1600" dirty="0">
                  <a:solidFill>
                    <a:schemeClr val="bg1"/>
                  </a:solidFill>
                  <a:latin typeface="+mj-lt"/>
                </a:rPr>
                <a:t>0/1</a:t>
              </a:r>
              <a:endParaRPr lang="ru-RU" sz="1600" dirty="0">
                <a:solidFill>
                  <a:schemeClr val="bg1"/>
                </a:solidFill>
                <a:latin typeface="+mj-lt"/>
              </a:endParaRPr>
            </a:p>
          </p:txBody>
        </p:sp>
        <p:sp>
          <p:nvSpPr>
            <p:cNvPr id="54305" name="Rectangle 33">
              <a:extLst>
                <a:ext uri="{FF2B5EF4-FFF2-40B4-BE49-F238E27FC236}">
                  <a16:creationId xmlns:a16="http://schemas.microsoft.com/office/drawing/2014/main" id="{CFF018A8-8980-4311-BBBD-4FA43FD3C63C}"/>
                </a:ext>
              </a:extLst>
            </p:cNvPr>
            <p:cNvSpPr>
              <a:spLocks noChangeArrowheads="1"/>
            </p:cNvSpPr>
            <p:nvPr/>
          </p:nvSpPr>
          <p:spPr bwMode="auto">
            <a:xfrm>
              <a:off x="1054100" y="4210050"/>
              <a:ext cx="495300" cy="282575"/>
            </a:xfrm>
            <a:prstGeom prst="rect">
              <a:avLst/>
            </a:prstGeom>
            <a:solidFill>
              <a:schemeClr val="accent1"/>
            </a:solidFill>
            <a:ln w="25400">
              <a:solidFill>
                <a:srgbClr val="000000"/>
              </a:solidFill>
              <a:miter lim="800000"/>
              <a:headEnd/>
              <a:tailEnd/>
            </a:ln>
          </p:spPr>
          <p:txBody>
            <a:bodyPr/>
            <a:lstStyle/>
            <a:p>
              <a:pPr eaLnBrk="1" hangingPunct="1">
                <a:defRPr/>
              </a:pPr>
              <a:r>
                <a:rPr lang="en-US" sz="1600" dirty="0">
                  <a:solidFill>
                    <a:schemeClr val="bg1"/>
                  </a:solidFill>
                  <a:latin typeface="+mj-lt"/>
                </a:rPr>
                <a:t>0/1</a:t>
              </a:r>
              <a:endParaRPr lang="ru-RU" sz="1600" dirty="0">
                <a:solidFill>
                  <a:schemeClr val="bg1"/>
                </a:solidFill>
                <a:latin typeface="+mj-lt"/>
              </a:endParaRPr>
            </a:p>
          </p:txBody>
        </p:sp>
        <p:sp>
          <p:nvSpPr>
            <p:cNvPr id="54306" name="Rectangle 34">
              <a:extLst>
                <a:ext uri="{FF2B5EF4-FFF2-40B4-BE49-F238E27FC236}">
                  <a16:creationId xmlns:a16="http://schemas.microsoft.com/office/drawing/2014/main" id="{93A8261A-A33D-404B-BC2C-1C101BB51527}"/>
                </a:ext>
              </a:extLst>
            </p:cNvPr>
            <p:cNvSpPr>
              <a:spLocks noChangeArrowheads="1"/>
            </p:cNvSpPr>
            <p:nvPr/>
          </p:nvSpPr>
          <p:spPr bwMode="auto">
            <a:xfrm>
              <a:off x="1054100" y="4494213"/>
              <a:ext cx="495300" cy="282575"/>
            </a:xfrm>
            <a:prstGeom prst="rect">
              <a:avLst/>
            </a:prstGeom>
            <a:solidFill>
              <a:schemeClr val="accent1"/>
            </a:solidFill>
            <a:ln w="25400">
              <a:solidFill>
                <a:srgbClr val="000000"/>
              </a:solidFill>
              <a:miter lim="800000"/>
              <a:headEnd/>
              <a:tailEnd/>
            </a:ln>
          </p:spPr>
          <p:txBody>
            <a:bodyPr/>
            <a:lstStyle/>
            <a:p>
              <a:pPr eaLnBrk="1" hangingPunct="1">
                <a:defRPr/>
              </a:pPr>
              <a:r>
                <a:rPr lang="en-US" sz="1600" dirty="0">
                  <a:solidFill>
                    <a:schemeClr val="bg1"/>
                  </a:solidFill>
                  <a:latin typeface="+mj-lt"/>
                </a:rPr>
                <a:t>0/1</a:t>
              </a:r>
              <a:endParaRPr lang="ru-RU" sz="1600" dirty="0">
                <a:solidFill>
                  <a:schemeClr val="bg1"/>
                </a:solidFill>
                <a:latin typeface="+mj-lt"/>
              </a:endParaRPr>
            </a:p>
          </p:txBody>
        </p:sp>
        <p:sp>
          <p:nvSpPr>
            <p:cNvPr id="54307" name="AutoShape 35">
              <a:extLst>
                <a:ext uri="{FF2B5EF4-FFF2-40B4-BE49-F238E27FC236}">
                  <a16:creationId xmlns:a16="http://schemas.microsoft.com/office/drawing/2014/main" id="{469F1112-6650-4D3A-A992-3C33CE05EBD5}"/>
                </a:ext>
              </a:extLst>
            </p:cNvPr>
            <p:cNvSpPr>
              <a:spLocks noChangeArrowheads="1"/>
            </p:cNvSpPr>
            <p:nvPr/>
          </p:nvSpPr>
          <p:spPr bwMode="auto">
            <a:xfrm rot="16200000">
              <a:off x="2561431" y="2515394"/>
              <a:ext cx="566738" cy="279400"/>
            </a:xfrm>
            <a:custGeom>
              <a:avLst/>
              <a:gdLst>
                <a:gd name="T0" fmla="*/ 495896 w 21600"/>
                <a:gd name="T1" fmla="*/ 139700 h 21600"/>
                <a:gd name="T2" fmla="*/ 283369 w 21600"/>
                <a:gd name="T3" fmla="*/ 279400 h 21600"/>
                <a:gd name="T4" fmla="*/ 70842 w 21600"/>
                <a:gd name="T5" fmla="*/ 139700 h 21600"/>
                <a:gd name="T6" fmla="*/ 283369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en-US" sz="1600">
                <a:solidFill>
                  <a:schemeClr val="bg1"/>
                </a:solidFill>
                <a:latin typeface="+mj-lt"/>
              </a:endParaRPr>
            </a:p>
          </p:txBody>
        </p:sp>
        <p:sp>
          <p:nvSpPr>
            <p:cNvPr id="54308" name="AutoShape 36">
              <a:extLst>
                <a:ext uri="{FF2B5EF4-FFF2-40B4-BE49-F238E27FC236}">
                  <a16:creationId xmlns:a16="http://schemas.microsoft.com/office/drawing/2014/main" id="{6661B1EF-0064-4D6D-A8E4-228F2F936A53}"/>
                </a:ext>
              </a:extLst>
            </p:cNvPr>
            <p:cNvSpPr>
              <a:spLocks noChangeArrowheads="1"/>
            </p:cNvSpPr>
            <p:nvPr/>
          </p:nvSpPr>
          <p:spPr bwMode="auto">
            <a:xfrm rot="16200000">
              <a:off x="2616200" y="4002088"/>
              <a:ext cx="566737" cy="280988"/>
            </a:xfrm>
            <a:custGeom>
              <a:avLst/>
              <a:gdLst>
                <a:gd name="T0" fmla="*/ 495895 w 21600"/>
                <a:gd name="T1" fmla="*/ 140494 h 21600"/>
                <a:gd name="T2" fmla="*/ 283369 w 21600"/>
                <a:gd name="T3" fmla="*/ 280988 h 21600"/>
                <a:gd name="T4" fmla="*/ 70842 w 21600"/>
                <a:gd name="T5" fmla="*/ 140494 h 21600"/>
                <a:gd name="T6" fmla="*/ 283369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en-US" sz="1600">
                <a:solidFill>
                  <a:schemeClr val="bg1"/>
                </a:solidFill>
                <a:latin typeface="+mj-lt"/>
              </a:endParaRPr>
            </a:p>
          </p:txBody>
        </p:sp>
        <p:sp>
          <p:nvSpPr>
            <p:cNvPr id="54309" name="AutoShape 37">
              <a:extLst>
                <a:ext uri="{FF2B5EF4-FFF2-40B4-BE49-F238E27FC236}">
                  <a16:creationId xmlns:a16="http://schemas.microsoft.com/office/drawing/2014/main" id="{FCAC7969-3C23-42B2-8919-B4E89F944072}"/>
                </a:ext>
              </a:extLst>
            </p:cNvPr>
            <p:cNvSpPr>
              <a:spLocks noChangeArrowheads="1"/>
            </p:cNvSpPr>
            <p:nvPr/>
          </p:nvSpPr>
          <p:spPr bwMode="auto">
            <a:xfrm rot="16200000">
              <a:off x="3482181" y="3231357"/>
              <a:ext cx="568325" cy="280988"/>
            </a:xfrm>
            <a:custGeom>
              <a:avLst/>
              <a:gdLst>
                <a:gd name="T0" fmla="*/ 497284 w 21600"/>
                <a:gd name="T1" fmla="*/ 140494 h 21600"/>
                <a:gd name="T2" fmla="*/ 284163 w 21600"/>
                <a:gd name="T3" fmla="*/ 280988 h 21600"/>
                <a:gd name="T4" fmla="*/ 71041 w 21600"/>
                <a:gd name="T5" fmla="*/ 140494 h 21600"/>
                <a:gd name="T6" fmla="*/ 28416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pPr eaLnBrk="1" hangingPunct="1">
                <a:defRPr/>
              </a:pPr>
              <a:endParaRPr lang="en-US" sz="1600">
                <a:solidFill>
                  <a:schemeClr val="bg1"/>
                </a:solidFill>
                <a:latin typeface="+mj-lt"/>
              </a:endParaRPr>
            </a:p>
          </p:txBody>
        </p:sp>
        <p:sp>
          <p:nvSpPr>
            <p:cNvPr id="54310" name="Line 38">
              <a:extLst>
                <a:ext uri="{FF2B5EF4-FFF2-40B4-BE49-F238E27FC236}">
                  <a16:creationId xmlns:a16="http://schemas.microsoft.com/office/drawing/2014/main" id="{2C4F8FC7-BB6E-4E42-8381-EC3965FFE4DF}"/>
                </a:ext>
              </a:extLst>
            </p:cNvPr>
            <p:cNvSpPr>
              <a:spLocks noChangeShapeType="1"/>
            </p:cNvSpPr>
            <p:nvPr/>
          </p:nvSpPr>
          <p:spPr bwMode="auto">
            <a:xfrm>
              <a:off x="2085975" y="2274888"/>
              <a:ext cx="338138"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11" name="Line 39">
              <a:extLst>
                <a:ext uri="{FF2B5EF4-FFF2-40B4-BE49-F238E27FC236}">
                  <a16:creationId xmlns:a16="http://schemas.microsoft.com/office/drawing/2014/main" id="{D55C6434-2961-4071-BE07-EB1207B53DB2}"/>
                </a:ext>
              </a:extLst>
            </p:cNvPr>
            <p:cNvSpPr>
              <a:spLocks noChangeShapeType="1"/>
            </p:cNvSpPr>
            <p:nvPr/>
          </p:nvSpPr>
          <p:spPr bwMode="auto">
            <a:xfrm>
              <a:off x="2097088" y="2992438"/>
              <a:ext cx="311150"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12" name="Line 40">
              <a:extLst>
                <a:ext uri="{FF2B5EF4-FFF2-40B4-BE49-F238E27FC236}">
                  <a16:creationId xmlns:a16="http://schemas.microsoft.com/office/drawing/2014/main" id="{785D6C96-5E4E-497F-BF7B-337AE1A1822B}"/>
                </a:ext>
              </a:extLst>
            </p:cNvPr>
            <p:cNvSpPr>
              <a:spLocks noChangeShapeType="1"/>
            </p:cNvSpPr>
            <p:nvPr/>
          </p:nvSpPr>
          <p:spPr bwMode="auto">
            <a:xfrm>
              <a:off x="2428875" y="2274888"/>
              <a:ext cx="0" cy="255587"/>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13" name="Line 41">
              <a:extLst>
                <a:ext uri="{FF2B5EF4-FFF2-40B4-BE49-F238E27FC236}">
                  <a16:creationId xmlns:a16="http://schemas.microsoft.com/office/drawing/2014/main" id="{6A140B0E-AE8C-408C-A08A-971F9E4E1DA2}"/>
                </a:ext>
              </a:extLst>
            </p:cNvPr>
            <p:cNvSpPr>
              <a:spLocks noChangeShapeType="1"/>
            </p:cNvSpPr>
            <p:nvPr/>
          </p:nvSpPr>
          <p:spPr bwMode="auto">
            <a:xfrm>
              <a:off x="2428875" y="2532063"/>
              <a:ext cx="280988"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14" name="Line 42">
              <a:extLst>
                <a:ext uri="{FF2B5EF4-FFF2-40B4-BE49-F238E27FC236}">
                  <a16:creationId xmlns:a16="http://schemas.microsoft.com/office/drawing/2014/main" id="{423A4DB0-185D-4553-8201-BB214C39FA3B}"/>
                </a:ext>
              </a:extLst>
            </p:cNvPr>
            <p:cNvSpPr>
              <a:spLocks noChangeShapeType="1"/>
            </p:cNvSpPr>
            <p:nvPr/>
          </p:nvSpPr>
          <p:spPr bwMode="auto">
            <a:xfrm>
              <a:off x="2416175" y="2762250"/>
              <a:ext cx="279400"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15" name="Line 43">
              <a:extLst>
                <a:ext uri="{FF2B5EF4-FFF2-40B4-BE49-F238E27FC236}">
                  <a16:creationId xmlns:a16="http://schemas.microsoft.com/office/drawing/2014/main" id="{9A008A3D-37BD-44E5-ADCB-5DB30B24F8DD}"/>
                </a:ext>
              </a:extLst>
            </p:cNvPr>
            <p:cNvSpPr>
              <a:spLocks noChangeShapeType="1"/>
            </p:cNvSpPr>
            <p:nvPr/>
          </p:nvSpPr>
          <p:spPr bwMode="auto">
            <a:xfrm>
              <a:off x="2416175" y="2762250"/>
              <a:ext cx="0" cy="24765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16" name="Line 44">
              <a:extLst>
                <a:ext uri="{FF2B5EF4-FFF2-40B4-BE49-F238E27FC236}">
                  <a16:creationId xmlns:a16="http://schemas.microsoft.com/office/drawing/2014/main" id="{D9A6E606-C546-4EEF-842D-3B219F32F8F4}"/>
                </a:ext>
              </a:extLst>
            </p:cNvPr>
            <p:cNvSpPr>
              <a:spLocks noChangeShapeType="1"/>
            </p:cNvSpPr>
            <p:nvPr/>
          </p:nvSpPr>
          <p:spPr bwMode="auto">
            <a:xfrm>
              <a:off x="2470150" y="4006850"/>
              <a:ext cx="280988"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17" name="Line 45">
              <a:extLst>
                <a:ext uri="{FF2B5EF4-FFF2-40B4-BE49-F238E27FC236}">
                  <a16:creationId xmlns:a16="http://schemas.microsoft.com/office/drawing/2014/main" id="{577B05AC-A7DF-4BA7-A557-0DF8417AA0F6}"/>
                </a:ext>
              </a:extLst>
            </p:cNvPr>
            <p:cNvSpPr>
              <a:spLocks noChangeShapeType="1"/>
            </p:cNvSpPr>
            <p:nvPr/>
          </p:nvSpPr>
          <p:spPr bwMode="auto">
            <a:xfrm>
              <a:off x="2112963" y="3760788"/>
              <a:ext cx="354012"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18" name="Line 46">
              <a:extLst>
                <a:ext uri="{FF2B5EF4-FFF2-40B4-BE49-F238E27FC236}">
                  <a16:creationId xmlns:a16="http://schemas.microsoft.com/office/drawing/2014/main" id="{A292FE28-16E9-4A2E-9A87-EC6BA55CEE5E}"/>
                </a:ext>
              </a:extLst>
            </p:cNvPr>
            <p:cNvSpPr>
              <a:spLocks noChangeShapeType="1"/>
            </p:cNvSpPr>
            <p:nvPr/>
          </p:nvSpPr>
          <p:spPr bwMode="auto">
            <a:xfrm>
              <a:off x="2470150" y="3763963"/>
              <a:ext cx="0" cy="230187"/>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19" name="Line 47">
              <a:extLst>
                <a:ext uri="{FF2B5EF4-FFF2-40B4-BE49-F238E27FC236}">
                  <a16:creationId xmlns:a16="http://schemas.microsoft.com/office/drawing/2014/main" id="{F04EFC22-A418-4CE8-9028-C09B948E5E34}"/>
                </a:ext>
              </a:extLst>
            </p:cNvPr>
            <p:cNvSpPr>
              <a:spLocks noChangeShapeType="1"/>
            </p:cNvSpPr>
            <p:nvPr/>
          </p:nvSpPr>
          <p:spPr bwMode="auto">
            <a:xfrm>
              <a:off x="2470150" y="4264025"/>
              <a:ext cx="280988"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20" name="Line 48">
              <a:extLst>
                <a:ext uri="{FF2B5EF4-FFF2-40B4-BE49-F238E27FC236}">
                  <a16:creationId xmlns:a16="http://schemas.microsoft.com/office/drawing/2014/main" id="{28292E2C-7B3E-428C-994F-42A37B76F880}"/>
                </a:ext>
              </a:extLst>
            </p:cNvPr>
            <p:cNvSpPr>
              <a:spLocks noChangeShapeType="1"/>
            </p:cNvSpPr>
            <p:nvPr/>
          </p:nvSpPr>
          <p:spPr bwMode="auto">
            <a:xfrm>
              <a:off x="2457450" y="4264025"/>
              <a:ext cx="0" cy="214313"/>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21" name="Line 49">
              <a:extLst>
                <a:ext uri="{FF2B5EF4-FFF2-40B4-BE49-F238E27FC236}">
                  <a16:creationId xmlns:a16="http://schemas.microsoft.com/office/drawing/2014/main" id="{26F7CCA9-75BB-4CFF-9214-36CD88867BE7}"/>
                </a:ext>
              </a:extLst>
            </p:cNvPr>
            <p:cNvSpPr>
              <a:spLocks noChangeShapeType="1"/>
            </p:cNvSpPr>
            <p:nvPr/>
          </p:nvSpPr>
          <p:spPr bwMode="auto">
            <a:xfrm>
              <a:off x="2127250" y="4479925"/>
              <a:ext cx="330200"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22" name="Line 50">
              <a:extLst>
                <a:ext uri="{FF2B5EF4-FFF2-40B4-BE49-F238E27FC236}">
                  <a16:creationId xmlns:a16="http://schemas.microsoft.com/office/drawing/2014/main" id="{89CC7A8E-DF83-4BB9-99B6-430F7286FFE7}"/>
                </a:ext>
              </a:extLst>
            </p:cNvPr>
            <p:cNvSpPr>
              <a:spLocks noChangeShapeType="1"/>
            </p:cNvSpPr>
            <p:nvPr/>
          </p:nvSpPr>
          <p:spPr bwMode="auto">
            <a:xfrm>
              <a:off x="2994025" y="2641600"/>
              <a:ext cx="338138"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23" name="Line 51">
              <a:extLst>
                <a:ext uri="{FF2B5EF4-FFF2-40B4-BE49-F238E27FC236}">
                  <a16:creationId xmlns:a16="http://schemas.microsoft.com/office/drawing/2014/main" id="{D7C3CF31-7DF8-4395-9E11-9CF6A861AC19}"/>
                </a:ext>
              </a:extLst>
            </p:cNvPr>
            <p:cNvSpPr>
              <a:spLocks noChangeShapeType="1"/>
            </p:cNvSpPr>
            <p:nvPr/>
          </p:nvSpPr>
          <p:spPr bwMode="auto">
            <a:xfrm>
              <a:off x="3336925" y="3235325"/>
              <a:ext cx="280988"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24" name="Line 52">
              <a:extLst>
                <a:ext uri="{FF2B5EF4-FFF2-40B4-BE49-F238E27FC236}">
                  <a16:creationId xmlns:a16="http://schemas.microsoft.com/office/drawing/2014/main" id="{25A7C574-04CD-41D4-97EE-534BECDFEFAC}"/>
                </a:ext>
              </a:extLst>
            </p:cNvPr>
            <p:cNvSpPr>
              <a:spLocks noChangeShapeType="1"/>
            </p:cNvSpPr>
            <p:nvPr/>
          </p:nvSpPr>
          <p:spPr bwMode="auto">
            <a:xfrm>
              <a:off x="3324225" y="2641600"/>
              <a:ext cx="0" cy="59690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25" name="Line 53">
              <a:extLst>
                <a:ext uri="{FF2B5EF4-FFF2-40B4-BE49-F238E27FC236}">
                  <a16:creationId xmlns:a16="http://schemas.microsoft.com/office/drawing/2014/main" id="{28D77228-0909-42E7-8835-48C17C6EC0A0}"/>
                </a:ext>
              </a:extLst>
            </p:cNvPr>
            <p:cNvSpPr>
              <a:spLocks noChangeShapeType="1"/>
            </p:cNvSpPr>
            <p:nvPr/>
          </p:nvSpPr>
          <p:spPr bwMode="auto">
            <a:xfrm>
              <a:off x="3048000" y="4141788"/>
              <a:ext cx="287338"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26" name="Line 54">
              <a:extLst>
                <a:ext uri="{FF2B5EF4-FFF2-40B4-BE49-F238E27FC236}">
                  <a16:creationId xmlns:a16="http://schemas.microsoft.com/office/drawing/2014/main" id="{1012CE02-F9FC-4C1B-B9F5-37EEA5E44819}"/>
                </a:ext>
              </a:extLst>
            </p:cNvPr>
            <p:cNvSpPr>
              <a:spLocks noChangeShapeType="1"/>
            </p:cNvSpPr>
            <p:nvPr/>
          </p:nvSpPr>
          <p:spPr bwMode="auto">
            <a:xfrm>
              <a:off x="3336925" y="3533775"/>
              <a:ext cx="0" cy="598488"/>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27" name="Line 55">
              <a:extLst>
                <a:ext uri="{FF2B5EF4-FFF2-40B4-BE49-F238E27FC236}">
                  <a16:creationId xmlns:a16="http://schemas.microsoft.com/office/drawing/2014/main" id="{26B3F482-3EDE-418D-8424-F79CE6BBF5FD}"/>
                </a:ext>
              </a:extLst>
            </p:cNvPr>
            <p:cNvSpPr>
              <a:spLocks noChangeShapeType="1"/>
            </p:cNvSpPr>
            <p:nvPr/>
          </p:nvSpPr>
          <p:spPr bwMode="auto">
            <a:xfrm>
              <a:off x="3336925" y="3519488"/>
              <a:ext cx="280988"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28" name="Line 56">
              <a:extLst>
                <a:ext uri="{FF2B5EF4-FFF2-40B4-BE49-F238E27FC236}">
                  <a16:creationId xmlns:a16="http://schemas.microsoft.com/office/drawing/2014/main" id="{88068EA1-4E20-4D29-A0ED-F7D3F44D8591}"/>
                </a:ext>
              </a:extLst>
            </p:cNvPr>
            <p:cNvSpPr>
              <a:spLocks noChangeShapeType="1"/>
            </p:cNvSpPr>
            <p:nvPr/>
          </p:nvSpPr>
          <p:spPr bwMode="auto">
            <a:xfrm>
              <a:off x="2855913" y="2857500"/>
              <a:ext cx="0" cy="32385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29" name="Line 57">
              <a:extLst>
                <a:ext uri="{FF2B5EF4-FFF2-40B4-BE49-F238E27FC236}">
                  <a16:creationId xmlns:a16="http://schemas.microsoft.com/office/drawing/2014/main" id="{CC34920E-F4E6-47A4-AFF5-7BB92F948C16}"/>
                </a:ext>
              </a:extLst>
            </p:cNvPr>
            <p:cNvSpPr>
              <a:spLocks noChangeShapeType="1"/>
            </p:cNvSpPr>
            <p:nvPr/>
          </p:nvSpPr>
          <p:spPr bwMode="auto">
            <a:xfrm>
              <a:off x="2855913" y="3181350"/>
              <a:ext cx="311150"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30" name="Line 58">
              <a:extLst>
                <a:ext uri="{FF2B5EF4-FFF2-40B4-BE49-F238E27FC236}">
                  <a16:creationId xmlns:a16="http://schemas.microsoft.com/office/drawing/2014/main" id="{F13AE3B4-6DE7-434C-AE8E-13F34FF87651}"/>
                </a:ext>
              </a:extLst>
            </p:cNvPr>
            <p:cNvSpPr>
              <a:spLocks noChangeShapeType="1"/>
            </p:cNvSpPr>
            <p:nvPr/>
          </p:nvSpPr>
          <p:spPr bwMode="auto">
            <a:xfrm>
              <a:off x="3171825" y="3181350"/>
              <a:ext cx="0" cy="1927225"/>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31" name="Line 59">
              <a:extLst>
                <a:ext uri="{FF2B5EF4-FFF2-40B4-BE49-F238E27FC236}">
                  <a16:creationId xmlns:a16="http://schemas.microsoft.com/office/drawing/2014/main" id="{31B140C7-84C5-46F2-937C-B10FE48B2542}"/>
                </a:ext>
              </a:extLst>
            </p:cNvPr>
            <p:cNvSpPr>
              <a:spLocks noChangeShapeType="1"/>
            </p:cNvSpPr>
            <p:nvPr/>
          </p:nvSpPr>
          <p:spPr bwMode="auto">
            <a:xfrm>
              <a:off x="2897188" y="4359275"/>
              <a:ext cx="0" cy="750888"/>
            </a:xfrm>
            <a:prstGeom prst="line">
              <a:avLst/>
            </a:prstGeom>
            <a:noFill/>
            <a:ln w="25400">
              <a:solidFill>
                <a:srgbClr val="000000"/>
              </a:solidFill>
              <a:round/>
              <a:headEnd/>
              <a:tailEnd type="oval" w="sm" len="sm"/>
            </a:ln>
          </p:spPr>
          <p:txBody>
            <a:bodyPr/>
            <a:lstStyle/>
            <a:p>
              <a:pPr eaLnBrk="1" hangingPunct="1">
                <a:defRPr/>
              </a:pPr>
              <a:endParaRPr lang="en-US" sz="1600">
                <a:solidFill>
                  <a:schemeClr val="bg1"/>
                </a:solidFill>
                <a:latin typeface="+mj-lt"/>
              </a:endParaRPr>
            </a:p>
          </p:txBody>
        </p:sp>
        <p:sp>
          <p:nvSpPr>
            <p:cNvPr id="54332" name="Line 60">
              <a:extLst>
                <a:ext uri="{FF2B5EF4-FFF2-40B4-BE49-F238E27FC236}">
                  <a16:creationId xmlns:a16="http://schemas.microsoft.com/office/drawing/2014/main" id="{E4229E71-C224-4281-BF40-46FAAEBAB95B}"/>
                </a:ext>
              </a:extLst>
            </p:cNvPr>
            <p:cNvSpPr>
              <a:spLocks noChangeShapeType="1"/>
            </p:cNvSpPr>
            <p:nvPr/>
          </p:nvSpPr>
          <p:spPr bwMode="auto">
            <a:xfrm>
              <a:off x="3790950" y="3560763"/>
              <a:ext cx="0" cy="175895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33" name="Line 61">
              <a:extLst>
                <a:ext uri="{FF2B5EF4-FFF2-40B4-BE49-F238E27FC236}">
                  <a16:creationId xmlns:a16="http://schemas.microsoft.com/office/drawing/2014/main" id="{E96CCDEF-99A4-42BE-B509-9E781966DFD1}"/>
                </a:ext>
              </a:extLst>
            </p:cNvPr>
            <p:cNvSpPr>
              <a:spLocks noChangeShapeType="1"/>
            </p:cNvSpPr>
            <p:nvPr/>
          </p:nvSpPr>
          <p:spPr bwMode="auto">
            <a:xfrm>
              <a:off x="655638" y="5319713"/>
              <a:ext cx="3113087" cy="0"/>
            </a:xfrm>
            <a:prstGeom prst="line">
              <a:avLst/>
            </a:prstGeom>
            <a:noFill/>
            <a:ln w="25400">
              <a:solidFill>
                <a:srgbClr val="000000"/>
              </a:solidFill>
              <a:round/>
              <a:headEnd/>
              <a:tailEnd/>
            </a:ln>
          </p:spPr>
          <p:txBody>
            <a:bodyPr/>
            <a:lstStyle/>
            <a:p>
              <a:pPr eaLnBrk="1" hangingPunct="1">
                <a:defRPr/>
              </a:pPr>
              <a:endParaRPr lang="en-US" sz="1600">
                <a:solidFill>
                  <a:schemeClr val="bg1"/>
                </a:solidFill>
                <a:latin typeface="+mj-lt"/>
              </a:endParaRPr>
            </a:p>
          </p:txBody>
        </p:sp>
        <p:sp>
          <p:nvSpPr>
            <p:cNvPr id="54334" name="Text Box 62">
              <a:extLst>
                <a:ext uri="{FF2B5EF4-FFF2-40B4-BE49-F238E27FC236}">
                  <a16:creationId xmlns:a16="http://schemas.microsoft.com/office/drawing/2014/main" id="{B190EA45-BEDE-4927-802E-1CEEC9B10C50}"/>
                </a:ext>
              </a:extLst>
            </p:cNvPr>
            <p:cNvSpPr txBox="1">
              <a:spLocks noChangeArrowheads="1"/>
            </p:cNvSpPr>
            <p:nvPr/>
          </p:nvSpPr>
          <p:spPr bwMode="auto">
            <a:xfrm>
              <a:off x="228600" y="4735513"/>
              <a:ext cx="687388" cy="323850"/>
            </a:xfrm>
            <a:prstGeom prst="rect">
              <a:avLst/>
            </a:prstGeom>
            <a:noFill/>
            <a:ln w="25400">
              <a:noFill/>
              <a:miter lim="800000"/>
              <a:headEnd/>
              <a:tailEnd/>
            </a:ln>
          </p:spPr>
          <p:txBody>
            <a:bodyPr/>
            <a:lstStyle/>
            <a:p>
              <a:pPr eaLnBrk="1" hangingPunct="1">
                <a:defRPr/>
              </a:pPr>
              <a:r>
                <a:rPr lang="en-US" sz="1600">
                  <a:latin typeface="+mj-lt"/>
                </a:rPr>
                <a:t>x3</a:t>
              </a:r>
              <a:endParaRPr lang="ru-RU" sz="1600">
                <a:latin typeface="+mj-lt"/>
              </a:endParaRPr>
            </a:p>
          </p:txBody>
        </p:sp>
        <p:sp>
          <p:nvSpPr>
            <p:cNvPr id="54335" name="Text Box 63">
              <a:extLst>
                <a:ext uri="{FF2B5EF4-FFF2-40B4-BE49-F238E27FC236}">
                  <a16:creationId xmlns:a16="http://schemas.microsoft.com/office/drawing/2014/main" id="{5A5ED043-CCFF-4F43-BF6A-1E407B8A715A}"/>
                </a:ext>
              </a:extLst>
            </p:cNvPr>
            <p:cNvSpPr txBox="1">
              <a:spLocks noChangeArrowheads="1"/>
            </p:cNvSpPr>
            <p:nvPr/>
          </p:nvSpPr>
          <p:spPr bwMode="auto">
            <a:xfrm>
              <a:off x="228600" y="4967288"/>
              <a:ext cx="687388" cy="325437"/>
            </a:xfrm>
            <a:prstGeom prst="rect">
              <a:avLst/>
            </a:prstGeom>
            <a:noFill/>
            <a:ln w="25400">
              <a:noFill/>
              <a:miter lim="800000"/>
              <a:headEnd/>
              <a:tailEnd/>
            </a:ln>
          </p:spPr>
          <p:txBody>
            <a:bodyPr/>
            <a:lstStyle/>
            <a:p>
              <a:pPr eaLnBrk="1" hangingPunct="1">
                <a:defRPr/>
              </a:pPr>
              <a:r>
                <a:rPr lang="en-US" sz="1600" dirty="0">
                  <a:latin typeface="+mj-lt"/>
                </a:rPr>
                <a:t>x2</a:t>
              </a:r>
              <a:endParaRPr lang="ru-RU" sz="1600" dirty="0">
                <a:latin typeface="+mj-lt"/>
              </a:endParaRPr>
            </a:p>
          </p:txBody>
        </p:sp>
        <p:sp>
          <p:nvSpPr>
            <p:cNvPr id="54336" name="Text Box 64">
              <a:extLst>
                <a:ext uri="{FF2B5EF4-FFF2-40B4-BE49-F238E27FC236}">
                  <a16:creationId xmlns:a16="http://schemas.microsoft.com/office/drawing/2014/main" id="{1CDEDB80-8AC1-45DA-B7A8-0EA67C4C58A6}"/>
                </a:ext>
              </a:extLst>
            </p:cNvPr>
            <p:cNvSpPr txBox="1">
              <a:spLocks noChangeArrowheads="1"/>
            </p:cNvSpPr>
            <p:nvPr/>
          </p:nvSpPr>
          <p:spPr bwMode="auto">
            <a:xfrm>
              <a:off x="242888" y="5197475"/>
              <a:ext cx="673100" cy="323850"/>
            </a:xfrm>
            <a:prstGeom prst="rect">
              <a:avLst/>
            </a:prstGeom>
            <a:noFill/>
            <a:ln w="25400">
              <a:noFill/>
              <a:miter lim="800000"/>
              <a:headEnd/>
              <a:tailEnd/>
            </a:ln>
          </p:spPr>
          <p:txBody>
            <a:bodyPr/>
            <a:lstStyle/>
            <a:p>
              <a:pPr eaLnBrk="1" hangingPunct="1">
                <a:defRPr/>
              </a:pPr>
              <a:r>
                <a:rPr lang="en-US" sz="1600" dirty="0">
                  <a:latin typeface="+mj-lt"/>
                </a:rPr>
                <a:t>x1</a:t>
              </a:r>
              <a:endParaRPr lang="ru-RU" sz="1600" dirty="0">
                <a:latin typeface="+mj-lt"/>
              </a:endParaRPr>
            </a:p>
          </p:txBody>
        </p:sp>
        <p:sp>
          <p:nvSpPr>
            <p:cNvPr id="54337" name="Text Box 65">
              <a:extLst>
                <a:ext uri="{FF2B5EF4-FFF2-40B4-BE49-F238E27FC236}">
                  <a16:creationId xmlns:a16="http://schemas.microsoft.com/office/drawing/2014/main" id="{3715880A-5828-4FF3-BDAE-0A1BF05BCCF6}"/>
                </a:ext>
              </a:extLst>
            </p:cNvPr>
            <p:cNvSpPr txBox="1">
              <a:spLocks noChangeArrowheads="1"/>
            </p:cNvSpPr>
            <p:nvPr/>
          </p:nvSpPr>
          <p:spPr bwMode="auto">
            <a:xfrm>
              <a:off x="4354513" y="3208338"/>
              <a:ext cx="674687" cy="325437"/>
            </a:xfrm>
            <a:prstGeom prst="rect">
              <a:avLst/>
            </a:prstGeom>
            <a:noFill/>
            <a:ln w="25400">
              <a:noFill/>
              <a:miter lim="800000"/>
              <a:headEnd/>
              <a:tailEnd/>
            </a:ln>
          </p:spPr>
          <p:txBody>
            <a:bodyPr/>
            <a:lstStyle/>
            <a:p>
              <a:pPr eaLnBrk="1" hangingPunct="1">
                <a:defRPr/>
              </a:pPr>
              <a:r>
                <a:rPr lang="en-US" sz="1600">
                  <a:solidFill>
                    <a:schemeClr val="bg1"/>
                  </a:solidFill>
                  <a:latin typeface="+mj-lt"/>
                </a:rPr>
                <a:t>y</a:t>
              </a:r>
              <a:endParaRPr lang="ru-RU" sz="1600">
                <a:solidFill>
                  <a:schemeClr val="bg1"/>
                </a:solidFill>
                <a:latin typeface="+mj-lt"/>
              </a:endParaRPr>
            </a:p>
          </p:txBody>
        </p:sp>
      </p:grpSp>
      <p:sp>
        <p:nvSpPr>
          <p:cNvPr id="55300" name="Text Box 66">
            <a:extLst>
              <a:ext uri="{FF2B5EF4-FFF2-40B4-BE49-F238E27FC236}">
                <a16:creationId xmlns:a16="http://schemas.microsoft.com/office/drawing/2014/main" id="{D2D2179A-F879-43F5-BADE-7E9C6D75D52D}"/>
              </a:ext>
            </a:extLst>
          </p:cNvPr>
          <p:cNvSpPr txBox="1">
            <a:spLocks noChangeArrowheads="1"/>
          </p:cNvSpPr>
          <p:nvPr/>
        </p:nvSpPr>
        <p:spPr bwMode="auto">
          <a:xfrm>
            <a:off x="5334000" y="1371600"/>
            <a:ext cx="3048000" cy="338138"/>
          </a:xfrm>
          <a:prstGeom prst="rect">
            <a:avLst/>
          </a:prstGeom>
          <a:noFill/>
          <a:ln w="9525">
            <a:noFill/>
            <a:miter lim="800000"/>
            <a:headEnd/>
            <a:tailEnd/>
          </a:ln>
        </p:spPr>
        <p:txBody>
          <a:bodyPr>
            <a:spAutoFit/>
          </a:bodyPr>
          <a:lstStyle/>
          <a:p>
            <a:pPr algn="ctr" eaLnBrk="1" hangingPunct="1">
              <a:spcBef>
                <a:spcPct val="50000"/>
              </a:spcBef>
              <a:defRPr/>
            </a:pPr>
            <a:r>
              <a:rPr lang="en-US" sz="1600" dirty="0">
                <a:latin typeface="+mj-lt"/>
                <a:cs typeface="Arial" charset="0"/>
              </a:rPr>
              <a:t>BDD implementation</a:t>
            </a:r>
            <a:endParaRPr lang="ru-RU" sz="1600" dirty="0">
              <a:latin typeface="+mj-lt"/>
              <a:cs typeface="Arial" charset="0"/>
            </a:endParaRPr>
          </a:p>
        </p:txBody>
      </p:sp>
      <p:grpSp>
        <p:nvGrpSpPr>
          <p:cNvPr id="70661" name="Group 96">
            <a:extLst>
              <a:ext uri="{FF2B5EF4-FFF2-40B4-BE49-F238E27FC236}">
                <a16:creationId xmlns:a16="http://schemas.microsoft.com/office/drawing/2014/main" id="{9C1F7368-A577-4106-D88B-CC221E48FD18}"/>
              </a:ext>
            </a:extLst>
          </p:cNvPr>
          <p:cNvGrpSpPr>
            <a:grpSpLocks/>
          </p:cNvGrpSpPr>
          <p:nvPr/>
        </p:nvGrpSpPr>
        <p:grpSpPr bwMode="auto">
          <a:xfrm>
            <a:off x="2374901" y="2473326"/>
            <a:ext cx="2925763" cy="1006475"/>
            <a:chOff x="469900" y="2474025"/>
            <a:chExt cx="3568700" cy="1137588"/>
          </a:xfrm>
        </p:grpSpPr>
        <p:cxnSp>
          <p:nvCxnSpPr>
            <p:cNvPr id="70678" name="Straight Connector 68">
              <a:extLst>
                <a:ext uri="{FF2B5EF4-FFF2-40B4-BE49-F238E27FC236}">
                  <a16:creationId xmlns:a16="http://schemas.microsoft.com/office/drawing/2014/main" id="{5C60CD50-A671-9FE1-9410-A8C31611B1AD}"/>
                </a:ext>
              </a:extLst>
            </p:cNvPr>
            <p:cNvCxnSpPr>
              <a:cxnSpLocks noChangeShapeType="1"/>
            </p:cNvCxnSpPr>
            <p:nvPr/>
          </p:nvCxnSpPr>
          <p:spPr bwMode="auto">
            <a:xfrm rot="5400000">
              <a:off x="1155700" y="2781300"/>
              <a:ext cx="2286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0679" name="Straight Connector 69">
              <a:extLst>
                <a:ext uri="{FF2B5EF4-FFF2-40B4-BE49-F238E27FC236}">
                  <a16:creationId xmlns:a16="http://schemas.microsoft.com/office/drawing/2014/main" id="{6287100D-BA09-A17A-4340-4E441191D0A0}"/>
                </a:ext>
              </a:extLst>
            </p:cNvPr>
            <p:cNvCxnSpPr>
              <a:cxnSpLocks noChangeShapeType="1"/>
            </p:cNvCxnSpPr>
            <p:nvPr/>
          </p:nvCxnSpPr>
          <p:spPr bwMode="auto">
            <a:xfrm>
              <a:off x="1087250" y="2895600"/>
              <a:ext cx="36576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0680" name="Straight Connector 70">
              <a:extLst>
                <a:ext uri="{FF2B5EF4-FFF2-40B4-BE49-F238E27FC236}">
                  <a16:creationId xmlns:a16="http://schemas.microsoft.com/office/drawing/2014/main" id="{3CCFAC78-10A7-76FA-AA9F-57FE02F2E02B}"/>
                </a:ext>
              </a:extLst>
            </p:cNvPr>
            <p:cNvCxnSpPr>
              <a:cxnSpLocks noChangeShapeType="1"/>
            </p:cNvCxnSpPr>
            <p:nvPr/>
          </p:nvCxnSpPr>
          <p:spPr bwMode="auto">
            <a:xfrm>
              <a:off x="988625" y="3026725"/>
              <a:ext cx="5486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0681" name="Straight Connector 71">
              <a:extLst>
                <a:ext uri="{FF2B5EF4-FFF2-40B4-BE49-F238E27FC236}">
                  <a16:creationId xmlns:a16="http://schemas.microsoft.com/office/drawing/2014/main" id="{8756B512-B974-52BA-3502-02549045F658}"/>
                </a:ext>
              </a:extLst>
            </p:cNvPr>
            <p:cNvCxnSpPr>
              <a:cxnSpLocks noChangeShapeType="1"/>
            </p:cNvCxnSpPr>
            <p:nvPr/>
          </p:nvCxnSpPr>
          <p:spPr bwMode="auto">
            <a:xfrm rot="5400000">
              <a:off x="838200" y="3200400"/>
              <a:ext cx="3048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0682" name="Straight Connector 72">
              <a:extLst>
                <a:ext uri="{FF2B5EF4-FFF2-40B4-BE49-F238E27FC236}">
                  <a16:creationId xmlns:a16="http://schemas.microsoft.com/office/drawing/2014/main" id="{8F5C9253-567B-4E46-7148-AF78A69DAB5E}"/>
                </a:ext>
              </a:extLst>
            </p:cNvPr>
            <p:cNvCxnSpPr>
              <a:cxnSpLocks noChangeShapeType="1"/>
            </p:cNvCxnSpPr>
            <p:nvPr/>
          </p:nvCxnSpPr>
          <p:spPr bwMode="auto">
            <a:xfrm rot="5400000">
              <a:off x="1352964" y="3215736"/>
              <a:ext cx="36576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70683" name="Straight Connector 73">
              <a:extLst>
                <a:ext uri="{FF2B5EF4-FFF2-40B4-BE49-F238E27FC236}">
                  <a16:creationId xmlns:a16="http://schemas.microsoft.com/office/drawing/2014/main" id="{555D4BFF-9E5B-C6AC-EABE-1CB6FDA39CFD}"/>
                </a:ext>
              </a:extLst>
            </p:cNvPr>
            <p:cNvCxnSpPr>
              <a:cxnSpLocks noChangeShapeType="1"/>
            </p:cNvCxnSpPr>
            <p:nvPr/>
          </p:nvCxnSpPr>
          <p:spPr bwMode="auto">
            <a:xfrm>
              <a:off x="469900" y="3369625"/>
              <a:ext cx="5334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0684" name="Line 16">
              <a:extLst>
                <a:ext uri="{FF2B5EF4-FFF2-40B4-BE49-F238E27FC236}">
                  <a16:creationId xmlns:a16="http://schemas.microsoft.com/office/drawing/2014/main" id="{84EDF39F-C81B-D30E-997A-74AFC6ABDFFA}"/>
                </a:ext>
              </a:extLst>
            </p:cNvPr>
            <p:cNvSpPr>
              <a:spLocks noChangeShapeType="1"/>
            </p:cNvSpPr>
            <p:nvPr/>
          </p:nvSpPr>
          <p:spPr bwMode="auto">
            <a:xfrm rot="10800000">
              <a:off x="1738312" y="2846438"/>
              <a:ext cx="0" cy="5762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85" name="Line 17">
              <a:extLst>
                <a:ext uri="{FF2B5EF4-FFF2-40B4-BE49-F238E27FC236}">
                  <a16:creationId xmlns:a16="http://schemas.microsoft.com/office/drawing/2014/main" id="{59AEA5DA-AF77-A875-690C-F0A1A8CBF0FF}"/>
                </a:ext>
              </a:extLst>
            </p:cNvPr>
            <p:cNvSpPr>
              <a:spLocks noChangeShapeType="1"/>
            </p:cNvSpPr>
            <p:nvPr/>
          </p:nvSpPr>
          <p:spPr bwMode="auto">
            <a:xfrm rot="10800000">
              <a:off x="1738312" y="2846438"/>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77" name="Group 18">
              <a:extLst>
                <a:ext uri="{FF2B5EF4-FFF2-40B4-BE49-F238E27FC236}">
                  <a16:creationId xmlns:a16="http://schemas.microsoft.com/office/drawing/2014/main" id="{E84ECCD5-B6EF-4DE2-9BED-EF0C92F9CF01}"/>
                </a:ext>
              </a:extLst>
            </p:cNvPr>
            <p:cNvGrpSpPr>
              <a:grpSpLocks/>
            </p:cNvGrpSpPr>
            <p:nvPr/>
          </p:nvGrpSpPr>
          <p:grpSpPr bwMode="auto">
            <a:xfrm rot="10800000">
              <a:off x="2198687" y="2659113"/>
              <a:ext cx="388938" cy="360362"/>
              <a:chOff x="894" y="2432"/>
              <a:chExt cx="337" cy="326"/>
            </a:xfrm>
            <a:solidFill>
              <a:schemeClr val="bg1">
                <a:lumMod val="65000"/>
              </a:schemeClr>
            </a:solidFill>
          </p:grpSpPr>
          <p:sp>
            <p:nvSpPr>
              <p:cNvPr id="89" name="AutoShape 19">
                <a:extLst>
                  <a:ext uri="{FF2B5EF4-FFF2-40B4-BE49-F238E27FC236}">
                    <a16:creationId xmlns:a16="http://schemas.microsoft.com/office/drawing/2014/main" id="{90C66AD8-B6AF-4214-8DB0-DBBBD632051D}"/>
                  </a:ext>
                </a:extLst>
              </p:cNvPr>
              <p:cNvSpPr>
                <a:spLocks noChangeArrowheads="1"/>
              </p:cNvSpPr>
              <p:nvPr/>
            </p:nvSpPr>
            <p:spPr bwMode="auto">
              <a:xfrm rot="5400000">
                <a:off x="860" y="2466"/>
                <a:ext cx="326" cy="258"/>
              </a:xfrm>
              <a:prstGeom prst="triangle">
                <a:avLst>
                  <a:gd name="adj" fmla="val 50000"/>
                </a:avLst>
              </a:prstGeom>
              <a:grpFill/>
              <a:ln w="28575">
                <a:solidFill>
                  <a:schemeClr val="tx1"/>
                </a:solidFill>
                <a:miter lim="800000"/>
                <a:headEnd/>
                <a:tailEnd/>
              </a:ln>
            </p:spPr>
            <p:txBody>
              <a:bodyPr rot="10800000" vert="eaVert" wrap="none" anchor="ctr"/>
              <a:lstStyle/>
              <a:p>
                <a:pPr eaLnBrk="1" hangingPunct="1">
                  <a:defRPr/>
                </a:pPr>
                <a:endParaRPr lang="en-US"/>
              </a:p>
            </p:txBody>
          </p:sp>
          <p:sp>
            <p:nvSpPr>
              <p:cNvPr id="90" name="Oval 20">
                <a:extLst>
                  <a:ext uri="{FF2B5EF4-FFF2-40B4-BE49-F238E27FC236}">
                    <a16:creationId xmlns:a16="http://schemas.microsoft.com/office/drawing/2014/main" id="{3B95DCAE-5211-4642-ACB9-D57A7189E94B}"/>
                  </a:ext>
                </a:extLst>
              </p:cNvPr>
              <p:cNvSpPr>
                <a:spLocks noChangeArrowheads="1"/>
              </p:cNvSpPr>
              <p:nvPr/>
            </p:nvSpPr>
            <p:spPr bwMode="auto">
              <a:xfrm>
                <a:off x="1154" y="2558"/>
                <a:ext cx="77" cy="77"/>
              </a:xfrm>
              <a:prstGeom prst="ellipse">
                <a:avLst/>
              </a:prstGeom>
              <a:grpFill/>
              <a:ln w="28575">
                <a:solidFill>
                  <a:schemeClr val="tx1"/>
                </a:solidFill>
                <a:round/>
                <a:headEnd/>
                <a:tailEnd/>
              </a:ln>
            </p:spPr>
            <p:txBody>
              <a:bodyPr wrap="none" anchor="ctr"/>
              <a:lstStyle/>
              <a:p>
                <a:pPr eaLnBrk="1" hangingPunct="1">
                  <a:defRPr/>
                </a:pPr>
                <a:endParaRPr lang="en-US"/>
              </a:p>
            </p:txBody>
          </p:sp>
        </p:grpSp>
        <p:sp>
          <p:nvSpPr>
            <p:cNvPr id="70687" name="Line 21">
              <a:extLst>
                <a:ext uri="{FF2B5EF4-FFF2-40B4-BE49-F238E27FC236}">
                  <a16:creationId xmlns:a16="http://schemas.microsoft.com/office/drawing/2014/main" id="{24360B79-CEF5-6297-78C8-E138B669C94F}"/>
                </a:ext>
              </a:extLst>
            </p:cNvPr>
            <p:cNvSpPr>
              <a:spLocks noChangeShapeType="1"/>
            </p:cNvSpPr>
            <p:nvPr/>
          </p:nvSpPr>
          <p:spPr bwMode="auto">
            <a:xfrm rot="10800000">
              <a:off x="2579687" y="2844025"/>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88" name="Line 22">
              <a:extLst>
                <a:ext uri="{FF2B5EF4-FFF2-40B4-BE49-F238E27FC236}">
                  <a16:creationId xmlns:a16="http://schemas.microsoft.com/office/drawing/2014/main" id="{E85C161A-A3AC-DE1E-610E-13646ECC42B6}"/>
                </a:ext>
              </a:extLst>
            </p:cNvPr>
            <p:cNvSpPr>
              <a:spLocks noChangeShapeType="1"/>
            </p:cNvSpPr>
            <p:nvPr/>
          </p:nvSpPr>
          <p:spPr bwMode="auto">
            <a:xfrm rot="10800000">
              <a:off x="1740725" y="3413175"/>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0" name="Group 23">
              <a:extLst>
                <a:ext uri="{FF2B5EF4-FFF2-40B4-BE49-F238E27FC236}">
                  <a16:creationId xmlns:a16="http://schemas.microsoft.com/office/drawing/2014/main" id="{3DF55F51-4264-46EB-8313-0A35072A0133}"/>
                </a:ext>
              </a:extLst>
            </p:cNvPr>
            <p:cNvGrpSpPr>
              <a:grpSpLocks/>
            </p:cNvGrpSpPr>
            <p:nvPr/>
          </p:nvGrpSpPr>
          <p:grpSpPr bwMode="auto">
            <a:xfrm>
              <a:off x="2163762" y="3251250"/>
              <a:ext cx="388938" cy="360363"/>
              <a:chOff x="894" y="2432"/>
              <a:chExt cx="337" cy="326"/>
            </a:xfrm>
            <a:solidFill>
              <a:schemeClr val="bg1">
                <a:lumMod val="65000"/>
              </a:schemeClr>
            </a:solidFill>
          </p:grpSpPr>
          <p:sp>
            <p:nvSpPr>
              <p:cNvPr id="87" name="AutoShape 24">
                <a:extLst>
                  <a:ext uri="{FF2B5EF4-FFF2-40B4-BE49-F238E27FC236}">
                    <a16:creationId xmlns:a16="http://schemas.microsoft.com/office/drawing/2014/main" id="{C1BB78F3-4CEF-4A72-854E-A78431F78232}"/>
                  </a:ext>
                </a:extLst>
              </p:cNvPr>
              <p:cNvSpPr>
                <a:spLocks noChangeArrowheads="1"/>
              </p:cNvSpPr>
              <p:nvPr/>
            </p:nvSpPr>
            <p:spPr bwMode="auto">
              <a:xfrm rot="5400000">
                <a:off x="860" y="2466"/>
                <a:ext cx="326" cy="258"/>
              </a:xfrm>
              <a:prstGeom prst="triangle">
                <a:avLst>
                  <a:gd name="adj" fmla="val 50000"/>
                </a:avLst>
              </a:prstGeom>
              <a:grpFill/>
              <a:ln w="28575">
                <a:solidFill>
                  <a:schemeClr val="tx1"/>
                </a:solidFill>
                <a:miter lim="800000"/>
                <a:headEnd/>
                <a:tailEnd/>
              </a:ln>
            </p:spPr>
            <p:txBody>
              <a:bodyPr vert="eaVert" wrap="none" anchor="ctr"/>
              <a:lstStyle/>
              <a:p>
                <a:pPr eaLnBrk="1" hangingPunct="1">
                  <a:defRPr/>
                </a:pPr>
                <a:endParaRPr lang="en-US"/>
              </a:p>
            </p:txBody>
          </p:sp>
          <p:sp>
            <p:nvSpPr>
              <p:cNvPr id="88" name="Oval 25">
                <a:extLst>
                  <a:ext uri="{FF2B5EF4-FFF2-40B4-BE49-F238E27FC236}">
                    <a16:creationId xmlns:a16="http://schemas.microsoft.com/office/drawing/2014/main" id="{D71E66C7-4D5E-4CC9-A4CD-C1F2E07DBBD6}"/>
                  </a:ext>
                </a:extLst>
              </p:cNvPr>
              <p:cNvSpPr>
                <a:spLocks noChangeArrowheads="1"/>
              </p:cNvSpPr>
              <p:nvPr/>
            </p:nvSpPr>
            <p:spPr bwMode="auto">
              <a:xfrm>
                <a:off x="1154" y="2558"/>
                <a:ext cx="77" cy="77"/>
              </a:xfrm>
              <a:prstGeom prst="ellipse">
                <a:avLst/>
              </a:prstGeom>
              <a:grpFill/>
              <a:ln w="28575">
                <a:solidFill>
                  <a:schemeClr val="tx1"/>
                </a:solidFill>
                <a:round/>
                <a:headEnd/>
                <a:tailEnd/>
              </a:ln>
            </p:spPr>
            <p:txBody>
              <a:bodyPr rot="10800000" wrap="none" anchor="ctr"/>
              <a:lstStyle/>
              <a:p>
                <a:pPr eaLnBrk="1" hangingPunct="1">
                  <a:defRPr/>
                </a:pPr>
                <a:endParaRPr lang="en-US"/>
              </a:p>
            </p:txBody>
          </p:sp>
        </p:grpSp>
        <p:sp>
          <p:nvSpPr>
            <p:cNvPr id="70690" name="Line 26">
              <a:extLst>
                <a:ext uri="{FF2B5EF4-FFF2-40B4-BE49-F238E27FC236}">
                  <a16:creationId xmlns:a16="http://schemas.microsoft.com/office/drawing/2014/main" id="{27A6D9D4-007C-1C03-41D5-EB11A2435A9F}"/>
                </a:ext>
              </a:extLst>
            </p:cNvPr>
            <p:cNvSpPr>
              <a:spLocks noChangeShapeType="1"/>
            </p:cNvSpPr>
            <p:nvPr/>
          </p:nvSpPr>
          <p:spPr bwMode="auto">
            <a:xfrm rot="10800000">
              <a:off x="2565400" y="3427463"/>
              <a:ext cx="431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1" name="Line 27">
              <a:extLst>
                <a:ext uri="{FF2B5EF4-FFF2-40B4-BE49-F238E27FC236}">
                  <a16:creationId xmlns:a16="http://schemas.microsoft.com/office/drawing/2014/main" id="{637A019D-E4A3-FFC4-5052-16A4281E0C1B}"/>
                </a:ext>
              </a:extLst>
            </p:cNvPr>
            <p:cNvSpPr>
              <a:spLocks noChangeShapeType="1"/>
            </p:cNvSpPr>
            <p:nvPr/>
          </p:nvSpPr>
          <p:spPr bwMode="auto">
            <a:xfrm rot="10800000">
              <a:off x="2997962" y="2855900"/>
              <a:ext cx="0" cy="576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70692" name="Straight Connector 82">
              <a:extLst>
                <a:ext uri="{FF2B5EF4-FFF2-40B4-BE49-F238E27FC236}">
                  <a16:creationId xmlns:a16="http://schemas.microsoft.com/office/drawing/2014/main" id="{56B9840F-28EF-F36B-DBE6-89757C3BA7A1}"/>
                </a:ext>
              </a:extLst>
            </p:cNvPr>
            <p:cNvCxnSpPr>
              <a:cxnSpLocks noChangeShapeType="1"/>
            </p:cNvCxnSpPr>
            <p:nvPr/>
          </p:nvCxnSpPr>
          <p:spPr bwMode="auto">
            <a:xfrm>
              <a:off x="1535875" y="3398325"/>
              <a:ext cx="182880" cy="1588"/>
            </a:xfrm>
            <a:prstGeom prst="line">
              <a:avLst/>
            </a:prstGeom>
            <a:noFill/>
            <a:ln w="9525" algn="ctr">
              <a:solidFill>
                <a:schemeClr val="tx1"/>
              </a:solidFill>
              <a:round/>
              <a:headEnd/>
              <a:tailEnd type="oval" w="med" len="med"/>
            </a:ln>
            <a:extLst>
              <a:ext uri="{909E8E84-426E-40DD-AFC4-6F175D3DCCD1}">
                <a14:hiddenFill xmlns:a14="http://schemas.microsoft.com/office/drawing/2010/main">
                  <a:noFill/>
                </a14:hiddenFill>
              </a:ext>
            </a:extLst>
          </p:spPr>
        </p:cxnSp>
        <p:sp>
          <p:nvSpPr>
            <p:cNvPr id="70693" name="Line 22">
              <a:extLst>
                <a:ext uri="{FF2B5EF4-FFF2-40B4-BE49-F238E27FC236}">
                  <a16:creationId xmlns:a16="http://schemas.microsoft.com/office/drawing/2014/main" id="{A50F9CA6-30A3-EFAB-2FB1-1CCB92C7C874}"/>
                </a:ext>
              </a:extLst>
            </p:cNvPr>
            <p:cNvSpPr>
              <a:spLocks noChangeShapeType="1"/>
            </p:cNvSpPr>
            <p:nvPr/>
          </p:nvSpPr>
          <p:spPr bwMode="auto">
            <a:xfrm rot="10800000">
              <a:off x="3007425" y="3124200"/>
              <a:ext cx="431800" cy="0"/>
            </a:xfrm>
            <a:prstGeom prst="line">
              <a:avLst/>
            </a:prstGeom>
            <a:noFill/>
            <a:ln w="2540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70694" name="TextBox 84">
              <a:extLst>
                <a:ext uri="{FF2B5EF4-FFF2-40B4-BE49-F238E27FC236}">
                  <a16:creationId xmlns:a16="http://schemas.microsoft.com/office/drawing/2014/main" id="{2CBAA547-ABBB-F780-669B-B119E3EEA317}"/>
                </a:ext>
              </a:extLst>
            </p:cNvPr>
            <p:cNvSpPr txBox="1">
              <a:spLocks noChangeArrowheads="1"/>
            </p:cNvSpPr>
            <p:nvPr/>
          </p:nvSpPr>
          <p:spPr bwMode="auto">
            <a:xfrm>
              <a:off x="1725875" y="2474025"/>
              <a:ext cx="990599" cy="417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Q</a:t>
              </a:r>
              <a:endParaRPr lang="en-GB" altLang="en-US" b="0" u="none"/>
            </a:p>
          </p:txBody>
        </p:sp>
        <p:sp>
          <p:nvSpPr>
            <p:cNvPr id="70695" name="TextBox 85">
              <a:extLst>
                <a:ext uri="{FF2B5EF4-FFF2-40B4-BE49-F238E27FC236}">
                  <a16:creationId xmlns:a16="http://schemas.microsoft.com/office/drawing/2014/main" id="{C3EB1F6D-699C-0BC7-4384-2801CBD77D27}"/>
                </a:ext>
              </a:extLst>
            </p:cNvPr>
            <p:cNvSpPr txBox="1">
              <a:spLocks noChangeArrowheads="1"/>
            </p:cNvSpPr>
            <p:nvPr/>
          </p:nvSpPr>
          <p:spPr bwMode="auto">
            <a:xfrm>
              <a:off x="3048001" y="2819400"/>
              <a:ext cx="990599" cy="417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~Q</a:t>
              </a:r>
              <a:endParaRPr lang="en-GB" altLang="en-US" b="0" u="none"/>
            </a:p>
          </p:txBody>
        </p:sp>
      </p:grpSp>
      <p:cxnSp>
        <p:nvCxnSpPr>
          <p:cNvPr id="70662" name="Straight Connector 91">
            <a:extLst>
              <a:ext uri="{FF2B5EF4-FFF2-40B4-BE49-F238E27FC236}">
                <a16:creationId xmlns:a16="http://schemas.microsoft.com/office/drawing/2014/main" id="{4A6BB44D-63C0-FB4E-0686-2695DC059271}"/>
              </a:ext>
            </a:extLst>
          </p:cNvPr>
          <p:cNvCxnSpPr>
            <a:cxnSpLocks noChangeShapeType="1"/>
          </p:cNvCxnSpPr>
          <p:nvPr/>
        </p:nvCxnSpPr>
        <p:spPr bwMode="auto">
          <a:xfrm flipV="1">
            <a:off x="3581400" y="2133600"/>
            <a:ext cx="1600200" cy="6096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70663" name="TextBox 92">
            <a:extLst>
              <a:ext uri="{FF2B5EF4-FFF2-40B4-BE49-F238E27FC236}">
                <a16:creationId xmlns:a16="http://schemas.microsoft.com/office/drawing/2014/main" id="{279A00EA-9C43-DDB0-1026-0FB330CC40B0}"/>
              </a:ext>
            </a:extLst>
          </p:cNvPr>
          <p:cNvSpPr txBox="1">
            <a:spLocks noChangeArrowheads="1"/>
          </p:cNvSpPr>
          <p:nvPr/>
        </p:nvSpPr>
        <p:spPr bwMode="auto">
          <a:xfrm>
            <a:off x="6883400" y="38735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dirty="0">
                <a:solidFill>
                  <a:schemeClr val="bg1"/>
                </a:solidFill>
              </a:rPr>
              <a:t>0</a:t>
            </a:r>
            <a:endParaRPr lang="en-GB" altLang="en-US" sz="1400" u="none" dirty="0">
              <a:solidFill>
                <a:schemeClr val="bg1"/>
              </a:solidFill>
            </a:endParaRPr>
          </a:p>
        </p:txBody>
      </p:sp>
      <p:sp>
        <p:nvSpPr>
          <p:cNvPr id="70664" name="TextBox 93">
            <a:extLst>
              <a:ext uri="{FF2B5EF4-FFF2-40B4-BE49-F238E27FC236}">
                <a16:creationId xmlns:a16="http://schemas.microsoft.com/office/drawing/2014/main" id="{CDCA44B2-B719-402B-F0E3-8F47FC2FBC29}"/>
              </a:ext>
            </a:extLst>
          </p:cNvPr>
          <p:cNvSpPr txBox="1">
            <a:spLocks noChangeArrowheads="1"/>
          </p:cNvSpPr>
          <p:nvPr/>
        </p:nvSpPr>
        <p:spPr bwMode="auto">
          <a:xfrm>
            <a:off x="5943600" y="19939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chemeClr val="bg1"/>
                </a:solidFill>
              </a:rPr>
              <a:t>0</a:t>
            </a:r>
            <a:endParaRPr lang="en-GB" altLang="en-US" sz="1400" u="none">
              <a:solidFill>
                <a:schemeClr val="bg1"/>
              </a:solidFill>
            </a:endParaRPr>
          </a:p>
        </p:txBody>
      </p:sp>
      <p:sp>
        <p:nvSpPr>
          <p:cNvPr id="70665" name="TextBox 94">
            <a:extLst>
              <a:ext uri="{FF2B5EF4-FFF2-40B4-BE49-F238E27FC236}">
                <a16:creationId xmlns:a16="http://schemas.microsoft.com/office/drawing/2014/main" id="{DF18516B-E68D-6E6E-11FC-C1CE9C2D9A61}"/>
              </a:ext>
            </a:extLst>
          </p:cNvPr>
          <p:cNvSpPr txBox="1">
            <a:spLocks noChangeArrowheads="1"/>
          </p:cNvSpPr>
          <p:nvPr/>
        </p:nvSpPr>
        <p:spPr bwMode="auto">
          <a:xfrm>
            <a:off x="5943600" y="22098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dirty="0">
                <a:solidFill>
                  <a:schemeClr val="bg1"/>
                </a:solidFill>
              </a:rPr>
              <a:t>1</a:t>
            </a:r>
            <a:endParaRPr lang="en-GB" altLang="en-US" sz="1400" u="none" dirty="0">
              <a:solidFill>
                <a:schemeClr val="bg1"/>
              </a:solidFill>
            </a:endParaRPr>
          </a:p>
        </p:txBody>
      </p:sp>
      <p:sp>
        <p:nvSpPr>
          <p:cNvPr id="70666" name="TextBox 95">
            <a:extLst>
              <a:ext uri="{FF2B5EF4-FFF2-40B4-BE49-F238E27FC236}">
                <a16:creationId xmlns:a16="http://schemas.microsoft.com/office/drawing/2014/main" id="{88D4A082-F955-1C51-5318-5295AAD7F4E3}"/>
              </a:ext>
            </a:extLst>
          </p:cNvPr>
          <p:cNvSpPr txBox="1">
            <a:spLocks noChangeArrowheads="1"/>
          </p:cNvSpPr>
          <p:nvPr/>
        </p:nvSpPr>
        <p:spPr bwMode="auto">
          <a:xfrm>
            <a:off x="8534400" y="2362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1</a:t>
            </a:r>
            <a:endParaRPr lang="en-GB" altLang="en-US" sz="1400" u="none"/>
          </a:p>
        </p:txBody>
      </p:sp>
      <p:sp>
        <p:nvSpPr>
          <p:cNvPr id="70667" name="TextBox 96">
            <a:extLst>
              <a:ext uri="{FF2B5EF4-FFF2-40B4-BE49-F238E27FC236}">
                <a16:creationId xmlns:a16="http://schemas.microsoft.com/office/drawing/2014/main" id="{D8A804DA-0244-6D09-8A51-A29D3D5E9C7B}"/>
              </a:ext>
            </a:extLst>
          </p:cNvPr>
          <p:cNvSpPr txBox="1">
            <a:spLocks noChangeArrowheads="1"/>
          </p:cNvSpPr>
          <p:nvPr/>
        </p:nvSpPr>
        <p:spPr bwMode="auto">
          <a:xfrm>
            <a:off x="5956300" y="26924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chemeClr val="bg1"/>
                </a:solidFill>
              </a:rPr>
              <a:t>0</a:t>
            </a:r>
            <a:endParaRPr lang="en-GB" altLang="en-US" sz="1400" u="none">
              <a:solidFill>
                <a:schemeClr val="bg1"/>
              </a:solidFill>
            </a:endParaRPr>
          </a:p>
        </p:txBody>
      </p:sp>
      <p:sp>
        <p:nvSpPr>
          <p:cNvPr id="70668" name="TextBox 97">
            <a:extLst>
              <a:ext uri="{FF2B5EF4-FFF2-40B4-BE49-F238E27FC236}">
                <a16:creationId xmlns:a16="http://schemas.microsoft.com/office/drawing/2014/main" id="{9D25FE21-0F31-ABFE-EBEB-B962F31C1340}"/>
              </a:ext>
            </a:extLst>
          </p:cNvPr>
          <p:cNvSpPr txBox="1">
            <a:spLocks noChangeArrowheads="1"/>
          </p:cNvSpPr>
          <p:nvPr/>
        </p:nvSpPr>
        <p:spPr bwMode="auto">
          <a:xfrm>
            <a:off x="5956300" y="29591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chemeClr val="bg1"/>
                </a:solidFill>
              </a:rPr>
              <a:t>1</a:t>
            </a:r>
            <a:endParaRPr lang="en-GB" altLang="en-US" sz="1400" u="none">
              <a:solidFill>
                <a:schemeClr val="bg1"/>
              </a:solidFill>
            </a:endParaRPr>
          </a:p>
        </p:txBody>
      </p:sp>
      <p:sp>
        <p:nvSpPr>
          <p:cNvPr id="70669" name="TextBox 98">
            <a:extLst>
              <a:ext uri="{FF2B5EF4-FFF2-40B4-BE49-F238E27FC236}">
                <a16:creationId xmlns:a16="http://schemas.microsoft.com/office/drawing/2014/main" id="{8B90E214-2E6F-55DF-1040-2E44F0CB2D72}"/>
              </a:ext>
            </a:extLst>
          </p:cNvPr>
          <p:cNvSpPr txBox="1">
            <a:spLocks noChangeArrowheads="1"/>
          </p:cNvSpPr>
          <p:nvPr/>
        </p:nvSpPr>
        <p:spPr bwMode="auto">
          <a:xfrm>
            <a:off x="5969000" y="34798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chemeClr val="bg1"/>
                </a:solidFill>
              </a:rPr>
              <a:t>0</a:t>
            </a:r>
            <a:endParaRPr lang="en-GB" altLang="en-US" sz="1400" u="none">
              <a:solidFill>
                <a:schemeClr val="bg1"/>
              </a:solidFill>
            </a:endParaRPr>
          </a:p>
        </p:txBody>
      </p:sp>
      <p:sp>
        <p:nvSpPr>
          <p:cNvPr id="70670" name="TextBox 99">
            <a:extLst>
              <a:ext uri="{FF2B5EF4-FFF2-40B4-BE49-F238E27FC236}">
                <a16:creationId xmlns:a16="http://schemas.microsoft.com/office/drawing/2014/main" id="{AD7D6A71-EC77-87DE-EADE-218E7A094F00}"/>
              </a:ext>
            </a:extLst>
          </p:cNvPr>
          <p:cNvSpPr txBox="1">
            <a:spLocks noChangeArrowheads="1"/>
          </p:cNvSpPr>
          <p:nvPr/>
        </p:nvSpPr>
        <p:spPr bwMode="auto">
          <a:xfrm>
            <a:off x="5956300" y="37338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dirty="0">
                <a:solidFill>
                  <a:schemeClr val="bg1"/>
                </a:solidFill>
              </a:rPr>
              <a:t>1</a:t>
            </a:r>
            <a:endParaRPr lang="en-GB" altLang="en-US" sz="1400" u="none" dirty="0">
              <a:solidFill>
                <a:schemeClr val="bg1"/>
              </a:solidFill>
            </a:endParaRPr>
          </a:p>
        </p:txBody>
      </p:sp>
      <p:sp>
        <p:nvSpPr>
          <p:cNvPr id="70671" name="TextBox 100">
            <a:extLst>
              <a:ext uri="{FF2B5EF4-FFF2-40B4-BE49-F238E27FC236}">
                <a16:creationId xmlns:a16="http://schemas.microsoft.com/office/drawing/2014/main" id="{C91F29D9-5859-DDD0-835C-2D9B443F9E5A}"/>
              </a:ext>
            </a:extLst>
          </p:cNvPr>
          <p:cNvSpPr txBox="1">
            <a:spLocks noChangeArrowheads="1"/>
          </p:cNvSpPr>
          <p:nvPr/>
        </p:nvSpPr>
        <p:spPr bwMode="auto">
          <a:xfrm>
            <a:off x="5981700" y="41910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chemeClr val="bg1"/>
                </a:solidFill>
              </a:rPr>
              <a:t>0</a:t>
            </a:r>
            <a:endParaRPr lang="en-GB" altLang="en-US" sz="1400" u="none">
              <a:solidFill>
                <a:schemeClr val="bg1"/>
              </a:solidFill>
            </a:endParaRPr>
          </a:p>
        </p:txBody>
      </p:sp>
      <p:sp>
        <p:nvSpPr>
          <p:cNvPr id="70672" name="TextBox 101">
            <a:extLst>
              <a:ext uri="{FF2B5EF4-FFF2-40B4-BE49-F238E27FC236}">
                <a16:creationId xmlns:a16="http://schemas.microsoft.com/office/drawing/2014/main" id="{9DF1D66E-6CEA-656F-A266-4BDB4E581558}"/>
              </a:ext>
            </a:extLst>
          </p:cNvPr>
          <p:cNvSpPr txBox="1">
            <a:spLocks noChangeArrowheads="1"/>
          </p:cNvSpPr>
          <p:nvPr/>
        </p:nvSpPr>
        <p:spPr bwMode="auto">
          <a:xfrm>
            <a:off x="5969000" y="44323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chemeClr val="bg1"/>
                </a:solidFill>
              </a:rPr>
              <a:t>1</a:t>
            </a:r>
            <a:endParaRPr lang="en-GB" altLang="en-US" sz="1400" u="none">
              <a:solidFill>
                <a:schemeClr val="bg1"/>
              </a:solidFill>
            </a:endParaRPr>
          </a:p>
        </p:txBody>
      </p:sp>
      <p:sp>
        <p:nvSpPr>
          <p:cNvPr id="70673" name="TextBox 102">
            <a:extLst>
              <a:ext uri="{FF2B5EF4-FFF2-40B4-BE49-F238E27FC236}">
                <a16:creationId xmlns:a16="http://schemas.microsoft.com/office/drawing/2014/main" id="{3A43D9FF-7B3D-9276-2578-3500CB4E3169}"/>
              </a:ext>
            </a:extLst>
          </p:cNvPr>
          <p:cNvSpPr txBox="1">
            <a:spLocks noChangeArrowheads="1"/>
          </p:cNvSpPr>
          <p:nvPr/>
        </p:nvSpPr>
        <p:spPr bwMode="auto">
          <a:xfrm>
            <a:off x="6832600" y="2362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chemeClr val="bg1"/>
                </a:solidFill>
              </a:rPr>
              <a:t>0</a:t>
            </a:r>
            <a:endParaRPr lang="en-GB" altLang="en-US" sz="1400" u="none">
              <a:solidFill>
                <a:schemeClr val="bg1"/>
              </a:solidFill>
            </a:endParaRPr>
          </a:p>
        </p:txBody>
      </p:sp>
      <p:sp>
        <p:nvSpPr>
          <p:cNvPr id="70674" name="TextBox 103">
            <a:extLst>
              <a:ext uri="{FF2B5EF4-FFF2-40B4-BE49-F238E27FC236}">
                <a16:creationId xmlns:a16="http://schemas.microsoft.com/office/drawing/2014/main" id="{D05BD452-CC78-2B43-7DA6-01527E97FB17}"/>
              </a:ext>
            </a:extLst>
          </p:cNvPr>
          <p:cNvSpPr txBox="1">
            <a:spLocks noChangeArrowheads="1"/>
          </p:cNvSpPr>
          <p:nvPr/>
        </p:nvSpPr>
        <p:spPr bwMode="auto">
          <a:xfrm>
            <a:off x="6832600" y="25908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chemeClr val="bg1"/>
                </a:solidFill>
              </a:rPr>
              <a:t>1</a:t>
            </a:r>
            <a:endParaRPr lang="en-GB" altLang="en-US" sz="1400" u="none">
              <a:solidFill>
                <a:schemeClr val="bg1"/>
              </a:solidFill>
            </a:endParaRPr>
          </a:p>
        </p:txBody>
      </p:sp>
      <p:sp>
        <p:nvSpPr>
          <p:cNvPr id="70675" name="TextBox 104">
            <a:extLst>
              <a:ext uri="{FF2B5EF4-FFF2-40B4-BE49-F238E27FC236}">
                <a16:creationId xmlns:a16="http://schemas.microsoft.com/office/drawing/2014/main" id="{868B2961-7D44-FC45-D17C-2BD9A9603FA4}"/>
              </a:ext>
            </a:extLst>
          </p:cNvPr>
          <p:cNvSpPr txBox="1">
            <a:spLocks noChangeArrowheads="1"/>
          </p:cNvSpPr>
          <p:nvPr/>
        </p:nvSpPr>
        <p:spPr bwMode="auto">
          <a:xfrm>
            <a:off x="7747000" y="30607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chemeClr val="bg1"/>
                </a:solidFill>
              </a:rPr>
              <a:t>0</a:t>
            </a:r>
            <a:endParaRPr lang="en-GB" altLang="en-US" sz="1400" u="none">
              <a:solidFill>
                <a:schemeClr val="bg1"/>
              </a:solidFill>
            </a:endParaRPr>
          </a:p>
        </p:txBody>
      </p:sp>
      <p:sp>
        <p:nvSpPr>
          <p:cNvPr id="70676" name="TextBox 105">
            <a:extLst>
              <a:ext uri="{FF2B5EF4-FFF2-40B4-BE49-F238E27FC236}">
                <a16:creationId xmlns:a16="http://schemas.microsoft.com/office/drawing/2014/main" id="{A88F05E6-7CDA-B59C-D906-CAF137366223}"/>
              </a:ext>
            </a:extLst>
          </p:cNvPr>
          <p:cNvSpPr txBox="1">
            <a:spLocks noChangeArrowheads="1"/>
          </p:cNvSpPr>
          <p:nvPr/>
        </p:nvSpPr>
        <p:spPr bwMode="auto">
          <a:xfrm>
            <a:off x="7747000" y="33147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chemeClr val="bg1"/>
                </a:solidFill>
              </a:rPr>
              <a:t>1</a:t>
            </a:r>
            <a:endParaRPr lang="en-GB" altLang="en-US" sz="1400" u="none">
              <a:solidFill>
                <a:schemeClr val="bg1"/>
              </a:solidFill>
            </a:endParaRPr>
          </a:p>
        </p:txBody>
      </p:sp>
      <p:sp>
        <p:nvSpPr>
          <p:cNvPr id="70677" name="TextBox 106">
            <a:extLst>
              <a:ext uri="{FF2B5EF4-FFF2-40B4-BE49-F238E27FC236}">
                <a16:creationId xmlns:a16="http://schemas.microsoft.com/office/drawing/2014/main" id="{C55C4B50-7EB4-6DB7-B264-A21F8FCB3FC9}"/>
              </a:ext>
            </a:extLst>
          </p:cNvPr>
          <p:cNvSpPr txBox="1">
            <a:spLocks noChangeArrowheads="1"/>
          </p:cNvSpPr>
          <p:nvPr/>
        </p:nvSpPr>
        <p:spPr bwMode="auto">
          <a:xfrm>
            <a:off x="6883400" y="41148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chemeClr val="bg1"/>
                </a:solidFill>
              </a:rPr>
              <a:t>1</a:t>
            </a:r>
            <a:endParaRPr lang="en-GB" altLang="en-US" sz="1400" u="none">
              <a:solidFill>
                <a:schemeClr val="bg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869921F9-A872-2611-FC7C-A25A2D6C5F99}"/>
              </a:ext>
            </a:extLst>
          </p:cNvPr>
          <p:cNvSpPr>
            <a:spLocks noGrp="1" noChangeArrowheads="1"/>
          </p:cNvSpPr>
          <p:nvPr>
            <p:ph type="title"/>
          </p:nvPr>
        </p:nvSpPr>
        <p:spPr>
          <a:xfrm>
            <a:off x="0" y="183401"/>
            <a:ext cx="11612880" cy="704088"/>
          </a:xfrm>
        </p:spPr>
        <p:txBody>
          <a:bodyPr/>
          <a:lstStyle/>
          <a:p>
            <a:r>
              <a:rPr lang="en-US" altLang="en-US"/>
              <a:t>Example</a:t>
            </a:r>
            <a:r>
              <a:rPr lang="ru-RU" altLang="en-US"/>
              <a:t>: </a:t>
            </a:r>
            <a:r>
              <a:rPr lang="en-US" altLang="en-US"/>
              <a:t>Majority Function Implementation y</a:t>
            </a:r>
            <a:r>
              <a:rPr lang="ru-RU" altLang="en-US"/>
              <a:t> = </a:t>
            </a:r>
            <a:r>
              <a:rPr lang="en-US" altLang="en-US"/>
              <a:t>ac</a:t>
            </a:r>
            <a:r>
              <a:rPr lang="ru-RU" altLang="en-US"/>
              <a:t>+</a:t>
            </a:r>
            <a:r>
              <a:rPr lang="en-US" altLang="en-US"/>
              <a:t>ab</a:t>
            </a:r>
            <a:r>
              <a:rPr lang="ru-RU" altLang="en-US"/>
              <a:t>+</a:t>
            </a:r>
            <a:r>
              <a:rPr lang="en-US" altLang="en-US"/>
              <a:t>bc</a:t>
            </a:r>
            <a:endParaRPr lang="ru-RU" altLang="en-US"/>
          </a:p>
        </p:txBody>
      </p:sp>
      <p:sp>
        <p:nvSpPr>
          <p:cNvPr id="71683" name="Rectangle 36">
            <a:extLst>
              <a:ext uri="{FF2B5EF4-FFF2-40B4-BE49-F238E27FC236}">
                <a16:creationId xmlns:a16="http://schemas.microsoft.com/office/drawing/2014/main" id="{4BB0A20F-69F1-1AC2-4EA3-892608A461E2}"/>
              </a:ext>
            </a:extLst>
          </p:cNvPr>
          <p:cNvSpPr>
            <a:spLocks noChangeArrowheads="1"/>
          </p:cNvSpPr>
          <p:nvPr/>
        </p:nvSpPr>
        <p:spPr bwMode="auto">
          <a:xfrm>
            <a:off x="6100763" y="1752600"/>
            <a:ext cx="3192462" cy="3886200"/>
          </a:xfrm>
          <a:prstGeom prst="rect">
            <a:avLst/>
          </a:prstGeom>
          <a:noFill/>
          <a:ln w="25400">
            <a:solidFill>
              <a:srgbClr val="000000"/>
            </a:solidFill>
            <a:prstDash val="sysDash"/>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a:p>
        </p:txBody>
      </p:sp>
      <p:sp>
        <p:nvSpPr>
          <p:cNvPr id="71684" name="Line 37">
            <a:extLst>
              <a:ext uri="{FF2B5EF4-FFF2-40B4-BE49-F238E27FC236}">
                <a16:creationId xmlns:a16="http://schemas.microsoft.com/office/drawing/2014/main" id="{B7BE8A0A-2C51-DD35-4AF8-D46268D2F83C}"/>
              </a:ext>
            </a:extLst>
          </p:cNvPr>
          <p:cNvSpPr>
            <a:spLocks noChangeShapeType="1"/>
          </p:cNvSpPr>
          <p:nvPr/>
        </p:nvSpPr>
        <p:spPr bwMode="auto">
          <a:xfrm>
            <a:off x="5862638" y="4975225"/>
            <a:ext cx="1668462" cy="0"/>
          </a:xfrm>
          <a:prstGeom prst="line">
            <a:avLst/>
          </a:prstGeom>
          <a:noFill/>
          <a:ln w="25400">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71685" name="Line 38">
            <a:extLst>
              <a:ext uri="{FF2B5EF4-FFF2-40B4-BE49-F238E27FC236}">
                <a16:creationId xmlns:a16="http://schemas.microsoft.com/office/drawing/2014/main" id="{ED430C43-D297-9E74-760F-0ED4A9BF6AF3}"/>
              </a:ext>
            </a:extLst>
          </p:cNvPr>
          <p:cNvSpPr>
            <a:spLocks noChangeShapeType="1"/>
          </p:cNvSpPr>
          <p:nvPr/>
        </p:nvSpPr>
        <p:spPr bwMode="auto">
          <a:xfrm>
            <a:off x="9151938" y="3406775"/>
            <a:ext cx="4445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86" name="Line 39">
            <a:extLst>
              <a:ext uri="{FF2B5EF4-FFF2-40B4-BE49-F238E27FC236}">
                <a16:creationId xmlns:a16="http://schemas.microsoft.com/office/drawing/2014/main" id="{0BC00CF5-A310-F13D-D402-94A9204535B9}"/>
              </a:ext>
            </a:extLst>
          </p:cNvPr>
          <p:cNvSpPr>
            <a:spLocks noChangeShapeType="1"/>
          </p:cNvSpPr>
          <p:nvPr/>
        </p:nvSpPr>
        <p:spPr bwMode="auto">
          <a:xfrm>
            <a:off x="5832475" y="5183188"/>
            <a:ext cx="2560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87" name="AutoShape 40">
            <a:extLst>
              <a:ext uri="{FF2B5EF4-FFF2-40B4-BE49-F238E27FC236}">
                <a16:creationId xmlns:a16="http://schemas.microsoft.com/office/drawing/2014/main" id="{5CC72BE5-5370-B3F4-684D-6F5BDD66ACE7}"/>
              </a:ext>
            </a:extLst>
          </p:cNvPr>
          <p:cNvSpPr>
            <a:spLocks noChangeArrowheads="1"/>
          </p:cNvSpPr>
          <p:nvPr/>
        </p:nvSpPr>
        <p:spPr bwMode="auto">
          <a:xfrm rot="16200000">
            <a:off x="6861176" y="2159001"/>
            <a:ext cx="579437" cy="28416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547 h 21600"/>
              <a:gd name="T14" fmla="*/ 17096 w 21600"/>
              <a:gd name="T15" fmla="*/ 1705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endParaRPr lang="en-US"/>
          </a:p>
        </p:txBody>
      </p:sp>
      <p:sp>
        <p:nvSpPr>
          <p:cNvPr id="71688" name="Line 41">
            <a:extLst>
              <a:ext uri="{FF2B5EF4-FFF2-40B4-BE49-F238E27FC236}">
                <a16:creationId xmlns:a16="http://schemas.microsoft.com/office/drawing/2014/main" id="{7205F558-B991-6CD8-2C5F-76B853B083DE}"/>
              </a:ext>
            </a:extLst>
          </p:cNvPr>
          <p:cNvSpPr>
            <a:spLocks noChangeShapeType="1"/>
          </p:cNvSpPr>
          <p:nvPr/>
        </p:nvSpPr>
        <p:spPr bwMode="auto">
          <a:xfrm>
            <a:off x="6716714" y="2162175"/>
            <a:ext cx="2762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89" name="Line 42">
            <a:extLst>
              <a:ext uri="{FF2B5EF4-FFF2-40B4-BE49-F238E27FC236}">
                <a16:creationId xmlns:a16="http://schemas.microsoft.com/office/drawing/2014/main" id="{3B87497F-311B-D5B1-433E-53D95DAA6F4F}"/>
              </a:ext>
            </a:extLst>
          </p:cNvPr>
          <p:cNvSpPr>
            <a:spLocks noChangeShapeType="1"/>
          </p:cNvSpPr>
          <p:nvPr/>
        </p:nvSpPr>
        <p:spPr bwMode="auto">
          <a:xfrm>
            <a:off x="6713539" y="2430463"/>
            <a:ext cx="2762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0" name="Line 43">
            <a:extLst>
              <a:ext uri="{FF2B5EF4-FFF2-40B4-BE49-F238E27FC236}">
                <a16:creationId xmlns:a16="http://schemas.microsoft.com/office/drawing/2014/main" id="{DD1F29FB-60E5-D6C6-A37F-B132D6C67AE2}"/>
              </a:ext>
            </a:extLst>
          </p:cNvPr>
          <p:cNvSpPr>
            <a:spLocks noChangeShapeType="1"/>
          </p:cNvSpPr>
          <p:nvPr/>
        </p:nvSpPr>
        <p:spPr bwMode="auto">
          <a:xfrm>
            <a:off x="7150100" y="2506664"/>
            <a:ext cx="0" cy="1666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1" name="Line 44">
            <a:extLst>
              <a:ext uri="{FF2B5EF4-FFF2-40B4-BE49-F238E27FC236}">
                <a16:creationId xmlns:a16="http://schemas.microsoft.com/office/drawing/2014/main" id="{FE4B43BA-AB79-1C85-4CF1-CF52212A5AE1}"/>
              </a:ext>
            </a:extLst>
          </p:cNvPr>
          <p:cNvSpPr>
            <a:spLocks noChangeShapeType="1"/>
          </p:cNvSpPr>
          <p:nvPr/>
        </p:nvSpPr>
        <p:spPr bwMode="auto">
          <a:xfrm>
            <a:off x="7150100" y="2687638"/>
            <a:ext cx="3444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2" name="AutoShape 45">
            <a:extLst>
              <a:ext uri="{FF2B5EF4-FFF2-40B4-BE49-F238E27FC236}">
                <a16:creationId xmlns:a16="http://schemas.microsoft.com/office/drawing/2014/main" id="{E322D8A9-92D7-E7B2-2C1D-3739C30D98D9}"/>
              </a:ext>
            </a:extLst>
          </p:cNvPr>
          <p:cNvSpPr>
            <a:spLocks noChangeArrowheads="1"/>
          </p:cNvSpPr>
          <p:nvPr/>
        </p:nvSpPr>
        <p:spPr bwMode="auto">
          <a:xfrm rot="16200000">
            <a:off x="6877050" y="2889250"/>
            <a:ext cx="577850" cy="28575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524 h 21600"/>
              <a:gd name="T14" fmla="*/ 17096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endParaRPr lang="en-US"/>
          </a:p>
        </p:txBody>
      </p:sp>
      <p:sp>
        <p:nvSpPr>
          <p:cNvPr id="71693" name="Line 46">
            <a:extLst>
              <a:ext uri="{FF2B5EF4-FFF2-40B4-BE49-F238E27FC236}">
                <a16:creationId xmlns:a16="http://schemas.microsoft.com/office/drawing/2014/main" id="{C6F74EA4-C801-2AA8-86F2-E03152FB51CE}"/>
              </a:ext>
            </a:extLst>
          </p:cNvPr>
          <p:cNvSpPr>
            <a:spLocks noChangeShapeType="1"/>
          </p:cNvSpPr>
          <p:nvPr/>
        </p:nvSpPr>
        <p:spPr bwMode="auto">
          <a:xfrm>
            <a:off x="6731000" y="2894013"/>
            <a:ext cx="274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4" name="Line 47">
            <a:extLst>
              <a:ext uri="{FF2B5EF4-FFF2-40B4-BE49-F238E27FC236}">
                <a16:creationId xmlns:a16="http://schemas.microsoft.com/office/drawing/2014/main" id="{128EA629-9EB9-7D34-BE47-341E73FC923A}"/>
              </a:ext>
            </a:extLst>
          </p:cNvPr>
          <p:cNvSpPr>
            <a:spLocks noChangeShapeType="1"/>
          </p:cNvSpPr>
          <p:nvPr/>
        </p:nvSpPr>
        <p:spPr bwMode="auto">
          <a:xfrm>
            <a:off x="6729414" y="3162300"/>
            <a:ext cx="274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5" name="Line 48">
            <a:extLst>
              <a:ext uri="{FF2B5EF4-FFF2-40B4-BE49-F238E27FC236}">
                <a16:creationId xmlns:a16="http://schemas.microsoft.com/office/drawing/2014/main" id="{BDC78885-FC48-BC8A-08A1-439061EABF9A}"/>
              </a:ext>
            </a:extLst>
          </p:cNvPr>
          <p:cNvSpPr>
            <a:spLocks noChangeShapeType="1"/>
          </p:cNvSpPr>
          <p:nvPr/>
        </p:nvSpPr>
        <p:spPr bwMode="auto">
          <a:xfrm>
            <a:off x="7164388" y="3238500"/>
            <a:ext cx="0" cy="1666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6" name="Line 49">
            <a:extLst>
              <a:ext uri="{FF2B5EF4-FFF2-40B4-BE49-F238E27FC236}">
                <a16:creationId xmlns:a16="http://schemas.microsoft.com/office/drawing/2014/main" id="{A98ECF00-D341-F517-597B-06E78A9C4729}"/>
              </a:ext>
            </a:extLst>
          </p:cNvPr>
          <p:cNvSpPr>
            <a:spLocks noChangeShapeType="1"/>
          </p:cNvSpPr>
          <p:nvPr/>
        </p:nvSpPr>
        <p:spPr bwMode="auto">
          <a:xfrm>
            <a:off x="7164389" y="3417888"/>
            <a:ext cx="344487"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71697" name="Line 50">
            <a:extLst>
              <a:ext uri="{FF2B5EF4-FFF2-40B4-BE49-F238E27FC236}">
                <a16:creationId xmlns:a16="http://schemas.microsoft.com/office/drawing/2014/main" id="{9302B066-A9EB-503C-6FA1-CA4DD4EE63B7}"/>
              </a:ext>
            </a:extLst>
          </p:cNvPr>
          <p:cNvSpPr>
            <a:spLocks noChangeShapeType="1"/>
          </p:cNvSpPr>
          <p:nvPr/>
        </p:nvSpPr>
        <p:spPr bwMode="auto">
          <a:xfrm>
            <a:off x="7515225" y="2687639"/>
            <a:ext cx="0" cy="22875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98" name="AutoShape 51">
            <a:extLst>
              <a:ext uri="{FF2B5EF4-FFF2-40B4-BE49-F238E27FC236}">
                <a16:creationId xmlns:a16="http://schemas.microsoft.com/office/drawing/2014/main" id="{9E90546A-4927-6B3C-6E27-B93081C4C8BD}"/>
              </a:ext>
            </a:extLst>
          </p:cNvPr>
          <p:cNvSpPr>
            <a:spLocks noChangeArrowheads="1"/>
          </p:cNvSpPr>
          <p:nvPr/>
        </p:nvSpPr>
        <p:spPr bwMode="auto">
          <a:xfrm rot="16200000">
            <a:off x="6879431" y="3674269"/>
            <a:ext cx="579438" cy="28575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524 h 21600"/>
              <a:gd name="T14" fmla="*/ 17096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endParaRPr lang="en-US"/>
          </a:p>
        </p:txBody>
      </p:sp>
      <p:sp>
        <p:nvSpPr>
          <p:cNvPr id="71699" name="Line 52">
            <a:extLst>
              <a:ext uri="{FF2B5EF4-FFF2-40B4-BE49-F238E27FC236}">
                <a16:creationId xmlns:a16="http://schemas.microsoft.com/office/drawing/2014/main" id="{68D88DDE-F947-440F-C1A7-46BD7B7D7596}"/>
              </a:ext>
            </a:extLst>
          </p:cNvPr>
          <p:cNvSpPr>
            <a:spLocks noChangeShapeType="1"/>
          </p:cNvSpPr>
          <p:nvPr/>
        </p:nvSpPr>
        <p:spPr bwMode="auto">
          <a:xfrm>
            <a:off x="6732589" y="3679825"/>
            <a:ext cx="2762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0" name="Line 53">
            <a:extLst>
              <a:ext uri="{FF2B5EF4-FFF2-40B4-BE49-F238E27FC236}">
                <a16:creationId xmlns:a16="http://schemas.microsoft.com/office/drawing/2014/main" id="{626B9EDA-BE2E-CD18-0D0C-43C117CBEE85}"/>
              </a:ext>
            </a:extLst>
          </p:cNvPr>
          <p:cNvSpPr>
            <a:spLocks noChangeShapeType="1"/>
          </p:cNvSpPr>
          <p:nvPr/>
        </p:nvSpPr>
        <p:spPr bwMode="auto">
          <a:xfrm>
            <a:off x="6731000" y="3946525"/>
            <a:ext cx="274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1" name="Line 54">
            <a:extLst>
              <a:ext uri="{FF2B5EF4-FFF2-40B4-BE49-F238E27FC236}">
                <a16:creationId xmlns:a16="http://schemas.microsoft.com/office/drawing/2014/main" id="{58322A53-2517-CAC0-8080-58E41DA663E3}"/>
              </a:ext>
            </a:extLst>
          </p:cNvPr>
          <p:cNvSpPr>
            <a:spLocks noChangeShapeType="1"/>
          </p:cNvSpPr>
          <p:nvPr/>
        </p:nvSpPr>
        <p:spPr bwMode="auto">
          <a:xfrm>
            <a:off x="7167563" y="4024313"/>
            <a:ext cx="0" cy="1651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2" name="Line 55">
            <a:extLst>
              <a:ext uri="{FF2B5EF4-FFF2-40B4-BE49-F238E27FC236}">
                <a16:creationId xmlns:a16="http://schemas.microsoft.com/office/drawing/2014/main" id="{328F784C-DBB3-B42D-D7C9-C47B8853DCA0}"/>
              </a:ext>
            </a:extLst>
          </p:cNvPr>
          <p:cNvSpPr>
            <a:spLocks noChangeShapeType="1"/>
          </p:cNvSpPr>
          <p:nvPr/>
        </p:nvSpPr>
        <p:spPr bwMode="auto">
          <a:xfrm>
            <a:off x="7167564" y="4203700"/>
            <a:ext cx="344487" cy="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71703" name="AutoShape 56">
            <a:extLst>
              <a:ext uri="{FF2B5EF4-FFF2-40B4-BE49-F238E27FC236}">
                <a16:creationId xmlns:a16="http://schemas.microsoft.com/office/drawing/2014/main" id="{4FCE4207-A37F-F6CD-6DED-D457EBFB6139}"/>
              </a:ext>
            </a:extLst>
          </p:cNvPr>
          <p:cNvSpPr>
            <a:spLocks noChangeArrowheads="1"/>
          </p:cNvSpPr>
          <p:nvPr/>
        </p:nvSpPr>
        <p:spPr bwMode="auto">
          <a:xfrm rot="16200000">
            <a:off x="6892132" y="4406107"/>
            <a:ext cx="579437" cy="28575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524 h 21600"/>
              <a:gd name="T14" fmla="*/ 17096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endParaRPr lang="en-US"/>
          </a:p>
        </p:txBody>
      </p:sp>
      <p:sp>
        <p:nvSpPr>
          <p:cNvPr id="71704" name="Line 57">
            <a:extLst>
              <a:ext uri="{FF2B5EF4-FFF2-40B4-BE49-F238E27FC236}">
                <a16:creationId xmlns:a16="http://schemas.microsoft.com/office/drawing/2014/main" id="{850B6BCA-1A6D-1700-CA58-54ADD5BE42E9}"/>
              </a:ext>
            </a:extLst>
          </p:cNvPr>
          <p:cNvSpPr>
            <a:spLocks noChangeShapeType="1"/>
          </p:cNvSpPr>
          <p:nvPr/>
        </p:nvSpPr>
        <p:spPr bwMode="auto">
          <a:xfrm>
            <a:off x="6748464" y="4410075"/>
            <a:ext cx="274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5" name="Line 58">
            <a:extLst>
              <a:ext uri="{FF2B5EF4-FFF2-40B4-BE49-F238E27FC236}">
                <a16:creationId xmlns:a16="http://schemas.microsoft.com/office/drawing/2014/main" id="{61498E5E-AD38-0D6E-4E68-89C6EEB23E16}"/>
              </a:ext>
            </a:extLst>
          </p:cNvPr>
          <p:cNvSpPr>
            <a:spLocks noChangeShapeType="1"/>
          </p:cNvSpPr>
          <p:nvPr/>
        </p:nvSpPr>
        <p:spPr bwMode="auto">
          <a:xfrm>
            <a:off x="6745289" y="4678363"/>
            <a:ext cx="2746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6" name="Line 59">
            <a:extLst>
              <a:ext uri="{FF2B5EF4-FFF2-40B4-BE49-F238E27FC236}">
                <a16:creationId xmlns:a16="http://schemas.microsoft.com/office/drawing/2014/main" id="{ACFD53EB-FD48-F056-5FC8-B07D7C331584}"/>
              </a:ext>
            </a:extLst>
          </p:cNvPr>
          <p:cNvSpPr>
            <a:spLocks noChangeShapeType="1"/>
          </p:cNvSpPr>
          <p:nvPr/>
        </p:nvSpPr>
        <p:spPr bwMode="auto">
          <a:xfrm>
            <a:off x="7181850" y="4756151"/>
            <a:ext cx="0" cy="219075"/>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71707" name="Rectangle 60">
            <a:extLst>
              <a:ext uri="{FF2B5EF4-FFF2-40B4-BE49-F238E27FC236}">
                <a16:creationId xmlns:a16="http://schemas.microsoft.com/office/drawing/2014/main" id="{7E1EC77C-0AC9-764D-4AE5-D9205AD520EF}"/>
              </a:ext>
            </a:extLst>
          </p:cNvPr>
          <p:cNvSpPr>
            <a:spLocks noChangeArrowheads="1"/>
          </p:cNvSpPr>
          <p:nvPr/>
        </p:nvSpPr>
        <p:spPr bwMode="auto">
          <a:xfrm>
            <a:off x="6269039" y="1995489"/>
            <a:ext cx="504825" cy="287337"/>
          </a:xfrm>
          <a:prstGeom prst="rect">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0</a:t>
            </a:r>
            <a:endParaRPr lang="ru-RU" altLang="en-US" sz="1600" b="0" u="none">
              <a:solidFill>
                <a:schemeClr val="bg1"/>
              </a:solidFill>
            </a:endParaRPr>
          </a:p>
        </p:txBody>
      </p:sp>
      <p:sp>
        <p:nvSpPr>
          <p:cNvPr id="71708" name="Rectangle 61">
            <a:extLst>
              <a:ext uri="{FF2B5EF4-FFF2-40B4-BE49-F238E27FC236}">
                <a16:creationId xmlns:a16="http://schemas.microsoft.com/office/drawing/2014/main" id="{A563B83D-80FC-7195-8AAD-A69062AACF2D}"/>
              </a:ext>
            </a:extLst>
          </p:cNvPr>
          <p:cNvSpPr>
            <a:spLocks noChangeArrowheads="1"/>
          </p:cNvSpPr>
          <p:nvPr/>
        </p:nvSpPr>
        <p:spPr bwMode="auto">
          <a:xfrm>
            <a:off x="6269039" y="2273300"/>
            <a:ext cx="504825" cy="287338"/>
          </a:xfrm>
          <a:prstGeom prst="rect">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0</a:t>
            </a:r>
            <a:endParaRPr lang="ru-RU" altLang="en-US" sz="1600" b="0" u="none">
              <a:solidFill>
                <a:schemeClr val="bg1"/>
              </a:solidFill>
            </a:endParaRPr>
          </a:p>
        </p:txBody>
      </p:sp>
      <p:sp>
        <p:nvSpPr>
          <p:cNvPr id="71709" name="Rectangle 62">
            <a:extLst>
              <a:ext uri="{FF2B5EF4-FFF2-40B4-BE49-F238E27FC236}">
                <a16:creationId xmlns:a16="http://schemas.microsoft.com/office/drawing/2014/main" id="{357B50CA-104C-A292-F512-CB4949136A09}"/>
              </a:ext>
            </a:extLst>
          </p:cNvPr>
          <p:cNvSpPr>
            <a:spLocks noChangeArrowheads="1"/>
          </p:cNvSpPr>
          <p:nvPr/>
        </p:nvSpPr>
        <p:spPr bwMode="auto">
          <a:xfrm>
            <a:off x="6269039" y="2728913"/>
            <a:ext cx="504825" cy="285750"/>
          </a:xfrm>
          <a:prstGeom prst="rect">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0</a:t>
            </a:r>
            <a:endParaRPr lang="ru-RU" altLang="en-US" sz="1600" b="0" u="none">
              <a:solidFill>
                <a:schemeClr val="bg1"/>
              </a:solidFill>
            </a:endParaRPr>
          </a:p>
        </p:txBody>
      </p:sp>
      <p:sp>
        <p:nvSpPr>
          <p:cNvPr id="71710" name="Rectangle 63">
            <a:extLst>
              <a:ext uri="{FF2B5EF4-FFF2-40B4-BE49-F238E27FC236}">
                <a16:creationId xmlns:a16="http://schemas.microsoft.com/office/drawing/2014/main" id="{4AA8E04A-6DAE-CB7B-2267-0AAB834AB58B}"/>
              </a:ext>
            </a:extLst>
          </p:cNvPr>
          <p:cNvSpPr>
            <a:spLocks noChangeArrowheads="1"/>
          </p:cNvSpPr>
          <p:nvPr/>
        </p:nvSpPr>
        <p:spPr bwMode="auto">
          <a:xfrm>
            <a:off x="6269039" y="3017839"/>
            <a:ext cx="504825" cy="287337"/>
          </a:xfrm>
          <a:prstGeom prst="rect">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1</a:t>
            </a:r>
            <a:endParaRPr lang="ru-RU" altLang="en-US" sz="1600" b="0" u="none">
              <a:solidFill>
                <a:schemeClr val="bg1"/>
              </a:solidFill>
            </a:endParaRPr>
          </a:p>
        </p:txBody>
      </p:sp>
      <p:sp>
        <p:nvSpPr>
          <p:cNvPr id="71711" name="Rectangle 64">
            <a:extLst>
              <a:ext uri="{FF2B5EF4-FFF2-40B4-BE49-F238E27FC236}">
                <a16:creationId xmlns:a16="http://schemas.microsoft.com/office/drawing/2014/main" id="{83956E05-A143-96B2-AD91-154140A1C98E}"/>
              </a:ext>
            </a:extLst>
          </p:cNvPr>
          <p:cNvSpPr>
            <a:spLocks noChangeArrowheads="1"/>
          </p:cNvSpPr>
          <p:nvPr/>
        </p:nvSpPr>
        <p:spPr bwMode="auto">
          <a:xfrm>
            <a:off x="6240464" y="3514725"/>
            <a:ext cx="504825" cy="287338"/>
          </a:xfrm>
          <a:prstGeom prst="rect">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0</a:t>
            </a:r>
            <a:endParaRPr lang="ru-RU" altLang="en-US" sz="1600" b="0" u="none">
              <a:solidFill>
                <a:schemeClr val="bg1"/>
              </a:solidFill>
            </a:endParaRPr>
          </a:p>
        </p:txBody>
      </p:sp>
      <p:sp>
        <p:nvSpPr>
          <p:cNvPr id="71712" name="Rectangle 65">
            <a:extLst>
              <a:ext uri="{FF2B5EF4-FFF2-40B4-BE49-F238E27FC236}">
                <a16:creationId xmlns:a16="http://schemas.microsoft.com/office/drawing/2014/main" id="{E2A86B57-1053-3A40-AA7D-569DC93DD5E0}"/>
              </a:ext>
            </a:extLst>
          </p:cNvPr>
          <p:cNvSpPr>
            <a:spLocks noChangeArrowheads="1"/>
          </p:cNvSpPr>
          <p:nvPr/>
        </p:nvSpPr>
        <p:spPr bwMode="auto">
          <a:xfrm>
            <a:off x="6240464" y="3803651"/>
            <a:ext cx="504825" cy="288925"/>
          </a:xfrm>
          <a:prstGeom prst="rect">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1</a:t>
            </a:r>
            <a:endParaRPr lang="ru-RU" altLang="en-US" sz="1600" b="0" u="none">
              <a:solidFill>
                <a:schemeClr val="bg1"/>
              </a:solidFill>
            </a:endParaRPr>
          </a:p>
        </p:txBody>
      </p:sp>
      <p:sp>
        <p:nvSpPr>
          <p:cNvPr id="71713" name="Rectangle 66">
            <a:extLst>
              <a:ext uri="{FF2B5EF4-FFF2-40B4-BE49-F238E27FC236}">
                <a16:creationId xmlns:a16="http://schemas.microsoft.com/office/drawing/2014/main" id="{77758D89-5D92-E81E-E97B-0E4CB66CA3EB}"/>
              </a:ext>
            </a:extLst>
          </p:cNvPr>
          <p:cNvSpPr>
            <a:spLocks noChangeArrowheads="1"/>
          </p:cNvSpPr>
          <p:nvPr/>
        </p:nvSpPr>
        <p:spPr bwMode="auto">
          <a:xfrm>
            <a:off x="6240464" y="4259264"/>
            <a:ext cx="504825" cy="287337"/>
          </a:xfrm>
          <a:prstGeom prst="rect">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1</a:t>
            </a:r>
            <a:endParaRPr lang="ru-RU" altLang="en-US" sz="1600" b="0" u="none">
              <a:solidFill>
                <a:schemeClr val="bg1"/>
              </a:solidFill>
            </a:endParaRPr>
          </a:p>
        </p:txBody>
      </p:sp>
      <p:sp>
        <p:nvSpPr>
          <p:cNvPr id="71714" name="Rectangle 67">
            <a:extLst>
              <a:ext uri="{FF2B5EF4-FFF2-40B4-BE49-F238E27FC236}">
                <a16:creationId xmlns:a16="http://schemas.microsoft.com/office/drawing/2014/main" id="{29A15860-DABB-84BF-410B-32D520E1F95C}"/>
              </a:ext>
            </a:extLst>
          </p:cNvPr>
          <p:cNvSpPr>
            <a:spLocks noChangeArrowheads="1"/>
          </p:cNvSpPr>
          <p:nvPr/>
        </p:nvSpPr>
        <p:spPr bwMode="auto">
          <a:xfrm>
            <a:off x="6240464" y="4549775"/>
            <a:ext cx="504825" cy="287338"/>
          </a:xfrm>
          <a:prstGeom prst="rect">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1</a:t>
            </a:r>
            <a:endParaRPr lang="ru-RU" altLang="en-US" sz="1600" b="0" u="none">
              <a:solidFill>
                <a:schemeClr val="bg1"/>
              </a:solidFill>
            </a:endParaRPr>
          </a:p>
        </p:txBody>
      </p:sp>
      <p:sp>
        <p:nvSpPr>
          <p:cNvPr id="71715" name="AutoShape 68">
            <a:extLst>
              <a:ext uri="{FF2B5EF4-FFF2-40B4-BE49-F238E27FC236}">
                <a16:creationId xmlns:a16="http://schemas.microsoft.com/office/drawing/2014/main" id="{A9F2D25F-8273-D0D6-6726-303FBD577CF6}"/>
              </a:ext>
            </a:extLst>
          </p:cNvPr>
          <p:cNvSpPr>
            <a:spLocks noChangeArrowheads="1"/>
          </p:cNvSpPr>
          <p:nvPr/>
        </p:nvSpPr>
        <p:spPr bwMode="auto">
          <a:xfrm rot="16200000">
            <a:off x="7773988" y="2530475"/>
            <a:ext cx="577850" cy="28575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5 w 21600"/>
              <a:gd name="T13" fmla="*/ 4524 h 21600"/>
              <a:gd name="T14" fmla="*/ 17085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endParaRPr lang="en-US"/>
          </a:p>
        </p:txBody>
      </p:sp>
      <p:sp>
        <p:nvSpPr>
          <p:cNvPr id="71716" name="AutoShape 69">
            <a:extLst>
              <a:ext uri="{FF2B5EF4-FFF2-40B4-BE49-F238E27FC236}">
                <a16:creationId xmlns:a16="http://schemas.microsoft.com/office/drawing/2014/main" id="{8E7BE447-8320-F5D6-7FFA-18CE936772FA}"/>
              </a:ext>
            </a:extLst>
          </p:cNvPr>
          <p:cNvSpPr>
            <a:spLocks noChangeArrowheads="1"/>
          </p:cNvSpPr>
          <p:nvPr/>
        </p:nvSpPr>
        <p:spPr bwMode="auto">
          <a:xfrm rot="16200000">
            <a:off x="7831138" y="4048125"/>
            <a:ext cx="577850" cy="28575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5 w 21600"/>
              <a:gd name="T13" fmla="*/ 4524 h 21600"/>
              <a:gd name="T14" fmla="*/ 17085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endParaRPr lang="en-US"/>
          </a:p>
        </p:txBody>
      </p:sp>
      <p:sp>
        <p:nvSpPr>
          <p:cNvPr id="71717" name="AutoShape 70">
            <a:extLst>
              <a:ext uri="{FF2B5EF4-FFF2-40B4-BE49-F238E27FC236}">
                <a16:creationId xmlns:a16="http://schemas.microsoft.com/office/drawing/2014/main" id="{AD3FB75D-FD7C-694E-3492-773EA193D4FF}"/>
              </a:ext>
            </a:extLst>
          </p:cNvPr>
          <p:cNvSpPr>
            <a:spLocks noChangeArrowheads="1"/>
          </p:cNvSpPr>
          <p:nvPr/>
        </p:nvSpPr>
        <p:spPr bwMode="auto">
          <a:xfrm rot="16200000">
            <a:off x="8712994" y="3259931"/>
            <a:ext cx="577850" cy="28733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5 w 21600"/>
              <a:gd name="T13" fmla="*/ 4524 h 21600"/>
              <a:gd name="T14" fmla="*/ 17085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5400">
            <a:solidFill>
              <a:srgbClr val="000000"/>
            </a:solidFill>
            <a:miter lim="800000"/>
            <a:headEnd/>
            <a:tailEnd/>
          </a:ln>
        </p:spPr>
        <p:txBody>
          <a:bodyPr/>
          <a:lstStyle/>
          <a:p>
            <a:endParaRPr lang="en-US"/>
          </a:p>
        </p:txBody>
      </p:sp>
      <p:sp>
        <p:nvSpPr>
          <p:cNvPr id="71718" name="Line 71">
            <a:extLst>
              <a:ext uri="{FF2B5EF4-FFF2-40B4-BE49-F238E27FC236}">
                <a16:creationId xmlns:a16="http://schemas.microsoft.com/office/drawing/2014/main" id="{3940FF3B-4DF1-935A-4849-FBCE5D050745}"/>
              </a:ext>
            </a:extLst>
          </p:cNvPr>
          <p:cNvSpPr>
            <a:spLocks noChangeShapeType="1"/>
          </p:cNvSpPr>
          <p:nvPr/>
        </p:nvSpPr>
        <p:spPr bwMode="auto">
          <a:xfrm>
            <a:off x="7291389" y="2286000"/>
            <a:ext cx="3444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9" name="Line 72">
            <a:extLst>
              <a:ext uri="{FF2B5EF4-FFF2-40B4-BE49-F238E27FC236}">
                <a16:creationId xmlns:a16="http://schemas.microsoft.com/office/drawing/2014/main" id="{99BFCE3A-F811-8EB1-90A5-1CF6D0784070}"/>
              </a:ext>
            </a:extLst>
          </p:cNvPr>
          <p:cNvSpPr>
            <a:spLocks noChangeShapeType="1"/>
          </p:cNvSpPr>
          <p:nvPr/>
        </p:nvSpPr>
        <p:spPr bwMode="auto">
          <a:xfrm>
            <a:off x="7302500" y="3017838"/>
            <a:ext cx="3175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20" name="Line 73">
            <a:extLst>
              <a:ext uri="{FF2B5EF4-FFF2-40B4-BE49-F238E27FC236}">
                <a16:creationId xmlns:a16="http://schemas.microsoft.com/office/drawing/2014/main" id="{A97628F5-2041-11D5-532C-9501ED47A051}"/>
              </a:ext>
            </a:extLst>
          </p:cNvPr>
          <p:cNvSpPr>
            <a:spLocks noChangeShapeType="1"/>
          </p:cNvSpPr>
          <p:nvPr/>
        </p:nvSpPr>
        <p:spPr bwMode="auto">
          <a:xfrm>
            <a:off x="7640638" y="2286000"/>
            <a:ext cx="0" cy="2603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21" name="Line 74">
            <a:extLst>
              <a:ext uri="{FF2B5EF4-FFF2-40B4-BE49-F238E27FC236}">
                <a16:creationId xmlns:a16="http://schemas.microsoft.com/office/drawing/2014/main" id="{68CD6632-BCAC-E8E4-D80A-CF7AC017D47F}"/>
              </a:ext>
            </a:extLst>
          </p:cNvPr>
          <p:cNvSpPr>
            <a:spLocks noChangeShapeType="1"/>
          </p:cNvSpPr>
          <p:nvPr/>
        </p:nvSpPr>
        <p:spPr bwMode="auto">
          <a:xfrm>
            <a:off x="7640638" y="2547938"/>
            <a:ext cx="285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22" name="Line 75">
            <a:extLst>
              <a:ext uri="{FF2B5EF4-FFF2-40B4-BE49-F238E27FC236}">
                <a16:creationId xmlns:a16="http://schemas.microsoft.com/office/drawing/2014/main" id="{97C5AB48-64DF-2578-7B7F-B16038C58B22}"/>
              </a:ext>
            </a:extLst>
          </p:cNvPr>
          <p:cNvSpPr>
            <a:spLocks noChangeShapeType="1"/>
          </p:cNvSpPr>
          <p:nvPr/>
        </p:nvSpPr>
        <p:spPr bwMode="auto">
          <a:xfrm>
            <a:off x="7626350" y="2782888"/>
            <a:ext cx="285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23" name="Line 76">
            <a:extLst>
              <a:ext uri="{FF2B5EF4-FFF2-40B4-BE49-F238E27FC236}">
                <a16:creationId xmlns:a16="http://schemas.microsoft.com/office/drawing/2014/main" id="{20BEF356-90CA-1479-A6CF-F41AC620D638}"/>
              </a:ext>
            </a:extLst>
          </p:cNvPr>
          <p:cNvSpPr>
            <a:spLocks noChangeShapeType="1"/>
          </p:cNvSpPr>
          <p:nvPr/>
        </p:nvSpPr>
        <p:spPr bwMode="auto">
          <a:xfrm>
            <a:off x="7626350" y="2782889"/>
            <a:ext cx="0" cy="2190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24" name="Line 77">
            <a:extLst>
              <a:ext uri="{FF2B5EF4-FFF2-40B4-BE49-F238E27FC236}">
                <a16:creationId xmlns:a16="http://schemas.microsoft.com/office/drawing/2014/main" id="{980DEF79-E695-25E5-944B-5A9A86019316}"/>
              </a:ext>
            </a:extLst>
          </p:cNvPr>
          <p:cNvSpPr>
            <a:spLocks noChangeShapeType="1"/>
          </p:cNvSpPr>
          <p:nvPr/>
        </p:nvSpPr>
        <p:spPr bwMode="auto">
          <a:xfrm>
            <a:off x="7681913" y="4052888"/>
            <a:ext cx="285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25" name="Line 78">
            <a:extLst>
              <a:ext uri="{FF2B5EF4-FFF2-40B4-BE49-F238E27FC236}">
                <a16:creationId xmlns:a16="http://schemas.microsoft.com/office/drawing/2014/main" id="{AD9E7126-018D-2B06-1632-E1A6C15CF8FE}"/>
              </a:ext>
            </a:extLst>
          </p:cNvPr>
          <p:cNvSpPr>
            <a:spLocks noChangeShapeType="1"/>
          </p:cNvSpPr>
          <p:nvPr/>
        </p:nvSpPr>
        <p:spPr bwMode="auto">
          <a:xfrm>
            <a:off x="7318376" y="3802063"/>
            <a:ext cx="3603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26" name="Line 79">
            <a:extLst>
              <a:ext uri="{FF2B5EF4-FFF2-40B4-BE49-F238E27FC236}">
                <a16:creationId xmlns:a16="http://schemas.microsoft.com/office/drawing/2014/main" id="{11416F7F-D893-8213-DF54-CD94F5D30D02}"/>
              </a:ext>
            </a:extLst>
          </p:cNvPr>
          <p:cNvSpPr>
            <a:spLocks noChangeShapeType="1"/>
          </p:cNvSpPr>
          <p:nvPr/>
        </p:nvSpPr>
        <p:spPr bwMode="auto">
          <a:xfrm>
            <a:off x="7681913" y="3803650"/>
            <a:ext cx="0" cy="2349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27" name="Line 80">
            <a:extLst>
              <a:ext uri="{FF2B5EF4-FFF2-40B4-BE49-F238E27FC236}">
                <a16:creationId xmlns:a16="http://schemas.microsoft.com/office/drawing/2014/main" id="{48C8A278-C97A-226D-B6A2-7AE12C955866}"/>
              </a:ext>
            </a:extLst>
          </p:cNvPr>
          <p:cNvSpPr>
            <a:spLocks noChangeShapeType="1"/>
          </p:cNvSpPr>
          <p:nvPr/>
        </p:nvSpPr>
        <p:spPr bwMode="auto">
          <a:xfrm>
            <a:off x="7681913" y="4314825"/>
            <a:ext cx="285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28" name="Line 81">
            <a:extLst>
              <a:ext uri="{FF2B5EF4-FFF2-40B4-BE49-F238E27FC236}">
                <a16:creationId xmlns:a16="http://schemas.microsoft.com/office/drawing/2014/main" id="{AC4C22B1-A258-DB19-5D1B-74FBC1AAEA95}"/>
              </a:ext>
            </a:extLst>
          </p:cNvPr>
          <p:cNvSpPr>
            <a:spLocks noChangeShapeType="1"/>
          </p:cNvSpPr>
          <p:nvPr/>
        </p:nvSpPr>
        <p:spPr bwMode="auto">
          <a:xfrm>
            <a:off x="7669213" y="4314825"/>
            <a:ext cx="0" cy="2174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29" name="Line 82">
            <a:extLst>
              <a:ext uri="{FF2B5EF4-FFF2-40B4-BE49-F238E27FC236}">
                <a16:creationId xmlns:a16="http://schemas.microsoft.com/office/drawing/2014/main" id="{C9A8C19E-2770-015F-33E1-EB6CBF4C60E1}"/>
              </a:ext>
            </a:extLst>
          </p:cNvPr>
          <p:cNvSpPr>
            <a:spLocks noChangeShapeType="1"/>
          </p:cNvSpPr>
          <p:nvPr/>
        </p:nvSpPr>
        <p:spPr bwMode="auto">
          <a:xfrm>
            <a:off x="7334251" y="4535488"/>
            <a:ext cx="3349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0" name="Line 83">
            <a:extLst>
              <a:ext uri="{FF2B5EF4-FFF2-40B4-BE49-F238E27FC236}">
                <a16:creationId xmlns:a16="http://schemas.microsoft.com/office/drawing/2014/main" id="{513A13DA-B2CE-B392-94F8-9C4F2FC99222}"/>
              </a:ext>
            </a:extLst>
          </p:cNvPr>
          <p:cNvSpPr>
            <a:spLocks noChangeShapeType="1"/>
          </p:cNvSpPr>
          <p:nvPr/>
        </p:nvSpPr>
        <p:spPr bwMode="auto">
          <a:xfrm>
            <a:off x="8215314" y="2659063"/>
            <a:ext cx="3444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1" name="Line 84">
            <a:extLst>
              <a:ext uri="{FF2B5EF4-FFF2-40B4-BE49-F238E27FC236}">
                <a16:creationId xmlns:a16="http://schemas.microsoft.com/office/drawing/2014/main" id="{48024DEA-82BB-9098-12D0-605CB9343DFA}"/>
              </a:ext>
            </a:extLst>
          </p:cNvPr>
          <p:cNvSpPr>
            <a:spLocks noChangeShapeType="1"/>
          </p:cNvSpPr>
          <p:nvPr/>
        </p:nvSpPr>
        <p:spPr bwMode="auto">
          <a:xfrm>
            <a:off x="8566151" y="3265488"/>
            <a:ext cx="2841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2" name="Line 85">
            <a:extLst>
              <a:ext uri="{FF2B5EF4-FFF2-40B4-BE49-F238E27FC236}">
                <a16:creationId xmlns:a16="http://schemas.microsoft.com/office/drawing/2014/main" id="{19FEA690-7402-950C-1685-9DD88FB5C109}"/>
              </a:ext>
            </a:extLst>
          </p:cNvPr>
          <p:cNvSpPr>
            <a:spLocks noChangeShapeType="1"/>
          </p:cNvSpPr>
          <p:nvPr/>
        </p:nvSpPr>
        <p:spPr bwMode="auto">
          <a:xfrm>
            <a:off x="8550275" y="2659063"/>
            <a:ext cx="0" cy="6096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3" name="Line 86">
            <a:extLst>
              <a:ext uri="{FF2B5EF4-FFF2-40B4-BE49-F238E27FC236}">
                <a16:creationId xmlns:a16="http://schemas.microsoft.com/office/drawing/2014/main" id="{B73A5F71-2D8B-8C9C-61A2-EEB799DD9193}"/>
              </a:ext>
            </a:extLst>
          </p:cNvPr>
          <p:cNvSpPr>
            <a:spLocks noChangeShapeType="1"/>
          </p:cNvSpPr>
          <p:nvPr/>
        </p:nvSpPr>
        <p:spPr bwMode="auto">
          <a:xfrm>
            <a:off x="8270875" y="4189413"/>
            <a:ext cx="292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4" name="Line 87">
            <a:extLst>
              <a:ext uri="{FF2B5EF4-FFF2-40B4-BE49-F238E27FC236}">
                <a16:creationId xmlns:a16="http://schemas.microsoft.com/office/drawing/2014/main" id="{C8F4C08A-5006-9630-FFBA-FFE9BAE0F039}"/>
              </a:ext>
            </a:extLst>
          </p:cNvPr>
          <p:cNvSpPr>
            <a:spLocks noChangeShapeType="1"/>
          </p:cNvSpPr>
          <p:nvPr/>
        </p:nvSpPr>
        <p:spPr bwMode="auto">
          <a:xfrm>
            <a:off x="8566150" y="3568700"/>
            <a:ext cx="0" cy="6096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5" name="Line 88">
            <a:extLst>
              <a:ext uri="{FF2B5EF4-FFF2-40B4-BE49-F238E27FC236}">
                <a16:creationId xmlns:a16="http://schemas.microsoft.com/office/drawing/2014/main" id="{5473E301-65A6-0347-9B28-B7952767083E}"/>
              </a:ext>
            </a:extLst>
          </p:cNvPr>
          <p:cNvSpPr>
            <a:spLocks noChangeShapeType="1"/>
          </p:cNvSpPr>
          <p:nvPr/>
        </p:nvSpPr>
        <p:spPr bwMode="auto">
          <a:xfrm>
            <a:off x="8566151" y="3556000"/>
            <a:ext cx="2841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6" name="Line 89">
            <a:extLst>
              <a:ext uri="{FF2B5EF4-FFF2-40B4-BE49-F238E27FC236}">
                <a16:creationId xmlns:a16="http://schemas.microsoft.com/office/drawing/2014/main" id="{1C071062-F57F-CE1D-05AB-DA7B20949BE6}"/>
              </a:ext>
            </a:extLst>
          </p:cNvPr>
          <p:cNvSpPr>
            <a:spLocks noChangeShapeType="1"/>
          </p:cNvSpPr>
          <p:nvPr/>
        </p:nvSpPr>
        <p:spPr bwMode="auto">
          <a:xfrm>
            <a:off x="8074025" y="2879725"/>
            <a:ext cx="0" cy="330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7" name="Line 90">
            <a:extLst>
              <a:ext uri="{FF2B5EF4-FFF2-40B4-BE49-F238E27FC236}">
                <a16:creationId xmlns:a16="http://schemas.microsoft.com/office/drawing/2014/main" id="{841C5A5B-9B94-42B3-6FE1-26FB2D715BF7}"/>
              </a:ext>
            </a:extLst>
          </p:cNvPr>
          <p:cNvSpPr>
            <a:spLocks noChangeShapeType="1"/>
          </p:cNvSpPr>
          <p:nvPr/>
        </p:nvSpPr>
        <p:spPr bwMode="auto">
          <a:xfrm>
            <a:off x="8074025" y="3209925"/>
            <a:ext cx="3175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8" name="Line 91">
            <a:extLst>
              <a:ext uri="{FF2B5EF4-FFF2-40B4-BE49-F238E27FC236}">
                <a16:creationId xmlns:a16="http://schemas.microsoft.com/office/drawing/2014/main" id="{38EE28A0-A29B-3279-B49E-93A5A21540F9}"/>
              </a:ext>
            </a:extLst>
          </p:cNvPr>
          <p:cNvSpPr>
            <a:spLocks noChangeShapeType="1"/>
          </p:cNvSpPr>
          <p:nvPr/>
        </p:nvSpPr>
        <p:spPr bwMode="auto">
          <a:xfrm>
            <a:off x="8396288" y="3209926"/>
            <a:ext cx="0" cy="19669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9" name="Line 92">
            <a:extLst>
              <a:ext uri="{FF2B5EF4-FFF2-40B4-BE49-F238E27FC236}">
                <a16:creationId xmlns:a16="http://schemas.microsoft.com/office/drawing/2014/main" id="{48E40675-328E-0E9E-E2EC-0339BEA10610}"/>
              </a:ext>
            </a:extLst>
          </p:cNvPr>
          <p:cNvSpPr>
            <a:spLocks noChangeShapeType="1"/>
          </p:cNvSpPr>
          <p:nvPr/>
        </p:nvSpPr>
        <p:spPr bwMode="auto">
          <a:xfrm>
            <a:off x="8116888" y="4410075"/>
            <a:ext cx="0" cy="76835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71740" name="Line 93">
            <a:extLst>
              <a:ext uri="{FF2B5EF4-FFF2-40B4-BE49-F238E27FC236}">
                <a16:creationId xmlns:a16="http://schemas.microsoft.com/office/drawing/2014/main" id="{291F2416-55BF-5652-F0F7-4E66F31BD190}"/>
              </a:ext>
            </a:extLst>
          </p:cNvPr>
          <p:cNvSpPr>
            <a:spLocks noChangeShapeType="1"/>
          </p:cNvSpPr>
          <p:nvPr/>
        </p:nvSpPr>
        <p:spPr bwMode="auto">
          <a:xfrm>
            <a:off x="9026525" y="3597276"/>
            <a:ext cx="0" cy="17938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41" name="Line 94">
            <a:extLst>
              <a:ext uri="{FF2B5EF4-FFF2-40B4-BE49-F238E27FC236}">
                <a16:creationId xmlns:a16="http://schemas.microsoft.com/office/drawing/2014/main" id="{8ADEEA18-DEDF-83B8-0B47-9CB8C7C2840C}"/>
              </a:ext>
            </a:extLst>
          </p:cNvPr>
          <p:cNvSpPr>
            <a:spLocks noChangeShapeType="1"/>
          </p:cNvSpPr>
          <p:nvPr/>
        </p:nvSpPr>
        <p:spPr bwMode="auto">
          <a:xfrm>
            <a:off x="5835650" y="5391150"/>
            <a:ext cx="31686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42" name="Text Box 95">
            <a:extLst>
              <a:ext uri="{FF2B5EF4-FFF2-40B4-BE49-F238E27FC236}">
                <a16:creationId xmlns:a16="http://schemas.microsoft.com/office/drawing/2014/main" id="{7E43C0EA-8A8E-4BE9-C2A5-7076698FCE1C}"/>
              </a:ext>
            </a:extLst>
          </p:cNvPr>
          <p:cNvSpPr txBox="1">
            <a:spLocks noChangeArrowheads="1"/>
          </p:cNvSpPr>
          <p:nvPr/>
        </p:nvSpPr>
        <p:spPr bwMode="auto">
          <a:xfrm>
            <a:off x="5562600" y="4794250"/>
            <a:ext cx="700088"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a:t>
            </a:r>
            <a:endParaRPr lang="ru-RU" altLang="en-US" sz="1600" b="0" u="none"/>
          </a:p>
        </p:txBody>
      </p:sp>
      <p:sp>
        <p:nvSpPr>
          <p:cNvPr id="71743" name="Text Box 96">
            <a:extLst>
              <a:ext uri="{FF2B5EF4-FFF2-40B4-BE49-F238E27FC236}">
                <a16:creationId xmlns:a16="http://schemas.microsoft.com/office/drawing/2014/main" id="{1B369A45-61B3-B74D-E4E3-250800859B3B}"/>
              </a:ext>
            </a:extLst>
          </p:cNvPr>
          <p:cNvSpPr txBox="1">
            <a:spLocks noChangeArrowheads="1"/>
          </p:cNvSpPr>
          <p:nvPr/>
        </p:nvSpPr>
        <p:spPr bwMode="auto">
          <a:xfrm>
            <a:off x="5562600" y="5032375"/>
            <a:ext cx="70008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b</a:t>
            </a:r>
            <a:endParaRPr lang="ru-RU" altLang="en-US" sz="1600" b="0" u="none"/>
          </a:p>
        </p:txBody>
      </p:sp>
      <p:sp>
        <p:nvSpPr>
          <p:cNvPr id="71744" name="Text Box 97">
            <a:extLst>
              <a:ext uri="{FF2B5EF4-FFF2-40B4-BE49-F238E27FC236}">
                <a16:creationId xmlns:a16="http://schemas.microsoft.com/office/drawing/2014/main" id="{CDACAE23-291A-A4D7-F815-05794CD3075A}"/>
              </a:ext>
            </a:extLst>
          </p:cNvPr>
          <p:cNvSpPr txBox="1">
            <a:spLocks noChangeArrowheads="1"/>
          </p:cNvSpPr>
          <p:nvPr/>
        </p:nvSpPr>
        <p:spPr bwMode="auto">
          <a:xfrm>
            <a:off x="5575300" y="5267325"/>
            <a:ext cx="68738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а</a:t>
            </a:r>
            <a:endParaRPr lang="ru-RU" altLang="en-US" sz="1600" b="0" u="none"/>
          </a:p>
        </p:txBody>
      </p:sp>
      <p:sp>
        <p:nvSpPr>
          <p:cNvPr id="71745" name="Text Box 98">
            <a:extLst>
              <a:ext uri="{FF2B5EF4-FFF2-40B4-BE49-F238E27FC236}">
                <a16:creationId xmlns:a16="http://schemas.microsoft.com/office/drawing/2014/main" id="{CA83D045-8A20-45BC-45EB-6A8E02DF7492}"/>
              </a:ext>
            </a:extLst>
          </p:cNvPr>
          <p:cNvSpPr txBox="1">
            <a:spLocks noChangeArrowheads="1"/>
          </p:cNvSpPr>
          <p:nvPr/>
        </p:nvSpPr>
        <p:spPr bwMode="auto">
          <a:xfrm>
            <a:off x="9601200" y="3238500"/>
            <a:ext cx="6858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y</a:t>
            </a:r>
            <a:endParaRPr lang="ru-RU" altLang="en-US" sz="1600" b="0" u="none"/>
          </a:p>
        </p:txBody>
      </p:sp>
      <p:sp>
        <p:nvSpPr>
          <p:cNvPr id="71746" name="Text Box 99">
            <a:extLst>
              <a:ext uri="{FF2B5EF4-FFF2-40B4-BE49-F238E27FC236}">
                <a16:creationId xmlns:a16="http://schemas.microsoft.com/office/drawing/2014/main" id="{15A9817A-4019-53B5-90F0-42846DB0BFD7}"/>
              </a:ext>
            </a:extLst>
          </p:cNvPr>
          <p:cNvSpPr txBox="1">
            <a:spLocks noChangeArrowheads="1"/>
          </p:cNvSpPr>
          <p:nvPr/>
        </p:nvSpPr>
        <p:spPr bwMode="auto">
          <a:xfrm>
            <a:off x="6967539" y="2001839"/>
            <a:ext cx="503237"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0</a:t>
            </a:r>
            <a:endParaRPr lang="ru-RU" altLang="en-US" sz="1600" b="0" u="none">
              <a:solidFill>
                <a:schemeClr val="bg1"/>
              </a:solidFill>
            </a:endParaRPr>
          </a:p>
        </p:txBody>
      </p:sp>
      <p:sp>
        <p:nvSpPr>
          <p:cNvPr id="71747" name="Text Box 100">
            <a:extLst>
              <a:ext uri="{FF2B5EF4-FFF2-40B4-BE49-F238E27FC236}">
                <a16:creationId xmlns:a16="http://schemas.microsoft.com/office/drawing/2014/main" id="{5BDE7E6C-E235-2AE3-9B8E-739F3F3F6038}"/>
              </a:ext>
            </a:extLst>
          </p:cNvPr>
          <p:cNvSpPr txBox="1">
            <a:spLocks noChangeArrowheads="1"/>
          </p:cNvSpPr>
          <p:nvPr/>
        </p:nvSpPr>
        <p:spPr bwMode="auto">
          <a:xfrm>
            <a:off x="6967539" y="2249488"/>
            <a:ext cx="50323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1</a:t>
            </a:r>
            <a:endParaRPr lang="ru-RU" altLang="en-US" sz="1600" b="0" u="none">
              <a:solidFill>
                <a:schemeClr val="bg1"/>
              </a:solidFill>
            </a:endParaRPr>
          </a:p>
        </p:txBody>
      </p:sp>
      <p:sp>
        <p:nvSpPr>
          <p:cNvPr id="71748" name="Text Box 101">
            <a:extLst>
              <a:ext uri="{FF2B5EF4-FFF2-40B4-BE49-F238E27FC236}">
                <a16:creationId xmlns:a16="http://schemas.microsoft.com/office/drawing/2014/main" id="{B4F8ACCC-4C53-DF42-F7DB-62F1C166E20C}"/>
              </a:ext>
            </a:extLst>
          </p:cNvPr>
          <p:cNvSpPr txBox="1">
            <a:spLocks noChangeArrowheads="1"/>
          </p:cNvSpPr>
          <p:nvPr/>
        </p:nvSpPr>
        <p:spPr bwMode="auto">
          <a:xfrm>
            <a:off x="6937374" y="2747963"/>
            <a:ext cx="50323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0</a:t>
            </a:r>
            <a:endParaRPr lang="ru-RU" altLang="en-US" sz="1600" b="0" u="none">
              <a:solidFill>
                <a:schemeClr val="bg1"/>
              </a:solidFill>
            </a:endParaRPr>
          </a:p>
        </p:txBody>
      </p:sp>
      <p:sp>
        <p:nvSpPr>
          <p:cNvPr id="71749" name="Text Box 102">
            <a:extLst>
              <a:ext uri="{FF2B5EF4-FFF2-40B4-BE49-F238E27FC236}">
                <a16:creationId xmlns:a16="http://schemas.microsoft.com/office/drawing/2014/main" id="{4A9643C7-E4BE-F685-BCBE-3EE96C28B90B}"/>
              </a:ext>
            </a:extLst>
          </p:cNvPr>
          <p:cNvSpPr txBox="1">
            <a:spLocks noChangeArrowheads="1"/>
          </p:cNvSpPr>
          <p:nvPr/>
        </p:nvSpPr>
        <p:spPr bwMode="auto">
          <a:xfrm>
            <a:off x="7832725" y="2401889"/>
            <a:ext cx="504825"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0</a:t>
            </a:r>
            <a:endParaRPr lang="ru-RU" altLang="en-US" sz="1600" b="0" u="none">
              <a:solidFill>
                <a:schemeClr val="bg1"/>
              </a:solidFill>
            </a:endParaRPr>
          </a:p>
        </p:txBody>
      </p:sp>
      <p:sp>
        <p:nvSpPr>
          <p:cNvPr id="71750" name="Text Box 103">
            <a:extLst>
              <a:ext uri="{FF2B5EF4-FFF2-40B4-BE49-F238E27FC236}">
                <a16:creationId xmlns:a16="http://schemas.microsoft.com/office/drawing/2014/main" id="{5333027B-5717-50E9-6BE4-17A2439690FA}"/>
              </a:ext>
            </a:extLst>
          </p:cNvPr>
          <p:cNvSpPr txBox="1">
            <a:spLocks noChangeArrowheads="1"/>
          </p:cNvSpPr>
          <p:nvPr/>
        </p:nvSpPr>
        <p:spPr bwMode="auto">
          <a:xfrm>
            <a:off x="6931025" y="2987675"/>
            <a:ext cx="5048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1</a:t>
            </a:r>
            <a:endParaRPr lang="ru-RU" altLang="en-US" sz="1600" b="0" u="none">
              <a:solidFill>
                <a:schemeClr val="bg1"/>
              </a:solidFill>
            </a:endParaRPr>
          </a:p>
        </p:txBody>
      </p:sp>
      <p:sp>
        <p:nvSpPr>
          <p:cNvPr id="71751" name="Text Box 104">
            <a:extLst>
              <a:ext uri="{FF2B5EF4-FFF2-40B4-BE49-F238E27FC236}">
                <a16:creationId xmlns:a16="http://schemas.microsoft.com/office/drawing/2014/main" id="{6301B86B-2782-1C19-480D-632DF8E46F7F}"/>
              </a:ext>
            </a:extLst>
          </p:cNvPr>
          <p:cNvSpPr txBox="1">
            <a:spLocks noChangeArrowheads="1"/>
          </p:cNvSpPr>
          <p:nvPr/>
        </p:nvSpPr>
        <p:spPr bwMode="auto">
          <a:xfrm>
            <a:off x="7877176" y="2622550"/>
            <a:ext cx="5048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1</a:t>
            </a:r>
            <a:endParaRPr lang="ru-RU" altLang="en-US" sz="1600" b="0" u="none">
              <a:solidFill>
                <a:schemeClr val="bg1"/>
              </a:solidFill>
            </a:endParaRPr>
          </a:p>
        </p:txBody>
      </p:sp>
      <p:sp>
        <p:nvSpPr>
          <p:cNvPr id="71752" name="Text Box 105">
            <a:extLst>
              <a:ext uri="{FF2B5EF4-FFF2-40B4-BE49-F238E27FC236}">
                <a16:creationId xmlns:a16="http://schemas.microsoft.com/office/drawing/2014/main" id="{8AFF101E-FC92-1161-7033-CEDA0C12D98A}"/>
              </a:ext>
            </a:extLst>
          </p:cNvPr>
          <p:cNvSpPr txBox="1">
            <a:spLocks noChangeArrowheads="1"/>
          </p:cNvSpPr>
          <p:nvPr/>
        </p:nvSpPr>
        <p:spPr bwMode="auto">
          <a:xfrm>
            <a:off x="8775700" y="3381375"/>
            <a:ext cx="50323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1</a:t>
            </a:r>
            <a:endParaRPr lang="ru-RU" altLang="en-US" sz="1600" b="0" u="none">
              <a:solidFill>
                <a:schemeClr val="bg1"/>
              </a:solidFill>
            </a:endParaRPr>
          </a:p>
        </p:txBody>
      </p:sp>
      <p:sp>
        <p:nvSpPr>
          <p:cNvPr id="71753" name="Text Box 106">
            <a:extLst>
              <a:ext uri="{FF2B5EF4-FFF2-40B4-BE49-F238E27FC236}">
                <a16:creationId xmlns:a16="http://schemas.microsoft.com/office/drawing/2014/main" id="{7347B3A5-613C-4043-36BA-CD796C10EC18}"/>
              </a:ext>
            </a:extLst>
          </p:cNvPr>
          <p:cNvSpPr txBox="1">
            <a:spLocks noChangeArrowheads="1"/>
          </p:cNvSpPr>
          <p:nvPr/>
        </p:nvSpPr>
        <p:spPr bwMode="auto">
          <a:xfrm>
            <a:off x="7888288" y="4140200"/>
            <a:ext cx="50323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1</a:t>
            </a:r>
            <a:endParaRPr lang="ru-RU" altLang="en-US" sz="1600" b="0" u="none">
              <a:solidFill>
                <a:schemeClr val="bg1"/>
              </a:solidFill>
            </a:endParaRPr>
          </a:p>
        </p:txBody>
      </p:sp>
      <p:sp>
        <p:nvSpPr>
          <p:cNvPr id="71754" name="Text Box 107">
            <a:extLst>
              <a:ext uri="{FF2B5EF4-FFF2-40B4-BE49-F238E27FC236}">
                <a16:creationId xmlns:a16="http://schemas.microsoft.com/office/drawing/2014/main" id="{C3318651-39B4-C39F-DA15-7157DE4F45BF}"/>
              </a:ext>
            </a:extLst>
          </p:cNvPr>
          <p:cNvSpPr txBox="1">
            <a:spLocks noChangeArrowheads="1"/>
          </p:cNvSpPr>
          <p:nvPr/>
        </p:nvSpPr>
        <p:spPr bwMode="auto">
          <a:xfrm>
            <a:off x="6981825" y="3754438"/>
            <a:ext cx="50323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1</a:t>
            </a:r>
            <a:endParaRPr lang="ru-RU" altLang="en-US" sz="1600" b="0" u="none">
              <a:solidFill>
                <a:schemeClr val="bg1"/>
              </a:solidFill>
            </a:endParaRPr>
          </a:p>
        </p:txBody>
      </p:sp>
      <p:sp>
        <p:nvSpPr>
          <p:cNvPr id="71755" name="Text Box 108">
            <a:extLst>
              <a:ext uri="{FF2B5EF4-FFF2-40B4-BE49-F238E27FC236}">
                <a16:creationId xmlns:a16="http://schemas.microsoft.com/office/drawing/2014/main" id="{C8C55677-08DE-DFAB-8023-64104EBF1117}"/>
              </a:ext>
            </a:extLst>
          </p:cNvPr>
          <p:cNvSpPr txBox="1">
            <a:spLocks noChangeArrowheads="1"/>
          </p:cNvSpPr>
          <p:nvPr/>
        </p:nvSpPr>
        <p:spPr bwMode="auto">
          <a:xfrm>
            <a:off x="6994526" y="4497389"/>
            <a:ext cx="504825"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1</a:t>
            </a:r>
            <a:endParaRPr lang="ru-RU" altLang="en-US" sz="1600" b="0" u="none">
              <a:solidFill>
                <a:schemeClr val="bg1"/>
              </a:solidFill>
            </a:endParaRPr>
          </a:p>
        </p:txBody>
      </p:sp>
      <p:sp>
        <p:nvSpPr>
          <p:cNvPr id="71756" name="Text Box 109">
            <a:extLst>
              <a:ext uri="{FF2B5EF4-FFF2-40B4-BE49-F238E27FC236}">
                <a16:creationId xmlns:a16="http://schemas.microsoft.com/office/drawing/2014/main" id="{8E237476-D6E9-A8DA-F2EE-E897D8A64122}"/>
              </a:ext>
            </a:extLst>
          </p:cNvPr>
          <p:cNvSpPr txBox="1">
            <a:spLocks noChangeArrowheads="1"/>
          </p:cNvSpPr>
          <p:nvPr/>
        </p:nvSpPr>
        <p:spPr bwMode="auto">
          <a:xfrm>
            <a:off x="8788401" y="3119438"/>
            <a:ext cx="5048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0</a:t>
            </a:r>
            <a:endParaRPr lang="ru-RU" altLang="en-US" sz="1600" b="0" u="none">
              <a:solidFill>
                <a:schemeClr val="bg1"/>
              </a:solidFill>
            </a:endParaRPr>
          </a:p>
        </p:txBody>
      </p:sp>
      <p:sp>
        <p:nvSpPr>
          <p:cNvPr id="71757" name="Text Box 110">
            <a:extLst>
              <a:ext uri="{FF2B5EF4-FFF2-40B4-BE49-F238E27FC236}">
                <a16:creationId xmlns:a16="http://schemas.microsoft.com/office/drawing/2014/main" id="{096164B7-D5B2-36C8-01A1-803BB03CBA30}"/>
              </a:ext>
            </a:extLst>
          </p:cNvPr>
          <p:cNvSpPr txBox="1">
            <a:spLocks noChangeArrowheads="1"/>
          </p:cNvSpPr>
          <p:nvPr/>
        </p:nvSpPr>
        <p:spPr bwMode="auto">
          <a:xfrm>
            <a:off x="6962095" y="3533437"/>
            <a:ext cx="5048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0</a:t>
            </a:r>
            <a:endParaRPr lang="ru-RU" altLang="en-US" sz="1600" b="0" u="none">
              <a:solidFill>
                <a:schemeClr val="bg1"/>
              </a:solidFill>
            </a:endParaRPr>
          </a:p>
        </p:txBody>
      </p:sp>
      <p:sp>
        <p:nvSpPr>
          <p:cNvPr id="71758" name="Text Box 111">
            <a:extLst>
              <a:ext uri="{FF2B5EF4-FFF2-40B4-BE49-F238E27FC236}">
                <a16:creationId xmlns:a16="http://schemas.microsoft.com/office/drawing/2014/main" id="{0C2D2F19-4A3F-BF83-085F-35D84A33F8D9}"/>
              </a:ext>
            </a:extLst>
          </p:cNvPr>
          <p:cNvSpPr txBox="1">
            <a:spLocks noChangeArrowheads="1"/>
          </p:cNvSpPr>
          <p:nvPr/>
        </p:nvSpPr>
        <p:spPr bwMode="auto">
          <a:xfrm>
            <a:off x="7934325" y="3919539"/>
            <a:ext cx="501650"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dirty="0">
                <a:solidFill>
                  <a:schemeClr val="bg1"/>
                </a:solidFill>
              </a:rPr>
              <a:t>0</a:t>
            </a:r>
            <a:endParaRPr lang="ru-RU" altLang="en-US" sz="1600" b="0" u="none" dirty="0">
              <a:solidFill>
                <a:schemeClr val="bg1"/>
              </a:solidFill>
            </a:endParaRPr>
          </a:p>
        </p:txBody>
      </p:sp>
      <p:sp>
        <p:nvSpPr>
          <p:cNvPr id="71759" name="Text Box 112">
            <a:extLst>
              <a:ext uri="{FF2B5EF4-FFF2-40B4-BE49-F238E27FC236}">
                <a16:creationId xmlns:a16="http://schemas.microsoft.com/office/drawing/2014/main" id="{0B32DF74-52C1-6378-3D17-94B46E47B8F3}"/>
              </a:ext>
            </a:extLst>
          </p:cNvPr>
          <p:cNvSpPr txBox="1">
            <a:spLocks noChangeArrowheads="1"/>
          </p:cNvSpPr>
          <p:nvPr/>
        </p:nvSpPr>
        <p:spPr bwMode="auto">
          <a:xfrm>
            <a:off x="6994526" y="4251325"/>
            <a:ext cx="5048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solidFill>
                  <a:schemeClr val="bg1"/>
                </a:solidFill>
              </a:rPr>
              <a:t>0</a:t>
            </a:r>
            <a:endParaRPr lang="ru-RU" altLang="en-US" sz="1600" b="0" u="none">
              <a:solidFill>
                <a:schemeClr val="bg1"/>
              </a:solidFill>
            </a:endParaRPr>
          </a:p>
        </p:txBody>
      </p:sp>
      <p:graphicFrame>
        <p:nvGraphicFramePr>
          <p:cNvPr id="84" name="Table 83">
            <a:extLst>
              <a:ext uri="{FF2B5EF4-FFF2-40B4-BE49-F238E27FC236}">
                <a16:creationId xmlns:a16="http://schemas.microsoft.com/office/drawing/2014/main" id="{88B1311A-6B5B-4834-A25D-F20FE598B1CB}"/>
              </a:ext>
            </a:extLst>
          </p:cNvPr>
          <p:cNvGraphicFramePr>
            <a:graphicFrameLocks noGrp="1"/>
          </p:cNvGraphicFramePr>
          <p:nvPr>
            <p:extLst>
              <p:ext uri="{D42A27DB-BD31-4B8C-83A1-F6EECF244321}">
                <p14:modId xmlns:p14="http://schemas.microsoft.com/office/powerpoint/2010/main" val="1788741750"/>
              </p:ext>
            </p:extLst>
          </p:nvPr>
        </p:nvGraphicFramePr>
        <p:xfrm>
          <a:off x="2286000" y="1981201"/>
          <a:ext cx="3048000" cy="3565818"/>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2"/>
                          </a:solidFill>
                          <a:effectLst/>
                          <a:latin typeface="+mj-lt"/>
                          <a:cs typeface="Times New Roman" pitchFamily="18" charset="0"/>
                        </a:rPr>
                        <a:t>а   b   c </a:t>
                      </a:r>
                      <a:endParaRPr kumimoji="0" lang="en-US" sz="2000" b="0" i="0" u="none" strike="noStrike" cap="none" normalizeH="0" baseline="0" dirty="0">
                        <a:ln>
                          <a:noFill/>
                        </a:ln>
                        <a:solidFill>
                          <a:schemeClr val="bg2"/>
                        </a:solidFill>
                        <a:effectLst/>
                        <a:latin typeface="+mj-lt"/>
                        <a:cs typeface="Arial" pitchFamily="34" charset="0"/>
                      </a:endParaRPr>
                    </a:p>
                  </a:txBody>
                  <a:tcPr marT="45701" marB="45701"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2"/>
                          </a:solidFill>
                          <a:effectLst/>
                          <a:latin typeface="+mj-lt"/>
                          <a:cs typeface="Times New Roman" pitchFamily="18" charset="0"/>
                        </a:rPr>
                        <a:t>y</a:t>
                      </a:r>
                      <a:endParaRPr kumimoji="0" lang="en-US" sz="2000" b="0" i="0" u="none" strike="noStrike" cap="none" normalizeH="0" baseline="0" dirty="0">
                        <a:ln>
                          <a:noFill/>
                        </a:ln>
                        <a:solidFill>
                          <a:schemeClr val="bg2"/>
                        </a:solidFill>
                        <a:effectLst/>
                        <a:latin typeface="+mj-lt"/>
                        <a:cs typeface="Arial" pitchFamily="34" charset="0"/>
                      </a:endParaRPr>
                    </a:p>
                  </a:txBody>
                  <a:tcPr marT="45701" marB="45701" horzOverflow="overflow"/>
                </a:tc>
                <a:extLst>
                  <a:ext uri="{0D108BD9-81ED-4DB2-BD59-A6C34878D82A}">
                    <a16:rowId xmlns:a16="http://schemas.microsoft.com/office/drawing/2014/main" val="10000"/>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Times New Roman" pitchFamily="18" charset="0"/>
                        </a:rPr>
                        <a:t>0   0   0 </a:t>
                      </a:r>
                      <a:endParaRPr kumimoji="0" lang="en-US" sz="2000" b="0" i="0" u="none" strike="noStrike" cap="none" normalizeH="0" baseline="0">
                        <a:ln>
                          <a:noFill/>
                        </a:ln>
                        <a:solidFill>
                          <a:schemeClr val="tx1"/>
                        </a:solidFill>
                        <a:effectLst/>
                        <a:latin typeface="+mj-lt"/>
                        <a:cs typeface="Arial" pitchFamily="34" charset="0"/>
                      </a:endParaRPr>
                    </a:p>
                  </a:txBody>
                  <a:tcPr marT="45701" marB="45701"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cs typeface="Times New Roman" pitchFamily="18" charset="0"/>
                        </a:rPr>
                        <a:t>0</a:t>
                      </a:r>
                      <a:endParaRPr kumimoji="0" lang="en-US" sz="2000" b="0" i="0" u="none" strike="noStrike" cap="none" normalizeH="0" baseline="0" dirty="0">
                        <a:ln>
                          <a:noFill/>
                        </a:ln>
                        <a:solidFill>
                          <a:schemeClr val="tx1"/>
                        </a:solidFill>
                        <a:effectLst/>
                        <a:latin typeface="+mj-lt"/>
                        <a:cs typeface="Arial" pitchFamily="34" charset="0"/>
                      </a:endParaRPr>
                    </a:p>
                  </a:txBody>
                  <a:tcPr marT="45701" marB="45701" horzOverflow="overflow"/>
                </a:tc>
                <a:extLst>
                  <a:ext uri="{0D108BD9-81ED-4DB2-BD59-A6C34878D82A}">
                    <a16:rowId xmlns:a16="http://schemas.microsoft.com/office/drawing/2014/main" val="10001"/>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cs typeface="Times New Roman" pitchFamily="18" charset="0"/>
                        </a:rPr>
                        <a:t>0   0   1 </a:t>
                      </a:r>
                      <a:endParaRPr kumimoji="0" lang="en-US" sz="2000" b="0" i="0" u="none" strike="noStrike" cap="none" normalizeH="0" baseline="0" dirty="0">
                        <a:ln>
                          <a:noFill/>
                        </a:ln>
                        <a:solidFill>
                          <a:schemeClr val="tx1"/>
                        </a:solidFill>
                        <a:effectLst/>
                        <a:latin typeface="+mj-lt"/>
                        <a:cs typeface="Arial" pitchFamily="34" charset="0"/>
                      </a:endParaRPr>
                    </a:p>
                  </a:txBody>
                  <a:tcPr marT="45701" marB="45701"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Times New Roman" pitchFamily="18" charset="0"/>
                        </a:rPr>
                        <a:t>0</a:t>
                      </a:r>
                      <a:endParaRPr kumimoji="0" lang="en-US" sz="2000" b="0" i="0" u="none" strike="noStrike" cap="none" normalizeH="0" baseline="0">
                        <a:ln>
                          <a:noFill/>
                        </a:ln>
                        <a:solidFill>
                          <a:schemeClr val="tx1"/>
                        </a:solidFill>
                        <a:effectLst/>
                        <a:latin typeface="+mj-lt"/>
                        <a:cs typeface="Arial" pitchFamily="34" charset="0"/>
                      </a:endParaRPr>
                    </a:p>
                  </a:txBody>
                  <a:tcPr marT="45701" marB="45701" horzOverflow="overflow"/>
                </a:tc>
                <a:extLst>
                  <a:ext uri="{0D108BD9-81ED-4DB2-BD59-A6C34878D82A}">
                    <a16:rowId xmlns:a16="http://schemas.microsoft.com/office/drawing/2014/main" val="10002"/>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Times New Roman" pitchFamily="18" charset="0"/>
                        </a:rPr>
                        <a:t>0   1   0 </a:t>
                      </a:r>
                      <a:endParaRPr kumimoji="0" lang="en-US" sz="2000" b="0" i="0" u="none" strike="noStrike" cap="none" normalizeH="0" baseline="0">
                        <a:ln>
                          <a:noFill/>
                        </a:ln>
                        <a:solidFill>
                          <a:schemeClr val="tx1"/>
                        </a:solidFill>
                        <a:effectLst/>
                        <a:latin typeface="+mj-lt"/>
                        <a:cs typeface="Arial" pitchFamily="34" charset="0"/>
                      </a:endParaRPr>
                    </a:p>
                  </a:txBody>
                  <a:tcPr marT="45701" marB="45701"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Times New Roman" pitchFamily="18" charset="0"/>
                        </a:rPr>
                        <a:t>0</a:t>
                      </a:r>
                      <a:endParaRPr kumimoji="0" lang="en-US" sz="2000" b="0" i="0" u="none" strike="noStrike" cap="none" normalizeH="0" baseline="0">
                        <a:ln>
                          <a:noFill/>
                        </a:ln>
                        <a:solidFill>
                          <a:schemeClr val="tx1"/>
                        </a:solidFill>
                        <a:effectLst/>
                        <a:latin typeface="+mj-lt"/>
                        <a:cs typeface="Arial" pitchFamily="34" charset="0"/>
                      </a:endParaRPr>
                    </a:p>
                  </a:txBody>
                  <a:tcPr marT="45701" marB="45701" horzOverflow="overflow"/>
                </a:tc>
                <a:extLst>
                  <a:ext uri="{0D108BD9-81ED-4DB2-BD59-A6C34878D82A}">
                    <a16:rowId xmlns:a16="http://schemas.microsoft.com/office/drawing/2014/main" val="10003"/>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Times New Roman" pitchFamily="18" charset="0"/>
                        </a:rPr>
                        <a:t>0   1   1 </a:t>
                      </a:r>
                      <a:endParaRPr kumimoji="0" lang="en-US" sz="2000" b="0" i="0" u="none" strike="noStrike" cap="none" normalizeH="0" baseline="0">
                        <a:ln>
                          <a:noFill/>
                        </a:ln>
                        <a:solidFill>
                          <a:schemeClr val="tx1"/>
                        </a:solidFill>
                        <a:effectLst/>
                        <a:latin typeface="+mj-lt"/>
                        <a:cs typeface="Arial" pitchFamily="34" charset="0"/>
                      </a:endParaRPr>
                    </a:p>
                  </a:txBody>
                  <a:tcPr marT="45701" marB="45701"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Times New Roman" pitchFamily="18" charset="0"/>
                        </a:rPr>
                        <a:t>1</a:t>
                      </a:r>
                      <a:endParaRPr kumimoji="0" lang="en-US" sz="2000" b="0" i="0" u="none" strike="noStrike" cap="none" normalizeH="0" baseline="0">
                        <a:ln>
                          <a:noFill/>
                        </a:ln>
                        <a:solidFill>
                          <a:schemeClr val="tx1"/>
                        </a:solidFill>
                        <a:effectLst/>
                        <a:latin typeface="+mj-lt"/>
                        <a:cs typeface="Arial" pitchFamily="34" charset="0"/>
                      </a:endParaRPr>
                    </a:p>
                  </a:txBody>
                  <a:tcPr marT="45701" marB="45701" horzOverflow="overflow"/>
                </a:tc>
                <a:extLst>
                  <a:ext uri="{0D108BD9-81ED-4DB2-BD59-A6C34878D82A}">
                    <a16:rowId xmlns:a16="http://schemas.microsoft.com/office/drawing/2014/main" val="10004"/>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Times New Roman" pitchFamily="18" charset="0"/>
                        </a:rPr>
                        <a:t>1   0   0 </a:t>
                      </a:r>
                      <a:endParaRPr kumimoji="0" lang="en-US" sz="2000" b="0" i="0" u="none" strike="noStrike" cap="none" normalizeH="0" baseline="0">
                        <a:ln>
                          <a:noFill/>
                        </a:ln>
                        <a:solidFill>
                          <a:schemeClr val="tx1"/>
                        </a:solidFill>
                        <a:effectLst/>
                        <a:latin typeface="+mj-lt"/>
                        <a:cs typeface="Arial" pitchFamily="34" charset="0"/>
                      </a:endParaRPr>
                    </a:p>
                  </a:txBody>
                  <a:tcPr marT="45701" marB="45701"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Times New Roman" pitchFamily="18" charset="0"/>
                        </a:rPr>
                        <a:t>0</a:t>
                      </a:r>
                      <a:endParaRPr kumimoji="0" lang="en-US" sz="2000" b="0" i="0" u="none" strike="noStrike" cap="none" normalizeH="0" baseline="0">
                        <a:ln>
                          <a:noFill/>
                        </a:ln>
                        <a:solidFill>
                          <a:schemeClr val="tx1"/>
                        </a:solidFill>
                        <a:effectLst/>
                        <a:latin typeface="+mj-lt"/>
                        <a:cs typeface="Arial" pitchFamily="34" charset="0"/>
                      </a:endParaRPr>
                    </a:p>
                  </a:txBody>
                  <a:tcPr marT="45701" marB="45701" horzOverflow="overflow"/>
                </a:tc>
                <a:extLst>
                  <a:ext uri="{0D108BD9-81ED-4DB2-BD59-A6C34878D82A}">
                    <a16:rowId xmlns:a16="http://schemas.microsoft.com/office/drawing/2014/main" val="10005"/>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Times New Roman" pitchFamily="18" charset="0"/>
                        </a:rPr>
                        <a:t>1   0   1 </a:t>
                      </a:r>
                      <a:endParaRPr kumimoji="0" lang="en-US" sz="2000" b="0" i="0" u="none" strike="noStrike" cap="none" normalizeH="0" baseline="0">
                        <a:ln>
                          <a:noFill/>
                        </a:ln>
                        <a:solidFill>
                          <a:schemeClr val="tx1"/>
                        </a:solidFill>
                        <a:effectLst/>
                        <a:latin typeface="+mj-lt"/>
                        <a:cs typeface="Arial" pitchFamily="34" charset="0"/>
                      </a:endParaRPr>
                    </a:p>
                  </a:txBody>
                  <a:tcPr marT="45701" marB="45701"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Times New Roman" pitchFamily="18" charset="0"/>
                        </a:rPr>
                        <a:t>1</a:t>
                      </a:r>
                      <a:endParaRPr kumimoji="0" lang="en-US" sz="2000" b="0" i="0" u="none" strike="noStrike" cap="none" normalizeH="0" baseline="0">
                        <a:ln>
                          <a:noFill/>
                        </a:ln>
                        <a:solidFill>
                          <a:schemeClr val="tx1"/>
                        </a:solidFill>
                        <a:effectLst/>
                        <a:latin typeface="+mj-lt"/>
                        <a:cs typeface="Arial" pitchFamily="34" charset="0"/>
                      </a:endParaRPr>
                    </a:p>
                  </a:txBody>
                  <a:tcPr marT="45701" marB="45701" horzOverflow="overflow"/>
                </a:tc>
                <a:extLst>
                  <a:ext uri="{0D108BD9-81ED-4DB2-BD59-A6C34878D82A}">
                    <a16:rowId xmlns:a16="http://schemas.microsoft.com/office/drawing/2014/main" val="10006"/>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Times New Roman" pitchFamily="18" charset="0"/>
                        </a:rPr>
                        <a:t>1   1  0 </a:t>
                      </a:r>
                      <a:endParaRPr kumimoji="0" lang="en-US" sz="2000" b="0" i="0" u="none" strike="noStrike" cap="none" normalizeH="0" baseline="0">
                        <a:ln>
                          <a:noFill/>
                        </a:ln>
                        <a:solidFill>
                          <a:schemeClr val="tx1"/>
                        </a:solidFill>
                        <a:effectLst/>
                        <a:latin typeface="+mj-lt"/>
                        <a:cs typeface="Arial" pitchFamily="34" charset="0"/>
                      </a:endParaRPr>
                    </a:p>
                  </a:txBody>
                  <a:tcPr marT="45701" marB="45701"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mj-lt"/>
                          <a:cs typeface="Times New Roman" pitchFamily="18" charset="0"/>
                        </a:rPr>
                        <a:t>1</a:t>
                      </a:r>
                      <a:endParaRPr kumimoji="0" lang="en-US" sz="2000" b="0" i="0" u="none" strike="noStrike" cap="none" normalizeH="0" baseline="0">
                        <a:ln>
                          <a:noFill/>
                        </a:ln>
                        <a:solidFill>
                          <a:schemeClr val="tx1"/>
                        </a:solidFill>
                        <a:effectLst/>
                        <a:latin typeface="+mj-lt"/>
                        <a:cs typeface="Arial" pitchFamily="34" charset="0"/>
                      </a:endParaRPr>
                    </a:p>
                  </a:txBody>
                  <a:tcPr marT="45701" marB="45701" horzOverflow="overflow"/>
                </a:tc>
                <a:extLst>
                  <a:ext uri="{0D108BD9-81ED-4DB2-BD59-A6C34878D82A}">
                    <a16:rowId xmlns:a16="http://schemas.microsoft.com/office/drawing/2014/main" val="10007"/>
                  </a:ext>
                </a:extLst>
              </a:tr>
              <a:tr h="39616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cs typeface="Times New Roman" pitchFamily="18" charset="0"/>
                        </a:rPr>
                        <a:t>1   1   1 </a:t>
                      </a:r>
                      <a:endParaRPr kumimoji="0" lang="en-US" sz="2000" b="0" i="0" u="none" strike="noStrike" cap="none" normalizeH="0" baseline="0" dirty="0">
                        <a:ln>
                          <a:noFill/>
                        </a:ln>
                        <a:solidFill>
                          <a:schemeClr val="tx1"/>
                        </a:solidFill>
                        <a:effectLst/>
                        <a:latin typeface="+mj-lt"/>
                        <a:cs typeface="Arial" pitchFamily="34" charset="0"/>
                      </a:endParaRPr>
                    </a:p>
                  </a:txBody>
                  <a:tcPr marT="45701" marB="45701"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j-lt"/>
                          <a:cs typeface="Times New Roman" pitchFamily="18" charset="0"/>
                        </a:rPr>
                        <a:t>1</a:t>
                      </a:r>
                      <a:endParaRPr kumimoji="0" lang="en-US" sz="2000" b="0" i="0" u="none" strike="noStrike" cap="none" normalizeH="0" baseline="0" dirty="0">
                        <a:ln>
                          <a:noFill/>
                        </a:ln>
                        <a:solidFill>
                          <a:schemeClr val="tx1"/>
                        </a:solidFill>
                        <a:effectLst/>
                        <a:latin typeface="+mj-lt"/>
                        <a:cs typeface="Arial" pitchFamily="34" charset="0"/>
                      </a:endParaRPr>
                    </a:p>
                  </a:txBody>
                  <a:tcPr marT="45701" marB="45701" horzOverflow="overflow"/>
                </a:tc>
                <a:extLst>
                  <a:ext uri="{0D108BD9-81ED-4DB2-BD59-A6C34878D82A}">
                    <a16:rowId xmlns:a16="http://schemas.microsoft.com/office/drawing/2014/main" val="10008"/>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CD0DF92F-1F6D-77E1-4102-E6D7AE72820A}"/>
              </a:ext>
            </a:extLst>
          </p:cNvPr>
          <p:cNvSpPr>
            <a:spLocks noGrp="1" noChangeArrowheads="1"/>
          </p:cNvSpPr>
          <p:nvPr>
            <p:ph type="title"/>
          </p:nvPr>
        </p:nvSpPr>
        <p:spPr/>
        <p:txBody>
          <a:bodyPr/>
          <a:lstStyle/>
          <a:p>
            <a:r>
              <a:rPr lang="en-GB" altLang="en-US"/>
              <a:t>Actel FPGAs</a:t>
            </a:r>
          </a:p>
        </p:txBody>
      </p:sp>
      <p:sp>
        <p:nvSpPr>
          <p:cNvPr id="3" name="Text Placeholder 2">
            <a:extLst>
              <a:ext uri="{FF2B5EF4-FFF2-40B4-BE49-F238E27FC236}">
                <a16:creationId xmlns:a16="http://schemas.microsoft.com/office/drawing/2014/main" id="{7B0F053E-A6B4-856A-8FF8-D282E433FFDB}"/>
              </a:ext>
            </a:extLst>
          </p:cNvPr>
          <p:cNvSpPr>
            <a:spLocks noGrp="1"/>
          </p:cNvSpPr>
          <p:nvPr>
            <p:ph type="body" sz="quarter" idx="10"/>
          </p:nvPr>
        </p:nvSpPr>
        <p:spPr/>
        <p:txBody>
          <a:bodyPr/>
          <a:lstStyle/>
          <a:p>
            <a:r>
              <a:rPr lang="en-US" dirty="0"/>
              <a:t>1.   </a:t>
            </a:r>
            <a:r>
              <a:rPr lang="en-US" dirty="0" err="1"/>
              <a:t>Antifuse</a:t>
            </a:r>
            <a:r>
              <a:rPr lang="en-US" dirty="0"/>
              <a:t> technology</a:t>
            </a:r>
          </a:p>
          <a:p>
            <a:pPr lvl="1"/>
            <a:r>
              <a:rPr lang="en-US" dirty="0"/>
              <a:t> Based on </a:t>
            </a:r>
            <a:r>
              <a:rPr lang="en-US" dirty="0" err="1"/>
              <a:t>channelled</a:t>
            </a:r>
            <a:r>
              <a:rPr lang="en-US" dirty="0"/>
              <a:t> gate   array  architecture </a:t>
            </a:r>
          </a:p>
          <a:p>
            <a:pPr lvl="1"/>
            <a:r>
              <a:rPr lang="en-US" dirty="0"/>
              <a:t>  Each logic element   is a combination of   multiplexers which can be</a:t>
            </a:r>
          </a:p>
          <a:p>
            <a:pPr lvl="1"/>
            <a:r>
              <a:rPr lang="en-US" dirty="0"/>
              <a:t>configured as a multi-input  gate</a:t>
            </a:r>
          </a:p>
          <a:p>
            <a:endParaRPr lang="en-US" dirty="0"/>
          </a:p>
          <a:p>
            <a:r>
              <a:rPr lang="en-US" dirty="0"/>
              <a:t>2. EEPROM</a:t>
            </a:r>
          </a:p>
          <a:p>
            <a:endParaRPr lang="en-US" dirty="0"/>
          </a:p>
          <a:p>
            <a:r>
              <a:rPr lang="en-US" dirty="0"/>
              <a:t>3. Flash Based</a:t>
            </a:r>
          </a:p>
          <a:p>
            <a:endParaRPr lang="en-US" dirty="0"/>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0A387DE9-F2C7-34F1-F439-271C09BA33BD}"/>
              </a:ext>
            </a:extLst>
          </p:cNvPr>
          <p:cNvSpPr>
            <a:spLocks noGrp="1" noChangeArrowheads="1"/>
          </p:cNvSpPr>
          <p:nvPr>
            <p:ph type="title"/>
          </p:nvPr>
        </p:nvSpPr>
        <p:spPr>
          <a:xfrm>
            <a:off x="0" y="183401"/>
            <a:ext cx="11612880" cy="704088"/>
          </a:xfrm>
        </p:spPr>
        <p:txBody>
          <a:bodyPr/>
          <a:lstStyle/>
          <a:p>
            <a:r>
              <a:rPr lang="en-US" altLang="en-US"/>
              <a:t>Actel (MicroSemi) ACT1 module</a:t>
            </a:r>
            <a:endParaRPr lang="ru-RU" altLang="en-US"/>
          </a:p>
        </p:txBody>
      </p:sp>
      <p:grpSp>
        <p:nvGrpSpPr>
          <p:cNvPr id="73731" name="Group 118">
            <a:extLst>
              <a:ext uri="{FF2B5EF4-FFF2-40B4-BE49-F238E27FC236}">
                <a16:creationId xmlns:a16="http://schemas.microsoft.com/office/drawing/2014/main" id="{DE9B997F-C9F3-F785-2CF6-EB42A458EE7A}"/>
              </a:ext>
            </a:extLst>
          </p:cNvPr>
          <p:cNvGrpSpPr>
            <a:grpSpLocks/>
          </p:cNvGrpSpPr>
          <p:nvPr/>
        </p:nvGrpSpPr>
        <p:grpSpPr bwMode="auto">
          <a:xfrm>
            <a:off x="2133601" y="1962150"/>
            <a:ext cx="8169275" cy="3829050"/>
            <a:chOff x="762000" y="1371600"/>
            <a:chExt cx="8169207" cy="3829491"/>
          </a:xfrm>
        </p:grpSpPr>
        <p:grpSp>
          <p:nvGrpSpPr>
            <p:cNvPr id="73732" name="Group 74">
              <a:extLst>
                <a:ext uri="{FF2B5EF4-FFF2-40B4-BE49-F238E27FC236}">
                  <a16:creationId xmlns:a16="http://schemas.microsoft.com/office/drawing/2014/main" id="{C77253A2-532F-3BBE-ABEE-6C8E10876DC8}"/>
                </a:ext>
              </a:extLst>
            </p:cNvPr>
            <p:cNvGrpSpPr>
              <a:grpSpLocks/>
            </p:cNvGrpSpPr>
            <p:nvPr/>
          </p:nvGrpSpPr>
          <p:grpSpPr bwMode="auto">
            <a:xfrm>
              <a:off x="762000" y="1371600"/>
              <a:ext cx="3093246" cy="3650712"/>
              <a:chOff x="762000" y="1371600"/>
              <a:chExt cx="3093246" cy="3650712"/>
            </a:xfrm>
          </p:grpSpPr>
          <p:sp>
            <p:nvSpPr>
              <p:cNvPr id="73813" name="AutoShape 4">
                <a:extLst>
                  <a:ext uri="{FF2B5EF4-FFF2-40B4-BE49-F238E27FC236}">
                    <a16:creationId xmlns:a16="http://schemas.microsoft.com/office/drawing/2014/main" id="{09A94571-A047-7C5D-EAD9-19395D591177}"/>
                  </a:ext>
                </a:extLst>
              </p:cNvPr>
              <p:cNvSpPr>
                <a:spLocks noChangeArrowheads="1"/>
              </p:cNvSpPr>
              <p:nvPr/>
            </p:nvSpPr>
            <p:spPr bwMode="auto">
              <a:xfrm rot="-5400000">
                <a:off x="1322542" y="2416243"/>
                <a:ext cx="819688" cy="33120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2 w 21600"/>
                  <a:gd name="T13" fmla="*/ 4496 h 21600"/>
                  <a:gd name="T14" fmla="*/ 17098 w 21600"/>
                  <a:gd name="T15" fmla="*/ 1710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endParaRPr lang="en-US"/>
              </a:p>
            </p:txBody>
          </p:sp>
          <p:sp>
            <p:nvSpPr>
              <p:cNvPr id="73814" name="Line 5">
                <a:extLst>
                  <a:ext uri="{FF2B5EF4-FFF2-40B4-BE49-F238E27FC236}">
                    <a16:creationId xmlns:a16="http://schemas.microsoft.com/office/drawing/2014/main" id="{5941CADF-9CD0-DA3F-01B6-365CE7E07528}"/>
                  </a:ext>
                </a:extLst>
              </p:cNvPr>
              <p:cNvSpPr>
                <a:spLocks noChangeShapeType="1"/>
              </p:cNvSpPr>
              <p:nvPr/>
            </p:nvSpPr>
            <p:spPr bwMode="auto">
              <a:xfrm>
                <a:off x="1229584" y="2384156"/>
                <a:ext cx="319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15" name="Line 6">
                <a:extLst>
                  <a:ext uri="{FF2B5EF4-FFF2-40B4-BE49-F238E27FC236}">
                    <a16:creationId xmlns:a16="http://schemas.microsoft.com/office/drawing/2014/main" id="{EF76B10A-59AF-9F04-427E-8AED1B7AE13A}"/>
                  </a:ext>
                </a:extLst>
              </p:cNvPr>
              <p:cNvSpPr>
                <a:spLocks noChangeShapeType="1"/>
              </p:cNvSpPr>
              <p:nvPr/>
            </p:nvSpPr>
            <p:spPr bwMode="auto">
              <a:xfrm>
                <a:off x="1226586" y="2764381"/>
                <a:ext cx="319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16" name="Line 7">
                <a:extLst>
                  <a:ext uri="{FF2B5EF4-FFF2-40B4-BE49-F238E27FC236}">
                    <a16:creationId xmlns:a16="http://schemas.microsoft.com/office/drawing/2014/main" id="{D05CB4C1-28E1-519A-F7B5-2B4B7EF92A5C}"/>
                  </a:ext>
                </a:extLst>
              </p:cNvPr>
              <p:cNvSpPr>
                <a:spLocks noChangeShapeType="1"/>
              </p:cNvSpPr>
              <p:nvPr/>
            </p:nvSpPr>
            <p:spPr bwMode="auto">
              <a:xfrm>
                <a:off x="1733135" y="2874591"/>
                <a:ext cx="0" cy="38435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17" name="AutoShape 8">
                <a:extLst>
                  <a:ext uri="{FF2B5EF4-FFF2-40B4-BE49-F238E27FC236}">
                    <a16:creationId xmlns:a16="http://schemas.microsoft.com/office/drawing/2014/main" id="{2488A08B-6F37-F788-2355-EA2C064ED364}"/>
                  </a:ext>
                </a:extLst>
              </p:cNvPr>
              <p:cNvSpPr>
                <a:spLocks noChangeArrowheads="1"/>
              </p:cNvSpPr>
              <p:nvPr/>
            </p:nvSpPr>
            <p:spPr bwMode="auto">
              <a:xfrm rot="-5400000">
                <a:off x="1325479" y="3734632"/>
                <a:ext cx="818311" cy="33120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9 w 21600"/>
                  <a:gd name="T13" fmla="*/ 4496 h 21600"/>
                  <a:gd name="T14" fmla="*/ 17091 w 21600"/>
                  <a:gd name="T15" fmla="*/ 1710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endParaRPr lang="en-US"/>
              </a:p>
            </p:txBody>
          </p:sp>
          <p:sp>
            <p:nvSpPr>
              <p:cNvPr id="73818" name="Line 9">
                <a:extLst>
                  <a:ext uri="{FF2B5EF4-FFF2-40B4-BE49-F238E27FC236}">
                    <a16:creationId xmlns:a16="http://schemas.microsoft.com/office/drawing/2014/main" id="{817A6F2D-597C-D893-75EC-B545051D3B68}"/>
                  </a:ext>
                </a:extLst>
              </p:cNvPr>
              <p:cNvSpPr>
                <a:spLocks noChangeShapeType="1"/>
              </p:cNvSpPr>
              <p:nvPr/>
            </p:nvSpPr>
            <p:spPr bwMode="auto">
              <a:xfrm>
                <a:off x="1232581" y="3703923"/>
                <a:ext cx="319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19" name="Line 10">
                <a:extLst>
                  <a:ext uri="{FF2B5EF4-FFF2-40B4-BE49-F238E27FC236}">
                    <a16:creationId xmlns:a16="http://schemas.microsoft.com/office/drawing/2014/main" id="{BE5F3D01-A587-C258-DBEF-F6489AB9B151}"/>
                  </a:ext>
                </a:extLst>
              </p:cNvPr>
              <p:cNvSpPr>
                <a:spLocks noChangeShapeType="1"/>
              </p:cNvSpPr>
              <p:nvPr/>
            </p:nvSpPr>
            <p:spPr bwMode="auto">
              <a:xfrm>
                <a:off x="1228085" y="4084148"/>
                <a:ext cx="319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20" name="Line 11">
                <a:extLst>
                  <a:ext uri="{FF2B5EF4-FFF2-40B4-BE49-F238E27FC236}">
                    <a16:creationId xmlns:a16="http://schemas.microsoft.com/office/drawing/2014/main" id="{EE6DB9E7-A812-FEFF-BFE4-E6412C6C2E2C}"/>
                  </a:ext>
                </a:extLst>
              </p:cNvPr>
              <p:cNvSpPr>
                <a:spLocks noChangeShapeType="1"/>
              </p:cNvSpPr>
              <p:nvPr/>
            </p:nvSpPr>
            <p:spPr bwMode="auto">
              <a:xfrm>
                <a:off x="1734634" y="4194358"/>
                <a:ext cx="0" cy="45737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21" name="Rectangle 12">
                <a:extLst>
                  <a:ext uri="{FF2B5EF4-FFF2-40B4-BE49-F238E27FC236}">
                    <a16:creationId xmlns:a16="http://schemas.microsoft.com/office/drawing/2014/main" id="{1E1139FF-0AB9-2652-477E-82B39597F27A}"/>
                  </a:ext>
                </a:extLst>
              </p:cNvPr>
              <p:cNvSpPr>
                <a:spLocks noChangeArrowheads="1"/>
              </p:cNvSpPr>
              <p:nvPr/>
            </p:nvSpPr>
            <p:spPr bwMode="auto">
              <a:xfrm>
                <a:off x="776987" y="2184400"/>
                <a:ext cx="582981" cy="49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A0</a:t>
                </a:r>
                <a:endParaRPr lang="ru-RU" altLang="en-US">
                  <a:latin typeface="Times New Roman" panose="02020603050405020304" pitchFamily="18" charset="0"/>
                  <a:cs typeface="Times New Roman" panose="02020603050405020304" pitchFamily="18" charset="0"/>
                </a:endParaRPr>
              </a:p>
            </p:txBody>
          </p:sp>
          <p:sp>
            <p:nvSpPr>
              <p:cNvPr id="73822" name="Rectangle 13">
                <a:extLst>
                  <a:ext uri="{FF2B5EF4-FFF2-40B4-BE49-F238E27FC236}">
                    <a16:creationId xmlns:a16="http://schemas.microsoft.com/office/drawing/2014/main" id="{2FA17306-15C3-ED19-640A-C022EC4B52BC}"/>
                  </a:ext>
                </a:extLst>
              </p:cNvPr>
              <p:cNvSpPr>
                <a:spLocks noChangeArrowheads="1"/>
              </p:cNvSpPr>
              <p:nvPr/>
            </p:nvSpPr>
            <p:spPr bwMode="auto">
              <a:xfrm>
                <a:off x="776987" y="2541205"/>
                <a:ext cx="582981" cy="49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A1</a:t>
                </a:r>
                <a:endParaRPr lang="ru-RU" altLang="en-US">
                  <a:latin typeface="Times New Roman" panose="02020603050405020304" pitchFamily="18" charset="0"/>
                  <a:cs typeface="Times New Roman" panose="02020603050405020304" pitchFamily="18" charset="0"/>
                </a:endParaRPr>
              </a:p>
            </p:txBody>
          </p:sp>
          <p:sp>
            <p:nvSpPr>
              <p:cNvPr id="73823" name="Rectangle 14">
                <a:extLst>
                  <a:ext uri="{FF2B5EF4-FFF2-40B4-BE49-F238E27FC236}">
                    <a16:creationId xmlns:a16="http://schemas.microsoft.com/office/drawing/2014/main" id="{959B04DD-C308-C9D5-0C22-E3400A1FFC00}"/>
                  </a:ext>
                </a:extLst>
              </p:cNvPr>
              <p:cNvSpPr>
                <a:spLocks noChangeArrowheads="1"/>
              </p:cNvSpPr>
              <p:nvPr/>
            </p:nvSpPr>
            <p:spPr bwMode="auto">
              <a:xfrm>
                <a:off x="762000" y="3469726"/>
                <a:ext cx="582981" cy="49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B0</a:t>
                </a:r>
                <a:endParaRPr lang="ru-RU" altLang="en-US">
                  <a:latin typeface="Times New Roman" panose="02020603050405020304" pitchFamily="18" charset="0"/>
                  <a:cs typeface="Times New Roman" panose="02020603050405020304" pitchFamily="18" charset="0"/>
                </a:endParaRPr>
              </a:p>
            </p:txBody>
          </p:sp>
          <p:sp>
            <p:nvSpPr>
              <p:cNvPr id="73824" name="Rectangle 15">
                <a:extLst>
                  <a:ext uri="{FF2B5EF4-FFF2-40B4-BE49-F238E27FC236}">
                    <a16:creationId xmlns:a16="http://schemas.microsoft.com/office/drawing/2014/main" id="{04E4E77A-8C59-CD26-6D62-E50510447DBA}"/>
                  </a:ext>
                </a:extLst>
              </p:cNvPr>
              <p:cNvSpPr>
                <a:spLocks noChangeArrowheads="1"/>
              </p:cNvSpPr>
              <p:nvPr/>
            </p:nvSpPr>
            <p:spPr bwMode="auto">
              <a:xfrm>
                <a:off x="762000" y="3881637"/>
                <a:ext cx="582981" cy="493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B1</a:t>
                </a:r>
                <a:endParaRPr lang="ru-RU" altLang="en-US">
                  <a:latin typeface="Times New Roman" panose="02020603050405020304" pitchFamily="18" charset="0"/>
                  <a:cs typeface="Times New Roman" panose="02020603050405020304" pitchFamily="18" charset="0"/>
                </a:endParaRPr>
              </a:p>
            </p:txBody>
          </p:sp>
          <p:sp>
            <p:nvSpPr>
              <p:cNvPr id="73825" name="AutoShape 16">
                <a:extLst>
                  <a:ext uri="{FF2B5EF4-FFF2-40B4-BE49-F238E27FC236}">
                    <a16:creationId xmlns:a16="http://schemas.microsoft.com/office/drawing/2014/main" id="{696E6245-8CC8-B53C-EAC7-9FE2C49F490A}"/>
                  </a:ext>
                </a:extLst>
              </p:cNvPr>
              <p:cNvSpPr>
                <a:spLocks noChangeArrowheads="1"/>
              </p:cNvSpPr>
              <p:nvPr/>
            </p:nvSpPr>
            <p:spPr bwMode="auto">
              <a:xfrm rot="-5400000">
                <a:off x="2331144" y="3078882"/>
                <a:ext cx="819688" cy="33120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2 w 21600"/>
                  <a:gd name="T13" fmla="*/ 4496 h 21600"/>
                  <a:gd name="T14" fmla="*/ 17098 w 21600"/>
                  <a:gd name="T15" fmla="*/ 1710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endParaRPr lang="en-US"/>
              </a:p>
            </p:txBody>
          </p:sp>
          <p:sp>
            <p:nvSpPr>
              <p:cNvPr id="73826" name="Line 17">
                <a:extLst>
                  <a:ext uri="{FF2B5EF4-FFF2-40B4-BE49-F238E27FC236}">
                    <a16:creationId xmlns:a16="http://schemas.microsoft.com/office/drawing/2014/main" id="{2C12ED97-329D-BD91-CD2C-A76A033ECC4D}"/>
                  </a:ext>
                </a:extLst>
              </p:cNvPr>
              <p:cNvSpPr>
                <a:spLocks noChangeShapeType="1"/>
              </p:cNvSpPr>
              <p:nvPr/>
            </p:nvSpPr>
            <p:spPr bwMode="auto">
              <a:xfrm>
                <a:off x="1894991" y="2563247"/>
                <a:ext cx="337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27" name="Line 18">
                <a:extLst>
                  <a:ext uri="{FF2B5EF4-FFF2-40B4-BE49-F238E27FC236}">
                    <a16:creationId xmlns:a16="http://schemas.microsoft.com/office/drawing/2014/main" id="{76E0272E-9180-9249-1011-412F2105CA71}"/>
                  </a:ext>
                </a:extLst>
              </p:cNvPr>
              <p:cNvSpPr>
                <a:spLocks noChangeShapeType="1"/>
              </p:cNvSpPr>
              <p:nvPr/>
            </p:nvSpPr>
            <p:spPr bwMode="auto">
              <a:xfrm>
                <a:off x="1909978" y="3860972"/>
                <a:ext cx="33570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28" name="Line 19">
                <a:extLst>
                  <a:ext uri="{FF2B5EF4-FFF2-40B4-BE49-F238E27FC236}">
                    <a16:creationId xmlns:a16="http://schemas.microsoft.com/office/drawing/2014/main" id="{E2B06D1D-7FAB-24E1-8DAE-5C0D59CB1040}"/>
                  </a:ext>
                </a:extLst>
              </p:cNvPr>
              <p:cNvSpPr>
                <a:spLocks noChangeShapeType="1"/>
              </p:cNvSpPr>
              <p:nvPr/>
            </p:nvSpPr>
            <p:spPr bwMode="auto">
              <a:xfrm>
                <a:off x="2235188" y="2563247"/>
                <a:ext cx="0" cy="5179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29" name="Line 20">
                <a:extLst>
                  <a:ext uri="{FF2B5EF4-FFF2-40B4-BE49-F238E27FC236}">
                    <a16:creationId xmlns:a16="http://schemas.microsoft.com/office/drawing/2014/main" id="{3BFECBB8-FC0F-ADB9-5027-B4FF40FE3D32}"/>
                  </a:ext>
                </a:extLst>
              </p:cNvPr>
              <p:cNvSpPr>
                <a:spLocks noChangeShapeType="1"/>
              </p:cNvSpPr>
              <p:nvPr/>
            </p:nvSpPr>
            <p:spPr bwMode="auto">
              <a:xfrm>
                <a:off x="2235188" y="3089501"/>
                <a:ext cx="33120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30" name="Line 21">
                <a:extLst>
                  <a:ext uri="{FF2B5EF4-FFF2-40B4-BE49-F238E27FC236}">
                    <a16:creationId xmlns:a16="http://schemas.microsoft.com/office/drawing/2014/main" id="{0EFB7723-39D3-6F28-58E1-82F8CEF00614}"/>
                  </a:ext>
                </a:extLst>
              </p:cNvPr>
              <p:cNvSpPr>
                <a:spLocks noChangeShapeType="1"/>
              </p:cNvSpPr>
              <p:nvPr/>
            </p:nvSpPr>
            <p:spPr bwMode="auto">
              <a:xfrm>
                <a:off x="2238185" y="3331963"/>
                <a:ext cx="32970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31" name="Line 22">
                <a:extLst>
                  <a:ext uri="{FF2B5EF4-FFF2-40B4-BE49-F238E27FC236}">
                    <a16:creationId xmlns:a16="http://schemas.microsoft.com/office/drawing/2014/main" id="{B59BBD02-1951-799F-C23B-4F7FE81E26FF}"/>
                  </a:ext>
                </a:extLst>
              </p:cNvPr>
              <p:cNvSpPr>
                <a:spLocks noChangeShapeType="1"/>
              </p:cNvSpPr>
              <p:nvPr/>
            </p:nvSpPr>
            <p:spPr bwMode="auto">
              <a:xfrm>
                <a:off x="2238185" y="3331963"/>
                <a:ext cx="0" cy="5179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32" name="Line 23">
                <a:extLst>
                  <a:ext uri="{FF2B5EF4-FFF2-40B4-BE49-F238E27FC236}">
                    <a16:creationId xmlns:a16="http://schemas.microsoft.com/office/drawing/2014/main" id="{2BB3DA39-D6FB-8B22-1816-FFD1D5DB1E57}"/>
                  </a:ext>
                </a:extLst>
              </p:cNvPr>
              <p:cNvSpPr>
                <a:spLocks noChangeShapeType="1"/>
              </p:cNvSpPr>
              <p:nvPr/>
            </p:nvSpPr>
            <p:spPr bwMode="auto">
              <a:xfrm>
                <a:off x="2737241" y="1771112"/>
                <a:ext cx="0" cy="115169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33" name="Line 24">
                <a:extLst>
                  <a:ext uri="{FF2B5EF4-FFF2-40B4-BE49-F238E27FC236}">
                    <a16:creationId xmlns:a16="http://schemas.microsoft.com/office/drawing/2014/main" id="{6C16AAB8-CE34-A799-DC1F-8BEA36252208}"/>
                  </a:ext>
                </a:extLst>
              </p:cNvPr>
              <p:cNvSpPr>
                <a:spLocks noChangeShapeType="1"/>
              </p:cNvSpPr>
              <p:nvPr/>
            </p:nvSpPr>
            <p:spPr bwMode="auto">
              <a:xfrm>
                <a:off x="2917081" y="3225886"/>
                <a:ext cx="30572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34" name="AutoShape 25">
                <a:extLst>
                  <a:ext uri="{FF2B5EF4-FFF2-40B4-BE49-F238E27FC236}">
                    <a16:creationId xmlns:a16="http://schemas.microsoft.com/office/drawing/2014/main" id="{1C4B954A-6669-ED10-A70F-4BD55C9646C3}"/>
                  </a:ext>
                </a:extLst>
              </p:cNvPr>
              <p:cNvSpPr>
                <a:spLocks noChangeArrowheads="1"/>
              </p:cNvSpPr>
              <p:nvPr/>
            </p:nvSpPr>
            <p:spPr bwMode="auto">
              <a:xfrm flipH="1">
                <a:off x="1506837" y="1477677"/>
                <a:ext cx="464586" cy="562072"/>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3835" name="Line 26">
                <a:extLst>
                  <a:ext uri="{FF2B5EF4-FFF2-40B4-BE49-F238E27FC236}">
                    <a16:creationId xmlns:a16="http://schemas.microsoft.com/office/drawing/2014/main" id="{9E2B3E69-BD3A-BBDF-8BF5-871F056DB3CE}"/>
                  </a:ext>
                </a:extLst>
              </p:cNvPr>
              <p:cNvSpPr>
                <a:spLocks noChangeShapeType="1"/>
              </p:cNvSpPr>
              <p:nvPr/>
            </p:nvSpPr>
            <p:spPr bwMode="auto">
              <a:xfrm flipH="1">
                <a:off x="1295525" y="3245173"/>
                <a:ext cx="434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36" name="Rectangle 27">
                <a:extLst>
                  <a:ext uri="{FF2B5EF4-FFF2-40B4-BE49-F238E27FC236}">
                    <a16:creationId xmlns:a16="http://schemas.microsoft.com/office/drawing/2014/main" id="{32BA2E10-3FBE-0BF1-5971-9D690709746B}"/>
                  </a:ext>
                </a:extLst>
              </p:cNvPr>
              <p:cNvSpPr>
                <a:spLocks noChangeArrowheads="1"/>
              </p:cNvSpPr>
              <p:nvPr/>
            </p:nvSpPr>
            <p:spPr bwMode="auto">
              <a:xfrm>
                <a:off x="776987" y="2991689"/>
                <a:ext cx="777807" cy="526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SA</a:t>
                </a:r>
                <a:endParaRPr lang="ru-RU" altLang="en-US">
                  <a:latin typeface="Times New Roman" panose="02020603050405020304" pitchFamily="18" charset="0"/>
                  <a:cs typeface="Times New Roman" panose="02020603050405020304" pitchFamily="18" charset="0"/>
                </a:endParaRPr>
              </a:p>
            </p:txBody>
          </p:sp>
          <p:sp>
            <p:nvSpPr>
              <p:cNvPr id="73837" name="Line 28">
                <a:extLst>
                  <a:ext uri="{FF2B5EF4-FFF2-40B4-BE49-F238E27FC236}">
                    <a16:creationId xmlns:a16="http://schemas.microsoft.com/office/drawing/2014/main" id="{37A0828C-847E-7E3C-65D3-1E9874D66CE4}"/>
                  </a:ext>
                </a:extLst>
              </p:cNvPr>
              <p:cNvSpPr>
                <a:spLocks noChangeShapeType="1"/>
              </p:cNvSpPr>
              <p:nvPr/>
            </p:nvSpPr>
            <p:spPr bwMode="auto">
              <a:xfrm flipH="1">
                <a:off x="1309724" y="4643464"/>
                <a:ext cx="4361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38" name="Line 29">
                <a:extLst>
                  <a:ext uri="{FF2B5EF4-FFF2-40B4-BE49-F238E27FC236}">
                    <a16:creationId xmlns:a16="http://schemas.microsoft.com/office/drawing/2014/main" id="{7C4AA31C-BDEA-DC82-5337-313B065205B9}"/>
                  </a:ext>
                </a:extLst>
              </p:cNvPr>
              <p:cNvSpPr>
                <a:spLocks noChangeShapeType="1"/>
              </p:cNvSpPr>
              <p:nvPr/>
            </p:nvSpPr>
            <p:spPr bwMode="auto">
              <a:xfrm>
                <a:off x="1975919" y="1775245"/>
                <a:ext cx="74933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39" name="Rectangle 30">
                <a:extLst>
                  <a:ext uri="{FF2B5EF4-FFF2-40B4-BE49-F238E27FC236}">
                    <a16:creationId xmlns:a16="http://schemas.microsoft.com/office/drawing/2014/main" id="{55D85037-DBCA-3507-728C-BC2303B8AD78}"/>
                  </a:ext>
                </a:extLst>
              </p:cNvPr>
              <p:cNvSpPr>
                <a:spLocks noChangeArrowheads="1"/>
              </p:cNvSpPr>
              <p:nvPr/>
            </p:nvSpPr>
            <p:spPr bwMode="auto">
              <a:xfrm>
                <a:off x="776987" y="1371600"/>
                <a:ext cx="582981" cy="49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S0</a:t>
                </a:r>
                <a:endParaRPr lang="ru-RU" altLang="en-US">
                  <a:latin typeface="Times New Roman" panose="02020603050405020304" pitchFamily="18" charset="0"/>
                  <a:cs typeface="Times New Roman" panose="02020603050405020304" pitchFamily="18" charset="0"/>
                </a:endParaRPr>
              </a:p>
            </p:txBody>
          </p:sp>
          <p:sp>
            <p:nvSpPr>
              <p:cNvPr id="73840" name="Rectangle 31">
                <a:extLst>
                  <a:ext uri="{FF2B5EF4-FFF2-40B4-BE49-F238E27FC236}">
                    <a16:creationId xmlns:a16="http://schemas.microsoft.com/office/drawing/2014/main" id="{51125FDA-0873-B086-B6B9-AED6D0D92CF3}"/>
                  </a:ext>
                </a:extLst>
              </p:cNvPr>
              <p:cNvSpPr>
                <a:spLocks noChangeArrowheads="1"/>
              </p:cNvSpPr>
              <p:nvPr/>
            </p:nvSpPr>
            <p:spPr bwMode="auto">
              <a:xfrm>
                <a:off x="776987" y="1704986"/>
                <a:ext cx="582981" cy="49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S1</a:t>
                </a:r>
                <a:endParaRPr lang="ru-RU" altLang="en-US">
                  <a:latin typeface="Times New Roman" panose="02020603050405020304" pitchFamily="18" charset="0"/>
                  <a:cs typeface="Times New Roman" panose="02020603050405020304" pitchFamily="18" charset="0"/>
                </a:endParaRPr>
              </a:p>
            </p:txBody>
          </p:sp>
          <p:sp>
            <p:nvSpPr>
              <p:cNvPr id="73841" name="Line 32">
                <a:extLst>
                  <a:ext uri="{FF2B5EF4-FFF2-40B4-BE49-F238E27FC236}">
                    <a16:creationId xmlns:a16="http://schemas.microsoft.com/office/drawing/2014/main" id="{EC7FF9A0-FE92-23E6-CFC6-D126CBFA0A31}"/>
                  </a:ext>
                </a:extLst>
              </p:cNvPr>
              <p:cNvSpPr>
                <a:spLocks noChangeShapeType="1"/>
              </p:cNvSpPr>
              <p:nvPr/>
            </p:nvSpPr>
            <p:spPr bwMode="auto">
              <a:xfrm>
                <a:off x="1229584" y="1615440"/>
                <a:ext cx="33120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42" name="Line 33">
                <a:extLst>
                  <a:ext uri="{FF2B5EF4-FFF2-40B4-BE49-F238E27FC236}">
                    <a16:creationId xmlns:a16="http://schemas.microsoft.com/office/drawing/2014/main" id="{8D0ED390-5E68-AAFD-F4F3-9E4F6BA6CC2B}"/>
                  </a:ext>
                </a:extLst>
              </p:cNvPr>
              <p:cNvSpPr>
                <a:spLocks noChangeShapeType="1"/>
              </p:cNvSpPr>
              <p:nvPr/>
            </p:nvSpPr>
            <p:spPr bwMode="auto">
              <a:xfrm>
                <a:off x="1229584" y="1886833"/>
                <a:ext cx="33120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43" name="Rectangle 34">
                <a:extLst>
                  <a:ext uri="{FF2B5EF4-FFF2-40B4-BE49-F238E27FC236}">
                    <a16:creationId xmlns:a16="http://schemas.microsoft.com/office/drawing/2014/main" id="{B81379F5-7B84-1776-E5B6-03DD4613731F}"/>
                  </a:ext>
                </a:extLst>
              </p:cNvPr>
              <p:cNvSpPr>
                <a:spLocks noChangeArrowheads="1"/>
              </p:cNvSpPr>
              <p:nvPr/>
            </p:nvSpPr>
            <p:spPr bwMode="auto">
              <a:xfrm>
                <a:off x="762000" y="4494681"/>
                <a:ext cx="777807" cy="527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SB</a:t>
                </a:r>
                <a:endParaRPr lang="ru-RU" altLang="en-US">
                  <a:latin typeface="Times New Roman" panose="02020603050405020304" pitchFamily="18" charset="0"/>
                  <a:cs typeface="Times New Roman" panose="02020603050405020304" pitchFamily="18" charset="0"/>
                </a:endParaRPr>
              </a:p>
            </p:txBody>
          </p:sp>
          <p:sp>
            <p:nvSpPr>
              <p:cNvPr id="73844" name="Rectangle 35">
                <a:extLst>
                  <a:ext uri="{FF2B5EF4-FFF2-40B4-BE49-F238E27FC236}">
                    <a16:creationId xmlns:a16="http://schemas.microsoft.com/office/drawing/2014/main" id="{02CD5F92-1167-55C5-2A92-647FF2344AB1}"/>
                  </a:ext>
                </a:extLst>
              </p:cNvPr>
              <p:cNvSpPr>
                <a:spLocks noChangeArrowheads="1"/>
              </p:cNvSpPr>
              <p:nvPr/>
            </p:nvSpPr>
            <p:spPr bwMode="auto">
              <a:xfrm>
                <a:off x="3272265" y="3039906"/>
                <a:ext cx="582981" cy="493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F</a:t>
                </a:r>
                <a:endParaRPr lang="ru-RU" altLang="en-US">
                  <a:latin typeface="Times New Roman" panose="02020603050405020304" pitchFamily="18" charset="0"/>
                  <a:cs typeface="Times New Roman" panose="02020603050405020304" pitchFamily="18" charset="0"/>
                </a:endParaRPr>
              </a:p>
            </p:txBody>
          </p:sp>
        </p:grpSp>
        <p:grpSp>
          <p:nvGrpSpPr>
            <p:cNvPr id="73733" name="Group 116">
              <a:extLst>
                <a:ext uri="{FF2B5EF4-FFF2-40B4-BE49-F238E27FC236}">
                  <a16:creationId xmlns:a16="http://schemas.microsoft.com/office/drawing/2014/main" id="{69A53704-3853-DD95-4BF5-32C3327ABB50}"/>
                </a:ext>
              </a:extLst>
            </p:cNvPr>
            <p:cNvGrpSpPr>
              <a:grpSpLocks/>
            </p:cNvGrpSpPr>
            <p:nvPr/>
          </p:nvGrpSpPr>
          <p:grpSpPr bwMode="auto">
            <a:xfrm>
              <a:off x="3289300" y="1456884"/>
              <a:ext cx="3124200" cy="3740591"/>
              <a:chOff x="3429000" y="1494984"/>
              <a:chExt cx="3124200" cy="3740591"/>
            </a:xfrm>
          </p:grpSpPr>
          <p:sp>
            <p:nvSpPr>
              <p:cNvPr id="73774" name="AutoShape 36">
                <a:extLst>
                  <a:ext uri="{FF2B5EF4-FFF2-40B4-BE49-F238E27FC236}">
                    <a16:creationId xmlns:a16="http://schemas.microsoft.com/office/drawing/2014/main" id="{8887657D-E9E8-B2DF-AB6B-4B8330154022}"/>
                  </a:ext>
                </a:extLst>
              </p:cNvPr>
              <p:cNvSpPr>
                <a:spLocks noChangeArrowheads="1"/>
              </p:cNvSpPr>
              <p:nvPr/>
            </p:nvSpPr>
            <p:spPr bwMode="auto">
              <a:xfrm rot="-5400000">
                <a:off x="4066380" y="2486562"/>
                <a:ext cx="822443" cy="32970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6 w 21600"/>
                  <a:gd name="T13" fmla="*/ 4516 h 21600"/>
                  <a:gd name="T14" fmla="*/ 17114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endParaRPr lang="en-US"/>
              </a:p>
            </p:txBody>
          </p:sp>
          <p:sp>
            <p:nvSpPr>
              <p:cNvPr id="73775" name="Line 37">
                <a:extLst>
                  <a:ext uri="{FF2B5EF4-FFF2-40B4-BE49-F238E27FC236}">
                    <a16:creationId xmlns:a16="http://schemas.microsoft.com/office/drawing/2014/main" id="{D833E2FD-B7D4-9F6E-C6F7-CF8F17CD8C6D}"/>
                  </a:ext>
                </a:extLst>
              </p:cNvPr>
              <p:cNvSpPr>
                <a:spLocks noChangeShapeType="1"/>
              </p:cNvSpPr>
              <p:nvPr/>
            </p:nvSpPr>
            <p:spPr bwMode="auto">
              <a:xfrm>
                <a:off x="3974800" y="2454415"/>
                <a:ext cx="319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76" name="Line 38">
                <a:extLst>
                  <a:ext uri="{FF2B5EF4-FFF2-40B4-BE49-F238E27FC236}">
                    <a16:creationId xmlns:a16="http://schemas.microsoft.com/office/drawing/2014/main" id="{5F44BE4C-D3C0-F72E-5408-5A5EE0B59FAC}"/>
                  </a:ext>
                </a:extLst>
              </p:cNvPr>
              <p:cNvSpPr>
                <a:spLocks noChangeShapeType="1"/>
              </p:cNvSpPr>
              <p:nvPr/>
            </p:nvSpPr>
            <p:spPr bwMode="auto">
              <a:xfrm>
                <a:off x="3973301" y="2834640"/>
                <a:ext cx="319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77" name="Line 39">
                <a:extLst>
                  <a:ext uri="{FF2B5EF4-FFF2-40B4-BE49-F238E27FC236}">
                    <a16:creationId xmlns:a16="http://schemas.microsoft.com/office/drawing/2014/main" id="{4C20CDB8-0F0E-9D10-9F45-09586AC43B8E}"/>
                  </a:ext>
                </a:extLst>
              </p:cNvPr>
              <p:cNvSpPr>
                <a:spLocks noChangeShapeType="1"/>
              </p:cNvSpPr>
              <p:nvPr/>
            </p:nvSpPr>
            <p:spPr bwMode="auto">
              <a:xfrm>
                <a:off x="4478351" y="2944850"/>
                <a:ext cx="0" cy="38435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78" name="AutoShape 40">
                <a:extLst>
                  <a:ext uri="{FF2B5EF4-FFF2-40B4-BE49-F238E27FC236}">
                    <a16:creationId xmlns:a16="http://schemas.microsoft.com/office/drawing/2014/main" id="{2DAF3C80-8E9B-C603-5F31-E165584A5E7C}"/>
                  </a:ext>
                </a:extLst>
              </p:cNvPr>
              <p:cNvSpPr>
                <a:spLocks noChangeArrowheads="1"/>
              </p:cNvSpPr>
              <p:nvPr/>
            </p:nvSpPr>
            <p:spPr bwMode="auto">
              <a:xfrm rot="-5400000">
                <a:off x="4067879" y="3807646"/>
                <a:ext cx="822443" cy="33120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6 w 21600"/>
                  <a:gd name="T13" fmla="*/ 4496 h 21600"/>
                  <a:gd name="T14" fmla="*/ 17114 w 21600"/>
                  <a:gd name="T15" fmla="*/ 1710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endParaRPr lang="en-US"/>
              </a:p>
            </p:txBody>
          </p:sp>
          <p:sp>
            <p:nvSpPr>
              <p:cNvPr id="73779" name="Line 41">
                <a:extLst>
                  <a:ext uri="{FF2B5EF4-FFF2-40B4-BE49-F238E27FC236}">
                    <a16:creationId xmlns:a16="http://schemas.microsoft.com/office/drawing/2014/main" id="{DBD73E8C-4E30-4AF4-D82E-FD223D4DC0E8}"/>
                  </a:ext>
                </a:extLst>
              </p:cNvPr>
              <p:cNvSpPr>
                <a:spLocks noChangeShapeType="1"/>
              </p:cNvSpPr>
              <p:nvPr/>
            </p:nvSpPr>
            <p:spPr bwMode="auto">
              <a:xfrm>
                <a:off x="3977797" y="3776937"/>
                <a:ext cx="319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80" name="Line 42">
                <a:extLst>
                  <a:ext uri="{FF2B5EF4-FFF2-40B4-BE49-F238E27FC236}">
                    <a16:creationId xmlns:a16="http://schemas.microsoft.com/office/drawing/2014/main" id="{DCCB59A2-66D8-059F-E92E-79E2B3E2AE6B}"/>
                  </a:ext>
                </a:extLst>
              </p:cNvPr>
              <p:cNvSpPr>
                <a:spLocks noChangeShapeType="1"/>
              </p:cNvSpPr>
              <p:nvPr/>
            </p:nvSpPr>
            <p:spPr bwMode="auto">
              <a:xfrm>
                <a:off x="3973301" y="4157162"/>
                <a:ext cx="319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81" name="Line 43">
                <a:extLst>
                  <a:ext uri="{FF2B5EF4-FFF2-40B4-BE49-F238E27FC236}">
                    <a16:creationId xmlns:a16="http://schemas.microsoft.com/office/drawing/2014/main" id="{44D2378F-0ED1-C4E5-C7AC-40BE235B311A}"/>
                  </a:ext>
                </a:extLst>
              </p:cNvPr>
              <p:cNvSpPr>
                <a:spLocks noChangeShapeType="1"/>
              </p:cNvSpPr>
              <p:nvPr/>
            </p:nvSpPr>
            <p:spPr bwMode="auto">
              <a:xfrm>
                <a:off x="4479850" y="4265995"/>
                <a:ext cx="0" cy="46012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82" name="Rectangle 44">
                <a:extLst>
                  <a:ext uri="{FF2B5EF4-FFF2-40B4-BE49-F238E27FC236}">
                    <a16:creationId xmlns:a16="http://schemas.microsoft.com/office/drawing/2014/main" id="{E8F1A7AD-4627-644D-6164-1829A4D3CEEA}"/>
                  </a:ext>
                </a:extLst>
              </p:cNvPr>
              <p:cNvSpPr>
                <a:spLocks noChangeArrowheads="1"/>
              </p:cNvSpPr>
              <p:nvPr/>
            </p:nvSpPr>
            <p:spPr bwMode="auto">
              <a:xfrm>
                <a:off x="3684460" y="2254659"/>
                <a:ext cx="582981" cy="49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1</a:t>
                </a:r>
                <a:endParaRPr lang="ru-RU" altLang="en-US">
                  <a:latin typeface="Times New Roman" panose="02020603050405020304" pitchFamily="18" charset="0"/>
                  <a:cs typeface="Times New Roman" panose="02020603050405020304" pitchFamily="18" charset="0"/>
                </a:endParaRPr>
              </a:p>
            </p:txBody>
          </p:sp>
          <p:sp>
            <p:nvSpPr>
              <p:cNvPr id="73783" name="Rectangle 45">
                <a:extLst>
                  <a:ext uri="{FF2B5EF4-FFF2-40B4-BE49-F238E27FC236}">
                    <a16:creationId xmlns:a16="http://schemas.microsoft.com/office/drawing/2014/main" id="{6FDB9B5E-E91B-21F8-EF5E-25B266BA7801}"/>
                  </a:ext>
                </a:extLst>
              </p:cNvPr>
              <p:cNvSpPr>
                <a:spLocks noChangeArrowheads="1"/>
              </p:cNvSpPr>
              <p:nvPr/>
            </p:nvSpPr>
            <p:spPr bwMode="auto">
              <a:xfrm>
                <a:off x="3671760" y="2611464"/>
                <a:ext cx="582981" cy="493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1</a:t>
                </a:r>
                <a:endParaRPr lang="ru-RU" altLang="en-US">
                  <a:latin typeface="Times New Roman" panose="02020603050405020304" pitchFamily="18" charset="0"/>
                  <a:cs typeface="Times New Roman" panose="02020603050405020304" pitchFamily="18" charset="0"/>
                </a:endParaRPr>
              </a:p>
            </p:txBody>
          </p:sp>
          <p:sp>
            <p:nvSpPr>
              <p:cNvPr id="73784" name="Rectangle 46">
                <a:extLst>
                  <a:ext uri="{FF2B5EF4-FFF2-40B4-BE49-F238E27FC236}">
                    <a16:creationId xmlns:a16="http://schemas.microsoft.com/office/drawing/2014/main" id="{16EE30DB-3EB0-6621-45AF-2E2DB12AA983}"/>
                  </a:ext>
                </a:extLst>
              </p:cNvPr>
              <p:cNvSpPr>
                <a:spLocks noChangeArrowheads="1"/>
              </p:cNvSpPr>
              <p:nvPr/>
            </p:nvSpPr>
            <p:spPr bwMode="auto">
              <a:xfrm>
                <a:off x="3694873" y="3542740"/>
                <a:ext cx="582981" cy="493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0</a:t>
                </a:r>
                <a:endParaRPr lang="ru-RU" altLang="en-US">
                  <a:latin typeface="Times New Roman" panose="02020603050405020304" pitchFamily="18" charset="0"/>
                  <a:cs typeface="Times New Roman" panose="02020603050405020304" pitchFamily="18" charset="0"/>
                </a:endParaRPr>
              </a:p>
            </p:txBody>
          </p:sp>
          <p:sp>
            <p:nvSpPr>
              <p:cNvPr id="73785" name="Rectangle 47">
                <a:extLst>
                  <a:ext uri="{FF2B5EF4-FFF2-40B4-BE49-F238E27FC236}">
                    <a16:creationId xmlns:a16="http://schemas.microsoft.com/office/drawing/2014/main" id="{5A815D43-36AB-06C8-1F8C-9D9311D33263}"/>
                  </a:ext>
                </a:extLst>
              </p:cNvPr>
              <p:cNvSpPr>
                <a:spLocks noChangeArrowheads="1"/>
              </p:cNvSpPr>
              <p:nvPr/>
            </p:nvSpPr>
            <p:spPr bwMode="auto">
              <a:xfrm>
                <a:off x="3707573" y="3971182"/>
                <a:ext cx="582981" cy="52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u="none">
                    <a:latin typeface="Times New Roman" panose="02020603050405020304" pitchFamily="18" charset="0"/>
                    <a:cs typeface="Times New Roman" panose="02020603050405020304" pitchFamily="18" charset="0"/>
                  </a:rPr>
                  <a:t>a</a:t>
                </a:r>
                <a:endParaRPr lang="ru-RU" altLang="en-US" sz="2000">
                  <a:latin typeface="Times New Roman" panose="02020603050405020304" pitchFamily="18" charset="0"/>
                  <a:cs typeface="Times New Roman" panose="02020603050405020304" pitchFamily="18" charset="0"/>
                </a:endParaRPr>
              </a:p>
            </p:txBody>
          </p:sp>
          <p:sp>
            <p:nvSpPr>
              <p:cNvPr id="73786" name="AutoShape 48">
                <a:extLst>
                  <a:ext uri="{FF2B5EF4-FFF2-40B4-BE49-F238E27FC236}">
                    <a16:creationId xmlns:a16="http://schemas.microsoft.com/office/drawing/2014/main" id="{4BA4B332-AEA2-2B11-5A34-515675973547}"/>
                  </a:ext>
                </a:extLst>
              </p:cNvPr>
              <p:cNvSpPr>
                <a:spLocks noChangeArrowheads="1"/>
              </p:cNvSpPr>
              <p:nvPr/>
            </p:nvSpPr>
            <p:spPr bwMode="auto">
              <a:xfrm rot="-5400000">
                <a:off x="5076360" y="3150518"/>
                <a:ext cx="819688" cy="33120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2 w 21600"/>
                  <a:gd name="T13" fmla="*/ 4496 h 21600"/>
                  <a:gd name="T14" fmla="*/ 17098 w 21600"/>
                  <a:gd name="T15" fmla="*/ 1710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endParaRPr lang="en-US"/>
              </a:p>
            </p:txBody>
          </p:sp>
          <p:sp>
            <p:nvSpPr>
              <p:cNvPr id="73787" name="Line 49">
                <a:extLst>
                  <a:ext uri="{FF2B5EF4-FFF2-40B4-BE49-F238E27FC236}">
                    <a16:creationId xmlns:a16="http://schemas.microsoft.com/office/drawing/2014/main" id="{FBA5CF74-561A-868E-D9C0-C17B090E119E}"/>
                  </a:ext>
                </a:extLst>
              </p:cNvPr>
              <p:cNvSpPr>
                <a:spLocks noChangeShapeType="1"/>
              </p:cNvSpPr>
              <p:nvPr/>
            </p:nvSpPr>
            <p:spPr bwMode="auto">
              <a:xfrm>
                <a:off x="4640207" y="2633506"/>
                <a:ext cx="337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88" name="Line 50">
                <a:extLst>
                  <a:ext uri="{FF2B5EF4-FFF2-40B4-BE49-F238E27FC236}">
                    <a16:creationId xmlns:a16="http://schemas.microsoft.com/office/drawing/2014/main" id="{8EA6818C-9BF5-4974-5314-5B668FD4F6D8}"/>
                  </a:ext>
                </a:extLst>
              </p:cNvPr>
              <p:cNvSpPr>
                <a:spLocks noChangeShapeType="1"/>
              </p:cNvSpPr>
              <p:nvPr/>
            </p:nvSpPr>
            <p:spPr bwMode="auto">
              <a:xfrm>
                <a:off x="4653695" y="3931231"/>
                <a:ext cx="337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89" name="Line 51">
                <a:extLst>
                  <a:ext uri="{FF2B5EF4-FFF2-40B4-BE49-F238E27FC236}">
                    <a16:creationId xmlns:a16="http://schemas.microsoft.com/office/drawing/2014/main" id="{B8008EB0-34DA-BD30-07B2-670747395490}"/>
                  </a:ext>
                </a:extLst>
              </p:cNvPr>
              <p:cNvSpPr>
                <a:spLocks noChangeShapeType="1"/>
              </p:cNvSpPr>
              <p:nvPr/>
            </p:nvSpPr>
            <p:spPr bwMode="auto">
              <a:xfrm>
                <a:off x="4980404" y="2633506"/>
                <a:ext cx="0" cy="5179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90" name="Line 52">
                <a:extLst>
                  <a:ext uri="{FF2B5EF4-FFF2-40B4-BE49-F238E27FC236}">
                    <a16:creationId xmlns:a16="http://schemas.microsoft.com/office/drawing/2014/main" id="{5D80B632-DEC9-6A71-8A30-10315C04FBD2}"/>
                  </a:ext>
                </a:extLst>
              </p:cNvPr>
              <p:cNvSpPr>
                <a:spLocks noChangeShapeType="1"/>
              </p:cNvSpPr>
              <p:nvPr/>
            </p:nvSpPr>
            <p:spPr bwMode="auto">
              <a:xfrm>
                <a:off x="4980404" y="3139096"/>
                <a:ext cx="32970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91" name="Line 53">
                <a:extLst>
                  <a:ext uri="{FF2B5EF4-FFF2-40B4-BE49-F238E27FC236}">
                    <a16:creationId xmlns:a16="http://schemas.microsoft.com/office/drawing/2014/main" id="{0CE8DF47-9477-8D1B-7566-9FE9BBAAAA22}"/>
                  </a:ext>
                </a:extLst>
              </p:cNvPr>
              <p:cNvSpPr>
                <a:spLocks noChangeShapeType="1"/>
              </p:cNvSpPr>
              <p:nvPr/>
            </p:nvSpPr>
            <p:spPr bwMode="auto">
              <a:xfrm>
                <a:off x="4983401" y="3403600"/>
                <a:ext cx="32970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92" name="Line 54">
                <a:extLst>
                  <a:ext uri="{FF2B5EF4-FFF2-40B4-BE49-F238E27FC236}">
                    <a16:creationId xmlns:a16="http://schemas.microsoft.com/office/drawing/2014/main" id="{5014D8BF-BE94-081B-F615-4C982DA2A299}"/>
                  </a:ext>
                </a:extLst>
              </p:cNvPr>
              <p:cNvSpPr>
                <a:spLocks noChangeShapeType="1"/>
              </p:cNvSpPr>
              <p:nvPr/>
            </p:nvSpPr>
            <p:spPr bwMode="auto">
              <a:xfrm>
                <a:off x="4983401" y="3403600"/>
                <a:ext cx="0" cy="51661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93" name="Line 55">
                <a:extLst>
                  <a:ext uri="{FF2B5EF4-FFF2-40B4-BE49-F238E27FC236}">
                    <a16:creationId xmlns:a16="http://schemas.microsoft.com/office/drawing/2014/main" id="{9A84C7FC-23DF-1B26-829B-C9910A9369EE}"/>
                  </a:ext>
                </a:extLst>
              </p:cNvPr>
              <p:cNvSpPr>
                <a:spLocks noChangeShapeType="1"/>
              </p:cNvSpPr>
              <p:nvPr/>
            </p:nvSpPr>
            <p:spPr bwMode="auto">
              <a:xfrm>
                <a:off x="5482457" y="1820706"/>
                <a:ext cx="0" cy="119164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94" name="Line 56">
                <a:extLst>
                  <a:ext uri="{FF2B5EF4-FFF2-40B4-BE49-F238E27FC236}">
                    <a16:creationId xmlns:a16="http://schemas.microsoft.com/office/drawing/2014/main" id="{F4ED7687-A3D4-D9B7-108A-D183A0AA3488}"/>
                  </a:ext>
                </a:extLst>
              </p:cNvPr>
              <p:cNvSpPr>
                <a:spLocks noChangeShapeType="1"/>
              </p:cNvSpPr>
              <p:nvPr/>
            </p:nvSpPr>
            <p:spPr bwMode="auto">
              <a:xfrm>
                <a:off x="5645812" y="3296145"/>
                <a:ext cx="3656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95" name="AutoShape 57">
                <a:extLst>
                  <a:ext uri="{FF2B5EF4-FFF2-40B4-BE49-F238E27FC236}">
                    <a16:creationId xmlns:a16="http://schemas.microsoft.com/office/drawing/2014/main" id="{D9458AE9-8D10-7B23-F49F-25358607E52B}"/>
                  </a:ext>
                </a:extLst>
              </p:cNvPr>
              <p:cNvSpPr>
                <a:spLocks noChangeArrowheads="1"/>
              </p:cNvSpPr>
              <p:nvPr/>
            </p:nvSpPr>
            <p:spPr bwMode="auto">
              <a:xfrm flipH="1">
                <a:off x="4250554" y="1545181"/>
                <a:ext cx="466085" cy="563449"/>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3796" name="Line 58">
                <a:extLst>
                  <a:ext uri="{FF2B5EF4-FFF2-40B4-BE49-F238E27FC236}">
                    <a16:creationId xmlns:a16="http://schemas.microsoft.com/office/drawing/2014/main" id="{01C401FE-575C-2CCB-55BD-FC79F23F8707}"/>
                  </a:ext>
                </a:extLst>
              </p:cNvPr>
              <p:cNvSpPr>
                <a:spLocks noChangeShapeType="1"/>
              </p:cNvSpPr>
              <p:nvPr/>
            </p:nvSpPr>
            <p:spPr bwMode="auto">
              <a:xfrm flipH="1">
                <a:off x="4051942" y="3323396"/>
                <a:ext cx="4361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97" name="Rectangle 59">
                <a:extLst>
                  <a:ext uri="{FF2B5EF4-FFF2-40B4-BE49-F238E27FC236}">
                    <a16:creationId xmlns:a16="http://schemas.microsoft.com/office/drawing/2014/main" id="{C15F1FAA-F252-935F-07B8-C8243F666959}"/>
                  </a:ext>
                </a:extLst>
              </p:cNvPr>
              <p:cNvSpPr>
                <a:spLocks noChangeArrowheads="1"/>
              </p:cNvSpPr>
              <p:nvPr/>
            </p:nvSpPr>
            <p:spPr bwMode="auto">
              <a:xfrm>
                <a:off x="3697160" y="3100048"/>
                <a:ext cx="777807" cy="43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0</a:t>
                </a:r>
                <a:endParaRPr lang="ru-RU" altLang="en-US">
                  <a:latin typeface="Times New Roman" panose="02020603050405020304" pitchFamily="18" charset="0"/>
                  <a:cs typeface="Times New Roman" panose="02020603050405020304" pitchFamily="18" charset="0"/>
                </a:endParaRPr>
              </a:p>
            </p:txBody>
          </p:sp>
          <p:sp>
            <p:nvSpPr>
              <p:cNvPr id="73798" name="Line 60">
                <a:extLst>
                  <a:ext uri="{FF2B5EF4-FFF2-40B4-BE49-F238E27FC236}">
                    <a16:creationId xmlns:a16="http://schemas.microsoft.com/office/drawing/2014/main" id="{A838DC4D-907C-84AA-E2D2-8437F150CCC9}"/>
                  </a:ext>
                </a:extLst>
              </p:cNvPr>
              <p:cNvSpPr>
                <a:spLocks noChangeShapeType="1"/>
              </p:cNvSpPr>
              <p:nvPr/>
            </p:nvSpPr>
            <p:spPr bwMode="auto">
              <a:xfrm flipH="1">
                <a:off x="4042240" y="4716479"/>
                <a:ext cx="434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99" name="Line 61">
                <a:extLst>
                  <a:ext uri="{FF2B5EF4-FFF2-40B4-BE49-F238E27FC236}">
                    <a16:creationId xmlns:a16="http://schemas.microsoft.com/office/drawing/2014/main" id="{1989884F-2E19-A328-6A2B-A288F5AE1F1C}"/>
                  </a:ext>
                </a:extLst>
              </p:cNvPr>
              <p:cNvSpPr>
                <a:spLocks noChangeShapeType="1"/>
              </p:cNvSpPr>
              <p:nvPr/>
            </p:nvSpPr>
            <p:spPr bwMode="auto">
              <a:xfrm>
                <a:off x="4719636" y="1830350"/>
                <a:ext cx="73584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00" name="Rectangle 62">
                <a:extLst>
                  <a:ext uri="{FF2B5EF4-FFF2-40B4-BE49-F238E27FC236}">
                    <a16:creationId xmlns:a16="http://schemas.microsoft.com/office/drawing/2014/main" id="{A35D7991-3348-4690-D986-4566730509BA}"/>
                  </a:ext>
                </a:extLst>
              </p:cNvPr>
              <p:cNvSpPr>
                <a:spLocks noChangeArrowheads="1"/>
              </p:cNvSpPr>
              <p:nvPr/>
            </p:nvSpPr>
            <p:spPr bwMode="auto">
              <a:xfrm>
                <a:off x="3682251" y="1494984"/>
                <a:ext cx="582981" cy="571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b</a:t>
                </a:r>
                <a:endParaRPr lang="ru-RU" altLang="en-US">
                  <a:latin typeface="Times New Roman" panose="02020603050405020304" pitchFamily="18" charset="0"/>
                  <a:cs typeface="Times New Roman" panose="02020603050405020304" pitchFamily="18" charset="0"/>
                </a:endParaRPr>
              </a:p>
            </p:txBody>
          </p:sp>
          <p:sp>
            <p:nvSpPr>
              <p:cNvPr id="73801" name="Rectangle 63">
                <a:extLst>
                  <a:ext uri="{FF2B5EF4-FFF2-40B4-BE49-F238E27FC236}">
                    <a16:creationId xmlns:a16="http://schemas.microsoft.com/office/drawing/2014/main" id="{FA9A5AD0-C580-CFE4-2F65-46B88D1B3809}"/>
                  </a:ext>
                </a:extLst>
              </p:cNvPr>
              <p:cNvSpPr>
                <a:spLocks noChangeArrowheads="1"/>
              </p:cNvSpPr>
              <p:nvPr/>
            </p:nvSpPr>
            <p:spPr bwMode="auto">
              <a:xfrm>
                <a:off x="3673336" y="1804175"/>
                <a:ext cx="582981" cy="495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0</a:t>
                </a:r>
                <a:endParaRPr lang="ru-RU" altLang="en-US">
                  <a:latin typeface="Times New Roman" panose="02020603050405020304" pitchFamily="18" charset="0"/>
                  <a:cs typeface="Times New Roman" panose="02020603050405020304" pitchFamily="18" charset="0"/>
                </a:endParaRPr>
              </a:p>
            </p:txBody>
          </p:sp>
          <p:sp>
            <p:nvSpPr>
              <p:cNvPr id="73802" name="Line 64">
                <a:extLst>
                  <a:ext uri="{FF2B5EF4-FFF2-40B4-BE49-F238E27FC236}">
                    <a16:creationId xmlns:a16="http://schemas.microsoft.com/office/drawing/2014/main" id="{78E5CA67-B295-FE4B-ACD5-1212CEBAA532}"/>
                  </a:ext>
                </a:extLst>
              </p:cNvPr>
              <p:cNvSpPr>
                <a:spLocks noChangeShapeType="1"/>
              </p:cNvSpPr>
              <p:nvPr/>
            </p:nvSpPr>
            <p:spPr bwMode="auto">
              <a:xfrm>
                <a:off x="3974800" y="1682944"/>
                <a:ext cx="33120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03" name="Line 65">
                <a:extLst>
                  <a:ext uri="{FF2B5EF4-FFF2-40B4-BE49-F238E27FC236}">
                    <a16:creationId xmlns:a16="http://schemas.microsoft.com/office/drawing/2014/main" id="{D97938A6-EB98-DCFE-1B7B-202A0B01E4BF}"/>
                  </a:ext>
                </a:extLst>
              </p:cNvPr>
              <p:cNvSpPr>
                <a:spLocks noChangeShapeType="1"/>
              </p:cNvSpPr>
              <p:nvPr/>
            </p:nvSpPr>
            <p:spPr bwMode="auto">
              <a:xfrm>
                <a:off x="3974800" y="1957092"/>
                <a:ext cx="33120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804" name="Rectangle 66">
                <a:extLst>
                  <a:ext uri="{FF2B5EF4-FFF2-40B4-BE49-F238E27FC236}">
                    <a16:creationId xmlns:a16="http://schemas.microsoft.com/office/drawing/2014/main" id="{1ABE0B66-0520-F771-203C-D4056BC33889}"/>
                  </a:ext>
                </a:extLst>
              </p:cNvPr>
              <p:cNvSpPr>
                <a:spLocks noChangeArrowheads="1"/>
              </p:cNvSpPr>
              <p:nvPr/>
            </p:nvSpPr>
            <p:spPr bwMode="auto">
              <a:xfrm>
                <a:off x="3573157" y="4516723"/>
                <a:ext cx="777807" cy="512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c</a:t>
                </a:r>
                <a:endParaRPr lang="ru-RU" altLang="en-US">
                  <a:latin typeface="Times New Roman" panose="02020603050405020304" pitchFamily="18" charset="0"/>
                  <a:cs typeface="Times New Roman" panose="02020603050405020304" pitchFamily="18" charset="0"/>
                </a:endParaRPr>
              </a:p>
            </p:txBody>
          </p:sp>
          <p:sp>
            <p:nvSpPr>
              <p:cNvPr id="73805" name="Rectangle 67">
                <a:extLst>
                  <a:ext uri="{FF2B5EF4-FFF2-40B4-BE49-F238E27FC236}">
                    <a16:creationId xmlns:a16="http://schemas.microsoft.com/office/drawing/2014/main" id="{AB535EAE-5A17-4710-F68B-BD1C9845E210}"/>
                  </a:ext>
                </a:extLst>
              </p:cNvPr>
              <p:cNvSpPr>
                <a:spLocks noChangeArrowheads="1"/>
              </p:cNvSpPr>
              <p:nvPr/>
            </p:nvSpPr>
            <p:spPr bwMode="auto">
              <a:xfrm>
                <a:off x="4262543" y="2293233"/>
                <a:ext cx="582981" cy="495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0</a:t>
                </a:r>
                <a:endParaRPr lang="ru-RU" altLang="en-US">
                  <a:latin typeface="Times New Roman" panose="02020603050405020304" pitchFamily="18" charset="0"/>
                  <a:cs typeface="Times New Roman" panose="02020603050405020304" pitchFamily="18" charset="0"/>
                </a:endParaRPr>
              </a:p>
            </p:txBody>
          </p:sp>
          <p:sp>
            <p:nvSpPr>
              <p:cNvPr id="73806" name="Rectangle 68">
                <a:extLst>
                  <a:ext uri="{FF2B5EF4-FFF2-40B4-BE49-F238E27FC236}">
                    <a16:creationId xmlns:a16="http://schemas.microsoft.com/office/drawing/2014/main" id="{B39CFB38-6D6B-8FBA-6E73-1C7DDB9382DA}"/>
                  </a:ext>
                </a:extLst>
              </p:cNvPr>
              <p:cNvSpPr>
                <a:spLocks noChangeArrowheads="1"/>
              </p:cNvSpPr>
              <p:nvPr/>
            </p:nvSpPr>
            <p:spPr bwMode="auto">
              <a:xfrm>
                <a:off x="4262543" y="2665192"/>
                <a:ext cx="648922" cy="4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1</a:t>
                </a:r>
                <a:endParaRPr lang="ru-RU" altLang="en-US">
                  <a:latin typeface="Times New Roman" panose="02020603050405020304" pitchFamily="18" charset="0"/>
                  <a:cs typeface="Times New Roman" panose="02020603050405020304" pitchFamily="18" charset="0"/>
                </a:endParaRPr>
              </a:p>
            </p:txBody>
          </p:sp>
          <p:sp>
            <p:nvSpPr>
              <p:cNvPr id="73807" name="Rectangle 69">
                <a:extLst>
                  <a:ext uri="{FF2B5EF4-FFF2-40B4-BE49-F238E27FC236}">
                    <a16:creationId xmlns:a16="http://schemas.microsoft.com/office/drawing/2014/main" id="{D657D0FD-1094-822A-338D-FA31AF4A75D5}"/>
                  </a:ext>
                </a:extLst>
              </p:cNvPr>
              <p:cNvSpPr>
                <a:spLocks noChangeArrowheads="1"/>
              </p:cNvSpPr>
              <p:nvPr/>
            </p:nvSpPr>
            <p:spPr bwMode="auto">
              <a:xfrm>
                <a:off x="4288021" y="3604734"/>
                <a:ext cx="582981" cy="495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0</a:t>
                </a:r>
                <a:endParaRPr lang="ru-RU" altLang="en-US">
                  <a:latin typeface="Times New Roman" panose="02020603050405020304" pitchFamily="18" charset="0"/>
                  <a:cs typeface="Times New Roman" panose="02020603050405020304" pitchFamily="18" charset="0"/>
                </a:endParaRPr>
              </a:p>
            </p:txBody>
          </p:sp>
          <p:sp>
            <p:nvSpPr>
              <p:cNvPr id="73808" name="Rectangle 70">
                <a:extLst>
                  <a:ext uri="{FF2B5EF4-FFF2-40B4-BE49-F238E27FC236}">
                    <a16:creationId xmlns:a16="http://schemas.microsoft.com/office/drawing/2014/main" id="{17758A12-CF76-4FF7-0E5E-C3569333D0B4}"/>
                  </a:ext>
                </a:extLst>
              </p:cNvPr>
              <p:cNvSpPr>
                <a:spLocks noChangeArrowheads="1"/>
              </p:cNvSpPr>
              <p:nvPr/>
            </p:nvSpPr>
            <p:spPr bwMode="auto">
              <a:xfrm>
                <a:off x="4274533" y="3935364"/>
                <a:ext cx="648922" cy="49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1</a:t>
                </a:r>
                <a:endParaRPr lang="ru-RU" altLang="en-US">
                  <a:latin typeface="Times New Roman" panose="02020603050405020304" pitchFamily="18" charset="0"/>
                  <a:cs typeface="Times New Roman" panose="02020603050405020304" pitchFamily="18" charset="0"/>
                </a:endParaRPr>
              </a:p>
            </p:txBody>
          </p:sp>
          <p:sp>
            <p:nvSpPr>
              <p:cNvPr id="73809" name="Rectangle 71">
                <a:extLst>
                  <a:ext uri="{FF2B5EF4-FFF2-40B4-BE49-F238E27FC236}">
                    <a16:creationId xmlns:a16="http://schemas.microsoft.com/office/drawing/2014/main" id="{243E1997-D5DC-E9A3-4E9D-AABB062D9DA2}"/>
                  </a:ext>
                </a:extLst>
              </p:cNvPr>
              <p:cNvSpPr>
                <a:spLocks noChangeArrowheads="1"/>
              </p:cNvSpPr>
              <p:nvPr/>
            </p:nvSpPr>
            <p:spPr bwMode="auto">
              <a:xfrm>
                <a:off x="5965893" y="3132207"/>
                <a:ext cx="587307" cy="453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F</a:t>
                </a:r>
                <a:endParaRPr lang="ru-RU" altLang="en-US">
                  <a:latin typeface="Times New Roman" panose="02020603050405020304" pitchFamily="18" charset="0"/>
                  <a:cs typeface="Times New Roman" panose="02020603050405020304" pitchFamily="18" charset="0"/>
                </a:endParaRPr>
              </a:p>
            </p:txBody>
          </p:sp>
          <p:sp>
            <p:nvSpPr>
              <p:cNvPr id="73810" name="Rectangle 72">
                <a:extLst>
                  <a:ext uri="{FF2B5EF4-FFF2-40B4-BE49-F238E27FC236}">
                    <a16:creationId xmlns:a16="http://schemas.microsoft.com/office/drawing/2014/main" id="{EF8C5D11-AE93-5F87-CAF3-F45A91FAF3C6}"/>
                  </a:ext>
                </a:extLst>
              </p:cNvPr>
              <p:cNvSpPr>
                <a:spLocks noChangeArrowheads="1"/>
              </p:cNvSpPr>
              <p:nvPr/>
            </p:nvSpPr>
            <p:spPr bwMode="auto">
              <a:xfrm>
                <a:off x="5302617" y="2957249"/>
                <a:ext cx="582981" cy="495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0</a:t>
                </a:r>
                <a:endParaRPr lang="ru-RU" altLang="en-US">
                  <a:latin typeface="Times New Roman" panose="02020603050405020304" pitchFamily="18" charset="0"/>
                  <a:cs typeface="Times New Roman" panose="02020603050405020304" pitchFamily="18" charset="0"/>
                </a:endParaRPr>
              </a:p>
            </p:txBody>
          </p:sp>
          <p:sp>
            <p:nvSpPr>
              <p:cNvPr id="73811" name="Rectangle 73">
                <a:extLst>
                  <a:ext uri="{FF2B5EF4-FFF2-40B4-BE49-F238E27FC236}">
                    <a16:creationId xmlns:a16="http://schemas.microsoft.com/office/drawing/2014/main" id="{483195C9-A1ED-5F09-D5CF-22AB79C0CB67}"/>
                  </a:ext>
                </a:extLst>
              </p:cNvPr>
              <p:cNvSpPr>
                <a:spLocks noChangeArrowheads="1"/>
              </p:cNvSpPr>
              <p:nvPr/>
            </p:nvSpPr>
            <p:spPr bwMode="auto">
              <a:xfrm>
                <a:off x="5329593" y="3238285"/>
                <a:ext cx="648922" cy="49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1</a:t>
                </a:r>
                <a:endParaRPr lang="ru-RU" altLang="en-US">
                  <a:latin typeface="Times New Roman" panose="02020603050405020304" pitchFamily="18" charset="0"/>
                  <a:cs typeface="Times New Roman" panose="02020603050405020304" pitchFamily="18" charset="0"/>
                </a:endParaRPr>
              </a:p>
            </p:txBody>
          </p:sp>
          <p:sp>
            <p:nvSpPr>
              <p:cNvPr id="73812" name="Text Box 74">
                <a:extLst>
                  <a:ext uri="{FF2B5EF4-FFF2-40B4-BE49-F238E27FC236}">
                    <a16:creationId xmlns:a16="http://schemas.microsoft.com/office/drawing/2014/main" id="{D1421A22-E68C-A540-373F-5000CC7839DC}"/>
                  </a:ext>
                </a:extLst>
              </p:cNvPr>
              <p:cNvSpPr txBox="1">
                <a:spLocks noChangeArrowheads="1"/>
              </p:cNvSpPr>
              <p:nvPr/>
            </p:nvSpPr>
            <p:spPr bwMode="auto">
              <a:xfrm>
                <a:off x="3429000" y="4838700"/>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F</a:t>
                </a:r>
                <a:r>
                  <a:rPr lang="ru-RU" altLang="en-US" sz="2000" b="0" u="none"/>
                  <a:t> = </a:t>
                </a:r>
                <a:r>
                  <a:rPr lang="en-US" altLang="en-US" sz="2000" b="0" u="none">
                    <a:sym typeface="Symbol" panose="05050102010706020507" pitchFamily="18" charset="2"/>
                  </a:rPr>
                  <a:t></a:t>
                </a:r>
                <a:r>
                  <a:rPr lang="en-US" altLang="en-US" sz="2000" b="0" u="none"/>
                  <a:t>b</a:t>
                </a:r>
                <a:r>
                  <a:rPr lang="ru-RU" altLang="en-US" sz="2000" b="0" u="none"/>
                  <a:t> +</a:t>
                </a:r>
                <a:r>
                  <a:rPr lang="en-US" altLang="en-US" sz="2000" b="0" u="none"/>
                  <a:t> a</a:t>
                </a:r>
                <a:r>
                  <a:rPr lang="en-US" altLang="en-US" sz="2000" b="0" u="none">
                    <a:sym typeface="Symbol" panose="05050102010706020507" pitchFamily="18" charset="2"/>
                  </a:rPr>
                  <a:t></a:t>
                </a:r>
                <a:r>
                  <a:rPr lang="en-US" altLang="en-US" sz="2000" b="0" u="none"/>
                  <a:t>c</a:t>
                </a:r>
                <a:endParaRPr lang="ru-RU" altLang="en-US" sz="2000" b="0" u="none"/>
              </a:p>
            </p:txBody>
          </p:sp>
        </p:grpSp>
        <p:grpSp>
          <p:nvGrpSpPr>
            <p:cNvPr id="73734" name="Group 117">
              <a:extLst>
                <a:ext uri="{FF2B5EF4-FFF2-40B4-BE49-F238E27FC236}">
                  <a16:creationId xmlns:a16="http://schemas.microsoft.com/office/drawing/2014/main" id="{DDDBC77F-D58D-14F1-6FEC-E78447775E5A}"/>
                </a:ext>
              </a:extLst>
            </p:cNvPr>
            <p:cNvGrpSpPr>
              <a:grpSpLocks/>
            </p:cNvGrpSpPr>
            <p:nvPr/>
          </p:nvGrpSpPr>
          <p:grpSpPr bwMode="auto">
            <a:xfrm>
              <a:off x="6096000" y="1498600"/>
              <a:ext cx="2835207" cy="3702491"/>
              <a:chOff x="6248400" y="1498600"/>
              <a:chExt cx="2835207" cy="3702491"/>
            </a:xfrm>
          </p:grpSpPr>
          <p:sp>
            <p:nvSpPr>
              <p:cNvPr id="73735" name="AutoShape 36">
                <a:extLst>
                  <a:ext uri="{FF2B5EF4-FFF2-40B4-BE49-F238E27FC236}">
                    <a16:creationId xmlns:a16="http://schemas.microsoft.com/office/drawing/2014/main" id="{1B62EA6D-D0F8-FB62-A009-AFA0810009B4}"/>
                  </a:ext>
                </a:extLst>
              </p:cNvPr>
              <p:cNvSpPr>
                <a:spLocks noChangeArrowheads="1"/>
              </p:cNvSpPr>
              <p:nvPr/>
            </p:nvSpPr>
            <p:spPr bwMode="auto">
              <a:xfrm rot="-5400000">
                <a:off x="6733380" y="2490178"/>
                <a:ext cx="822443" cy="32970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6 w 21600"/>
                  <a:gd name="T13" fmla="*/ 4516 h 21600"/>
                  <a:gd name="T14" fmla="*/ 17114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endParaRPr lang="en-US"/>
              </a:p>
            </p:txBody>
          </p:sp>
          <p:sp>
            <p:nvSpPr>
              <p:cNvPr id="73736" name="Line 37">
                <a:extLst>
                  <a:ext uri="{FF2B5EF4-FFF2-40B4-BE49-F238E27FC236}">
                    <a16:creationId xmlns:a16="http://schemas.microsoft.com/office/drawing/2014/main" id="{4D790944-5370-E0E5-D2B8-4AC54B7B60E2}"/>
                  </a:ext>
                </a:extLst>
              </p:cNvPr>
              <p:cNvSpPr>
                <a:spLocks noChangeShapeType="1"/>
              </p:cNvSpPr>
              <p:nvPr/>
            </p:nvSpPr>
            <p:spPr bwMode="auto">
              <a:xfrm>
                <a:off x="6641800" y="2458031"/>
                <a:ext cx="319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37" name="Line 38">
                <a:extLst>
                  <a:ext uri="{FF2B5EF4-FFF2-40B4-BE49-F238E27FC236}">
                    <a16:creationId xmlns:a16="http://schemas.microsoft.com/office/drawing/2014/main" id="{8F16626A-1C5A-9D9F-6FA2-DF8487C55127}"/>
                  </a:ext>
                </a:extLst>
              </p:cNvPr>
              <p:cNvSpPr>
                <a:spLocks noChangeShapeType="1"/>
              </p:cNvSpPr>
              <p:nvPr/>
            </p:nvSpPr>
            <p:spPr bwMode="auto">
              <a:xfrm>
                <a:off x="6640301" y="2838256"/>
                <a:ext cx="319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38" name="Line 39">
                <a:extLst>
                  <a:ext uri="{FF2B5EF4-FFF2-40B4-BE49-F238E27FC236}">
                    <a16:creationId xmlns:a16="http://schemas.microsoft.com/office/drawing/2014/main" id="{667F3D1B-838C-333D-0F24-5027D8768222}"/>
                  </a:ext>
                </a:extLst>
              </p:cNvPr>
              <p:cNvSpPr>
                <a:spLocks noChangeShapeType="1"/>
              </p:cNvSpPr>
              <p:nvPr/>
            </p:nvSpPr>
            <p:spPr bwMode="auto">
              <a:xfrm>
                <a:off x="7145351" y="2948466"/>
                <a:ext cx="0" cy="38435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39" name="AutoShape 40">
                <a:extLst>
                  <a:ext uri="{FF2B5EF4-FFF2-40B4-BE49-F238E27FC236}">
                    <a16:creationId xmlns:a16="http://schemas.microsoft.com/office/drawing/2014/main" id="{E4517C38-2313-273D-EB72-25E31C761878}"/>
                  </a:ext>
                </a:extLst>
              </p:cNvPr>
              <p:cNvSpPr>
                <a:spLocks noChangeArrowheads="1"/>
              </p:cNvSpPr>
              <p:nvPr/>
            </p:nvSpPr>
            <p:spPr bwMode="auto">
              <a:xfrm rot="-5400000">
                <a:off x="6734879" y="3811262"/>
                <a:ext cx="822443" cy="33120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6 w 21600"/>
                  <a:gd name="T13" fmla="*/ 4496 h 21600"/>
                  <a:gd name="T14" fmla="*/ 17114 w 21600"/>
                  <a:gd name="T15" fmla="*/ 1710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endParaRPr lang="en-US"/>
              </a:p>
            </p:txBody>
          </p:sp>
          <p:sp>
            <p:nvSpPr>
              <p:cNvPr id="73740" name="Line 41">
                <a:extLst>
                  <a:ext uri="{FF2B5EF4-FFF2-40B4-BE49-F238E27FC236}">
                    <a16:creationId xmlns:a16="http://schemas.microsoft.com/office/drawing/2014/main" id="{456B1B06-1C6A-6315-5608-302A83802C4E}"/>
                  </a:ext>
                </a:extLst>
              </p:cNvPr>
              <p:cNvSpPr>
                <a:spLocks noChangeShapeType="1"/>
              </p:cNvSpPr>
              <p:nvPr/>
            </p:nvSpPr>
            <p:spPr bwMode="auto">
              <a:xfrm>
                <a:off x="6644797" y="3780553"/>
                <a:ext cx="319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1" name="Line 42">
                <a:extLst>
                  <a:ext uri="{FF2B5EF4-FFF2-40B4-BE49-F238E27FC236}">
                    <a16:creationId xmlns:a16="http://schemas.microsoft.com/office/drawing/2014/main" id="{F0BF1AA4-3A97-CA89-355D-719F9EA0C52F}"/>
                  </a:ext>
                </a:extLst>
              </p:cNvPr>
              <p:cNvSpPr>
                <a:spLocks noChangeShapeType="1"/>
              </p:cNvSpPr>
              <p:nvPr/>
            </p:nvSpPr>
            <p:spPr bwMode="auto">
              <a:xfrm>
                <a:off x="6640301" y="4160778"/>
                <a:ext cx="319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2" name="Line 43">
                <a:extLst>
                  <a:ext uri="{FF2B5EF4-FFF2-40B4-BE49-F238E27FC236}">
                    <a16:creationId xmlns:a16="http://schemas.microsoft.com/office/drawing/2014/main" id="{C6B947A3-F2F8-55B2-E8CE-38447F506822}"/>
                  </a:ext>
                </a:extLst>
              </p:cNvPr>
              <p:cNvSpPr>
                <a:spLocks noChangeShapeType="1"/>
              </p:cNvSpPr>
              <p:nvPr/>
            </p:nvSpPr>
            <p:spPr bwMode="auto">
              <a:xfrm>
                <a:off x="7146850" y="4269611"/>
                <a:ext cx="0" cy="46012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3" name="Rectangle 44">
                <a:extLst>
                  <a:ext uri="{FF2B5EF4-FFF2-40B4-BE49-F238E27FC236}">
                    <a16:creationId xmlns:a16="http://schemas.microsoft.com/office/drawing/2014/main" id="{92D9AC2E-2ADE-4C94-8654-19288C5DBB9C}"/>
                  </a:ext>
                </a:extLst>
              </p:cNvPr>
              <p:cNvSpPr>
                <a:spLocks noChangeArrowheads="1"/>
              </p:cNvSpPr>
              <p:nvPr/>
            </p:nvSpPr>
            <p:spPr bwMode="auto">
              <a:xfrm>
                <a:off x="6351460" y="2258275"/>
                <a:ext cx="582981" cy="49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d</a:t>
                </a:r>
                <a:endParaRPr lang="ru-RU" altLang="en-US" u="none">
                  <a:latin typeface="Times New Roman" panose="02020603050405020304" pitchFamily="18" charset="0"/>
                  <a:cs typeface="Times New Roman" panose="02020603050405020304" pitchFamily="18" charset="0"/>
                </a:endParaRPr>
              </a:p>
            </p:txBody>
          </p:sp>
          <p:sp>
            <p:nvSpPr>
              <p:cNvPr id="73744" name="Rectangle 45">
                <a:extLst>
                  <a:ext uri="{FF2B5EF4-FFF2-40B4-BE49-F238E27FC236}">
                    <a16:creationId xmlns:a16="http://schemas.microsoft.com/office/drawing/2014/main" id="{C1FAC744-9B74-D010-9512-A1C6C07C02CC}"/>
                  </a:ext>
                </a:extLst>
              </p:cNvPr>
              <p:cNvSpPr>
                <a:spLocks noChangeArrowheads="1"/>
              </p:cNvSpPr>
              <p:nvPr/>
            </p:nvSpPr>
            <p:spPr bwMode="auto">
              <a:xfrm>
                <a:off x="6364160" y="2615080"/>
                <a:ext cx="582981" cy="493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1</a:t>
                </a:r>
                <a:endParaRPr lang="ru-RU" altLang="en-US">
                  <a:latin typeface="Times New Roman" panose="02020603050405020304" pitchFamily="18" charset="0"/>
                  <a:cs typeface="Times New Roman" panose="02020603050405020304" pitchFamily="18" charset="0"/>
                </a:endParaRPr>
              </a:p>
            </p:txBody>
          </p:sp>
          <p:sp>
            <p:nvSpPr>
              <p:cNvPr id="73745" name="Rectangle 46">
                <a:extLst>
                  <a:ext uri="{FF2B5EF4-FFF2-40B4-BE49-F238E27FC236}">
                    <a16:creationId xmlns:a16="http://schemas.microsoft.com/office/drawing/2014/main" id="{95A157B6-B21C-6BAC-ACAD-1FFC4FEA42E8}"/>
                  </a:ext>
                </a:extLst>
              </p:cNvPr>
              <p:cNvSpPr>
                <a:spLocks noChangeArrowheads="1"/>
              </p:cNvSpPr>
              <p:nvPr/>
            </p:nvSpPr>
            <p:spPr bwMode="auto">
              <a:xfrm>
                <a:off x="6402019" y="3584456"/>
                <a:ext cx="582981" cy="493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d</a:t>
                </a:r>
                <a:endParaRPr lang="ru-RU" altLang="en-US">
                  <a:latin typeface="Times New Roman" panose="02020603050405020304" pitchFamily="18" charset="0"/>
                  <a:cs typeface="Times New Roman" panose="02020603050405020304" pitchFamily="18" charset="0"/>
                </a:endParaRPr>
              </a:p>
            </p:txBody>
          </p:sp>
          <p:sp>
            <p:nvSpPr>
              <p:cNvPr id="73746" name="Rectangle 47">
                <a:extLst>
                  <a:ext uri="{FF2B5EF4-FFF2-40B4-BE49-F238E27FC236}">
                    <a16:creationId xmlns:a16="http://schemas.microsoft.com/office/drawing/2014/main" id="{674D3C9C-B03D-790D-FED9-2B8293CA43ED}"/>
                  </a:ext>
                </a:extLst>
              </p:cNvPr>
              <p:cNvSpPr>
                <a:spLocks noChangeArrowheads="1"/>
              </p:cNvSpPr>
              <p:nvPr/>
            </p:nvSpPr>
            <p:spPr bwMode="auto">
              <a:xfrm>
                <a:off x="6412673" y="3962098"/>
                <a:ext cx="582981" cy="483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1</a:t>
                </a:r>
                <a:endParaRPr lang="ru-RU" altLang="en-US">
                  <a:latin typeface="Times New Roman" panose="02020603050405020304" pitchFamily="18" charset="0"/>
                  <a:cs typeface="Times New Roman" panose="02020603050405020304" pitchFamily="18" charset="0"/>
                </a:endParaRPr>
              </a:p>
            </p:txBody>
          </p:sp>
          <p:sp>
            <p:nvSpPr>
              <p:cNvPr id="73747" name="AutoShape 48">
                <a:extLst>
                  <a:ext uri="{FF2B5EF4-FFF2-40B4-BE49-F238E27FC236}">
                    <a16:creationId xmlns:a16="http://schemas.microsoft.com/office/drawing/2014/main" id="{8CAFF2E7-805E-7DFF-926F-096F8A0C52A5}"/>
                  </a:ext>
                </a:extLst>
              </p:cNvPr>
              <p:cNvSpPr>
                <a:spLocks noChangeArrowheads="1"/>
              </p:cNvSpPr>
              <p:nvPr/>
            </p:nvSpPr>
            <p:spPr bwMode="auto">
              <a:xfrm rot="-5400000">
                <a:off x="7743360" y="3154134"/>
                <a:ext cx="819688" cy="33120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2 w 21600"/>
                  <a:gd name="T13" fmla="*/ 4496 h 21600"/>
                  <a:gd name="T14" fmla="*/ 17098 w 21600"/>
                  <a:gd name="T15" fmla="*/ 1710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endParaRPr lang="en-US"/>
              </a:p>
            </p:txBody>
          </p:sp>
          <p:sp>
            <p:nvSpPr>
              <p:cNvPr id="73748" name="Line 49">
                <a:extLst>
                  <a:ext uri="{FF2B5EF4-FFF2-40B4-BE49-F238E27FC236}">
                    <a16:creationId xmlns:a16="http://schemas.microsoft.com/office/drawing/2014/main" id="{91A726F1-C339-CA59-3118-5790109CEFD6}"/>
                  </a:ext>
                </a:extLst>
              </p:cNvPr>
              <p:cNvSpPr>
                <a:spLocks noChangeShapeType="1"/>
              </p:cNvSpPr>
              <p:nvPr/>
            </p:nvSpPr>
            <p:spPr bwMode="auto">
              <a:xfrm>
                <a:off x="7307207" y="2637122"/>
                <a:ext cx="337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49" name="Line 50">
                <a:extLst>
                  <a:ext uri="{FF2B5EF4-FFF2-40B4-BE49-F238E27FC236}">
                    <a16:creationId xmlns:a16="http://schemas.microsoft.com/office/drawing/2014/main" id="{C7B730A8-04B7-9B41-5C92-50A9BA9F885E}"/>
                  </a:ext>
                </a:extLst>
              </p:cNvPr>
              <p:cNvSpPr>
                <a:spLocks noChangeShapeType="1"/>
              </p:cNvSpPr>
              <p:nvPr/>
            </p:nvSpPr>
            <p:spPr bwMode="auto">
              <a:xfrm>
                <a:off x="7320695" y="3934847"/>
                <a:ext cx="337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0" name="Line 51">
                <a:extLst>
                  <a:ext uri="{FF2B5EF4-FFF2-40B4-BE49-F238E27FC236}">
                    <a16:creationId xmlns:a16="http://schemas.microsoft.com/office/drawing/2014/main" id="{130D5BE0-CCC3-229D-967D-E00207C8058A}"/>
                  </a:ext>
                </a:extLst>
              </p:cNvPr>
              <p:cNvSpPr>
                <a:spLocks noChangeShapeType="1"/>
              </p:cNvSpPr>
              <p:nvPr/>
            </p:nvSpPr>
            <p:spPr bwMode="auto">
              <a:xfrm>
                <a:off x="7647404" y="2637122"/>
                <a:ext cx="0" cy="5179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1" name="Line 52">
                <a:extLst>
                  <a:ext uri="{FF2B5EF4-FFF2-40B4-BE49-F238E27FC236}">
                    <a16:creationId xmlns:a16="http://schemas.microsoft.com/office/drawing/2014/main" id="{A142C5DF-DE52-B265-71C8-7F6E80C1DBF4}"/>
                  </a:ext>
                </a:extLst>
              </p:cNvPr>
              <p:cNvSpPr>
                <a:spLocks noChangeShapeType="1"/>
              </p:cNvSpPr>
              <p:nvPr/>
            </p:nvSpPr>
            <p:spPr bwMode="auto">
              <a:xfrm>
                <a:off x="7647404" y="3142712"/>
                <a:ext cx="32970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2" name="Line 53">
                <a:extLst>
                  <a:ext uri="{FF2B5EF4-FFF2-40B4-BE49-F238E27FC236}">
                    <a16:creationId xmlns:a16="http://schemas.microsoft.com/office/drawing/2014/main" id="{21E1FF68-9F49-7A57-8A6B-1898B2B75BEF}"/>
                  </a:ext>
                </a:extLst>
              </p:cNvPr>
              <p:cNvSpPr>
                <a:spLocks noChangeShapeType="1"/>
              </p:cNvSpPr>
              <p:nvPr/>
            </p:nvSpPr>
            <p:spPr bwMode="auto">
              <a:xfrm>
                <a:off x="7650401" y="3407216"/>
                <a:ext cx="32970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3" name="Line 54">
                <a:extLst>
                  <a:ext uri="{FF2B5EF4-FFF2-40B4-BE49-F238E27FC236}">
                    <a16:creationId xmlns:a16="http://schemas.microsoft.com/office/drawing/2014/main" id="{7354355B-9CF1-E549-1E9E-3B5933B569E9}"/>
                  </a:ext>
                </a:extLst>
              </p:cNvPr>
              <p:cNvSpPr>
                <a:spLocks noChangeShapeType="1"/>
              </p:cNvSpPr>
              <p:nvPr/>
            </p:nvSpPr>
            <p:spPr bwMode="auto">
              <a:xfrm>
                <a:off x="7650401" y="3407216"/>
                <a:ext cx="0" cy="51661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4" name="Line 55">
                <a:extLst>
                  <a:ext uri="{FF2B5EF4-FFF2-40B4-BE49-F238E27FC236}">
                    <a16:creationId xmlns:a16="http://schemas.microsoft.com/office/drawing/2014/main" id="{0F78A245-06A2-ADA9-39BF-984BC86F1CAF}"/>
                  </a:ext>
                </a:extLst>
              </p:cNvPr>
              <p:cNvSpPr>
                <a:spLocks noChangeShapeType="1"/>
              </p:cNvSpPr>
              <p:nvPr/>
            </p:nvSpPr>
            <p:spPr bwMode="auto">
              <a:xfrm>
                <a:off x="8149457" y="1811622"/>
                <a:ext cx="0" cy="119164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5" name="Line 56">
                <a:extLst>
                  <a:ext uri="{FF2B5EF4-FFF2-40B4-BE49-F238E27FC236}">
                    <a16:creationId xmlns:a16="http://schemas.microsoft.com/office/drawing/2014/main" id="{D6B2E965-3BFF-7F3C-F31F-D2DF053AD5D3}"/>
                  </a:ext>
                </a:extLst>
              </p:cNvPr>
              <p:cNvSpPr>
                <a:spLocks noChangeShapeType="1"/>
              </p:cNvSpPr>
              <p:nvPr/>
            </p:nvSpPr>
            <p:spPr bwMode="auto">
              <a:xfrm>
                <a:off x="8312812" y="3299761"/>
                <a:ext cx="36567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6" name="AutoShape 57">
                <a:extLst>
                  <a:ext uri="{FF2B5EF4-FFF2-40B4-BE49-F238E27FC236}">
                    <a16:creationId xmlns:a16="http://schemas.microsoft.com/office/drawing/2014/main" id="{1F79D2D5-D10F-FE5D-3C39-9CF98E4EEAC1}"/>
                  </a:ext>
                </a:extLst>
              </p:cNvPr>
              <p:cNvSpPr>
                <a:spLocks noChangeArrowheads="1"/>
              </p:cNvSpPr>
              <p:nvPr/>
            </p:nvSpPr>
            <p:spPr bwMode="auto">
              <a:xfrm flipH="1">
                <a:off x="6917554" y="1548797"/>
                <a:ext cx="466085" cy="563449"/>
              </a:xfrm>
              <a:prstGeom prst="moon">
                <a:avLst>
                  <a:gd name="adj" fmla="val 84819"/>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3757" name="Line 58">
                <a:extLst>
                  <a:ext uri="{FF2B5EF4-FFF2-40B4-BE49-F238E27FC236}">
                    <a16:creationId xmlns:a16="http://schemas.microsoft.com/office/drawing/2014/main" id="{55DC5A5C-CD0B-9C8E-88BD-422D8E9C7352}"/>
                  </a:ext>
                </a:extLst>
              </p:cNvPr>
              <p:cNvSpPr>
                <a:spLocks noChangeShapeType="1"/>
              </p:cNvSpPr>
              <p:nvPr/>
            </p:nvSpPr>
            <p:spPr bwMode="auto">
              <a:xfrm flipH="1">
                <a:off x="6706242" y="3314312"/>
                <a:ext cx="4361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8" name="Rectangle 59">
                <a:extLst>
                  <a:ext uri="{FF2B5EF4-FFF2-40B4-BE49-F238E27FC236}">
                    <a16:creationId xmlns:a16="http://schemas.microsoft.com/office/drawing/2014/main" id="{009A7111-B600-2E17-3082-F0B69F4426BB}"/>
                  </a:ext>
                </a:extLst>
              </p:cNvPr>
              <p:cNvSpPr>
                <a:spLocks noChangeArrowheads="1"/>
              </p:cNvSpPr>
              <p:nvPr/>
            </p:nvSpPr>
            <p:spPr bwMode="auto">
              <a:xfrm>
                <a:off x="6402261" y="3116364"/>
                <a:ext cx="468440" cy="43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c</a:t>
                </a:r>
                <a:endParaRPr lang="ru-RU" altLang="en-US">
                  <a:latin typeface="Times New Roman" panose="02020603050405020304" pitchFamily="18" charset="0"/>
                  <a:cs typeface="Times New Roman" panose="02020603050405020304" pitchFamily="18" charset="0"/>
                </a:endParaRPr>
              </a:p>
            </p:txBody>
          </p:sp>
          <p:sp>
            <p:nvSpPr>
              <p:cNvPr id="73759" name="Line 60">
                <a:extLst>
                  <a:ext uri="{FF2B5EF4-FFF2-40B4-BE49-F238E27FC236}">
                    <a16:creationId xmlns:a16="http://schemas.microsoft.com/office/drawing/2014/main" id="{34C62E81-8C88-26DF-9DA9-FE76AA414B69}"/>
                  </a:ext>
                </a:extLst>
              </p:cNvPr>
              <p:cNvSpPr>
                <a:spLocks noChangeShapeType="1"/>
              </p:cNvSpPr>
              <p:nvPr/>
            </p:nvSpPr>
            <p:spPr bwMode="auto">
              <a:xfrm flipH="1">
                <a:off x="6709240" y="4720095"/>
                <a:ext cx="43461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60" name="Line 61">
                <a:extLst>
                  <a:ext uri="{FF2B5EF4-FFF2-40B4-BE49-F238E27FC236}">
                    <a16:creationId xmlns:a16="http://schemas.microsoft.com/office/drawing/2014/main" id="{B06E3A2B-7CC4-F248-BA27-5FBE8F3F92E0}"/>
                  </a:ext>
                </a:extLst>
              </p:cNvPr>
              <p:cNvSpPr>
                <a:spLocks noChangeShapeType="1"/>
              </p:cNvSpPr>
              <p:nvPr/>
            </p:nvSpPr>
            <p:spPr bwMode="auto">
              <a:xfrm>
                <a:off x="7386635" y="1833966"/>
                <a:ext cx="74980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61" name="Rectangle 62">
                <a:extLst>
                  <a:ext uri="{FF2B5EF4-FFF2-40B4-BE49-F238E27FC236}">
                    <a16:creationId xmlns:a16="http://schemas.microsoft.com/office/drawing/2014/main" id="{E076826C-BFE6-2111-5C70-D8CF1BC817FD}"/>
                  </a:ext>
                </a:extLst>
              </p:cNvPr>
              <p:cNvSpPr>
                <a:spLocks noChangeArrowheads="1"/>
              </p:cNvSpPr>
              <p:nvPr/>
            </p:nvSpPr>
            <p:spPr bwMode="auto">
              <a:xfrm>
                <a:off x="6361951" y="1498600"/>
                <a:ext cx="582981" cy="571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b</a:t>
                </a:r>
                <a:endParaRPr lang="ru-RU" altLang="en-US">
                  <a:latin typeface="Times New Roman" panose="02020603050405020304" pitchFamily="18" charset="0"/>
                  <a:cs typeface="Times New Roman" panose="02020603050405020304" pitchFamily="18" charset="0"/>
                </a:endParaRPr>
              </a:p>
            </p:txBody>
          </p:sp>
          <p:sp>
            <p:nvSpPr>
              <p:cNvPr id="73762" name="Rectangle 63">
                <a:extLst>
                  <a:ext uri="{FF2B5EF4-FFF2-40B4-BE49-F238E27FC236}">
                    <a16:creationId xmlns:a16="http://schemas.microsoft.com/office/drawing/2014/main" id="{4E73A7F6-F00D-6FA4-2DAA-9708911A0CBF}"/>
                  </a:ext>
                </a:extLst>
              </p:cNvPr>
              <p:cNvSpPr>
                <a:spLocks noChangeArrowheads="1"/>
              </p:cNvSpPr>
              <p:nvPr/>
            </p:nvSpPr>
            <p:spPr bwMode="auto">
              <a:xfrm>
                <a:off x="6378436" y="1795091"/>
                <a:ext cx="582981" cy="495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0</a:t>
                </a:r>
                <a:endParaRPr lang="ru-RU" altLang="en-US">
                  <a:latin typeface="Times New Roman" panose="02020603050405020304" pitchFamily="18" charset="0"/>
                  <a:cs typeface="Times New Roman" panose="02020603050405020304" pitchFamily="18" charset="0"/>
                </a:endParaRPr>
              </a:p>
            </p:txBody>
          </p:sp>
          <p:sp>
            <p:nvSpPr>
              <p:cNvPr id="73763" name="Line 64">
                <a:extLst>
                  <a:ext uri="{FF2B5EF4-FFF2-40B4-BE49-F238E27FC236}">
                    <a16:creationId xmlns:a16="http://schemas.microsoft.com/office/drawing/2014/main" id="{884CB0D9-52BD-D8D1-B2BA-78835DAFBAA0}"/>
                  </a:ext>
                </a:extLst>
              </p:cNvPr>
              <p:cNvSpPr>
                <a:spLocks noChangeShapeType="1"/>
              </p:cNvSpPr>
              <p:nvPr/>
            </p:nvSpPr>
            <p:spPr bwMode="auto">
              <a:xfrm>
                <a:off x="6641800" y="1686560"/>
                <a:ext cx="33120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64" name="Line 65">
                <a:extLst>
                  <a:ext uri="{FF2B5EF4-FFF2-40B4-BE49-F238E27FC236}">
                    <a16:creationId xmlns:a16="http://schemas.microsoft.com/office/drawing/2014/main" id="{B0968DEA-6A93-27F9-FE3A-E4ADC39D7586}"/>
                  </a:ext>
                </a:extLst>
              </p:cNvPr>
              <p:cNvSpPr>
                <a:spLocks noChangeShapeType="1"/>
              </p:cNvSpPr>
              <p:nvPr/>
            </p:nvSpPr>
            <p:spPr bwMode="auto">
              <a:xfrm>
                <a:off x="6641800" y="1960708"/>
                <a:ext cx="33120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65" name="Rectangle 66">
                <a:extLst>
                  <a:ext uri="{FF2B5EF4-FFF2-40B4-BE49-F238E27FC236}">
                    <a16:creationId xmlns:a16="http://schemas.microsoft.com/office/drawing/2014/main" id="{1975DC52-5750-A946-F914-8E76F69E2062}"/>
                  </a:ext>
                </a:extLst>
              </p:cNvPr>
              <p:cNvSpPr>
                <a:spLocks noChangeArrowheads="1"/>
              </p:cNvSpPr>
              <p:nvPr/>
            </p:nvSpPr>
            <p:spPr bwMode="auto">
              <a:xfrm>
                <a:off x="6417957" y="4494939"/>
                <a:ext cx="777807" cy="512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a</a:t>
                </a:r>
                <a:endParaRPr lang="ru-RU" altLang="en-US">
                  <a:latin typeface="Times New Roman" panose="02020603050405020304" pitchFamily="18" charset="0"/>
                  <a:cs typeface="Times New Roman" panose="02020603050405020304" pitchFamily="18" charset="0"/>
                </a:endParaRPr>
              </a:p>
            </p:txBody>
          </p:sp>
          <p:sp>
            <p:nvSpPr>
              <p:cNvPr id="73766" name="Rectangle 67">
                <a:extLst>
                  <a:ext uri="{FF2B5EF4-FFF2-40B4-BE49-F238E27FC236}">
                    <a16:creationId xmlns:a16="http://schemas.microsoft.com/office/drawing/2014/main" id="{36044910-BF03-BA75-3DF5-E4A8A157C652}"/>
                  </a:ext>
                </a:extLst>
              </p:cNvPr>
              <p:cNvSpPr>
                <a:spLocks noChangeArrowheads="1"/>
              </p:cNvSpPr>
              <p:nvPr/>
            </p:nvSpPr>
            <p:spPr bwMode="auto">
              <a:xfrm>
                <a:off x="6929543" y="2296849"/>
                <a:ext cx="582981" cy="495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0</a:t>
                </a:r>
                <a:endParaRPr lang="ru-RU" altLang="en-US">
                  <a:latin typeface="Times New Roman" panose="02020603050405020304" pitchFamily="18" charset="0"/>
                  <a:cs typeface="Times New Roman" panose="02020603050405020304" pitchFamily="18" charset="0"/>
                </a:endParaRPr>
              </a:p>
            </p:txBody>
          </p:sp>
          <p:sp>
            <p:nvSpPr>
              <p:cNvPr id="73767" name="Rectangle 68">
                <a:extLst>
                  <a:ext uri="{FF2B5EF4-FFF2-40B4-BE49-F238E27FC236}">
                    <a16:creationId xmlns:a16="http://schemas.microsoft.com/office/drawing/2014/main" id="{D391B700-9359-EB3C-2274-B6950BA4F040}"/>
                  </a:ext>
                </a:extLst>
              </p:cNvPr>
              <p:cNvSpPr>
                <a:spLocks noChangeArrowheads="1"/>
              </p:cNvSpPr>
              <p:nvPr/>
            </p:nvSpPr>
            <p:spPr bwMode="auto">
              <a:xfrm>
                <a:off x="6929543" y="2668808"/>
                <a:ext cx="648922" cy="4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1</a:t>
                </a:r>
                <a:endParaRPr lang="ru-RU" altLang="en-US">
                  <a:latin typeface="Times New Roman" panose="02020603050405020304" pitchFamily="18" charset="0"/>
                  <a:cs typeface="Times New Roman" panose="02020603050405020304" pitchFamily="18" charset="0"/>
                </a:endParaRPr>
              </a:p>
            </p:txBody>
          </p:sp>
          <p:sp>
            <p:nvSpPr>
              <p:cNvPr id="73768" name="Rectangle 69">
                <a:extLst>
                  <a:ext uri="{FF2B5EF4-FFF2-40B4-BE49-F238E27FC236}">
                    <a16:creationId xmlns:a16="http://schemas.microsoft.com/office/drawing/2014/main" id="{27C5D6A7-6B64-DDA8-7E43-E4A3D2943B46}"/>
                  </a:ext>
                </a:extLst>
              </p:cNvPr>
              <p:cNvSpPr>
                <a:spLocks noChangeArrowheads="1"/>
              </p:cNvSpPr>
              <p:nvPr/>
            </p:nvSpPr>
            <p:spPr bwMode="auto">
              <a:xfrm>
                <a:off x="6955021" y="3608350"/>
                <a:ext cx="582981" cy="495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0</a:t>
                </a:r>
                <a:endParaRPr lang="ru-RU" altLang="en-US">
                  <a:latin typeface="Times New Roman" panose="02020603050405020304" pitchFamily="18" charset="0"/>
                  <a:cs typeface="Times New Roman" panose="02020603050405020304" pitchFamily="18" charset="0"/>
                </a:endParaRPr>
              </a:p>
            </p:txBody>
          </p:sp>
          <p:sp>
            <p:nvSpPr>
              <p:cNvPr id="73769" name="Rectangle 70">
                <a:extLst>
                  <a:ext uri="{FF2B5EF4-FFF2-40B4-BE49-F238E27FC236}">
                    <a16:creationId xmlns:a16="http://schemas.microsoft.com/office/drawing/2014/main" id="{B21FA0BF-89B9-B0FD-AA5C-9D8C59F77AE2}"/>
                  </a:ext>
                </a:extLst>
              </p:cNvPr>
              <p:cNvSpPr>
                <a:spLocks noChangeArrowheads="1"/>
              </p:cNvSpPr>
              <p:nvPr/>
            </p:nvSpPr>
            <p:spPr bwMode="auto">
              <a:xfrm>
                <a:off x="6941533" y="3938980"/>
                <a:ext cx="648922" cy="49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1</a:t>
                </a:r>
                <a:endParaRPr lang="ru-RU" altLang="en-US">
                  <a:latin typeface="Times New Roman" panose="02020603050405020304" pitchFamily="18" charset="0"/>
                  <a:cs typeface="Times New Roman" panose="02020603050405020304" pitchFamily="18" charset="0"/>
                </a:endParaRPr>
              </a:p>
            </p:txBody>
          </p:sp>
          <p:sp>
            <p:nvSpPr>
              <p:cNvPr id="73770" name="Rectangle 71">
                <a:extLst>
                  <a:ext uri="{FF2B5EF4-FFF2-40B4-BE49-F238E27FC236}">
                    <a16:creationId xmlns:a16="http://schemas.microsoft.com/office/drawing/2014/main" id="{D5362166-58A0-7FCC-5208-CBA2AACDBA87}"/>
                  </a:ext>
                </a:extLst>
              </p:cNvPr>
              <p:cNvSpPr>
                <a:spLocks noChangeArrowheads="1"/>
              </p:cNvSpPr>
              <p:nvPr/>
            </p:nvSpPr>
            <p:spPr bwMode="auto">
              <a:xfrm>
                <a:off x="8610600" y="3135823"/>
                <a:ext cx="473007" cy="453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F</a:t>
                </a:r>
                <a:endParaRPr lang="ru-RU" altLang="en-US">
                  <a:latin typeface="Times New Roman" panose="02020603050405020304" pitchFamily="18" charset="0"/>
                  <a:cs typeface="Times New Roman" panose="02020603050405020304" pitchFamily="18" charset="0"/>
                </a:endParaRPr>
              </a:p>
            </p:txBody>
          </p:sp>
          <p:sp>
            <p:nvSpPr>
              <p:cNvPr id="73771" name="Rectangle 72">
                <a:extLst>
                  <a:ext uri="{FF2B5EF4-FFF2-40B4-BE49-F238E27FC236}">
                    <a16:creationId xmlns:a16="http://schemas.microsoft.com/office/drawing/2014/main" id="{6AEF5CA0-AED4-ED1E-4448-94206F73E1BC}"/>
                  </a:ext>
                </a:extLst>
              </p:cNvPr>
              <p:cNvSpPr>
                <a:spLocks noChangeArrowheads="1"/>
              </p:cNvSpPr>
              <p:nvPr/>
            </p:nvSpPr>
            <p:spPr bwMode="auto">
              <a:xfrm>
                <a:off x="7969617" y="2960865"/>
                <a:ext cx="582981" cy="495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0</a:t>
                </a:r>
                <a:endParaRPr lang="ru-RU" altLang="en-US">
                  <a:latin typeface="Times New Roman" panose="02020603050405020304" pitchFamily="18" charset="0"/>
                  <a:cs typeface="Times New Roman" panose="02020603050405020304" pitchFamily="18" charset="0"/>
                </a:endParaRPr>
              </a:p>
            </p:txBody>
          </p:sp>
          <p:sp>
            <p:nvSpPr>
              <p:cNvPr id="73772" name="Rectangle 73">
                <a:extLst>
                  <a:ext uri="{FF2B5EF4-FFF2-40B4-BE49-F238E27FC236}">
                    <a16:creationId xmlns:a16="http://schemas.microsoft.com/office/drawing/2014/main" id="{842A4BB7-7B52-AB45-0B1F-D48BFC10BA54}"/>
                  </a:ext>
                </a:extLst>
              </p:cNvPr>
              <p:cNvSpPr>
                <a:spLocks noChangeArrowheads="1"/>
              </p:cNvSpPr>
              <p:nvPr/>
            </p:nvSpPr>
            <p:spPr bwMode="auto">
              <a:xfrm>
                <a:off x="7996593" y="3241901"/>
                <a:ext cx="648922" cy="494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cs typeface="Times New Roman" panose="02020603050405020304" pitchFamily="18" charset="0"/>
                  </a:rPr>
                  <a:t>1</a:t>
                </a:r>
                <a:endParaRPr lang="ru-RU" altLang="en-US">
                  <a:latin typeface="Times New Roman" panose="02020603050405020304" pitchFamily="18" charset="0"/>
                  <a:cs typeface="Times New Roman" panose="02020603050405020304" pitchFamily="18" charset="0"/>
                </a:endParaRPr>
              </a:p>
            </p:txBody>
          </p:sp>
          <p:sp>
            <p:nvSpPr>
              <p:cNvPr id="73773" name="Text Box 74">
                <a:extLst>
                  <a:ext uri="{FF2B5EF4-FFF2-40B4-BE49-F238E27FC236}">
                    <a16:creationId xmlns:a16="http://schemas.microsoft.com/office/drawing/2014/main" id="{903D3720-1E92-1B3E-FB07-820D303F6828}"/>
                  </a:ext>
                </a:extLst>
              </p:cNvPr>
              <p:cNvSpPr txBox="1">
                <a:spLocks noChangeArrowheads="1"/>
              </p:cNvSpPr>
              <p:nvPr/>
            </p:nvSpPr>
            <p:spPr bwMode="auto">
              <a:xfrm>
                <a:off x="6248400" y="4804216"/>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F</a:t>
                </a:r>
                <a:r>
                  <a:rPr lang="ru-RU" altLang="en-US" sz="2000" b="0" u="none"/>
                  <a:t> = </a:t>
                </a:r>
                <a:r>
                  <a:rPr lang="en-US" altLang="en-US" sz="2000" b="0" u="none"/>
                  <a:t>a·b+</a:t>
                </a:r>
                <a:r>
                  <a:rPr lang="en-US" altLang="en-US" sz="2000" b="0" u="none">
                    <a:sym typeface="Symbol" panose="05050102010706020507" pitchFamily="18" charset="2"/>
                  </a:rPr>
                  <a:t>b</a:t>
                </a:r>
                <a:r>
                  <a:rPr lang="en-US" altLang="en-US" sz="2000" b="0" u="none"/>
                  <a:t>·c+d</a:t>
                </a:r>
                <a:endParaRPr lang="ru-RU" altLang="en-US" sz="2000" b="0" u="none"/>
              </a:p>
            </p:txBody>
          </p:sp>
        </p:gr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1042D155-7445-7467-F5A1-61EEC5FAA57C}"/>
              </a:ext>
            </a:extLst>
          </p:cNvPr>
          <p:cNvSpPr>
            <a:spLocks noGrp="1" noChangeArrowheads="1"/>
          </p:cNvSpPr>
          <p:nvPr>
            <p:ph type="title"/>
          </p:nvPr>
        </p:nvSpPr>
        <p:spPr>
          <a:xfrm>
            <a:off x="0" y="183401"/>
            <a:ext cx="11612880" cy="704088"/>
          </a:xfrm>
        </p:spPr>
        <p:txBody>
          <a:bodyPr/>
          <a:lstStyle/>
          <a:p>
            <a:r>
              <a:rPr lang="en-US" altLang="en-US"/>
              <a:t>Actel (MicroSemi) ACT2 module</a:t>
            </a:r>
            <a:endParaRPr lang="en-GB" altLang="en-US"/>
          </a:p>
        </p:txBody>
      </p:sp>
      <p:grpSp>
        <p:nvGrpSpPr>
          <p:cNvPr id="74755" name="Group 90">
            <a:extLst>
              <a:ext uri="{FF2B5EF4-FFF2-40B4-BE49-F238E27FC236}">
                <a16:creationId xmlns:a16="http://schemas.microsoft.com/office/drawing/2014/main" id="{0DA22CFA-FB34-F7FD-8E56-610F46E67D66}"/>
              </a:ext>
            </a:extLst>
          </p:cNvPr>
          <p:cNvGrpSpPr>
            <a:grpSpLocks/>
          </p:cNvGrpSpPr>
          <p:nvPr/>
        </p:nvGrpSpPr>
        <p:grpSpPr bwMode="auto">
          <a:xfrm>
            <a:off x="2057400" y="1066800"/>
            <a:ext cx="3505200" cy="4154488"/>
            <a:chOff x="533400" y="1066800"/>
            <a:chExt cx="3505199" cy="4153932"/>
          </a:xfrm>
        </p:grpSpPr>
        <p:grpSp>
          <p:nvGrpSpPr>
            <p:cNvPr id="74801" name="Group 37">
              <a:extLst>
                <a:ext uri="{FF2B5EF4-FFF2-40B4-BE49-F238E27FC236}">
                  <a16:creationId xmlns:a16="http://schemas.microsoft.com/office/drawing/2014/main" id="{44DB6FD2-8A6A-7EF3-223B-E84F4E0AABD6}"/>
                </a:ext>
              </a:extLst>
            </p:cNvPr>
            <p:cNvGrpSpPr>
              <a:grpSpLocks/>
            </p:cNvGrpSpPr>
            <p:nvPr/>
          </p:nvGrpSpPr>
          <p:grpSpPr bwMode="auto">
            <a:xfrm>
              <a:off x="533400" y="1295400"/>
              <a:ext cx="3505199" cy="3925332"/>
              <a:chOff x="533400" y="1295400"/>
              <a:chExt cx="3505199" cy="3925332"/>
            </a:xfrm>
          </p:grpSpPr>
          <p:sp>
            <p:nvSpPr>
              <p:cNvPr id="4" name="Trapezoid 3">
                <a:extLst>
                  <a:ext uri="{FF2B5EF4-FFF2-40B4-BE49-F238E27FC236}">
                    <a16:creationId xmlns:a16="http://schemas.microsoft.com/office/drawing/2014/main" id="{1254BD8E-9338-463E-B66E-AC8139EE3FDB}"/>
                  </a:ext>
                </a:extLst>
              </p:cNvPr>
              <p:cNvSpPr/>
              <p:nvPr/>
            </p:nvSpPr>
            <p:spPr bwMode="auto">
              <a:xfrm rot="5400000">
                <a:off x="1438405" y="1888963"/>
                <a:ext cx="1958713" cy="771525"/>
              </a:xfrm>
              <a:prstGeom prst="trapezoid">
                <a:avLst>
                  <a:gd name="adj" fmla="val 72170"/>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cxnSp>
            <p:nvCxnSpPr>
              <p:cNvPr id="74804" name="Straight Connector 4">
                <a:extLst>
                  <a:ext uri="{FF2B5EF4-FFF2-40B4-BE49-F238E27FC236}">
                    <a16:creationId xmlns:a16="http://schemas.microsoft.com/office/drawing/2014/main" id="{D90840DC-5F78-2588-9AD7-9018FBFB5470}"/>
                  </a:ext>
                </a:extLst>
              </p:cNvPr>
              <p:cNvCxnSpPr>
                <a:cxnSpLocks noChangeShapeType="1"/>
              </p:cNvCxnSpPr>
              <p:nvPr/>
            </p:nvCxnSpPr>
            <p:spPr bwMode="auto">
              <a:xfrm>
                <a:off x="1117600" y="1643026"/>
                <a:ext cx="91440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805" name="Straight Connector 5">
                <a:extLst>
                  <a:ext uri="{FF2B5EF4-FFF2-40B4-BE49-F238E27FC236}">
                    <a16:creationId xmlns:a16="http://schemas.microsoft.com/office/drawing/2014/main" id="{6C0019FC-FC6C-E922-00DD-C014C7CDF6B3}"/>
                  </a:ext>
                </a:extLst>
              </p:cNvPr>
              <p:cNvCxnSpPr>
                <a:cxnSpLocks noChangeShapeType="1"/>
              </p:cNvCxnSpPr>
              <p:nvPr/>
            </p:nvCxnSpPr>
            <p:spPr bwMode="auto">
              <a:xfrm>
                <a:off x="1130467" y="2082857"/>
                <a:ext cx="91440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806" name="Straight Connector 6">
                <a:extLst>
                  <a:ext uri="{FF2B5EF4-FFF2-40B4-BE49-F238E27FC236}">
                    <a16:creationId xmlns:a16="http://schemas.microsoft.com/office/drawing/2014/main" id="{25705AB5-E3FD-C86F-86B1-677829F4954D}"/>
                  </a:ext>
                </a:extLst>
              </p:cNvPr>
              <p:cNvCxnSpPr>
                <a:cxnSpLocks noChangeShapeType="1"/>
              </p:cNvCxnSpPr>
              <p:nvPr/>
            </p:nvCxnSpPr>
            <p:spPr bwMode="auto">
              <a:xfrm>
                <a:off x="1121462" y="2948343"/>
                <a:ext cx="91440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807" name="Straight Connector 7">
                <a:extLst>
                  <a:ext uri="{FF2B5EF4-FFF2-40B4-BE49-F238E27FC236}">
                    <a16:creationId xmlns:a16="http://schemas.microsoft.com/office/drawing/2014/main" id="{E77925D1-A3FB-860D-D5DB-2723F2A3B52D}"/>
                  </a:ext>
                </a:extLst>
              </p:cNvPr>
              <p:cNvCxnSpPr>
                <a:cxnSpLocks noChangeShapeType="1"/>
              </p:cNvCxnSpPr>
              <p:nvPr/>
            </p:nvCxnSpPr>
            <p:spPr bwMode="auto">
              <a:xfrm>
                <a:off x="1108761" y="2522696"/>
                <a:ext cx="91440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808" name="Straight Connector 8">
                <a:extLst>
                  <a:ext uri="{FF2B5EF4-FFF2-40B4-BE49-F238E27FC236}">
                    <a16:creationId xmlns:a16="http://schemas.microsoft.com/office/drawing/2014/main" id="{5E8477BD-836D-344A-707C-647ED25F0032}"/>
                  </a:ext>
                </a:extLst>
              </p:cNvPr>
              <p:cNvCxnSpPr>
                <a:cxnSpLocks noChangeShapeType="1"/>
              </p:cNvCxnSpPr>
              <p:nvPr/>
            </p:nvCxnSpPr>
            <p:spPr bwMode="auto">
              <a:xfrm rot="5400000">
                <a:off x="1843751" y="3510163"/>
                <a:ext cx="9144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809" name="Straight Connector 9">
                <a:extLst>
                  <a:ext uri="{FF2B5EF4-FFF2-40B4-BE49-F238E27FC236}">
                    <a16:creationId xmlns:a16="http://schemas.microsoft.com/office/drawing/2014/main" id="{3271D8CF-0B56-E000-C645-4C1C6B9BC776}"/>
                  </a:ext>
                </a:extLst>
              </p:cNvPr>
              <p:cNvCxnSpPr>
                <a:cxnSpLocks noChangeShapeType="1"/>
              </p:cNvCxnSpPr>
              <p:nvPr/>
            </p:nvCxnSpPr>
            <p:spPr bwMode="auto">
              <a:xfrm rot="5400000">
                <a:off x="1606838" y="3856140"/>
                <a:ext cx="20574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810" name="Straight Connector 10">
                <a:extLst>
                  <a:ext uri="{FF2B5EF4-FFF2-40B4-BE49-F238E27FC236}">
                    <a16:creationId xmlns:a16="http://schemas.microsoft.com/office/drawing/2014/main" id="{5D3F8375-683F-32D6-10F0-FB351203FDB9}"/>
                  </a:ext>
                </a:extLst>
              </p:cNvPr>
              <p:cNvCxnSpPr>
                <a:cxnSpLocks noChangeShapeType="1"/>
                <a:stCxn id="4" idx="0"/>
              </p:cNvCxnSpPr>
              <p:nvPr/>
            </p:nvCxnSpPr>
            <p:spPr bwMode="auto">
              <a:xfrm flipV="1">
                <a:off x="2802829" y="2267310"/>
                <a:ext cx="501878" cy="707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74811" name="TextBox 11">
                <a:extLst>
                  <a:ext uri="{FF2B5EF4-FFF2-40B4-BE49-F238E27FC236}">
                    <a16:creationId xmlns:a16="http://schemas.microsoft.com/office/drawing/2014/main" id="{E18ECDD8-7614-CFAC-DBB9-1E72C51C98B4}"/>
                  </a:ext>
                </a:extLst>
              </p:cNvPr>
              <p:cNvSpPr txBox="1">
                <a:spLocks noChangeArrowheads="1"/>
              </p:cNvSpPr>
              <p:nvPr/>
            </p:nvSpPr>
            <p:spPr bwMode="auto">
              <a:xfrm>
                <a:off x="3248890" y="2073247"/>
                <a:ext cx="7897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Out</a:t>
                </a:r>
                <a:endParaRPr lang="en-GB" altLang="en-US" b="0" u="none"/>
              </a:p>
            </p:txBody>
          </p:sp>
          <p:sp>
            <p:nvSpPr>
              <p:cNvPr id="74812" name="TextBox 12">
                <a:extLst>
                  <a:ext uri="{FF2B5EF4-FFF2-40B4-BE49-F238E27FC236}">
                    <a16:creationId xmlns:a16="http://schemas.microsoft.com/office/drawing/2014/main" id="{EF01017D-130D-8291-CC4F-9B89ED50EBB4}"/>
                  </a:ext>
                </a:extLst>
              </p:cNvPr>
              <p:cNvSpPr txBox="1">
                <a:spLocks noChangeArrowheads="1"/>
              </p:cNvSpPr>
              <p:nvPr/>
            </p:nvSpPr>
            <p:spPr bwMode="auto">
              <a:xfrm>
                <a:off x="2001982" y="1467605"/>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00</a:t>
                </a:r>
                <a:endParaRPr lang="en-GB" altLang="en-US" b="0" u="none"/>
              </a:p>
            </p:txBody>
          </p:sp>
          <p:sp>
            <p:nvSpPr>
              <p:cNvPr id="74813" name="TextBox 13">
                <a:extLst>
                  <a:ext uri="{FF2B5EF4-FFF2-40B4-BE49-F238E27FC236}">
                    <a16:creationId xmlns:a16="http://schemas.microsoft.com/office/drawing/2014/main" id="{3F171FCE-523A-C08D-0A33-04A64FF8DF98}"/>
                  </a:ext>
                </a:extLst>
              </p:cNvPr>
              <p:cNvSpPr txBox="1">
                <a:spLocks noChangeArrowheads="1"/>
              </p:cNvSpPr>
              <p:nvPr/>
            </p:nvSpPr>
            <p:spPr bwMode="auto">
              <a:xfrm>
                <a:off x="2013858" y="1871366"/>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01</a:t>
                </a:r>
                <a:endParaRPr lang="en-GB" altLang="en-US" b="0" u="none"/>
              </a:p>
            </p:txBody>
          </p:sp>
          <p:sp>
            <p:nvSpPr>
              <p:cNvPr id="74814" name="TextBox 14">
                <a:extLst>
                  <a:ext uri="{FF2B5EF4-FFF2-40B4-BE49-F238E27FC236}">
                    <a16:creationId xmlns:a16="http://schemas.microsoft.com/office/drawing/2014/main" id="{57936AB6-F744-31B1-ED2C-A8AB3BB63F00}"/>
                  </a:ext>
                </a:extLst>
              </p:cNvPr>
              <p:cNvSpPr txBox="1">
                <a:spLocks noChangeArrowheads="1"/>
              </p:cNvSpPr>
              <p:nvPr/>
            </p:nvSpPr>
            <p:spPr bwMode="auto">
              <a:xfrm>
                <a:off x="2025733" y="2310753"/>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10</a:t>
                </a:r>
                <a:endParaRPr lang="en-GB" altLang="en-US" b="0" u="none"/>
              </a:p>
            </p:txBody>
          </p:sp>
          <p:sp>
            <p:nvSpPr>
              <p:cNvPr id="74815" name="TextBox 15">
                <a:extLst>
                  <a:ext uri="{FF2B5EF4-FFF2-40B4-BE49-F238E27FC236}">
                    <a16:creationId xmlns:a16="http://schemas.microsoft.com/office/drawing/2014/main" id="{1259E2F5-65EB-F32F-A602-7349F8C5E456}"/>
                  </a:ext>
                </a:extLst>
              </p:cNvPr>
              <p:cNvSpPr txBox="1">
                <a:spLocks noChangeArrowheads="1"/>
              </p:cNvSpPr>
              <p:nvPr/>
            </p:nvSpPr>
            <p:spPr bwMode="auto">
              <a:xfrm>
                <a:off x="2001982" y="2714515"/>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11</a:t>
                </a:r>
                <a:endParaRPr lang="en-GB" altLang="en-US" b="0" u="none"/>
              </a:p>
            </p:txBody>
          </p:sp>
          <p:sp>
            <p:nvSpPr>
              <p:cNvPr id="74816" name="TextBox 16">
                <a:extLst>
                  <a:ext uri="{FF2B5EF4-FFF2-40B4-BE49-F238E27FC236}">
                    <a16:creationId xmlns:a16="http://schemas.microsoft.com/office/drawing/2014/main" id="{85C133B1-81F1-06AA-D1AD-94391D62D756}"/>
                  </a:ext>
                </a:extLst>
              </p:cNvPr>
              <p:cNvSpPr txBox="1">
                <a:spLocks noChangeArrowheads="1"/>
              </p:cNvSpPr>
              <p:nvPr/>
            </p:nvSpPr>
            <p:spPr bwMode="auto">
              <a:xfrm>
                <a:off x="533400" y="1455730"/>
                <a:ext cx="68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D00</a:t>
                </a:r>
                <a:endParaRPr lang="en-GB" altLang="en-US" b="0" u="none"/>
              </a:p>
            </p:txBody>
          </p:sp>
          <p:sp>
            <p:nvSpPr>
              <p:cNvPr id="74817" name="TextBox 17">
                <a:extLst>
                  <a:ext uri="{FF2B5EF4-FFF2-40B4-BE49-F238E27FC236}">
                    <a16:creationId xmlns:a16="http://schemas.microsoft.com/office/drawing/2014/main" id="{88710D36-ACC1-102F-CD93-7D1D434B663A}"/>
                  </a:ext>
                </a:extLst>
              </p:cNvPr>
              <p:cNvSpPr txBox="1">
                <a:spLocks noChangeArrowheads="1"/>
              </p:cNvSpPr>
              <p:nvPr/>
            </p:nvSpPr>
            <p:spPr bwMode="auto">
              <a:xfrm>
                <a:off x="545276" y="1883241"/>
                <a:ext cx="6739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D01</a:t>
                </a:r>
                <a:endParaRPr lang="en-GB" altLang="en-US" b="0" u="none"/>
              </a:p>
            </p:txBody>
          </p:sp>
          <p:sp>
            <p:nvSpPr>
              <p:cNvPr id="74818" name="TextBox 18">
                <a:extLst>
                  <a:ext uri="{FF2B5EF4-FFF2-40B4-BE49-F238E27FC236}">
                    <a16:creationId xmlns:a16="http://schemas.microsoft.com/office/drawing/2014/main" id="{F0982AED-441A-CDD6-9D5E-169EA8F271F6}"/>
                  </a:ext>
                </a:extLst>
              </p:cNvPr>
              <p:cNvSpPr txBox="1">
                <a:spLocks noChangeArrowheads="1"/>
              </p:cNvSpPr>
              <p:nvPr/>
            </p:nvSpPr>
            <p:spPr bwMode="auto">
              <a:xfrm>
                <a:off x="543626" y="2322628"/>
                <a:ext cx="6501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D10</a:t>
                </a:r>
                <a:endParaRPr lang="en-GB" altLang="en-US" b="0" u="none"/>
              </a:p>
            </p:txBody>
          </p:sp>
          <p:sp>
            <p:nvSpPr>
              <p:cNvPr id="74819" name="TextBox 19">
                <a:extLst>
                  <a:ext uri="{FF2B5EF4-FFF2-40B4-BE49-F238E27FC236}">
                    <a16:creationId xmlns:a16="http://schemas.microsoft.com/office/drawing/2014/main" id="{43EB5F73-A29D-C4E1-3A10-0C4692339F3E}"/>
                  </a:ext>
                </a:extLst>
              </p:cNvPr>
              <p:cNvSpPr txBox="1">
                <a:spLocks noChangeArrowheads="1"/>
              </p:cNvSpPr>
              <p:nvPr/>
            </p:nvSpPr>
            <p:spPr bwMode="auto">
              <a:xfrm>
                <a:off x="567376" y="2750140"/>
                <a:ext cx="702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D11</a:t>
                </a:r>
                <a:endParaRPr lang="en-GB" altLang="en-US" b="0" u="none"/>
              </a:p>
            </p:txBody>
          </p:sp>
          <p:sp>
            <p:nvSpPr>
              <p:cNvPr id="74820" name="Freeform 49">
                <a:extLst>
                  <a:ext uri="{FF2B5EF4-FFF2-40B4-BE49-F238E27FC236}">
                    <a16:creationId xmlns:a16="http://schemas.microsoft.com/office/drawing/2014/main" id="{96935B59-D1F1-D991-0A06-DC761904C5A7}"/>
                  </a:ext>
                </a:extLst>
              </p:cNvPr>
              <p:cNvSpPr>
                <a:spLocks/>
              </p:cNvSpPr>
              <p:nvPr/>
            </p:nvSpPr>
            <p:spPr bwMode="auto">
              <a:xfrm>
                <a:off x="1435100" y="3670300"/>
                <a:ext cx="588769" cy="616765"/>
              </a:xfrm>
              <a:custGeom>
                <a:avLst/>
                <a:gdLst>
                  <a:gd name="T0" fmla="*/ 2147483646 w 108"/>
                  <a:gd name="T1" fmla="*/ 2147483646 h 107"/>
                  <a:gd name="T2" fmla="*/ 0 w 108"/>
                  <a:gd name="T3" fmla="*/ 2147483646 h 107"/>
                  <a:gd name="T4" fmla="*/ 2147483646 w 108"/>
                  <a:gd name="T5" fmla="*/ 2147483646 h 107"/>
                  <a:gd name="T6" fmla="*/ 2147483646 w 108"/>
                  <a:gd name="T7" fmla="*/ 2147483646 h 107"/>
                  <a:gd name="T8" fmla="*/ 0 w 108"/>
                  <a:gd name="T9" fmla="*/ 0 h 107"/>
                  <a:gd name="T10" fmla="*/ 2147483646 w 108"/>
                  <a:gd name="T11" fmla="*/ 2147483646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4"/>
                    </a:moveTo>
                    <a:cubicBezTo>
                      <a:pt x="108" y="54"/>
                      <a:pt x="82" y="107"/>
                      <a:pt x="0" y="107"/>
                    </a:cubicBezTo>
                    <a:cubicBezTo>
                      <a:pt x="0" y="107"/>
                      <a:pt x="16" y="101"/>
                      <a:pt x="16" y="54"/>
                    </a:cubicBezTo>
                    <a:cubicBezTo>
                      <a:pt x="16" y="53"/>
                      <a:pt x="16" y="53"/>
                      <a:pt x="16" y="53"/>
                    </a:cubicBezTo>
                    <a:cubicBezTo>
                      <a:pt x="16" y="6"/>
                      <a:pt x="0" y="0"/>
                      <a:pt x="0" y="0"/>
                    </a:cubicBezTo>
                    <a:cubicBezTo>
                      <a:pt x="82" y="0"/>
                      <a:pt x="108" y="54"/>
                      <a:pt x="108" y="54"/>
                    </a:cubicBez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821" name="Freeform 50">
                <a:extLst>
                  <a:ext uri="{FF2B5EF4-FFF2-40B4-BE49-F238E27FC236}">
                    <a16:creationId xmlns:a16="http://schemas.microsoft.com/office/drawing/2014/main" id="{62D3F692-CF74-8203-6FD1-9B04AE3BC413}"/>
                  </a:ext>
                </a:extLst>
              </p:cNvPr>
              <p:cNvSpPr>
                <a:spLocks/>
              </p:cNvSpPr>
              <p:nvPr/>
            </p:nvSpPr>
            <p:spPr bwMode="auto">
              <a:xfrm>
                <a:off x="1562100" y="4648200"/>
                <a:ext cx="498542" cy="522500"/>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74822" name="Straight Connector 25">
                <a:extLst>
                  <a:ext uri="{FF2B5EF4-FFF2-40B4-BE49-F238E27FC236}">
                    <a16:creationId xmlns:a16="http://schemas.microsoft.com/office/drawing/2014/main" id="{71D2DF98-0DA3-98F7-52DF-97A09C9CA854}"/>
                  </a:ext>
                </a:extLst>
              </p:cNvPr>
              <p:cNvCxnSpPr>
                <a:cxnSpLocks noChangeShapeType="1"/>
              </p:cNvCxnSpPr>
              <p:nvPr/>
            </p:nvCxnSpPr>
            <p:spPr bwMode="auto">
              <a:xfrm>
                <a:off x="2032000" y="3975100"/>
                <a:ext cx="27432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823" name="Straight Connector 26">
                <a:extLst>
                  <a:ext uri="{FF2B5EF4-FFF2-40B4-BE49-F238E27FC236}">
                    <a16:creationId xmlns:a16="http://schemas.microsoft.com/office/drawing/2014/main" id="{C1FAA9C7-F897-20ED-3137-90FB2ED6C4E6}"/>
                  </a:ext>
                </a:extLst>
              </p:cNvPr>
              <p:cNvCxnSpPr>
                <a:cxnSpLocks noChangeShapeType="1"/>
              </p:cNvCxnSpPr>
              <p:nvPr/>
            </p:nvCxnSpPr>
            <p:spPr bwMode="auto">
              <a:xfrm>
                <a:off x="2057400" y="4889500"/>
                <a:ext cx="585216"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824" name="Straight Connector 27">
                <a:extLst>
                  <a:ext uri="{FF2B5EF4-FFF2-40B4-BE49-F238E27FC236}">
                    <a16:creationId xmlns:a16="http://schemas.microsoft.com/office/drawing/2014/main" id="{9BA7AD50-ABBB-789C-EA3B-69EC358C3A32}"/>
                  </a:ext>
                </a:extLst>
              </p:cNvPr>
              <p:cNvCxnSpPr>
                <a:cxnSpLocks noChangeShapeType="1"/>
              </p:cNvCxnSpPr>
              <p:nvPr/>
            </p:nvCxnSpPr>
            <p:spPr bwMode="auto">
              <a:xfrm>
                <a:off x="1155700" y="3848100"/>
                <a:ext cx="36576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825" name="Straight Connector 28">
                <a:extLst>
                  <a:ext uri="{FF2B5EF4-FFF2-40B4-BE49-F238E27FC236}">
                    <a16:creationId xmlns:a16="http://schemas.microsoft.com/office/drawing/2014/main" id="{FF94ED6E-1C47-590C-1343-7961E8E1AA6A}"/>
                  </a:ext>
                </a:extLst>
              </p:cNvPr>
              <p:cNvCxnSpPr>
                <a:cxnSpLocks noChangeShapeType="1"/>
              </p:cNvCxnSpPr>
              <p:nvPr/>
            </p:nvCxnSpPr>
            <p:spPr bwMode="auto">
              <a:xfrm>
                <a:off x="1143000" y="4114800"/>
                <a:ext cx="36576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826" name="Straight Connector 29">
                <a:extLst>
                  <a:ext uri="{FF2B5EF4-FFF2-40B4-BE49-F238E27FC236}">
                    <a16:creationId xmlns:a16="http://schemas.microsoft.com/office/drawing/2014/main" id="{2EF03E4F-A921-C1B9-4C1F-AB50E3474D53}"/>
                  </a:ext>
                </a:extLst>
              </p:cNvPr>
              <p:cNvCxnSpPr>
                <a:cxnSpLocks noChangeShapeType="1"/>
              </p:cNvCxnSpPr>
              <p:nvPr/>
            </p:nvCxnSpPr>
            <p:spPr bwMode="auto">
              <a:xfrm>
                <a:off x="1155700" y="4800600"/>
                <a:ext cx="41148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827" name="Straight Connector 30">
                <a:extLst>
                  <a:ext uri="{FF2B5EF4-FFF2-40B4-BE49-F238E27FC236}">
                    <a16:creationId xmlns:a16="http://schemas.microsoft.com/office/drawing/2014/main" id="{58347801-4C69-45B6-53A1-74D94BB061FC}"/>
                  </a:ext>
                </a:extLst>
              </p:cNvPr>
              <p:cNvCxnSpPr>
                <a:cxnSpLocks noChangeShapeType="1"/>
              </p:cNvCxnSpPr>
              <p:nvPr/>
            </p:nvCxnSpPr>
            <p:spPr bwMode="auto">
              <a:xfrm>
                <a:off x="1143000" y="5029200"/>
                <a:ext cx="41148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74828" name="TextBox 31">
                <a:extLst>
                  <a:ext uri="{FF2B5EF4-FFF2-40B4-BE49-F238E27FC236}">
                    <a16:creationId xmlns:a16="http://schemas.microsoft.com/office/drawing/2014/main" id="{458113F7-EB8B-7C78-FAB9-5BDF113D4AB8}"/>
                  </a:ext>
                </a:extLst>
              </p:cNvPr>
              <p:cNvSpPr txBox="1">
                <a:spLocks noChangeArrowheads="1"/>
              </p:cNvSpPr>
              <p:nvPr/>
            </p:nvSpPr>
            <p:spPr bwMode="auto">
              <a:xfrm>
                <a:off x="2082800" y="4572000"/>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S0</a:t>
                </a:r>
                <a:endParaRPr lang="en-GB" altLang="en-US" b="0" u="none"/>
              </a:p>
            </p:txBody>
          </p:sp>
          <p:sp>
            <p:nvSpPr>
              <p:cNvPr id="74829" name="TextBox 32">
                <a:extLst>
                  <a:ext uri="{FF2B5EF4-FFF2-40B4-BE49-F238E27FC236}">
                    <a16:creationId xmlns:a16="http://schemas.microsoft.com/office/drawing/2014/main" id="{3CFE82C4-10F4-0022-2E8B-FD1BBD78C3C6}"/>
                  </a:ext>
                </a:extLst>
              </p:cNvPr>
              <p:cNvSpPr txBox="1">
                <a:spLocks noChangeArrowheads="1"/>
              </p:cNvSpPr>
              <p:nvPr/>
            </p:nvSpPr>
            <p:spPr bwMode="auto">
              <a:xfrm>
                <a:off x="1892300" y="3581400"/>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S1</a:t>
                </a:r>
                <a:endParaRPr lang="en-GB" altLang="en-US" b="0" u="none"/>
              </a:p>
            </p:txBody>
          </p:sp>
          <p:sp>
            <p:nvSpPr>
              <p:cNvPr id="74830" name="TextBox 33">
                <a:extLst>
                  <a:ext uri="{FF2B5EF4-FFF2-40B4-BE49-F238E27FC236}">
                    <a16:creationId xmlns:a16="http://schemas.microsoft.com/office/drawing/2014/main" id="{DA9BDD57-C3B3-6304-C0FE-068EA170FF6B}"/>
                  </a:ext>
                </a:extLst>
              </p:cNvPr>
              <p:cNvSpPr txBox="1">
                <a:spLocks noChangeArrowheads="1"/>
              </p:cNvSpPr>
              <p:nvPr/>
            </p:nvSpPr>
            <p:spPr bwMode="auto">
              <a:xfrm>
                <a:off x="685800" y="3657600"/>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A1</a:t>
                </a:r>
                <a:endParaRPr lang="en-GB" altLang="en-US" b="0" u="none"/>
              </a:p>
            </p:txBody>
          </p:sp>
          <p:sp>
            <p:nvSpPr>
              <p:cNvPr id="74831" name="TextBox 34">
                <a:extLst>
                  <a:ext uri="{FF2B5EF4-FFF2-40B4-BE49-F238E27FC236}">
                    <a16:creationId xmlns:a16="http://schemas.microsoft.com/office/drawing/2014/main" id="{E34C1D12-2D9D-C9DC-53E8-FEA011B3D9C1}"/>
                  </a:ext>
                </a:extLst>
              </p:cNvPr>
              <p:cNvSpPr txBox="1">
                <a:spLocks noChangeArrowheads="1"/>
              </p:cNvSpPr>
              <p:nvPr/>
            </p:nvSpPr>
            <p:spPr bwMode="auto">
              <a:xfrm>
                <a:off x="685800" y="3962400"/>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B1</a:t>
                </a:r>
                <a:endParaRPr lang="en-GB" altLang="en-US" b="0" u="none"/>
              </a:p>
            </p:txBody>
          </p:sp>
          <p:sp>
            <p:nvSpPr>
              <p:cNvPr id="74832" name="TextBox 35">
                <a:extLst>
                  <a:ext uri="{FF2B5EF4-FFF2-40B4-BE49-F238E27FC236}">
                    <a16:creationId xmlns:a16="http://schemas.microsoft.com/office/drawing/2014/main" id="{26CDE59A-2E02-AB96-211B-CD3EB1BCA3FA}"/>
                  </a:ext>
                </a:extLst>
              </p:cNvPr>
              <p:cNvSpPr txBox="1">
                <a:spLocks noChangeArrowheads="1"/>
              </p:cNvSpPr>
              <p:nvPr/>
            </p:nvSpPr>
            <p:spPr bwMode="auto">
              <a:xfrm>
                <a:off x="685800" y="4572000"/>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A0</a:t>
                </a:r>
                <a:endParaRPr lang="en-GB" altLang="en-US" b="0" u="none"/>
              </a:p>
            </p:txBody>
          </p:sp>
          <p:sp>
            <p:nvSpPr>
              <p:cNvPr id="74833" name="TextBox 36">
                <a:extLst>
                  <a:ext uri="{FF2B5EF4-FFF2-40B4-BE49-F238E27FC236}">
                    <a16:creationId xmlns:a16="http://schemas.microsoft.com/office/drawing/2014/main" id="{3456675F-053B-3294-9B48-C7CCA4CCE470}"/>
                  </a:ext>
                </a:extLst>
              </p:cNvPr>
              <p:cNvSpPr txBox="1">
                <a:spLocks noChangeArrowheads="1"/>
              </p:cNvSpPr>
              <p:nvPr/>
            </p:nvSpPr>
            <p:spPr bwMode="auto">
              <a:xfrm>
                <a:off x="698500" y="4851400"/>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B0</a:t>
                </a:r>
                <a:endParaRPr lang="en-GB" altLang="en-US" b="0" u="none"/>
              </a:p>
            </p:txBody>
          </p:sp>
        </p:grpSp>
        <p:sp>
          <p:nvSpPr>
            <p:cNvPr id="74802" name="TextBox 88">
              <a:extLst>
                <a:ext uri="{FF2B5EF4-FFF2-40B4-BE49-F238E27FC236}">
                  <a16:creationId xmlns:a16="http://schemas.microsoft.com/office/drawing/2014/main" id="{F94821E5-A5C1-AE5F-0200-53722754D129}"/>
                </a:ext>
              </a:extLst>
            </p:cNvPr>
            <p:cNvSpPr txBox="1">
              <a:spLocks noChangeArrowheads="1"/>
            </p:cNvSpPr>
            <p:nvPr/>
          </p:nvSpPr>
          <p:spPr bwMode="auto">
            <a:xfrm>
              <a:off x="2362200" y="1066800"/>
              <a:ext cx="1447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C-module</a:t>
              </a:r>
              <a:endParaRPr lang="en-GB" altLang="en-US" sz="2000" b="0" u="none"/>
            </a:p>
          </p:txBody>
        </p:sp>
      </p:grpSp>
      <p:grpSp>
        <p:nvGrpSpPr>
          <p:cNvPr id="74756" name="Group 91">
            <a:extLst>
              <a:ext uri="{FF2B5EF4-FFF2-40B4-BE49-F238E27FC236}">
                <a16:creationId xmlns:a16="http://schemas.microsoft.com/office/drawing/2014/main" id="{D5D0F9E9-7B7A-A66D-4FBC-6E9B364D1406}"/>
              </a:ext>
            </a:extLst>
          </p:cNvPr>
          <p:cNvGrpSpPr>
            <a:grpSpLocks/>
          </p:cNvGrpSpPr>
          <p:nvPr/>
        </p:nvGrpSpPr>
        <p:grpSpPr bwMode="auto">
          <a:xfrm>
            <a:off x="5791200" y="1066800"/>
            <a:ext cx="4419600" cy="4611688"/>
            <a:chOff x="4267200" y="1066800"/>
            <a:chExt cx="4419600" cy="4611132"/>
          </a:xfrm>
        </p:grpSpPr>
        <p:sp>
          <p:nvSpPr>
            <p:cNvPr id="40" name="Trapezoid 39">
              <a:extLst>
                <a:ext uri="{FF2B5EF4-FFF2-40B4-BE49-F238E27FC236}">
                  <a16:creationId xmlns:a16="http://schemas.microsoft.com/office/drawing/2014/main" id="{92CE78CF-88F1-448B-B7CE-5AEF52FB5606}"/>
                </a:ext>
              </a:extLst>
            </p:cNvPr>
            <p:cNvSpPr/>
            <p:nvPr/>
          </p:nvSpPr>
          <p:spPr bwMode="auto">
            <a:xfrm rot="5400000">
              <a:off x="5172193" y="1888979"/>
              <a:ext cx="1958739" cy="771525"/>
            </a:xfrm>
            <a:prstGeom prst="trapezoid">
              <a:avLst>
                <a:gd name="adj" fmla="val 72170"/>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cxnSp>
          <p:nvCxnSpPr>
            <p:cNvPr id="74758" name="Straight Connector 40">
              <a:extLst>
                <a:ext uri="{FF2B5EF4-FFF2-40B4-BE49-F238E27FC236}">
                  <a16:creationId xmlns:a16="http://schemas.microsoft.com/office/drawing/2014/main" id="{977D00D2-FC73-619F-EED6-5680050056C7}"/>
                </a:ext>
              </a:extLst>
            </p:cNvPr>
            <p:cNvCxnSpPr>
              <a:cxnSpLocks noChangeShapeType="1"/>
            </p:cNvCxnSpPr>
            <p:nvPr/>
          </p:nvCxnSpPr>
          <p:spPr bwMode="auto">
            <a:xfrm>
              <a:off x="4851400" y="1643026"/>
              <a:ext cx="91440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59" name="Straight Connector 41">
              <a:extLst>
                <a:ext uri="{FF2B5EF4-FFF2-40B4-BE49-F238E27FC236}">
                  <a16:creationId xmlns:a16="http://schemas.microsoft.com/office/drawing/2014/main" id="{1BB20B28-246D-4F3A-FEBE-9309C33624B4}"/>
                </a:ext>
              </a:extLst>
            </p:cNvPr>
            <p:cNvCxnSpPr>
              <a:cxnSpLocks noChangeShapeType="1"/>
            </p:cNvCxnSpPr>
            <p:nvPr/>
          </p:nvCxnSpPr>
          <p:spPr bwMode="auto">
            <a:xfrm>
              <a:off x="4864267" y="2082857"/>
              <a:ext cx="91440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60" name="Straight Connector 42">
              <a:extLst>
                <a:ext uri="{FF2B5EF4-FFF2-40B4-BE49-F238E27FC236}">
                  <a16:creationId xmlns:a16="http://schemas.microsoft.com/office/drawing/2014/main" id="{79F4F901-5AB0-4E2C-7B8A-71E880A10AA7}"/>
                </a:ext>
              </a:extLst>
            </p:cNvPr>
            <p:cNvCxnSpPr>
              <a:cxnSpLocks noChangeShapeType="1"/>
            </p:cNvCxnSpPr>
            <p:nvPr/>
          </p:nvCxnSpPr>
          <p:spPr bwMode="auto">
            <a:xfrm>
              <a:off x="4855262" y="2948343"/>
              <a:ext cx="91440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61" name="Straight Connector 43">
              <a:extLst>
                <a:ext uri="{FF2B5EF4-FFF2-40B4-BE49-F238E27FC236}">
                  <a16:creationId xmlns:a16="http://schemas.microsoft.com/office/drawing/2014/main" id="{B7264962-9A8B-FE04-9581-28C08CCDFB87}"/>
                </a:ext>
              </a:extLst>
            </p:cNvPr>
            <p:cNvCxnSpPr>
              <a:cxnSpLocks noChangeShapeType="1"/>
            </p:cNvCxnSpPr>
            <p:nvPr/>
          </p:nvCxnSpPr>
          <p:spPr bwMode="auto">
            <a:xfrm>
              <a:off x="4842561" y="2522696"/>
              <a:ext cx="91440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62" name="Straight Connector 44">
              <a:extLst>
                <a:ext uri="{FF2B5EF4-FFF2-40B4-BE49-F238E27FC236}">
                  <a16:creationId xmlns:a16="http://schemas.microsoft.com/office/drawing/2014/main" id="{66CEBFC6-3C91-313E-B865-0A67945258F6}"/>
                </a:ext>
              </a:extLst>
            </p:cNvPr>
            <p:cNvCxnSpPr>
              <a:cxnSpLocks noChangeShapeType="1"/>
            </p:cNvCxnSpPr>
            <p:nvPr/>
          </p:nvCxnSpPr>
          <p:spPr bwMode="auto">
            <a:xfrm rot="5400000">
              <a:off x="5577551" y="3510163"/>
              <a:ext cx="9144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63" name="Straight Connector 45">
              <a:extLst>
                <a:ext uri="{FF2B5EF4-FFF2-40B4-BE49-F238E27FC236}">
                  <a16:creationId xmlns:a16="http://schemas.microsoft.com/office/drawing/2014/main" id="{09D10275-6C53-0BE3-1EB3-6437B8C86A76}"/>
                </a:ext>
              </a:extLst>
            </p:cNvPr>
            <p:cNvCxnSpPr>
              <a:cxnSpLocks noChangeShapeType="1"/>
            </p:cNvCxnSpPr>
            <p:nvPr/>
          </p:nvCxnSpPr>
          <p:spPr bwMode="auto">
            <a:xfrm rot="5400000">
              <a:off x="5340638" y="3856140"/>
              <a:ext cx="20574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64" name="Straight Connector 46">
              <a:extLst>
                <a:ext uri="{FF2B5EF4-FFF2-40B4-BE49-F238E27FC236}">
                  <a16:creationId xmlns:a16="http://schemas.microsoft.com/office/drawing/2014/main" id="{22C38157-0361-FB7E-FB0F-5275B01E001E}"/>
                </a:ext>
              </a:extLst>
            </p:cNvPr>
            <p:cNvCxnSpPr>
              <a:cxnSpLocks noChangeShapeType="1"/>
              <a:stCxn id="40" idx="0"/>
            </p:cNvCxnSpPr>
            <p:nvPr/>
          </p:nvCxnSpPr>
          <p:spPr bwMode="auto">
            <a:xfrm flipV="1">
              <a:off x="6536629" y="2267310"/>
              <a:ext cx="501878"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74765" name="TextBox 48">
              <a:extLst>
                <a:ext uri="{FF2B5EF4-FFF2-40B4-BE49-F238E27FC236}">
                  <a16:creationId xmlns:a16="http://schemas.microsoft.com/office/drawing/2014/main" id="{AC94CDCA-8EEE-1F12-A531-3DBAB3DE418C}"/>
                </a:ext>
              </a:extLst>
            </p:cNvPr>
            <p:cNvSpPr txBox="1">
              <a:spLocks noChangeArrowheads="1"/>
            </p:cNvSpPr>
            <p:nvPr/>
          </p:nvSpPr>
          <p:spPr bwMode="auto">
            <a:xfrm>
              <a:off x="5735782" y="1467605"/>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00</a:t>
              </a:r>
              <a:endParaRPr lang="en-GB" altLang="en-US" b="0" u="none"/>
            </a:p>
          </p:txBody>
        </p:sp>
        <p:sp>
          <p:nvSpPr>
            <p:cNvPr id="74766" name="TextBox 49">
              <a:extLst>
                <a:ext uri="{FF2B5EF4-FFF2-40B4-BE49-F238E27FC236}">
                  <a16:creationId xmlns:a16="http://schemas.microsoft.com/office/drawing/2014/main" id="{1F938740-9542-DDEE-3CA8-3158A809DBD0}"/>
                </a:ext>
              </a:extLst>
            </p:cNvPr>
            <p:cNvSpPr txBox="1">
              <a:spLocks noChangeArrowheads="1"/>
            </p:cNvSpPr>
            <p:nvPr/>
          </p:nvSpPr>
          <p:spPr bwMode="auto">
            <a:xfrm>
              <a:off x="5747658" y="1871366"/>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01</a:t>
              </a:r>
              <a:endParaRPr lang="en-GB" altLang="en-US" b="0" u="none"/>
            </a:p>
          </p:txBody>
        </p:sp>
        <p:sp>
          <p:nvSpPr>
            <p:cNvPr id="74767" name="TextBox 50">
              <a:extLst>
                <a:ext uri="{FF2B5EF4-FFF2-40B4-BE49-F238E27FC236}">
                  <a16:creationId xmlns:a16="http://schemas.microsoft.com/office/drawing/2014/main" id="{27C9CEAF-2790-737E-86DB-B9E9EAAFCA19}"/>
                </a:ext>
              </a:extLst>
            </p:cNvPr>
            <p:cNvSpPr txBox="1">
              <a:spLocks noChangeArrowheads="1"/>
            </p:cNvSpPr>
            <p:nvPr/>
          </p:nvSpPr>
          <p:spPr bwMode="auto">
            <a:xfrm>
              <a:off x="5759533" y="2310753"/>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10</a:t>
              </a:r>
              <a:endParaRPr lang="en-GB" altLang="en-US" b="0" u="none"/>
            </a:p>
          </p:txBody>
        </p:sp>
        <p:sp>
          <p:nvSpPr>
            <p:cNvPr id="74768" name="TextBox 51">
              <a:extLst>
                <a:ext uri="{FF2B5EF4-FFF2-40B4-BE49-F238E27FC236}">
                  <a16:creationId xmlns:a16="http://schemas.microsoft.com/office/drawing/2014/main" id="{832C9689-67D3-406C-98AD-8CB3FDE5DEA2}"/>
                </a:ext>
              </a:extLst>
            </p:cNvPr>
            <p:cNvSpPr txBox="1">
              <a:spLocks noChangeArrowheads="1"/>
            </p:cNvSpPr>
            <p:nvPr/>
          </p:nvSpPr>
          <p:spPr bwMode="auto">
            <a:xfrm>
              <a:off x="5735782" y="2714515"/>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11</a:t>
              </a:r>
              <a:endParaRPr lang="en-GB" altLang="en-US" b="0" u="none"/>
            </a:p>
          </p:txBody>
        </p:sp>
        <p:sp>
          <p:nvSpPr>
            <p:cNvPr id="74769" name="TextBox 52">
              <a:extLst>
                <a:ext uri="{FF2B5EF4-FFF2-40B4-BE49-F238E27FC236}">
                  <a16:creationId xmlns:a16="http://schemas.microsoft.com/office/drawing/2014/main" id="{13C72EAF-81E4-F7E6-EBF5-F2F21E3477B8}"/>
                </a:ext>
              </a:extLst>
            </p:cNvPr>
            <p:cNvSpPr txBox="1">
              <a:spLocks noChangeArrowheads="1"/>
            </p:cNvSpPr>
            <p:nvPr/>
          </p:nvSpPr>
          <p:spPr bwMode="auto">
            <a:xfrm>
              <a:off x="4267200" y="1455730"/>
              <a:ext cx="68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D00</a:t>
              </a:r>
              <a:endParaRPr lang="en-GB" altLang="en-US" b="0" u="none"/>
            </a:p>
          </p:txBody>
        </p:sp>
        <p:sp>
          <p:nvSpPr>
            <p:cNvPr id="74770" name="TextBox 53">
              <a:extLst>
                <a:ext uri="{FF2B5EF4-FFF2-40B4-BE49-F238E27FC236}">
                  <a16:creationId xmlns:a16="http://schemas.microsoft.com/office/drawing/2014/main" id="{B6036B11-205C-FF3E-4B89-5AD30326E5DE}"/>
                </a:ext>
              </a:extLst>
            </p:cNvPr>
            <p:cNvSpPr txBox="1">
              <a:spLocks noChangeArrowheads="1"/>
            </p:cNvSpPr>
            <p:nvPr/>
          </p:nvSpPr>
          <p:spPr bwMode="auto">
            <a:xfrm>
              <a:off x="4279076" y="1883241"/>
              <a:ext cx="6739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D01</a:t>
              </a:r>
              <a:endParaRPr lang="en-GB" altLang="en-US" b="0" u="none"/>
            </a:p>
          </p:txBody>
        </p:sp>
        <p:sp>
          <p:nvSpPr>
            <p:cNvPr id="74771" name="TextBox 54">
              <a:extLst>
                <a:ext uri="{FF2B5EF4-FFF2-40B4-BE49-F238E27FC236}">
                  <a16:creationId xmlns:a16="http://schemas.microsoft.com/office/drawing/2014/main" id="{A7FB460E-1A32-AEC4-752A-B85931276925}"/>
                </a:ext>
              </a:extLst>
            </p:cNvPr>
            <p:cNvSpPr txBox="1">
              <a:spLocks noChangeArrowheads="1"/>
            </p:cNvSpPr>
            <p:nvPr/>
          </p:nvSpPr>
          <p:spPr bwMode="auto">
            <a:xfrm>
              <a:off x="4277426" y="2322628"/>
              <a:ext cx="6501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D10</a:t>
              </a:r>
              <a:endParaRPr lang="en-GB" altLang="en-US" b="0" u="none"/>
            </a:p>
          </p:txBody>
        </p:sp>
        <p:sp>
          <p:nvSpPr>
            <p:cNvPr id="74772" name="TextBox 55">
              <a:extLst>
                <a:ext uri="{FF2B5EF4-FFF2-40B4-BE49-F238E27FC236}">
                  <a16:creationId xmlns:a16="http://schemas.microsoft.com/office/drawing/2014/main" id="{695730E5-456B-A705-99DC-7C3CD941BEB8}"/>
                </a:ext>
              </a:extLst>
            </p:cNvPr>
            <p:cNvSpPr txBox="1">
              <a:spLocks noChangeArrowheads="1"/>
            </p:cNvSpPr>
            <p:nvPr/>
          </p:nvSpPr>
          <p:spPr bwMode="auto">
            <a:xfrm>
              <a:off x="4301176" y="2750140"/>
              <a:ext cx="7026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D11</a:t>
              </a:r>
              <a:endParaRPr lang="en-GB" altLang="en-US" b="0" u="none"/>
            </a:p>
          </p:txBody>
        </p:sp>
        <p:sp>
          <p:nvSpPr>
            <p:cNvPr id="74773" name="Freeform 49">
              <a:extLst>
                <a:ext uri="{FF2B5EF4-FFF2-40B4-BE49-F238E27FC236}">
                  <a16:creationId xmlns:a16="http://schemas.microsoft.com/office/drawing/2014/main" id="{B785356D-9DFF-5F96-FFC6-77F24EB829B3}"/>
                </a:ext>
              </a:extLst>
            </p:cNvPr>
            <p:cNvSpPr>
              <a:spLocks/>
            </p:cNvSpPr>
            <p:nvPr/>
          </p:nvSpPr>
          <p:spPr bwMode="auto">
            <a:xfrm>
              <a:off x="5168900" y="3670300"/>
              <a:ext cx="588769" cy="616765"/>
            </a:xfrm>
            <a:custGeom>
              <a:avLst/>
              <a:gdLst>
                <a:gd name="T0" fmla="*/ 2147483646 w 108"/>
                <a:gd name="T1" fmla="*/ 2147483646 h 107"/>
                <a:gd name="T2" fmla="*/ 0 w 108"/>
                <a:gd name="T3" fmla="*/ 2147483646 h 107"/>
                <a:gd name="T4" fmla="*/ 2147483646 w 108"/>
                <a:gd name="T5" fmla="*/ 2147483646 h 107"/>
                <a:gd name="T6" fmla="*/ 2147483646 w 108"/>
                <a:gd name="T7" fmla="*/ 2147483646 h 107"/>
                <a:gd name="T8" fmla="*/ 0 w 108"/>
                <a:gd name="T9" fmla="*/ 0 h 107"/>
                <a:gd name="T10" fmla="*/ 2147483646 w 108"/>
                <a:gd name="T11" fmla="*/ 2147483646 h 107"/>
                <a:gd name="T12" fmla="*/ 0 60000 65536"/>
                <a:gd name="T13" fmla="*/ 0 60000 65536"/>
                <a:gd name="T14" fmla="*/ 0 60000 65536"/>
                <a:gd name="T15" fmla="*/ 0 60000 65536"/>
                <a:gd name="T16" fmla="*/ 0 60000 65536"/>
                <a:gd name="T17" fmla="*/ 0 60000 65536"/>
                <a:gd name="T18" fmla="*/ 0 w 108"/>
                <a:gd name="T19" fmla="*/ 0 h 107"/>
                <a:gd name="T20" fmla="*/ 108 w 108"/>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8" h="107">
                  <a:moveTo>
                    <a:pt x="108" y="54"/>
                  </a:moveTo>
                  <a:cubicBezTo>
                    <a:pt x="108" y="54"/>
                    <a:pt x="82" y="107"/>
                    <a:pt x="0" y="107"/>
                  </a:cubicBezTo>
                  <a:cubicBezTo>
                    <a:pt x="0" y="107"/>
                    <a:pt x="16" y="101"/>
                    <a:pt x="16" y="54"/>
                  </a:cubicBezTo>
                  <a:cubicBezTo>
                    <a:pt x="16" y="53"/>
                    <a:pt x="16" y="53"/>
                    <a:pt x="16" y="53"/>
                  </a:cubicBezTo>
                  <a:cubicBezTo>
                    <a:pt x="16" y="6"/>
                    <a:pt x="0" y="0"/>
                    <a:pt x="0" y="0"/>
                  </a:cubicBezTo>
                  <a:cubicBezTo>
                    <a:pt x="82" y="0"/>
                    <a:pt x="108" y="54"/>
                    <a:pt x="108" y="54"/>
                  </a:cubicBez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774" name="Freeform 50">
              <a:extLst>
                <a:ext uri="{FF2B5EF4-FFF2-40B4-BE49-F238E27FC236}">
                  <a16:creationId xmlns:a16="http://schemas.microsoft.com/office/drawing/2014/main" id="{96E6224B-D314-421A-1222-4F38F472FD6D}"/>
                </a:ext>
              </a:extLst>
            </p:cNvPr>
            <p:cNvSpPr>
              <a:spLocks/>
            </p:cNvSpPr>
            <p:nvPr/>
          </p:nvSpPr>
          <p:spPr bwMode="auto">
            <a:xfrm>
              <a:off x="5295900" y="4648200"/>
              <a:ext cx="498542" cy="522500"/>
            </a:xfrm>
            <a:custGeom>
              <a:avLst/>
              <a:gdLst>
                <a:gd name="T0" fmla="*/ 0 w 123"/>
                <a:gd name="T1" fmla="*/ 2147483646 h 107"/>
                <a:gd name="T2" fmla="*/ 2147483646 w 123"/>
                <a:gd name="T3" fmla="*/ 2147483646 h 107"/>
                <a:gd name="T4" fmla="*/ 2147483646 w 123"/>
                <a:gd name="T5" fmla="*/ 2147483646 h 107"/>
                <a:gd name="T6" fmla="*/ 2147483646 w 123"/>
                <a:gd name="T7" fmla="*/ 0 h 107"/>
                <a:gd name="T8" fmla="*/ 0 w 123"/>
                <a:gd name="T9" fmla="*/ 0 h 107"/>
                <a:gd name="T10" fmla="*/ 0 w 123"/>
                <a:gd name="T11" fmla="*/ 2147483646 h 107"/>
                <a:gd name="T12" fmla="*/ 0 60000 65536"/>
                <a:gd name="T13" fmla="*/ 0 60000 65536"/>
                <a:gd name="T14" fmla="*/ 0 60000 65536"/>
                <a:gd name="T15" fmla="*/ 0 60000 65536"/>
                <a:gd name="T16" fmla="*/ 0 60000 65536"/>
                <a:gd name="T17" fmla="*/ 0 60000 65536"/>
                <a:gd name="T18" fmla="*/ 0 w 123"/>
                <a:gd name="T19" fmla="*/ 0 h 107"/>
                <a:gd name="T20" fmla="*/ 123 w 123"/>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23" h="107">
                  <a:moveTo>
                    <a:pt x="0" y="107"/>
                  </a:moveTo>
                  <a:cubicBezTo>
                    <a:pt x="69" y="107"/>
                    <a:pt x="69" y="107"/>
                    <a:pt x="69" y="107"/>
                  </a:cubicBezTo>
                  <a:cubicBezTo>
                    <a:pt x="99" y="107"/>
                    <a:pt x="123" y="83"/>
                    <a:pt x="123" y="53"/>
                  </a:cubicBezTo>
                  <a:cubicBezTo>
                    <a:pt x="123" y="24"/>
                    <a:pt x="99" y="0"/>
                    <a:pt x="69" y="0"/>
                  </a:cubicBezTo>
                  <a:cubicBezTo>
                    <a:pt x="0" y="0"/>
                    <a:pt x="0" y="0"/>
                    <a:pt x="0" y="0"/>
                  </a:cubicBezTo>
                  <a:lnTo>
                    <a:pt x="0" y="107"/>
                  </a:ln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74775" name="Straight Connector 58">
              <a:extLst>
                <a:ext uri="{FF2B5EF4-FFF2-40B4-BE49-F238E27FC236}">
                  <a16:creationId xmlns:a16="http://schemas.microsoft.com/office/drawing/2014/main" id="{2CE04E47-45A3-F1C1-AFDC-9369E11A985D}"/>
                </a:ext>
              </a:extLst>
            </p:cNvPr>
            <p:cNvCxnSpPr>
              <a:cxnSpLocks noChangeShapeType="1"/>
            </p:cNvCxnSpPr>
            <p:nvPr/>
          </p:nvCxnSpPr>
          <p:spPr bwMode="auto">
            <a:xfrm>
              <a:off x="5765800" y="3975100"/>
              <a:ext cx="27432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76" name="Straight Connector 59">
              <a:extLst>
                <a:ext uri="{FF2B5EF4-FFF2-40B4-BE49-F238E27FC236}">
                  <a16:creationId xmlns:a16="http://schemas.microsoft.com/office/drawing/2014/main" id="{B7CF8DE4-2AA9-402A-9DE2-5F06DC8636AB}"/>
                </a:ext>
              </a:extLst>
            </p:cNvPr>
            <p:cNvCxnSpPr>
              <a:cxnSpLocks noChangeShapeType="1"/>
            </p:cNvCxnSpPr>
            <p:nvPr/>
          </p:nvCxnSpPr>
          <p:spPr bwMode="auto">
            <a:xfrm>
              <a:off x="5791200" y="4889500"/>
              <a:ext cx="585216"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77" name="Straight Connector 60">
              <a:extLst>
                <a:ext uri="{FF2B5EF4-FFF2-40B4-BE49-F238E27FC236}">
                  <a16:creationId xmlns:a16="http://schemas.microsoft.com/office/drawing/2014/main" id="{57E1F6B3-19C9-ED58-B767-3CCB5B6ABC99}"/>
                </a:ext>
              </a:extLst>
            </p:cNvPr>
            <p:cNvCxnSpPr>
              <a:cxnSpLocks noChangeShapeType="1"/>
            </p:cNvCxnSpPr>
            <p:nvPr/>
          </p:nvCxnSpPr>
          <p:spPr bwMode="auto">
            <a:xfrm>
              <a:off x="4889500" y="3848100"/>
              <a:ext cx="36576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78" name="Straight Connector 61">
              <a:extLst>
                <a:ext uri="{FF2B5EF4-FFF2-40B4-BE49-F238E27FC236}">
                  <a16:creationId xmlns:a16="http://schemas.microsoft.com/office/drawing/2014/main" id="{DCF40FE1-71DB-A6C1-CD5B-47E621F11153}"/>
                </a:ext>
              </a:extLst>
            </p:cNvPr>
            <p:cNvCxnSpPr>
              <a:cxnSpLocks noChangeShapeType="1"/>
            </p:cNvCxnSpPr>
            <p:nvPr/>
          </p:nvCxnSpPr>
          <p:spPr bwMode="auto">
            <a:xfrm>
              <a:off x="4876800" y="4114800"/>
              <a:ext cx="36576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79" name="Straight Connector 62">
              <a:extLst>
                <a:ext uri="{FF2B5EF4-FFF2-40B4-BE49-F238E27FC236}">
                  <a16:creationId xmlns:a16="http://schemas.microsoft.com/office/drawing/2014/main" id="{A129C8CD-B6B6-0CD4-F3E6-E6ED75182B57}"/>
                </a:ext>
              </a:extLst>
            </p:cNvPr>
            <p:cNvCxnSpPr>
              <a:cxnSpLocks noChangeShapeType="1"/>
            </p:cNvCxnSpPr>
            <p:nvPr/>
          </p:nvCxnSpPr>
          <p:spPr bwMode="auto">
            <a:xfrm>
              <a:off x="4889500" y="4800600"/>
              <a:ext cx="41148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80" name="Straight Connector 63">
              <a:extLst>
                <a:ext uri="{FF2B5EF4-FFF2-40B4-BE49-F238E27FC236}">
                  <a16:creationId xmlns:a16="http://schemas.microsoft.com/office/drawing/2014/main" id="{579EA168-9FB9-C0D1-6509-4740708F31A3}"/>
                </a:ext>
              </a:extLst>
            </p:cNvPr>
            <p:cNvCxnSpPr>
              <a:cxnSpLocks noChangeShapeType="1"/>
            </p:cNvCxnSpPr>
            <p:nvPr/>
          </p:nvCxnSpPr>
          <p:spPr bwMode="auto">
            <a:xfrm>
              <a:off x="4876800" y="5509903"/>
              <a:ext cx="192024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74781" name="TextBox 64">
              <a:extLst>
                <a:ext uri="{FF2B5EF4-FFF2-40B4-BE49-F238E27FC236}">
                  <a16:creationId xmlns:a16="http://schemas.microsoft.com/office/drawing/2014/main" id="{B1BA81C9-EE62-8AB9-273B-0BBD8FBFAACE}"/>
                </a:ext>
              </a:extLst>
            </p:cNvPr>
            <p:cNvSpPr txBox="1">
              <a:spLocks noChangeArrowheads="1"/>
            </p:cNvSpPr>
            <p:nvPr/>
          </p:nvSpPr>
          <p:spPr bwMode="auto">
            <a:xfrm>
              <a:off x="5816600" y="4572000"/>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S0</a:t>
              </a:r>
              <a:endParaRPr lang="en-GB" altLang="en-US" b="0" u="none"/>
            </a:p>
          </p:txBody>
        </p:sp>
        <p:sp>
          <p:nvSpPr>
            <p:cNvPr id="74782" name="TextBox 65">
              <a:extLst>
                <a:ext uri="{FF2B5EF4-FFF2-40B4-BE49-F238E27FC236}">
                  <a16:creationId xmlns:a16="http://schemas.microsoft.com/office/drawing/2014/main" id="{6BD17E6D-2C9B-B12E-040F-F8D1DC384827}"/>
                </a:ext>
              </a:extLst>
            </p:cNvPr>
            <p:cNvSpPr txBox="1">
              <a:spLocks noChangeArrowheads="1"/>
            </p:cNvSpPr>
            <p:nvPr/>
          </p:nvSpPr>
          <p:spPr bwMode="auto">
            <a:xfrm>
              <a:off x="5626100" y="3581400"/>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S1</a:t>
              </a:r>
              <a:endParaRPr lang="en-GB" altLang="en-US" b="0" u="none"/>
            </a:p>
          </p:txBody>
        </p:sp>
        <p:sp>
          <p:nvSpPr>
            <p:cNvPr id="74783" name="TextBox 66">
              <a:extLst>
                <a:ext uri="{FF2B5EF4-FFF2-40B4-BE49-F238E27FC236}">
                  <a16:creationId xmlns:a16="http://schemas.microsoft.com/office/drawing/2014/main" id="{C0A0FC9F-6D1F-2497-CB6F-29ADE20B683C}"/>
                </a:ext>
              </a:extLst>
            </p:cNvPr>
            <p:cNvSpPr txBox="1">
              <a:spLocks noChangeArrowheads="1"/>
            </p:cNvSpPr>
            <p:nvPr/>
          </p:nvSpPr>
          <p:spPr bwMode="auto">
            <a:xfrm>
              <a:off x="4419600" y="3657600"/>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A1</a:t>
              </a:r>
              <a:endParaRPr lang="en-GB" altLang="en-US" b="0" u="none"/>
            </a:p>
          </p:txBody>
        </p:sp>
        <p:sp>
          <p:nvSpPr>
            <p:cNvPr id="74784" name="TextBox 67">
              <a:extLst>
                <a:ext uri="{FF2B5EF4-FFF2-40B4-BE49-F238E27FC236}">
                  <a16:creationId xmlns:a16="http://schemas.microsoft.com/office/drawing/2014/main" id="{F55FF820-073F-4AE1-2B9A-6745BADCAE5B}"/>
                </a:ext>
              </a:extLst>
            </p:cNvPr>
            <p:cNvSpPr txBox="1">
              <a:spLocks noChangeArrowheads="1"/>
            </p:cNvSpPr>
            <p:nvPr/>
          </p:nvSpPr>
          <p:spPr bwMode="auto">
            <a:xfrm>
              <a:off x="4419600" y="3962400"/>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B1</a:t>
              </a:r>
              <a:endParaRPr lang="en-GB" altLang="en-US" b="0" u="none"/>
            </a:p>
          </p:txBody>
        </p:sp>
        <p:sp>
          <p:nvSpPr>
            <p:cNvPr id="74785" name="TextBox 68">
              <a:extLst>
                <a:ext uri="{FF2B5EF4-FFF2-40B4-BE49-F238E27FC236}">
                  <a16:creationId xmlns:a16="http://schemas.microsoft.com/office/drawing/2014/main" id="{57ACE36A-F75A-E7B0-3BF0-7E2402E545B6}"/>
                </a:ext>
              </a:extLst>
            </p:cNvPr>
            <p:cNvSpPr txBox="1">
              <a:spLocks noChangeArrowheads="1"/>
            </p:cNvSpPr>
            <p:nvPr/>
          </p:nvSpPr>
          <p:spPr bwMode="auto">
            <a:xfrm>
              <a:off x="4419600" y="4572000"/>
              <a:ext cx="4987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A0</a:t>
              </a:r>
              <a:endParaRPr lang="en-GB" altLang="en-US" b="0" u="none"/>
            </a:p>
          </p:txBody>
        </p:sp>
        <p:sp>
          <p:nvSpPr>
            <p:cNvPr id="74786" name="TextBox 69">
              <a:extLst>
                <a:ext uri="{FF2B5EF4-FFF2-40B4-BE49-F238E27FC236}">
                  <a16:creationId xmlns:a16="http://schemas.microsoft.com/office/drawing/2014/main" id="{5882A643-2A52-AA07-3F98-9A1BB8165E87}"/>
                </a:ext>
              </a:extLst>
            </p:cNvPr>
            <p:cNvSpPr txBox="1">
              <a:spLocks noChangeArrowheads="1"/>
            </p:cNvSpPr>
            <p:nvPr/>
          </p:nvSpPr>
          <p:spPr bwMode="auto">
            <a:xfrm>
              <a:off x="4279900" y="4851400"/>
              <a:ext cx="7400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CLR</a:t>
              </a:r>
              <a:endParaRPr lang="en-GB" altLang="en-US" b="0" u="none"/>
            </a:p>
          </p:txBody>
        </p:sp>
        <p:sp>
          <p:nvSpPr>
            <p:cNvPr id="74787" name="TextBox 70">
              <a:extLst>
                <a:ext uri="{FF2B5EF4-FFF2-40B4-BE49-F238E27FC236}">
                  <a16:creationId xmlns:a16="http://schemas.microsoft.com/office/drawing/2014/main" id="{DFCE0EF0-EC21-AFF1-D960-8D07177788F9}"/>
                </a:ext>
              </a:extLst>
            </p:cNvPr>
            <p:cNvSpPr txBox="1">
              <a:spLocks noChangeArrowheads="1"/>
            </p:cNvSpPr>
            <p:nvPr/>
          </p:nvSpPr>
          <p:spPr bwMode="auto">
            <a:xfrm>
              <a:off x="4267200" y="5308600"/>
              <a:ext cx="68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CLK</a:t>
              </a:r>
              <a:endParaRPr lang="en-GB" altLang="en-US" b="0" u="none"/>
            </a:p>
          </p:txBody>
        </p:sp>
        <p:sp>
          <p:nvSpPr>
            <p:cNvPr id="72" name="Rectangle 64">
              <a:extLst>
                <a:ext uri="{FF2B5EF4-FFF2-40B4-BE49-F238E27FC236}">
                  <a16:creationId xmlns:a16="http://schemas.microsoft.com/office/drawing/2014/main" id="{94784DBC-6EA5-415E-9420-804E2E89D598}"/>
                </a:ext>
              </a:extLst>
            </p:cNvPr>
            <p:cNvSpPr>
              <a:spLocks noChangeArrowheads="1"/>
            </p:cNvSpPr>
            <p:nvPr/>
          </p:nvSpPr>
          <p:spPr bwMode="auto">
            <a:xfrm>
              <a:off x="7061200" y="1841407"/>
              <a:ext cx="822325" cy="1280959"/>
            </a:xfrm>
            <a:prstGeom prst="rect">
              <a:avLst/>
            </a:prstGeom>
            <a:solidFill>
              <a:schemeClr val="accent1">
                <a:lumMod val="60000"/>
                <a:lumOff val="40000"/>
              </a:schemeClr>
            </a:solidFill>
            <a:ln w="28575" cap="rnd">
              <a:solidFill>
                <a:srgbClr val="000000"/>
              </a:solidFill>
              <a:round/>
              <a:headEnd/>
              <a:tailEnd/>
            </a:ln>
          </p:spPr>
          <p:txBody>
            <a:bodyPr/>
            <a:lstStyle/>
            <a:p>
              <a:pPr eaLnBrk="1" hangingPunct="1">
                <a:defRPr/>
              </a:pPr>
              <a:endParaRPr lang="ru-RU" sz="2000" dirty="0">
                <a:latin typeface="Arial" charset="0"/>
                <a:cs typeface="Arial" charset="0"/>
              </a:endParaRPr>
            </a:p>
          </p:txBody>
        </p:sp>
        <p:sp>
          <p:nvSpPr>
            <p:cNvPr id="74789" name="Rectangle 65">
              <a:extLst>
                <a:ext uri="{FF2B5EF4-FFF2-40B4-BE49-F238E27FC236}">
                  <a16:creationId xmlns:a16="http://schemas.microsoft.com/office/drawing/2014/main" id="{8C094E22-7ECD-D135-E7AB-41FCB3EC32DB}"/>
                </a:ext>
              </a:extLst>
            </p:cNvPr>
            <p:cNvSpPr>
              <a:spLocks noChangeArrowheads="1"/>
            </p:cNvSpPr>
            <p:nvPr/>
          </p:nvSpPr>
          <p:spPr bwMode="auto">
            <a:xfrm>
              <a:off x="7124700" y="2139951"/>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2000" b="0" u="none">
                  <a:solidFill>
                    <a:srgbClr val="000000"/>
                  </a:solidFill>
                </a:rPr>
                <a:t>D</a:t>
              </a:r>
              <a:endParaRPr lang="ru-RU" altLang="en-US" sz="2000" b="0" u="none"/>
            </a:p>
          </p:txBody>
        </p:sp>
        <p:sp>
          <p:nvSpPr>
            <p:cNvPr id="74790" name="Rectangle 66">
              <a:extLst>
                <a:ext uri="{FF2B5EF4-FFF2-40B4-BE49-F238E27FC236}">
                  <a16:creationId xmlns:a16="http://schemas.microsoft.com/office/drawing/2014/main" id="{21F37850-B65F-239B-9B37-24D7CF96B805}"/>
                </a:ext>
              </a:extLst>
            </p:cNvPr>
            <p:cNvSpPr>
              <a:spLocks noChangeArrowheads="1"/>
            </p:cNvSpPr>
            <p:nvPr/>
          </p:nvSpPr>
          <p:spPr bwMode="auto">
            <a:xfrm>
              <a:off x="8369300" y="2108200"/>
              <a:ext cx="196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2000" b="0" u="none">
                  <a:solidFill>
                    <a:srgbClr val="000000"/>
                  </a:solidFill>
                </a:rPr>
                <a:t>Q</a:t>
              </a:r>
              <a:endParaRPr lang="ru-RU" altLang="en-US" sz="2000" b="0" u="none"/>
            </a:p>
          </p:txBody>
        </p:sp>
        <p:sp>
          <p:nvSpPr>
            <p:cNvPr id="75" name="AutoShape 17">
              <a:extLst>
                <a:ext uri="{FF2B5EF4-FFF2-40B4-BE49-F238E27FC236}">
                  <a16:creationId xmlns:a16="http://schemas.microsoft.com/office/drawing/2014/main" id="{41631492-1A09-42EB-A322-5C87EF40DF71}"/>
                </a:ext>
              </a:extLst>
            </p:cNvPr>
            <p:cNvSpPr>
              <a:spLocks noChangeArrowheads="1"/>
            </p:cNvSpPr>
            <p:nvPr/>
          </p:nvSpPr>
          <p:spPr bwMode="auto">
            <a:xfrm rot="5400000">
              <a:off x="7038190" y="2746961"/>
              <a:ext cx="155556" cy="106362"/>
            </a:xfrm>
            <a:prstGeom prst="triangle">
              <a:avLst>
                <a:gd name="adj" fmla="val 50000"/>
              </a:avLst>
            </a:prstGeom>
            <a:solidFill>
              <a:schemeClr val="accent1">
                <a:lumMod val="60000"/>
                <a:lumOff val="40000"/>
              </a:schemeClr>
            </a:solidFill>
            <a:ln w="28575">
              <a:solidFill>
                <a:srgbClr val="000000"/>
              </a:solidFill>
              <a:miter lim="800000"/>
              <a:headEnd/>
              <a:tailEnd/>
            </a:ln>
          </p:spPr>
          <p:txBody>
            <a:bodyPr/>
            <a:lstStyle/>
            <a:p>
              <a:pPr eaLnBrk="1" hangingPunct="1">
                <a:defRPr/>
              </a:pPr>
              <a:endParaRPr lang="ru-RU" sz="2000">
                <a:latin typeface="Arial" charset="0"/>
                <a:cs typeface="Arial" charset="0"/>
              </a:endParaRPr>
            </a:p>
          </p:txBody>
        </p:sp>
        <p:cxnSp>
          <p:nvCxnSpPr>
            <p:cNvPr id="74792" name="Straight Connector 75">
              <a:extLst>
                <a:ext uri="{FF2B5EF4-FFF2-40B4-BE49-F238E27FC236}">
                  <a16:creationId xmlns:a16="http://schemas.microsoft.com/office/drawing/2014/main" id="{4142F8E1-E68C-BA9F-2FA5-6C8386D41BF7}"/>
                </a:ext>
              </a:extLst>
            </p:cNvPr>
            <p:cNvCxnSpPr>
              <a:cxnSpLocks noChangeShapeType="1"/>
            </p:cNvCxnSpPr>
            <p:nvPr/>
          </p:nvCxnSpPr>
          <p:spPr bwMode="auto">
            <a:xfrm flipV="1">
              <a:off x="7886700" y="2286000"/>
              <a:ext cx="41148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93" name="Straight Connector 77">
              <a:extLst>
                <a:ext uri="{FF2B5EF4-FFF2-40B4-BE49-F238E27FC236}">
                  <a16:creationId xmlns:a16="http://schemas.microsoft.com/office/drawing/2014/main" id="{F9E25EFE-EB7C-445E-B4DA-09AAF651828D}"/>
                </a:ext>
              </a:extLst>
            </p:cNvPr>
            <p:cNvCxnSpPr>
              <a:cxnSpLocks noChangeShapeType="1"/>
            </p:cNvCxnSpPr>
            <p:nvPr/>
          </p:nvCxnSpPr>
          <p:spPr bwMode="auto">
            <a:xfrm rot="5400000">
              <a:off x="5437632" y="4163568"/>
              <a:ext cx="268833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94" name="Straight Connector 79">
              <a:extLst>
                <a:ext uri="{FF2B5EF4-FFF2-40B4-BE49-F238E27FC236}">
                  <a16:creationId xmlns:a16="http://schemas.microsoft.com/office/drawing/2014/main" id="{B384B30E-3E4C-97A1-9DBF-526ABDCD2DCF}"/>
                </a:ext>
              </a:extLst>
            </p:cNvPr>
            <p:cNvCxnSpPr>
              <a:cxnSpLocks noChangeShapeType="1"/>
            </p:cNvCxnSpPr>
            <p:nvPr/>
          </p:nvCxnSpPr>
          <p:spPr bwMode="auto">
            <a:xfrm>
              <a:off x="6769100" y="2806700"/>
              <a:ext cx="27432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81" name="Oval 80">
              <a:extLst>
                <a:ext uri="{FF2B5EF4-FFF2-40B4-BE49-F238E27FC236}">
                  <a16:creationId xmlns:a16="http://schemas.microsoft.com/office/drawing/2014/main" id="{B4DD5A16-D837-4E74-8D03-FAEB93F27BED}"/>
                </a:ext>
              </a:extLst>
            </p:cNvPr>
            <p:cNvSpPr/>
            <p:nvPr/>
          </p:nvSpPr>
          <p:spPr bwMode="auto">
            <a:xfrm>
              <a:off x="7391400" y="3123952"/>
              <a:ext cx="136525" cy="138096"/>
            </a:xfrm>
            <a:prstGeom prst="ellipse">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GB">
                <a:latin typeface="Arial" charset="0"/>
                <a:cs typeface="Arial" charset="0"/>
              </a:endParaRPr>
            </a:p>
          </p:txBody>
        </p:sp>
        <p:cxnSp>
          <p:nvCxnSpPr>
            <p:cNvPr id="74796" name="Straight Connector 81">
              <a:extLst>
                <a:ext uri="{FF2B5EF4-FFF2-40B4-BE49-F238E27FC236}">
                  <a16:creationId xmlns:a16="http://schemas.microsoft.com/office/drawing/2014/main" id="{834778CD-364A-2BD4-E778-248E133FC434}"/>
                </a:ext>
              </a:extLst>
            </p:cNvPr>
            <p:cNvCxnSpPr>
              <a:cxnSpLocks noChangeShapeType="1"/>
            </p:cNvCxnSpPr>
            <p:nvPr/>
          </p:nvCxnSpPr>
          <p:spPr bwMode="auto">
            <a:xfrm>
              <a:off x="4876800" y="5029200"/>
              <a:ext cx="411480" cy="18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97" name="Straight Connector 83">
              <a:extLst>
                <a:ext uri="{FF2B5EF4-FFF2-40B4-BE49-F238E27FC236}">
                  <a16:creationId xmlns:a16="http://schemas.microsoft.com/office/drawing/2014/main" id="{B5CB9607-5484-7355-375B-DD7602015F3E}"/>
                </a:ext>
              </a:extLst>
            </p:cNvPr>
            <p:cNvCxnSpPr>
              <a:cxnSpLocks noChangeShapeType="1"/>
            </p:cNvCxnSpPr>
            <p:nvPr/>
          </p:nvCxnSpPr>
          <p:spPr bwMode="auto">
            <a:xfrm rot="5400000">
              <a:off x="4953000" y="5181600"/>
              <a:ext cx="304800" cy="1588"/>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74798" name="Straight Connector 85">
              <a:extLst>
                <a:ext uri="{FF2B5EF4-FFF2-40B4-BE49-F238E27FC236}">
                  <a16:creationId xmlns:a16="http://schemas.microsoft.com/office/drawing/2014/main" id="{C9F6F2A2-6920-B0AE-7D8B-8621C6BD5FEA}"/>
                </a:ext>
              </a:extLst>
            </p:cNvPr>
            <p:cNvCxnSpPr>
              <a:cxnSpLocks noChangeShapeType="1"/>
            </p:cNvCxnSpPr>
            <p:nvPr/>
          </p:nvCxnSpPr>
          <p:spPr bwMode="auto">
            <a:xfrm flipV="1">
              <a:off x="5105400" y="5321300"/>
              <a:ext cx="237744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4799" name="Straight Connector 87">
              <a:extLst>
                <a:ext uri="{FF2B5EF4-FFF2-40B4-BE49-F238E27FC236}">
                  <a16:creationId xmlns:a16="http://schemas.microsoft.com/office/drawing/2014/main" id="{77202DEC-DBBA-FCB8-3CD2-03DA75FB7080}"/>
                </a:ext>
              </a:extLst>
            </p:cNvPr>
            <p:cNvCxnSpPr>
              <a:cxnSpLocks noChangeShapeType="1"/>
            </p:cNvCxnSpPr>
            <p:nvPr/>
          </p:nvCxnSpPr>
          <p:spPr bwMode="auto">
            <a:xfrm rot="16200000" flipH="1">
              <a:off x="6448552" y="4304038"/>
              <a:ext cx="2048256"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74800" name="TextBox 89">
              <a:extLst>
                <a:ext uri="{FF2B5EF4-FFF2-40B4-BE49-F238E27FC236}">
                  <a16:creationId xmlns:a16="http://schemas.microsoft.com/office/drawing/2014/main" id="{855BF386-326E-A08E-E99F-89E6506B66F9}"/>
                </a:ext>
              </a:extLst>
            </p:cNvPr>
            <p:cNvSpPr txBox="1">
              <a:spLocks noChangeArrowheads="1"/>
            </p:cNvSpPr>
            <p:nvPr/>
          </p:nvSpPr>
          <p:spPr bwMode="auto">
            <a:xfrm>
              <a:off x="6705600" y="1066800"/>
              <a:ext cx="1981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S-module</a:t>
              </a:r>
              <a:endParaRPr lang="en-GB" altLang="en-US" sz="2000" b="0" u="none"/>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BDCC27F0-E43B-FF0E-59CB-0CA2A4FA6902}"/>
              </a:ext>
            </a:extLst>
          </p:cNvPr>
          <p:cNvSpPr>
            <a:spLocks noGrp="1" noChangeArrowheads="1"/>
          </p:cNvSpPr>
          <p:nvPr>
            <p:ph type="title"/>
          </p:nvPr>
        </p:nvSpPr>
        <p:spPr>
          <a:xfrm>
            <a:off x="0" y="183401"/>
            <a:ext cx="11612880" cy="704088"/>
          </a:xfrm>
        </p:spPr>
        <p:txBody>
          <a:bodyPr/>
          <a:lstStyle/>
          <a:p>
            <a:r>
              <a:rPr lang="en-US" altLang="en-US"/>
              <a:t>ACT3</a:t>
            </a:r>
            <a:endParaRPr lang="en-GB" altLang="en-US"/>
          </a:p>
        </p:txBody>
      </p:sp>
      <p:grpSp>
        <p:nvGrpSpPr>
          <p:cNvPr id="75779" name="Group 51">
            <a:extLst>
              <a:ext uri="{FF2B5EF4-FFF2-40B4-BE49-F238E27FC236}">
                <a16:creationId xmlns:a16="http://schemas.microsoft.com/office/drawing/2014/main" id="{E23DC769-8E78-4B9F-AE42-E31157F11BD3}"/>
              </a:ext>
            </a:extLst>
          </p:cNvPr>
          <p:cNvGrpSpPr>
            <a:grpSpLocks/>
          </p:cNvGrpSpPr>
          <p:nvPr/>
        </p:nvGrpSpPr>
        <p:grpSpPr bwMode="auto">
          <a:xfrm>
            <a:off x="2817814" y="1400176"/>
            <a:ext cx="4878387" cy="4238625"/>
            <a:chOff x="1293425" y="1400300"/>
            <a:chExt cx="4878775" cy="4238500"/>
          </a:xfrm>
        </p:grpSpPr>
        <p:sp>
          <p:nvSpPr>
            <p:cNvPr id="75780" name="AutoShape 36">
              <a:extLst>
                <a:ext uri="{FF2B5EF4-FFF2-40B4-BE49-F238E27FC236}">
                  <a16:creationId xmlns:a16="http://schemas.microsoft.com/office/drawing/2014/main" id="{E7F8A3D8-796F-A9FC-6C2C-1DC8090F7B30}"/>
                </a:ext>
              </a:extLst>
            </p:cNvPr>
            <p:cNvSpPr>
              <a:spLocks noChangeArrowheads="1"/>
            </p:cNvSpPr>
            <p:nvPr/>
          </p:nvSpPr>
          <p:spPr bwMode="auto">
            <a:xfrm flipH="1">
              <a:off x="2362200" y="3505200"/>
              <a:ext cx="548640" cy="548640"/>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75781" name="Oval 66">
              <a:extLst>
                <a:ext uri="{FF2B5EF4-FFF2-40B4-BE49-F238E27FC236}">
                  <a16:creationId xmlns:a16="http://schemas.microsoft.com/office/drawing/2014/main" id="{3C33D5C4-7618-0E55-E49E-97A1A9D673CD}"/>
                </a:ext>
              </a:extLst>
            </p:cNvPr>
            <p:cNvSpPr>
              <a:spLocks noChangeArrowheads="1"/>
            </p:cNvSpPr>
            <p:nvPr/>
          </p:nvSpPr>
          <p:spPr bwMode="auto">
            <a:xfrm>
              <a:off x="4736275" y="2995550"/>
              <a:ext cx="137160" cy="137160"/>
            </a:xfrm>
            <a:prstGeom prst="ellipse">
              <a:avLst/>
            </a:prstGeom>
            <a:solidFill>
              <a:srgbClr val="FFFFFF"/>
            </a:solidFill>
            <a:ln w="28575">
              <a:solidFill>
                <a:schemeClr val="tx1"/>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5" name="Rectangle 68">
              <a:extLst>
                <a:ext uri="{FF2B5EF4-FFF2-40B4-BE49-F238E27FC236}">
                  <a16:creationId xmlns:a16="http://schemas.microsoft.com/office/drawing/2014/main" id="{6BC6ED3C-6B5E-4D13-B543-E42BE31FE868}"/>
                </a:ext>
              </a:extLst>
            </p:cNvPr>
            <p:cNvSpPr>
              <a:spLocks noChangeArrowheads="1"/>
            </p:cNvSpPr>
            <p:nvPr/>
          </p:nvSpPr>
          <p:spPr bwMode="auto">
            <a:xfrm>
              <a:off x="4430574" y="1981308"/>
              <a:ext cx="261311" cy="246214"/>
            </a:xfrm>
            <a:prstGeom prst="rect">
              <a:avLst/>
            </a:prstGeom>
            <a:noFill/>
            <a:ln w="28575">
              <a:noFill/>
              <a:miter lim="800000"/>
              <a:headEnd/>
              <a:tailEnd/>
            </a:ln>
          </p:spPr>
          <p:txBody>
            <a:bodyPr wrap="none" lIns="0" tIns="0" rIns="0" bIns="0">
              <a:spAutoFit/>
            </a:bodyPr>
            <a:lstStyle/>
            <a:p>
              <a:pPr eaLnBrk="1" hangingPunct="1">
                <a:defRPr/>
              </a:pPr>
              <a:r>
                <a:rPr lang="en-US" sz="1600" dirty="0">
                  <a:solidFill>
                    <a:srgbClr val="000000"/>
                  </a:solidFill>
                  <a:latin typeface="+mj-lt"/>
                  <a:cs typeface="Arial" charset="0"/>
                </a:rPr>
                <a:t>D1</a:t>
              </a:r>
              <a:endParaRPr lang="en-US" sz="2400" dirty="0">
                <a:latin typeface="+mj-lt"/>
                <a:cs typeface="Arial" charset="0"/>
              </a:endParaRPr>
            </a:p>
          </p:txBody>
        </p:sp>
        <p:sp>
          <p:nvSpPr>
            <p:cNvPr id="6" name="Rectangle 69">
              <a:extLst>
                <a:ext uri="{FF2B5EF4-FFF2-40B4-BE49-F238E27FC236}">
                  <a16:creationId xmlns:a16="http://schemas.microsoft.com/office/drawing/2014/main" id="{98E59B8F-9040-47E0-8C8B-661B3838CD61}"/>
                </a:ext>
              </a:extLst>
            </p:cNvPr>
            <p:cNvSpPr>
              <a:spLocks noChangeArrowheads="1"/>
            </p:cNvSpPr>
            <p:nvPr/>
          </p:nvSpPr>
          <p:spPr bwMode="auto">
            <a:xfrm>
              <a:off x="4924326" y="1981308"/>
              <a:ext cx="274660" cy="246056"/>
            </a:xfrm>
            <a:prstGeom prst="rect">
              <a:avLst/>
            </a:prstGeom>
            <a:noFill/>
            <a:ln w="28575">
              <a:noFill/>
              <a:miter lim="800000"/>
              <a:headEnd/>
              <a:tailEnd/>
            </a:ln>
          </p:spPr>
          <p:txBody>
            <a:bodyPr wrap="none" lIns="0" tIns="0" rIns="0" bIns="0">
              <a:spAutoFit/>
            </a:bodyPr>
            <a:lstStyle/>
            <a:p>
              <a:pPr eaLnBrk="1" hangingPunct="1">
                <a:defRPr/>
              </a:pPr>
              <a:r>
                <a:rPr lang="en-US" sz="1600" dirty="0">
                  <a:solidFill>
                    <a:srgbClr val="000000"/>
                  </a:solidFill>
                  <a:latin typeface="+mj-lt"/>
                  <a:cs typeface="Arial" charset="0"/>
                </a:rPr>
                <a:t>Q1</a:t>
              </a:r>
              <a:endParaRPr lang="en-US" sz="2400" dirty="0">
                <a:latin typeface="+mj-lt"/>
                <a:cs typeface="Arial" charset="0"/>
              </a:endParaRPr>
            </a:p>
          </p:txBody>
        </p:sp>
        <p:sp>
          <p:nvSpPr>
            <p:cNvPr id="75784" name="Freeform 70">
              <a:extLst>
                <a:ext uri="{FF2B5EF4-FFF2-40B4-BE49-F238E27FC236}">
                  <a16:creationId xmlns:a16="http://schemas.microsoft.com/office/drawing/2014/main" id="{0C5AA802-AC2A-65CA-1059-4C52C21B2F93}"/>
                </a:ext>
              </a:extLst>
            </p:cNvPr>
            <p:cNvSpPr>
              <a:spLocks/>
            </p:cNvSpPr>
            <p:nvPr/>
          </p:nvSpPr>
          <p:spPr bwMode="auto">
            <a:xfrm>
              <a:off x="4384550" y="2611437"/>
              <a:ext cx="169862" cy="176213"/>
            </a:xfrm>
            <a:custGeom>
              <a:avLst/>
              <a:gdLst>
                <a:gd name="T0" fmla="*/ 0 w 129"/>
                <a:gd name="T1" fmla="*/ 176213 h 133"/>
                <a:gd name="T2" fmla="*/ 169862 w 129"/>
                <a:gd name="T3" fmla="*/ 87444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noFill/>
            <a:ln w="28575"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785" name="Rectangle 71">
              <a:extLst>
                <a:ext uri="{FF2B5EF4-FFF2-40B4-BE49-F238E27FC236}">
                  <a16:creationId xmlns:a16="http://schemas.microsoft.com/office/drawing/2014/main" id="{D5DBBE10-5C80-BDBD-43C9-18B25FCFDDC2}"/>
                </a:ext>
              </a:extLst>
            </p:cNvPr>
            <p:cNvSpPr>
              <a:spLocks noChangeArrowheads="1"/>
            </p:cNvSpPr>
            <p:nvPr/>
          </p:nvSpPr>
          <p:spPr bwMode="auto">
            <a:xfrm>
              <a:off x="4378200" y="1784350"/>
              <a:ext cx="833437" cy="12049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75786" name="AutoShape 78">
              <a:extLst>
                <a:ext uri="{FF2B5EF4-FFF2-40B4-BE49-F238E27FC236}">
                  <a16:creationId xmlns:a16="http://schemas.microsoft.com/office/drawing/2014/main" id="{612255EA-8D76-7D56-C67A-A65DA5D7A4A1}"/>
                </a:ext>
              </a:extLst>
            </p:cNvPr>
            <p:cNvSpPr>
              <a:spLocks noChangeArrowheads="1"/>
            </p:cNvSpPr>
            <p:nvPr/>
          </p:nvSpPr>
          <p:spPr bwMode="auto">
            <a:xfrm>
              <a:off x="2402775" y="4365175"/>
              <a:ext cx="457200" cy="548640"/>
            </a:xfrm>
            <a:prstGeom prst="flowChartDelay">
              <a:avLst/>
            </a:prstGeom>
            <a:solidFill>
              <a:srgbClr val="FFFFFF"/>
            </a:solidFill>
            <a:ln w="2222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0" name="Trapezoid 9">
              <a:extLst>
                <a:ext uri="{FF2B5EF4-FFF2-40B4-BE49-F238E27FC236}">
                  <a16:creationId xmlns:a16="http://schemas.microsoft.com/office/drawing/2014/main" id="{D10F4C24-10D4-4611-8EFB-E61ADD7C39AF}"/>
                </a:ext>
              </a:extLst>
            </p:cNvPr>
            <p:cNvSpPr/>
            <p:nvPr/>
          </p:nvSpPr>
          <p:spPr bwMode="auto">
            <a:xfrm rot="5400000">
              <a:off x="2590594" y="1828875"/>
              <a:ext cx="1447757" cy="685855"/>
            </a:xfrm>
            <a:prstGeom prst="trapezoid">
              <a:avLst>
                <a:gd name="adj" fmla="val 59632"/>
              </a:avLst>
            </a:prstGeom>
            <a:noFill/>
            <a:ln w="28575" cap="flat" cmpd="sng" algn="ctr">
              <a:solidFill>
                <a:schemeClr val="tx1"/>
              </a:solidFill>
              <a:prstDash val="solid"/>
              <a:round/>
              <a:headEnd type="none" w="med" len="med"/>
              <a:tailEnd type="none" w="med" len="med"/>
            </a:ln>
            <a:effectLst/>
          </p:spPr>
          <p:txBody>
            <a:bodyPr/>
            <a:lstStyle/>
            <a:p>
              <a:pPr eaLnBrk="1" hangingPunct="1">
                <a:defRPr/>
              </a:pPr>
              <a:endParaRPr lang="en-GB"/>
            </a:p>
          </p:txBody>
        </p:sp>
        <p:cxnSp>
          <p:nvCxnSpPr>
            <p:cNvPr id="75788" name="Straight Connector 11">
              <a:extLst>
                <a:ext uri="{FF2B5EF4-FFF2-40B4-BE49-F238E27FC236}">
                  <a16:creationId xmlns:a16="http://schemas.microsoft.com/office/drawing/2014/main" id="{2AF8CEB8-73C5-4947-B5B7-F5CB4BDD26D7}"/>
                </a:ext>
              </a:extLst>
            </p:cNvPr>
            <p:cNvCxnSpPr>
              <a:cxnSpLocks noChangeShapeType="1"/>
            </p:cNvCxnSpPr>
            <p:nvPr/>
          </p:nvCxnSpPr>
          <p:spPr bwMode="auto">
            <a:xfrm>
              <a:off x="1951525" y="1752600"/>
              <a:ext cx="10058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789" name="Straight Connector 12">
              <a:extLst>
                <a:ext uri="{FF2B5EF4-FFF2-40B4-BE49-F238E27FC236}">
                  <a16:creationId xmlns:a16="http://schemas.microsoft.com/office/drawing/2014/main" id="{22E1618F-9AF4-7406-6E0E-23DC08C10FF8}"/>
                </a:ext>
              </a:extLst>
            </p:cNvPr>
            <p:cNvCxnSpPr>
              <a:cxnSpLocks noChangeShapeType="1"/>
            </p:cNvCxnSpPr>
            <p:nvPr/>
          </p:nvCxnSpPr>
          <p:spPr bwMode="auto">
            <a:xfrm>
              <a:off x="1951525" y="2057400"/>
              <a:ext cx="10058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790" name="Straight Connector 13">
              <a:extLst>
                <a:ext uri="{FF2B5EF4-FFF2-40B4-BE49-F238E27FC236}">
                  <a16:creationId xmlns:a16="http://schemas.microsoft.com/office/drawing/2014/main" id="{85C4BE71-B6A2-901A-1632-224702E33DE2}"/>
                </a:ext>
              </a:extLst>
            </p:cNvPr>
            <p:cNvCxnSpPr>
              <a:cxnSpLocks noChangeShapeType="1"/>
            </p:cNvCxnSpPr>
            <p:nvPr/>
          </p:nvCxnSpPr>
          <p:spPr bwMode="auto">
            <a:xfrm>
              <a:off x="1951525" y="2338450"/>
              <a:ext cx="10058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791" name="Straight Connector 14">
              <a:extLst>
                <a:ext uri="{FF2B5EF4-FFF2-40B4-BE49-F238E27FC236}">
                  <a16:creationId xmlns:a16="http://schemas.microsoft.com/office/drawing/2014/main" id="{6B167297-4CC6-183C-60D2-E9DF58BCC01C}"/>
                </a:ext>
              </a:extLst>
            </p:cNvPr>
            <p:cNvCxnSpPr>
              <a:cxnSpLocks noChangeShapeType="1"/>
            </p:cNvCxnSpPr>
            <p:nvPr/>
          </p:nvCxnSpPr>
          <p:spPr bwMode="auto">
            <a:xfrm>
              <a:off x="1951525" y="2638300"/>
              <a:ext cx="10058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792" name="Straight Connector 15">
              <a:extLst>
                <a:ext uri="{FF2B5EF4-FFF2-40B4-BE49-F238E27FC236}">
                  <a16:creationId xmlns:a16="http://schemas.microsoft.com/office/drawing/2014/main" id="{091780F0-8BC6-6D3C-085C-938F429318F7}"/>
                </a:ext>
              </a:extLst>
            </p:cNvPr>
            <p:cNvCxnSpPr>
              <a:cxnSpLocks noChangeShapeType="1"/>
            </p:cNvCxnSpPr>
            <p:nvPr/>
          </p:nvCxnSpPr>
          <p:spPr bwMode="auto">
            <a:xfrm>
              <a:off x="3657600" y="2157350"/>
              <a:ext cx="73152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793" name="Straight Connector 17">
              <a:extLst>
                <a:ext uri="{FF2B5EF4-FFF2-40B4-BE49-F238E27FC236}">
                  <a16:creationId xmlns:a16="http://schemas.microsoft.com/office/drawing/2014/main" id="{09ABD527-49C4-B7EF-F652-586BD848B0B2}"/>
                </a:ext>
              </a:extLst>
            </p:cNvPr>
            <p:cNvCxnSpPr>
              <a:cxnSpLocks noChangeShapeType="1"/>
            </p:cNvCxnSpPr>
            <p:nvPr/>
          </p:nvCxnSpPr>
          <p:spPr bwMode="auto">
            <a:xfrm flipV="1">
              <a:off x="2922715" y="3769425"/>
              <a:ext cx="28956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794" name="Straight Connector 18">
              <a:extLst>
                <a:ext uri="{FF2B5EF4-FFF2-40B4-BE49-F238E27FC236}">
                  <a16:creationId xmlns:a16="http://schemas.microsoft.com/office/drawing/2014/main" id="{B67371C5-FF31-E7E3-5E21-38390504E4EA}"/>
                </a:ext>
              </a:extLst>
            </p:cNvPr>
            <p:cNvCxnSpPr>
              <a:cxnSpLocks noChangeShapeType="1"/>
            </p:cNvCxnSpPr>
            <p:nvPr/>
          </p:nvCxnSpPr>
          <p:spPr bwMode="auto">
            <a:xfrm flipV="1">
              <a:off x="2890650" y="4641275"/>
              <a:ext cx="64008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795" name="Straight Connector 20">
              <a:extLst>
                <a:ext uri="{FF2B5EF4-FFF2-40B4-BE49-F238E27FC236}">
                  <a16:creationId xmlns:a16="http://schemas.microsoft.com/office/drawing/2014/main" id="{29247B0C-42DB-1E7B-79FC-854449F637C3}"/>
                </a:ext>
              </a:extLst>
            </p:cNvPr>
            <p:cNvCxnSpPr>
              <a:cxnSpLocks noChangeShapeType="1"/>
            </p:cNvCxnSpPr>
            <p:nvPr/>
          </p:nvCxnSpPr>
          <p:spPr bwMode="auto">
            <a:xfrm rot="5400000" flipH="1" flipV="1">
              <a:off x="2697480" y="3246120"/>
              <a:ext cx="100584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796" name="Straight Connector 22">
              <a:extLst>
                <a:ext uri="{FF2B5EF4-FFF2-40B4-BE49-F238E27FC236}">
                  <a16:creationId xmlns:a16="http://schemas.microsoft.com/office/drawing/2014/main" id="{D148B865-6AEA-54F7-F9F4-4CF18D5610E3}"/>
                </a:ext>
              </a:extLst>
            </p:cNvPr>
            <p:cNvCxnSpPr>
              <a:cxnSpLocks noChangeShapeType="1"/>
            </p:cNvCxnSpPr>
            <p:nvPr/>
          </p:nvCxnSpPr>
          <p:spPr bwMode="auto">
            <a:xfrm rot="5400000">
              <a:off x="2488375" y="3619500"/>
              <a:ext cx="20574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797" name="Straight Connector 25">
              <a:extLst>
                <a:ext uri="{FF2B5EF4-FFF2-40B4-BE49-F238E27FC236}">
                  <a16:creationId xmlns:a16="http://schemas.microsoft.com/office/drawing/2014/main" id="{308DAA94-5448-84A6-2CAD-ED09C1992F1A}"/>
                </a:ext>
              </a:extLst>
            </p:cNvPr>
            <p:cNvCxnSpPr>
              <a:cxnSpLocks noChangeShapeType="1"/>
            </p:cNvCxnSpPr>
            <p:nvPr/>
          </p:nvCxnSpPr>
          <p:spPr bwMode="auto">
            <a:xfrm>
              <a:off x="1905000" y="3657600"/>
              <a:ext cx="5334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798" name="Straight Connector 26">
              <a:extLst>
                <a:ext uri="{FF2B5EF4-FFF2-40B4-BE49-F238E27FC236}">
                  <a16:creationId xmlns:a16="http://schemas.microsoft.com/office/drawing/2014/main" id="{DB616E75-C09E-0C14-7109-83673A91C738}"/>
                </a:ext>
              </a:extLst>
            </p:cNvPr>
            <p:cNvCxnSpPr>
              <a:cxnSpLocks noChangeShapeType="1"/>
            </p:cNvCxnSpPr>
            <p:nvPr/>
          </p:nvCxnSpPr>
          <p:spPr bwMode="auto">
            <a:xfrm>
              <a:off x="1893125" y="3914900"/>
              <a:ext cx="5334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799" name="Straight Connector 27">
              <a:extLst>
                <a:ext uri="{FF2B5EF4-FFF2-40B4-BE49-F238E27FC236}">
                  <a16:creationId xmlns:a16="http://schemas.microsoft.com/office/drawing/2014/main" id="{812517A5-F8C2-49ED-E30F-29446400CC98}"/>
                </a:ext>
              </a:extLst>
            </p:cNvPr>
            <p:cNvCxnSpPr>
              <a:cxnSpLocks noChangeShapeType="1"/>
            </p:cNvCxnSpPr>
            <p:nvPr/>
          </p:nvCxnSpPr>
          <p:spPr bwMode="auto">
            <a:xfrm>
              <a:off x="1864425" y="4519550"/>
              <a:ext cx="5334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800" name="Straight Connector 28">
              <a:extLst>
                <a:ext uri="{FF2B5EF4-FFF2-40B4-BE49-F238E27FC236}">
                  <a16:creationId xmlns:a16="http://schemas.microsoft.com/office/drawing/2014/main" id="{5A5C266D-6142-AF77-EC2B-7AA427FF8479}"/>
                </a:ext>
              </a:extLst>
            </p:cNvPr>
            <p:cNvCxnSpPr>
              <a:cxnSpLocks noChangeShapeType="1"/>
            </p:cNvCxnSpPr>
            <p:nvPr/>
          </p:nvCxnSpPr>
          <p:spPr bwMode="auto">
            <a:xfrm>
              <a:off x="1852550" y="4776850"/>
              <a:ext cx="5334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801" name="Straight Connector 29">
              <a:extLst>
                <a:ext uri="{FF2B5EF4-FFF2-40B4-BE49-F238E27FC236}">
                  <a16:creationId xmlns:a16="http://schemas.microsoft.com/office/drawing/2014/main" id="{5D9BE139-0443-7CCF-BC33-2724A5786B9A}"/>
                </a:ext>
              </a:extLst>
            </p:cNvPr>
            <p:cNvCxnSpPr>
              <a:cxnSpLocks noChangeShapeType="1"/>
            </p:cNvCxnSpPr>
            <p:nvPr/>
          </p:nvCxnSpPr>
          <p:spPr bwMode="auto">
            <a:xfrm rot="5400000">
              <a:off x="3658394" y="4266406"/>
              <a:ext cx="22860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802" name="Straight Connector 30">
              <a:extLst>
                <a:ext uri="{FF2B5EF4-FFF2-40B4-BE49-F238E27FC236}">
                  <a16:creationId xmlns:a16="http://schemas.microsoft.com/office/drawing/2014/main" id="{7015D30D-CA45-6BC8-26EB-26AB57C4AB9A}"/>
                </a:ext>
              </a:extLst>
            </p:cNvPr>
            <p:cNvCxnSpPr>
              <a:cxnSpLocks noChangeShapeType="1"/>
            </p:cNvCxnSpPr>
            <p:nvPr/>
          </p:nvCxnSpPr>
          <p:spPr bwMode="auto">
            <a:xfrm flipV="1">
              <a:off x="1898075" y="5169725"/>
              <a:ext cx="219456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803" name="Straight Connector 31">
              <a:extLst>
                <a:ext uri="{FF2B5EF4-FFF2-40B4-BE49-F238E27FC236}">
                  <a16:creationId xmlns:a16="http://schemas.microsoft.com/office/drawing/2014/main" id="{8FF44F8E-D37B-F1D6-A708-8A5F4B31E662}"/>
                </a:ext>
              </a:extLst>
            </p:cNvPr>
            <p:cNvCxnSpPr>
              <a:cxnSpLocks noChangeShapeType="1"/>
            </p:cNvCxnSpPr>
            <p:nvPr/>
          </p:nvCxnSpPr>
          <p:spPr bwMode="auto">
            <a:xfrm flipV="1">
              <a:off x="1893125" y="5410200"/>
              <a:ext cx="292608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804" name="Straight Connector 32">
              <a:extLst>
                <a:ext uri="{FF2B5EF4-FFF2-40B4-BE49-F238E27FC236}">
                  <a16:creationId xmlns:a16="http://schemas.microsoft.com/office/drawing/2014/main" id="{FD7532B8-7342-72EB-E752-62F53CD44D3F}"/>
                </a:ext>
              </a:extLst>
            </p:cNvPr>
            <p:cNvCxnSpPr>
              <a:cxnSpLocks noChangeShapeType="1"/>
            </p:cNvCxnSpPr>
            <p:nvPr/>
          </p:nvCxnSpPr>
          <p:spPr bwMode="auto">
            <a:xfrm rot="5400000">
              <a:off x="2859379" y="3936271"/>
              <a:ext cx="246888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75805" name="Straight Connector 33">
              <a:extLst>
                <a:ext uri="{FF2B5EF4-FFF2-40B4-BE49-F238E27FC236}">
                  <a16:creationId xmlns:a16="http://schemas.microsoft.com/office/drawing/2014/main" id="{D775A117-EB46-E3F1-4D2C-3A559D0E1534}"/>
                </a:ext>
              </a:extLst>
            </p:cNvPr>
            <p:cNvCxnSpPr>
              <a:cxnSpLocks noChangeShapeType="1"/>
            </p:cNvCxnSpPr>
            <p:nvPr/>
          </p:nvCxnSpPr>
          <p:spPr bwMode="auto">
            <a:xfrm>
              <a:off x="4085275" y="2696525"/>
              <a:ext cx="27432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75806" name="TextBox 34">
              <a:extLst>
                <a:ext uri="{FF2B5EF4-FFF2-40B4-BE49-F238E27FC236}">
                  <a16:creationId xmlns:a16="http://schemas.microsoft.com/office/drawing/2014/main" id="{56D7AF54-1700-1164-939D-C6349A8C4F38}"/>
                </a:ext>
              </a:extLst>
            </p:cNvPr>
            <p:cNvSpPr txBox="1">
              <a:spLocks noChangeArrowheads="1"/>
            </p:cNvSpPr>
            <p:nvPr/>
          </p:nvSpPr>
          <p:spPr bwMode="auto">
            <a:xfrm>
              <a:off x="1295400" y="14478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D00</a:t>
              </a:r>
              <a:endParaRPr lang="en-GB" altLang="en-US" u="none"/>
            </a:p>
          </p:txBody>
        </p:sp>
        <p:sp>
          <p:nvSpPr>
            <p:cNvPr id="75807" name="TextBox 35">
              <a:extLst>
                <a:ext uri="{FF2B5EF4-FFF2-40B4-BE49-F238E27FC236}">
                  <a16:creationId xmlns:a16="http://schemas.microsoft.com/office/drawing/2014/main" id="{37914129-CCF3-C1C9-BA5B-CF30C0770655}"/>
                </a:ext>
              </a:extLst>
            </p:cNvPr>
            <p:cNvSpPr txBox="1">
              <a:spLocks noChangeArrowheads="1"/>
            </p:cNvSpPr>
            <p:nvPr/>
          </p:nvSpPr>
          <p:spPr bwMode="auto">
            <a:xfrm>
              <a:off x="1295400" y="18288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D01</a:t>
              </a:r>
              <a:endParaRPr lang="en-GB" altLang="en-US" u="none"/>
            </a:p>
          </p:txBody>
        </p:sp>
        <p:sp>
          <p:nvSpPr>
            <p:cNvPr id="75808" name="TextBox 36">
              <a:extLst>
                <a:ext uri="{FF2B5EF4-FFF2-40B4-BE49-F238E27FC236}">
                  <a16:creationId xmlns:a16="http://schemas.microsoft.com/office/drawing/2014/main" id="{E4CFDED4-2841-EA53-18C7-FC543472D735}"/>
                </a:ext>
              </a:extLst>
            </p:cNvPr>
            <p:cNvSpPr txBox="1">
              <a:spLocks noChangeArrowheads="1"/>
            </p:cNvSpPr>
            <p:nvPr/>
          </p:nvSpPr>
          <p:spPr bwMode="auto">
            <a:xfrm>
              <a:off x="1295400" y="21336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D10</a:t>
              </a:r>
              <a:endParaRPr lang="en-GB" altLang="en-US" u="none"/>
            </a:p>
          </p:txBody>
        </p:sp>
        <p:sp>
          <p:nvSpPr>
            <p:cNvPr id="75809" name="TextBox 37">
              <a:extLst>
                <a:ext uri="{FF2B5EF4-FFF2-40B4-BE49-F238E27FC236}">
                  <a16:creationId xmlns:a16="http://schemas.microsoft.com/office/drawing/2014/main" id="{31B241D2-6CB2-FB4F-2377-E55CCF1FCD7A}"/>
                </a:ext>
              </a:extLst>
            </p:cNvPr>
            <p:cNvSpPr txBox="1">
              <a:spLocks noChangeArrowheads="1"/>
            </p:cNvSpPr>
            <p:nvPr/>
          </p:nvSpPr>
          <p:spPr bwMode="auto">
            <a:xfrm>
              <a:off x="1295400" y="24384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D11</a:t>
              </a:r>
              <a:endParaRPr lang="en-GB" altLang="en-US" u="none"/>
            </a:p>
          </p:txBody>
        </p:sp>
        <p:sp>
          <p:nvSpPr>
            <p:cNvPr id="75810" name="TextBox 38">
              <a:extLst>
                <a:ext uri="{FF2B5EF4-FFF2-40B4-BE49-F238E27FC236}">
                  <a16:creationId xmlns:a16="http://schemas.microsoft.com/office/drawing/2014/main" id="{8E9F333D-D4B1-6B93-A6C5-44B4274177E5}"/>
                </a:ext>
              </a:extLst>
            </p:cNvPr>
            <p:cNvSpPr txBox="1">
              <a:spLocks noChangeArrowheads="1"/>
            </p:cNvSpPr>
            <p:nvPr/>
          </p:nvSpPr>
          <p:spPr bwMode="auto">
            <a:xfrm>
              <a:off x="2994725" y="1559625"/>
              <a:ext cx="487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0</a:t>
              </a:r>
              <a:endParaRPr lang="en-GB" altLang="en-US" u="none"/>
            </a:p>
          </p:txBody>
        </p:sp>
        <p:sp>
          <p:nvSpPr>
            <p:cNvPr id="75811" name="TextBox 39">
              <a:extLst>
                <a:ext uri="{FF2B5EF4-FFF2-40B4-BE49-F238E27FC236}">
                  <a16:creationId xmlns:a16="http://schemas.microsoft.com/office/drawing/2014/main" id="{9BEEB824-CF5B-28C4-04A4-9E5452E51F1F}"/>
                </a:ext>
              </a:extLst>
            </p:cNvPr>
            <p:cNvSpPr txBox="1">
              <a:spLocks noChangeArrowheads="1"/>
            </p:cNvSpPr>
            <p:nvPr/>
          </p:nvSpPr>
          <p:spPr bwMode="auto">
            <a:xfrm>
              <a:off x="2975100" y="1857500"/>
              <a:ext cx="487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1</a:t>
              </a:r>
              <a:endParaRPr lang="en-GB" altLang="en-US" u="none"/>
            </a:p>
          </p:txBody>
        </p:sp>
        <p:sp>
          <p:nvSpPr>
            <p:cNvPr id="75812" name="TextBox 40">
              <a:extLst>
                <a:ext uri="{FF2B5EF4-FFF2-40B4-BE49-F238E27FC236}">
                  <a16:creationId xmlns:a16="http://schemas.microsoft.com/office/drawing/2014/main" id="{3C7D81E3-15DC-0020-E335-4AF3C33829BB}"/>
                </a:ext>
              </a:extLst>
            </p:cNvPr>
            <p:cNvSpPr txBox="1">
              <a:spLocks noChangeArrowheads="1"/>
            </p:cNvSpPr>
            <p:nvPr/>
          </p:nvSpPr>
          <p:spPr bwMode="auto">
            <a:xfrm>
              <a:off x="2971800" y="2150425"/>
              <a:ext cx="487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2</a:t>
              </a:r>
              <a:endParaRPr lang="en-GB" altLang="en-US" u="none"/>
            </a:p>
          </p:txBody>
        </p:sp>
        <p:sp>
          <p:nvSpPr>
            <p:cNvPr id="75813" name="TextBox 41">
              <a:extLst>
                <a:ext uri="{FF2B5EF4-FFF2-40B4-BE49-F238E27FC236}">
                  <a16:creationId xmlns:a16="http://schemas.microsoft.com/office/drawing/2014/main" id="{8D7B0309-2E6B-162C-0F22-DE7EF7E23B89}"/>
                </a:ext>
              </a:extLst>
            </p:cNvPr>
            <p:cNvSpPr txBox="1">
              <a:spLocks noChangeArrowheads="1"/>
            </p:cNvSpPr>
            <p:nvPr/>
          </p:nvSpPr>
          <p:spPr bwMode="auto">
            <a:xfrm>
              <a:off x="2971800" y="2438400"/>
              <a:ext cx="487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3</a:t>
              </a:r>
              <a:endParaRPr lang="en-GB" altLang="en-US" u="none"/>
            </a:p>
          </p:txBody>
        </p:sp>
        <p:cxnSp>
          <p:nvCxnSpPr>
            <p:cNvPr id="75814" name="Straight Connector 42">
              <a:extLst>
                <a:ext uri="{FF2B5EF4-FFF2-40B4-BE49-F238E27FC236}">
                  <a16:creationId xmlns:a16="http://schemas.microsoft.com/office/drawing/2014/main" id="{85AF6FAE-538B-791A-F0E8-CA51CCF9B001}"/>
                </a:ext>
              </a:extLst>
            </p:cNvPr>
            <p:cNvCxnSpPr>
              <a:cxnSpLocks noChangeShapeType="1"/>
            </p:cNvCxnSpPr>
            <p:nvPr/>
          </p:nvCxnSpPr>
          <p:spPr bwMode="auto">
            <a:xfrm>
              <a:off x="5240975" y="2133600"/>
              <a:ext cx="73152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75815" name="TextBox 43">
              <a:extLst>
                <a:ext uri="{FF2B5EF4-FFF2-40B4-BE49-F238E27FC236}">
                  <a16:creationId xmlns:a16="http://schemas.microsoft.com/office/drawing/2014/main" id="{2C4940B6-E59F-EBF5-9F6E-4A135F0AE516}"/>
                </a:ext>
              </a:extLst>
            </p:cNvPr>
            <p:cNvSpPr txBox="1">
              <a:spLocks noChangeArrowheads="1"/>
            </p:cNvSpPr>
            <p:nvPr/>
          </p:nvSpPr>
          <p:spPr bwMode="auto">
            <a:xfrm>
              <a:off x="1447800" y="34290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A1</a:t>
              </a:r>
              <a:endParaRPr lang="en-GB" altLang="en-US" u="none"/>
            </a:p>
          </p:txBody>
        </p:sp>
        <p:sp>
          <p:nvSpPr>
            <p:cNvPr id="75816" name="TextBox 44">
              <a:extLst>
                <a:ext uri="{FF2B5EF4-FFF2-40B4-BE49-F238E27FC236}">
                  <a16:creationId xmlns:a16="http://schemas.microsoft.com/office/drawing/2014/main" id="{81E807F8-3836-3FDB-5CE9-37662468FB10}"/>
                </a:ext>
              </a:extLst>
            </p:cNvPr>
            <p:cNvSpPr txBox="1">
              <a:spLocks noChangeArrowheads="1"/>
            </p:cNvSpPr>
            <p:nvPr/>
          </p:nvSpPr>
          <p:spPr bwMode="auto">
            <a:xfrm>
              <a:off x="1447800" y="37338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B1</a:t>
              </a:r>
              <a:endParaRPr lang="en-GB" altLang="en-US" u="none"/>
            </a:p>
          </p:txBody>
        </p:sp>
        <p:sp>
          <p:nvSpPr>
            <p:cNvPr id="75817" name="TextBox 45">
              <a:extLst>
                <a:ext uri="{FF2B5EF4-FFF2-40B4-BE49-F238E27FC236}">
                  <a16:creationId xmlns:a16="http://schemas.microsoft.com/office/drawing/2014/main" id="{59684265-968B-0017-0BED-217A9FD710A9}"/>
                </a:ext>
              </a:extLst>
            </p:cNvPr>
            <p:cNvSpPr txBox="1">
              <a:spLocks noChangeArrowheads="1"/>
            </p:cNvSpPr>
            <p:nvPr/>
          </p:nvSpPr>
          <p:spPr bwMode="auto">
            <a:xfrm>
              <a:off x="1466600" y="431965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A0</a:t>
              </a:r>
              <a:endParaRPr lang="en-GB" altLang="en-US" u="none"/>
            </a:p>
          </p:txBody>
        </p:sp>
        <p:sp>
          <p:nvSpPr>
            <p:cNvPr id="75818" name="TextBox 46">
              <a:extLst>
                <a:ext uri="{FF2B5EF4-FFF2-40B4-BE49-F238E27FC236}">
                  <a16:creationId xmlns:a16="http://schemas.microsoft.com/office/drawing/2014/main" id="{DA5EED4A-CE85-D52E-F5AD-623B939D6E20}"/>
                </a:ext>
              </a:extLst>
            </p:cNvPr>
            <p:cNvSpPr txBox="1">
              <a:spLocks noChangeArrowheads="1"/>
            </p:cNvSpPr>
            <p:nvPr/>
          </p:nvSpPr>
          <p:spPr bwMode="auto">
            <a:xfrm>
              <a:off x="1447800" y="45720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B0</a:t>
              </a:r>
              <a:endParaRPr lang="en-GB" altLang="en-US" u="none"/>
            </a:p>
          </p:txBody>
        </p:sp>
        <p:sp>
          <p:nvSpPr>
            <p:cNvPr id="75819" name="TextBox 47">
              <a:extLst>
                <a:ext uri="{FF2B5EF4-FFF2-40B4-BE49-F238E27FC236}">
                  <a16:creationId xmlns:a16="http://schemas.microsoft.com/office/drawing/2014/main" id="{3D02AAFF-2E0B-6059-56E5-D2EA9CAC7B5B}"/>
                </a:ext>
              </a:extLst>
            </p:cNvPr>
            <p:cNvSpPr txBox="1">
              <a:spLocks noChangeArrowheads="1"/>
            </p:cNvSpPr>
            <p:nvPr/>
          </p:nvSpPr>
          <p:spPr bwMode="auto">
            <a:xfrm>
              <a:off x="1293425" y="49530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CLK</a:t>
              </a:r>
              <a:endParaRPr lang="en-GB" altLang="en-US" u="none"/>
            </a:p>
          </p:txBody>
        </p:sp>
        <p:sp>
          <p:nvSpPr>
            <p:cNvPr id="75820" name="TextBox 48">
              <a:extLst>
                <a:ext uri="{FF2B5EF4-FFF2-40B4-BE49-F238E27FC236}">
                  <a16:creationId xmlns:a16="http://schemas.microsoft.com/office/drawing/2014/main" id="{519020EC-4CAF-8613-756F-6E2657D3625C}"/>
                </a:ext>
              </a:extLst>
            </p:cNvPr>
            <p:cNvSpPr txBox="1">
              <a:spLocks noChangeArrowheads="1"/>
            </p:cNvSpPr>
            <p:nvPr/>
          </p:nvSpPr>
          <p:spPr bwMode="auto">
            <a:xfrm>
              <a:off x="1295400" y="52578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CLR</a:t>
              </a:r>
              <a:endParaRPr lang="en-GB" altLang="en-US" u="none"/>
            </a:p>
          </p:txBody>
        </p:sp>
        <p:sp>
          <p:nvSpPr>
            <p:cNvPr id="75821" name="TextBox 49">
              <a:extLst>
                <a:ext uri="{FF2B5EF4-FFF2-40B4-BE49-F238E27FC236}">
                  <a16:creationId xmlns:a16="http://schemas.microsoft.com/office/drawing/2014/main" id="{12CA2888-11FF-0D7A-A747-DDA1BB2E3267}"/>
                </a:ext>
              </a:extLst>
            </p:cNvPr>
            <p:cNvSpPr txBox="1">
              <a:spLocks noChangeArrowheads="1"/>
            </p:cNvSpPr>
            <p:nvPr/>
          </p:nvSpPr>
          <p:spPr bwMode="auto">
            <a:xfrm>
              <a:off x="4609600" y="14003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SE</a:t>
              </a:r>
              <a:endParaRPr lang="en-GB" altLang="en-US" u="none"/>
            </a:p>
          </p:txBody>
        </p:sp>
        <p:sp>
          <p:nvSpPr>
            <p:cNvPr id="75822" name="TextBox 50">
              <a:extLst>
                <a:ext uri="{FF2B5EF4-FFF2-40B4-BE49-F238E27FC236}">
                  <a16:creationId xmlns:a16="http://schemas.microsoft.com/office/drawing/2014/main" id="{8497587D-B2C6-DF98-B4E9-B14ACA72D349}"/>
                </a:ext>
              </a:extLst>
            </p:cNvPr>
            <p:cNvSpPr txBox="1">
              <a:spLocks noChangeArrowheads="1"/>
            </p:cNvSpPr>
            <p:nvPr/>
          </p:nvSpPr>
          <p:spPr bwMode="auto">
            <a:xfrm>
              <a:off x="5257800" y="17526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Q</a:t>
              </a:r>
              <a:endParaRPr lang="en-GB" altLang="en-US" u="none"/>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F8BC3682-9CF6-A0A1-0232-470C1D199FEF}"/>
              </a:ext>
            </a:extLst>
          </p:cNvPr>
          <p:cNvSpPr>
            <a:spLocks noGrp="1" noChangeArrowheads="1"/>
          </p:cNvSpPr>
          <p:nvPr>
            <p:ph type="title"/>
          </p:nvPr>
        </p:nvSpPr>
        <p:spPr>
          <a:xfrm>
            <a:off x="0" y="183401"/>
            <a:ext cx="11612880" cy="704088"/>
          </a:xfrm>
        </p:spPr>
        <p:txBody>
          <a:bodyPr/>
          <a:lstStyle/>
          <a:p>
            <a:r>
              <a:rPr lang="en-US" altLang="en-US"/>
              <a:t>Shannon Expansion Theorem</a:t>
            </a:r>
            <a:endParaRPr lang="en-GB" altLang="en-US"/>
          </a:p>
        </p:txBody>
      </p:sp>
      <p:sp>
        <p:nvSpPr>
          <p:cNvPr id="3" name="TextBox 2">
            <a:extLst>
              <a:ext uri="{FF2B5EF4-FFF2-40B4-BE49-F238E27FC236}">
                <a16:creationId xmlns:a16="http://schemas.microsoft.com/office/drawing/2014/main" id="{81DB0852-AA4E-45C3-83C8-4DE846808D8E}"/>
              </a:ext>
            </a:extLst>
          </p:cNvPr>
          <p:cNvSpPr txBox="1"/>
          <p:nvPr/>
        </p:nvSpPr>
        <p:spPr>
          <a:xfrm>
            <a:off x="1981200" y="1979614"/>
            <a:ext cx="5867400" cy="1938337"/>
          </a:xfrm>
          <a:prstGeom prst="rect">
            <a:avLst/>
          </a:prstGeom>
          <a:solidFill>
            <a:schemeClr val="accent1">
              <a:lumMod val="20000"/>
              <a:lumOff val="80000"/>
            </a:schemeClr>
          </a:solidFill>
        </p:spPr>
        <p:txBody>
          <a:bodyPr>
            <a:spAutoFit/>
          </a:bodyPr>
          <a:lstStyle/>
          <a:p>
            <a:pPr eaLnBrk="1" hangingPunct="1">
              <a:defRPr/>
            </a:pPr>
            <a:r>
              <a:rPr lang="en-GB" sz="2000" dirty="0">
                <a:latin typeface="Arial" charset="0"/>
                <a:cs typeface="Arial" charset="0"/>
              </a:rPr>
              <a:t>F = A</a:t>
            </a:r>
            <a:r>
              <a:rPr lang="en-GB" sz="2000" dirty="0">
                <a:latin typeface="Arial" charset="0"/>
                <a:cs typeface="Arial" charset="0"/>
                <a:sym typeface="Symbol"/>
              </a:rPr>
              <a:t></a:t>
            </a:r>
            <a:r>
              <a:rPr lang="en-GB" sz="2000" dirty="0">
                <a:latin typeface="Arial" charset="0"/>
                <a:cs typeface="Arial" charset="0"/>
              </a:rPr>
              <a:t>B + ~B</a:t>
            </a:r>
            <a:r>
              <a:rPr lang="en-GB" sz="2000" dirty="0">
                <a:latin typeface="Arial" charset="0"/>
                <a:cs typeface="Arial" charset="0"/>
                <a:sym typeface="Symbol"/>
              </a:rPr>
              <a:t></a:t>
            </a:r>
            <a:r>
              <a:rPr lang="en-GB" sz="2000" dirty="0">
                <a:latin typeface="Arial" charset="0"/>
                <a:cs typeface="Arial" charset="0"/>
              </a:rPr>
              <a:t>C +D</a:t>
            </a:r>
          </a:p>
          <a:p>
            <a:pPr eaLnBrk="1" hangingPunct="1">
              <a:defRPr/>
            </a:pPr>
            <a:r>
              <a:rPr lang="en-GB" sz="2000" dirty="0">
                <a:latin typeface="Arial" charset="0"/>
                <a:cs typeface="Arial" charset="0"/>
              </a:rPr>
              <a:t>= B [A</a:t>
            </a:r>
            <a:r>
              <a:rPr lang="en-GB" sz="2000" dirty="0">
                <a:latin typeface="Arial" charset="0"/>
                <a:cs typeface="Arial" charset="0"/>
                <a:sym typeface="Symbol"/>
              </a:rPr>
              <a:t></a:t>
            </a:r>
            <a:r>
              <a:rPr lang="en-GB" sz="2000" dirty="0">
                <a:latin typeface="Arial" charset="0"/>
                <a:cs typeface="Arial" charset="0"/>
              </a:rPr>
              <a:t>B + ~B</a:t>
            </a:r>
            <a:r>
              <a:rPr lang="en-GB" sz="2000" dirty="0">
                <a:latin typeface="Arial" charset="0"/>
                <a:cs typeface="Arial" charset="0"/>
                <a:sym typeface="Symbol"/>
              </a:rPr>
              <a:t></a:t>
            </a:r>
            <a:r>
              <a:rPr lang="en-GB" sz="2000" dirty="0">
                <a:latin typeface="Arial" charset="0"/>
                <a:cs typeface="Arial" charset="0"/>
              </a:rPr>
              <a:t>C + D] + ~B[A</a:t>
            </a:r>
            <a:r>
              <a:rPr lang="en-GB" sz="2000" dirty="0">
                <a:latin typeface="Arial" charset="0"/>
                <a:cs typeface="Arial" charset="0"/>
                <a:sym typeface="Symbol"/>
              </a:rPr>
              <a:t>  </a:t>
            </a:r>
            <a:r>
              <a:rPr lang="en-GB" sz="2000" dirty="0">
                <a:latin typeface="Arial" charset="0"/>
                <a:cs typeface="Arial" charset="0"/>
              </a:rPr>
              <a:t>B + ~B</a:t>
            </a:r>
            <a:r>
              <a:rPr lang="en-GB" sz="2000" dirty="0">
                <a:latin typeface="Arial" charset="0"/>
                <a:cs typeface="Arial" charset="0"/>
                <a:sym typeface="Symbol"/>
              </a:rPr>
              <a:t>  </a:t>
            </a:r>
            <a:r>
              <a:rPr lang="en-GB" sz="2000" dirty="0">
                <a:latin typeface="Arial" charset="0"/>
                <a:cs typeface="Arial" charset="0"/>
              </a:rPr>
              <a:t>C + D]</a:t>
            </a:r>
          </a:p>
          <a:p>
            <a:pPr eaLnBrk="1" hangingPunct="1">
              <a:defRPr/>
            </a:pPr>
            <a:r>
              <a:rPr lang="en-GB" sz="2000" dirty="0">
                <a:latin typeface="Arial" charset="0"/>
                <a:cs typeface="Arial" charset="0"/>
              </a:rPr>
              <a:t>= A</a:t>
            </a:r>
            <a:r>
              <a:rPr lang="en-GB" sz="2000" dirty="0">
                <a:latin typeface="Arial" charset="0"/>
                <a:cs typeface="Arial" charset="0"/>
                <a:sym typeface="Symbol"/>
              </a:rPr>
              <a:t>  </a:t>
            </a:r>
            <a:r>
              <a:rPr lang="en-GB" sz="2000" dirty="0">
                <a:latin typeface="Arial" charset="0"/>
                <a:cs typeface="Arial" charset="0"/>
              </a:rPr>
              <a:t>B + B</a:t>
            </a:r>
            <a:r>
              <a:rPr lang="en-GB" sz="2000" dirty="0">
                <a:latin typeface="Arial" charset="0"/>
                <a:cs typeface="Arial" charset="0"/>
                <a:sym typeface="Symbol"/>
              </a:rPr>
              <a:t>  </a:t>
            </a:r>
            <a:r>
              <a:rPr lang="en-GB" sz="2000" dirty="0">
                <a:latin typeface="Arial" charset="0"/>
                <a:cs typeface="Arial" charset="0"/>
              </a:rPr>
              <a:t>D + ~B</a:t>
            </a:r>
            <a:r>
              <a:rPr lang="en-GB" sz="2000" dirty="0">
                <a:latin typeface="Arial" charset="0"/>
                <a:cs typeface="Arial" charset="0"/>
                <a:sym typeface="Symbol"/>
              </a:rPr>
              <a:t>  </a:t>
            </a:r>
            <a:r>
              <a:rPr lang="en-GB" sz="2000" dirty="0">
                <a:latin typeface="Arial" charset="0"/>
                <a:cs typeface="Arial" charset="0"/>
              </a:rPr>
              <a:t>C + ~B</a:t>
            </a:r>
            <a:r>
              <a:rPr lang="en-GB" sz="2000" dirty="0">
                <a:latin typeface="Arial" charset="0"/>
                <a:cs typeface="Arial" charset="0"/>
                <a:sym typeface="Symbol"/>
              </a:rPr>
              <a:t>  </a:t>
            </a:r>
            <a:r>
              <a:rPr lang="en-GB" sz="2000" dirty="0">
                <a:latin typeface="Arial" charset="0"/>
                <a:cs typeface="Arial" charset="0"/>
              </a:rPr>
              <a:t>D </a:t>
            </a:r>
          </a:p>
          <a:p>
            <a:pPr eaLnBrk="1" hangingPunct="1">
              <a:defRPr/>
            </a:pPr>
            <a:r>
              <a:rPr lang="en-GB" sz="2000" dirty="0">
                <a:latin typeface="Arial" charset="0"/>
                <a:cs typeface="Arial" charset="0"/>
              </a:rPr>
              <a:t>= B</a:t>
            </a:r>
            <a:r>
              <a:rPr lang="en-GB" sz="2000" dirty="0">
                <a:latin typeface="Arial" charset="0"/>
                <a:cs typeface="Arial" charset="0"/>
                <a:sym typeface="Symbol"/>
              </a:rPr>
              <a:t> </a:t>
            </a:r>
            <a:r>
              <a:rPr lang="en-GB" sz="2000" dirty="0">
                <a:latin typeface="Arial" charset="0"/>
                <a:cs typeface="Arial" charset="0"/>
              </a:rPr>
              <a:t>(A+D) +~ B</a:t>
            </a:r>
            <a:r>
              <a:rPr lang="en-GB" sz="2000" dirty="0">
                <a:latin typeface="Arial" charset="0"/>
                <a:cs typeface="Arial" charset="0"/>
                <a:sym typeface="Symbol"/>
              </a:rPr>
              <a:t> </a:t>
            </a:r>
            <a:r>
              <a:rPr lang="en-GB" sz="2000" dirty="0">
                <a:latin typeface="Arial" charset="0"/>
                <a:cs typeface="Arial" charset="0"/>
              </a:rPr>
              <a:t>(C+D)</a:t>
            </a:r>
            <a:r>
              <a:rPr lang="ru-RU" sz="2000" dirty="0">
                <a:latin typeface="Arial" charset="0"/>
                <a:cs typeface="Arial" charset="0"/>
              </a:rPr>
              <a:t>;</a:t>
            </a:r>
          </a:p>
          <a:p>
            <a:pPr eaLnBrk="1" hangingPunct="1">
              <a:defRPr/>
            </a:pPr>
            <a:endParaRPr lang="ru-RU" sz="2000" dirty="0">
              <a:latin typeface="Arial" charset="0"/>
              <a:cs typeface="Arial" charset="0"/>
            </a:endParaRPr>
          </a:p>
          <a:p>
            <a:pPr eaLnBrk="1" hangingPunct="1">
              <a:defRPr/>
            </a:pPr>
            <a:r>
              <a:rPr lang="en-US" sz="2000" dirty="0">
                <a:latin typeface="Arial" charset="0"/>
                <a:cs typeface="Arial" charset="0"/>
              </a:rPr>
              <a:t>Y=(A+B)(C+D)</a:t>
            </a:r>
            <a:endParaRPr lang="en-GB" sz="2000" dirty="0">
              <a:latin typeface="Arial" charset="0"/>
              <a:cs typeface="Arial" charset="0"/>
            </a:endParaRPr>
          </a:p>
        </p:txBody>
      </p:sp>
      <p:sp>
        <p:nvSpPr>
          <p:cNvPr id="76804" name="TextBox 3">
            <a:extLst>
              <a:ext uri="{FF2B5EF4-FFF2-40B4-BE49-F238E27FC236}">
                <a16:creationId xmlns:a16="http://schemas.microsoft.com/office/drawing/2014/main" id="{3CD97F28-96C8-5F73-25E2-427B78F9070B}"/>
              </a:ext>
            </a:extLst>
          </p:cNvPr>
          <p:cNvSpPr txBox="1">
            <a:spLocks noChangeArrowheads="1"/>
          </p:cNvSpPr>
          <p:nvPr/>
        </p:nvSpPr>
        <p:spPr bwMode="auto">
          <a:xfrm>
            <a:off x="1981200" y="4037014"/>
            <a:ext cx="84582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GB" altLang="en-US" b="0" u="none"/>
              <a:t>Design a PLA, PAL and ROM at a gate level to implement the following sum of product functions:</a:t>
            </a:r>
          </a:p>
          <a:p>
            <a:pPr eaLnBrk="1" hangingPunct="1"/>
            <a:endParaRPr lang="en-US" altLang="en-US" b="0" u="none"/>
          </a:p>
          <a:p>
            <a:pPr eaLnBrk="1" hangingPunct="1"/>
            <a:r>
              <a:rPr lang="en-GB" altLang="en-US" b="0" u="none"/>
              <a:t>X(A,B,C)=A</a:t>
            </a:r>
            <a:r>
              <a:rPr lang="en-GB" altLang="en-US" b="0" u="none">
                <a:sym typeface="Symbol" panose="05050102010706020507" pitchFamily="18" charset="2"/>
              </a:rPr>
              <a:t></a:t>
            </a:r>
            <a:r>
              <a:rPr lang="en-GB" altLang="en-US" b="0" u="none"/>
              <a:t>B+A</a:t>
            </a:r>
            <a:r>
              <a:rPr lang="en-GB" altLang="en-US" b="0" u="none">
                <a:sym typeface="Symbol" panose="05050102010706020507" pitchFamily="18" charset="2"/>
              </a:rPr>
              <a:t>  </a:t>
            </a:r>
            <a:r>
              <a:rPr lang="en-GB" altLang="en-US" b="0" u="none"/>
              <a:t>B</a:t>
            </a:r>
            <a:r>
              <a:rPr lang="en-GB" altLang="en-US" b="0" u="none">
                <a:sym typeface="Symbol" panose="05050102010706020507" pitchFamily="18" charset="2"/>
              </a:rPr>
              <a:t>  </a:t>
            </a:r>
            <a:r>
              <a:rPr lang="en-GB" altLang="en-US" b="0" u="none"/>
              <a:t>C+A</a:t>
            </a:r>
            <a:r>
              <a:rPr lang="en-GB" altLang="en-US" b="0" u="none">
                <a:sym typeface="Symbol" panose="05050102010706020507" pitchFamily="18" charset="2"/>
              </a:rPr>
              <a:t>  </a:t>
            </a:r>
            <a:r>
              <a:rPr lang="en-GB" altLang="en-US" b="0" u="none"/>
              <a:t>B</a:t>
            </a:r>
            <a:r>
              <a:rPr lang="en-GB" altLang="en-US" b="0" u="none">
                <a:sym typeface="Symbol" panose="05050102010706020507" pitchFamily="18" charset="2"/>
              </a:rPr>
              <a:t>  </a:t>
            </a:r>
            <a:r>
              <a:rPr lang="en-GB" altLang="en-US" b="0" u="none"/>
              <a:t>C</a:t>
            </a:r>
          </a:p>
          <a:p>
            <a:pPr eaLnBrk="1" hangingPunct="1"/>
            <a:r>
              <a:rPr lang="en-GB" altLang="en-US" b="0" u="none"/>
              <a:t>Y(A,B,C)=A</a:t>
            </a:r>
            <a:r>
              <a:rPr lang="en-GB" altLang="en-US" b="0" u="none">
                <a:sym typeface="Symbol" panose="05050102010706020507" pitchFamily="18" charset="2"/>
              </a:rPr>
              <a:t>  </a:t>
            </a:r>
            <a:r>
              <a:rPr lang="en-GB" altLang="en-US" b="0" u="none"/>
              <a:t>B+A</a:t>
            </a:r>
            <a:r>
              <a:rPr lang="en-GB" altLang="en-US" b="0" u="none">
                <a:sym typeface="Symbol" panose="05050102010706020507" pitchFamily="18" charset="2"/>
              </a:rPr>
              <a:t>  </a:t>
            </a:r>
            <a:r>
              <a:rPr lang="en-GB" altLang="en-US" b="0" u="none"/>
              <a:t>B</a:t>
            </a:r>
            <a:r>
              <a:rPr lang="en-GB" altLang="en-US" b="0" u="none">
                <a:sym typeface="Symbol" panose="05050102010706020507" pitchFamily="18" charset="2"/>
              </a:rPr>
              <a:t>  </a:t>
            </a:r>
            <a:r>
              <a:rPr lang="en-GB" altLang="en-US" b="0" u="none"/>
              <a:t>C</a:t>
            </a:r>
          </a:p>
          <a:p>
            <a:pPr eaLnBrk="1" hangingPunct="1"/>
            <a:r>
              <a:rPr lang="en-GB" altLang="en-US" b="0" u="none"/>
              <a:t>Z(A,B,C)=A+B</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id="{109F4A63-06FC-7F92-B2CC-FD9E080BAA70}"/>
              </a:ext>
            </a:extLst>
          </p:cNvPr>
          <p:cNvSpPr>
            <a:spLocks noGrp="1" noChangeArrowheads="1"/>
          </p:cNvSpPr>
          <p:nvPr>
            <p:ph type="title"/>
          </p:nvPr>
        </p:nvSpPr>
        <p:spPr/>
        <p:txBody>
          <a:bodyPr/>
          <a:lstStyle/>
          <a:p>
            <a:r>
              <a:rPr lang="en-US" altLang="en-US"/>
              <a:t>P</a:t>
            </a:r>
            <a:r>
              <a:rPr lang="ru-RU" altLang="en-US"/>
              <a:t>rogramming </a:t>
            </a:r>
            <a:r>
              <a:rPr lang="en-US" altLang="en-US"/>
              <a:t>T</a:t>
            </a:r>
            <a:r>
              <a:rPr lang="ru-RU" altLang="en-US"/>
              <a:t>echnolog</a:t>
            </a:r>
            <a:r>
              <a:rPr lang="en-US" altLang="en-US"/>
              <a:t>ies</a:t>
            </a:r>
            <a:endParaRPr lang="en-GB" altLang="en-US"/>
          </a:p>
        </p:txBody>
      </p:sp>
      <p:sp>
        <p:nvSpPr>
          <p:cNvPr id="3" name="Text Placeholder 2">
            <a:extLst>
              <a:ext uri="{FF2B5EF4-FFF2-40B4-BE49-F238E27FC236}">
                <a16:creationId xmlns:a16="http://schemas.microsoft.com/office/drawing/2014/main" id="{94671ECD-DA09-BA05-A31D-25FC30022F1F}"/>
              </a:ext>
            </a:extLst>
          </p:cNvPr>
          <p:cNvSpPr>
            <a:spLocks noGrp="1"/>
          </p:cNvSpPr>
          <p:nvPr>
            <p:ph type="body" sz="quarter" idx="10"/>
          </p:nvPr>
        </p:nvSpPr>
        <p:spPr/>
        <p:txBody>
          <a:bodyPr/>
          <a:lstStyle/>
          <a:p>
            <a:r>
              <a:rPr lang="en-US" dirty="0"/>
              <a:t>Modern FPGA architectures (SRAM-based, flash-based, </a:t>
            </a:r>
            <a:r>
              <a:rPr lang="en-US" dirty="0" err="1"/>
              <a:t>antifuse</a:t>
            </a:r>
            <a:r>
              <a:rPr lang="en-US" dirty="0"/>
              <a:t>-based)</a:t>
            </a:r>
          </a:p>
          <a:p>
            <a:pPr marL="0" indent="0">
              <a:buNone/>
            </a:pPr>
            <a:r>
              <a:rPr lang="en-US" dirty="0"/>
              <a:t>and their applications.</a:t>
            </a:r>
          </a:p>
          <a:p>
            <a:r>
              <a:rPr lang="en-US" dirty="0"/>
              <a:t>FPGA devices are produced by a number of semiconductor companies:   Xilinx, Altera, </a:t>
            </a:r>
            <a:r>
              <a:rPr lang="en-US" dirty="0" err="1"/>
              <a:t>Actel</a:t>
            </a:r>
            <a:r>
              <a:rPr lang="en-US" dirty="0"/>
              <a:t>, Lattice Semiconductors, </a:t>
            </a:r>
            <a:r>
              <a:rPr lang="en-US" dirty="0" err="1"/>
              <a:t>QuickLogic</a:t>
            </a:r>
            <a:r>
              <a:rPr lang="en-US" dirty="0"/>
              <a:t> and Atmel.</a:t>
            </a:r>
          </a:p>
          <a:p>
            <a:pPr lvl="1"/>
            <a:r>
              <a:rPr lang="en-US" dirty="0"/>
              <a:t> SRAM-based FPGAs</a:t>
            </a:r>
          </a:p>
          <a:p>
            <a:r>
              <a:rPr lang="en-US" dirty="0"/>
              <a:t>SRAM-based FPGA stores logic cells configuration data in the static memory (organized as an array of latches). Since SRAM is volatile and can't keep data  without power source, such FPGAs must be programmed (configured) upon start.</a:t>
            </a:r>
          </a:p>
          <a:p>
            <a:r>
              <a:rPr lang="en-US" dirty="0"/>
              <a:t>SRAM-based FPGAs include most chips of Xilinx </a:t>
            </a:r>
            <a:r>
              <a:rPr lang="en-US" dirty="0" err="1"/>
              <a:t>Virtex</a:t>
            </a:r>
            <a:r>
              <a:rPr lang="en-US" dirty="0"/>
              <a:t> and Spartan families and Altera Stratix and Cyclone.</a:t>
            </a:r>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84246AC2-8AA2-D8F6-5B02-B6ECE4E113EB}"/>
              </a:ext>
            </a:extLst>
          </p:cNvPr>
          <p:cNvSpPr>
            <a:spLocks noGrp="1" noChangeArrowheads="1"/>
          </p:cNvSpPr>
          <p:nvPr>
            <p:ph type="title"/>
          </p:nvPr>
        </p:nvSpPr>
        <p:spPr/>
        <p:txBody>
          <a:bodyPr/>
          <a:lstStyle/>
          <a:p>
            <a:r>
              <a:rPr lang="en-US" altLang="en-US"/>
              <a:t>P</a:t>
            </a:r>
            <a:r>
              <a:rPr lang="ru-RU" altLang="en-US"/>
              <a:t>rogramming </a:t>
            </a:r>
            <a:r>
              <a:rPr lang="en-US" altLang="en-US"/>
              <a:t>T</a:t>
            </a:r>
            <a:r>
              <a:rPr lang="ru-RU" altLang="en-US"/>
              <a:t>echnolog</a:t>
            </a:r>
            <a:r>
              <a:rPr lang="en-US" altLang="en-US"/>
              <a:t>ies</a:t>
            </a:r>
            <a:endParaRPr lang="en-GB" altLang="en-US"/>
          </a:p>
        </p:txBody>
      </p:sp>
      <p:sp>
        <p:nvSpPr>
          <p:cNvPr id="3" name="Text Placeholder 2">
            <a:extLst>
              <a:ext uri="{FF2B5EF4-FFF2-40B4-BE49-F238E27FC236}">
                <a16:creationId xmlns:a16="http://schemas.microsoft.com/office/drawing/2014/main" id="{561E07D1-AB55-856E-193E-AD5BA9D50577}"/>
              </a:ext>
            </a:extLst>
          </p:cNvPr>
          <p:cNvSpPr>
            <a:spLocks noGrp="1"/>
          </p:cNvSpPr>
          <p:nvPr>
            <p:ph type="body" sz="quarter" idx="10"/>
          </p:nvPr>
        </p:nvSpPr>
        <p:spPr/>
        <p:txBody>
          <a:bodyPr/>
          <a:lstStyle/>
          <a:p>
            <a:r>
              <a:rPr lang="en-US" dirty="0"/>
              <a:t>SRAM-based FPGAs with an internal flash memory </a:t>
            </a:r>
          </a:p>
          <a:p>
            <a:r>
              <a:rPr lang="en-US" dirty="0"/>
              <a:t>This type of FPGA is generally like the previous, except that these chips contain internal flash  memory blocks, thus eliminating the need to have an external non-volatile memory.</a:t>
            </a:r>
          </a:p>
          <a:p>
            <a:r>
              <a:rPr lang="en-US" dirty="0"/>
              <a:t>Examples:</a:t>
            </a:r>
          </a:p>
          <a:p>
            <a:pPr lvl="1"/>
            <a:r>
              <a:rPr lang="en-US" dirty="0"/>
              <a:t> Xilinx Spartan-3AN family. Each model of Spartan-3AN has an   in-chip flash memory module with an SPI interface capable of storing two or more configuration bitstreams. The bitstream can be chosen during startup.</a:t>
            </a:r>
          </a:p>
          <a:p>
            <a:pPr lvl="1"/>
            <a:r>
              <a:rPr lang="en-US" dirty="0"/>
              <a:t>  </a:t>
            </a:r>
            <a:r>
              <a:rPr lang="en-US" dirty="0" err="1"/>
              <a:t>LatticeXP</a:t>
            </a:r>
            <a:r>
              <a:rPr lang="en-US" dirty="0"/>
              <a:t>  family by Lattice Semiconductors.</a:t>
            </a:r>
          </a:p>
          <a:p>
            <a:pPr lvl="1"/>
            <a:r>
              <a:rPr lang="en-US" dirty="0"/>
              <a:t>Using internal non-volatile memory can be also useful to prevent unauthorized bitstream copying.</a:t>
            </a:r>
          </a:p>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FAC98D0A-C532-452A-C40F-D07322157548}"/>
              </a:ext>
            </a:extLst>
          </p:cNvPr>
          <p:cNvSpPr>
            <a:spLocks noGrp="1" noChangeArrowheads="1"/>
          </p:cNvSpPr>
          <p:nvPr>
            <p:ph type="title"/>
          </p:nvPr>
        </p:nvSpPr>
        <p:spPr/>
        <p:txBody>
          <a:bodyPr/>
          <a:lstStyle/>
          <a:p>
            <a:r>
              <a:rPr lang="en-US" altLang="en-US"/>
              <a:t>P</a:t>
            </a:r>
            <a:r>
              <a:rPr lang="ru-RU" altLang="en-US"/>
              <a:t>rogramming </a:t>
            </a:r>
            <a:r>
              <a:rPr lang="en-US" altLang="en-US"/>
              <a:t>T</a:t>
            </a:r>
            <a:r>
              <a:rPr lang="ru-RU" altLang="en-US"/>
              <a:t>echnolog</a:t>
            </a:r>
            <a:r>
              <a:rPr lang="en-US" altLang="en-US"/>
              <a:t>ies</a:t>
            </a:r>
            <a:endParaRPr lang="en-GB" altLang="en-US"/>
          </a:p>
        </p:txBody>
      </p:sp>
      <p:sp>
        <p:nvSpPr>
          <p:cNvPr id="3" name="Text Placeholder 2">
            <a:extLst>
              <a:ext uri="{FF2B5EF4-FFF2-40B4-BE49-F238E27FC236}">
                <a16:creationId xmlns:a16="http://schemas.microsoft.com/office/drawing/2014/main" id="{8D476A41-9EBE-8362-6765-FD4CB4C4ABF8}"/>
              </a:ext>
            </a:extLst>
          </p:cNvPr>
          <p:cNvSpPr>
            <a:spLocks noGrp="1"/>
          </p:cNvSpPr>
          <p:nvPr>
            <p:ph type="body" sz="quarter" idx="10"/>
          </p:nvPr>
        </p:nvSpPr>
        <p:spPr/>
        <p:txBody>
          <a:bodyPr/>
          <a:lstStyle/>
          <a:p>
            <a:r>
              <a:rPr lang="en-US" dirty="0"/>
              <a:t>Flash-based FPGAs</a:t>
            </a:r>
          </a:p>
          <a:p>
            <a:r>
              <a:rPr lang="en-US" dirty="0"/>
              <a:t>The SRAM-based FPGAs with internal flash memory use flash only during startup to  load data to the SRAM configuration cells. On the contrary, true flash-based FPGA uses flash as a primary resource for configuration storage, and doesn't require SRAM.</a:t>
            </a:r>
          </a:p>
          <a:p>
            <a:r>
              <a:rPr lang="en-US" dirty="0" err="1"/>
              <a:t>Аdvantage</a:t>
            </a:r>
            <a:r>
              <a:rPr lang="en-US" dirty="0"/>
              <a:t>:</a:t>
            </a:r>
          </a:p>
          <a:p>
            <a:pPr lvl="1"/>
            <a:r>
              <a:rPr lang="en-US" dirty="0"/>
              <a:t> less power consumptive.</a:t>
            </a:r>
          </a:p>
          <a:p>
            <a:pPr lvl="1"/>
            <a:r>
              <a:rPr lang="en-US" dirty="0"/>
              <a:t>  more tolerant to radiation effects.</a:t>
            </a:r>
          </a:p>
          <a:p>
            <a:r>
              <a:rPr lang="en-US" dirty="0"/>
              <a:t>Flash-based FPGA families such as Igloo and ProASIC3 are manufactured by </a:t>
            </a:r>
            <a:r>
              <a:rPr lang="en-US" dirty="0" err="1"/>
              <a:t>Actel</a:t>
            </a:r>
            <a:r>
              <a:rPr lang="en-US" dirty="0"/>
              <a:t>.</a:t>
            </a:r>
          </a:p>
          <a:p>
            <a:pPr lvl="1"/>
            <a:r>
              <a:rPr lang="en-US" dirty="0"/>
              <a:t>  using flash-based FPGAs can be a solution to prevent unauthorized</a:t>
            </a:r>
          </a:p>
          <a:p>
            <a:pPr lvl="1"/>
            <a:r>
              <a:rPr lang="en-US" dirty="0"/>
              <a:t>bitstream copying</a:t>
            </a:r>
          </a:p>
          <a:p>
            <a:pPr lvl="1"/>
            <a:endParaRPr lang="en-US" dirty="0"/>
          </a:p>
          <a:p>
            <a:pPr lvl="1"/>
            <a:endParaRPr lang="en-US" dirty="0"/>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BF886C4C-5A8B-53B7-AFA8-8116D9E7C17B}"/>
              </a:ext>
            </a:extLst>
          </p:cNvPr>
          <p:cNvSpPr>
            <a:spLocks noGrp="1" noChangeArrowheads="1"/>
          </p:cNvSpPr>
          <p:nvPr>
            <p:ph type="title"/>
          </p:nvPr>
        </p:nvSpPr>
        <p:spPr/>
        <p:txBody>
          <a:bodyPr/>
          <a:lstStyle/>
          <a:p>
            <a:r>
              <a:rPr lang="en-US" altLang="en-US"/>
              <a:t>P</a:t>
            </a:r>
            <a:r>
              <a:rPr lang="ru-RU" altLang="en-US"/>
              <a:t>rogramming </a:t>
            </a:r>
            <a:r>
              <a:rPr lang="en-US" altLang="en-US"/>
              <a:t>T</a:t>
            </a:r>
            <a:r>
              <a:rPr lang="ru-RU" altLang="en-US"/>
              <a:t>echnolog</a:t>
            </a:r>
            <a:r>
              <a:rPr lang="en-US" altLang="en-US"/>
              <a:t>ies</a:t>
            </a:r>
            <a:endParaRPr lang="en-GB" altLang="en-US"/>
          </a:p>
        </p:txBody>
      </p:sp>
      <p:sp>
        <p:nvSpPr>
          <p:cNvPr id="3" name="Text Placeholder 2">
            <a:extLst>
              <a:ext uri="{FF2B5EF4-FFF2-40B4-BE49-F238E27FC236}">
                <a16:creationId xmlns:a16="http://schemas.microsoft.com/office/drawing/2014/main" id="{1CA5884C-AE71-BCDD-8D96-C99F2597EB70}"/>
              </a:ext>
            </a:extLst>
          </p:cNvPr>
          <p:cNvSpPr>
            <a:spLocks noGrp="1"/>
          </p:cNvSpPr>
          <p:nvPr>
            <p:ph type="body" sz="quarter" idx="10"/>
          </p:nvPr>
        </p:nvSpPr>
        <p:spPr/>
        <p:txBody>
          <a:bodyPr/>
          <a:lstStyle/>
          <a:p>
            <a:r>
              <a:rPr lang="en-US" sz="2200" dirty="0" err="1"/>
              <a:t>Antifuse</a:t>
            </a:r>
            <a:r>
              <a:rPr lang="en-US" sz="2200" dirty="0"/>
              <a:t>-based FPGAs</a:t>
            </a:r>
          </a:p>
          <a:p>
            <a:r>
              <a:rPr lang="en-US" sz="2200" dirty="0" err="1"/>
              <a:t>Antifuse</a:t>
            </a:r>
            <a:r>
              <a:rPr lang="en-US" sz="2200" dirty="0"/>
              <a:t>-based FPGAs are different from the previous ones in that they can be programmed only once.</a:t>
            </a:r>
          </a:p>
          <a:p>
            <a:r>
              <a:rPr lang="en-US" sz="2200" dirty="0"/>
              <a:t>The </a:t>
            </a:r>
            <a:r>
              <a:rPr lang="en-US" sz="2200" dirty="0" err="1"/>
              <a:t>antifuse</a:t>
            </a:r>
            <a:r>
              <a:rPr lang="en-US" sz="2200" dirty="0"/>
              <a:t> is a device that doesn't conduct current initially, but can be “burned” to conduct current  (the </a:t>
            </a:r>
            <a:r>
              <a:rPr lang="en-US" sz="2200" dirty="0" err="1"/>
              <a:t>antifuse</a:t>
            </a:r>
            <a:r>
              <a:rPr lang="en-US" sz="2200" dirty="0"/>
              <a:t> behavior is thus opposite to that of the fuse, hence the name). </a:t>
            </a:r>
          </a:p>
          <a:p>
            <a:r>
              <a:rPr lang="en-US" sz="2200" dirty="0" err="1"/>
              <a:t>Antifuse</a:t>
            </a:r>
            <a:r>
              <a:rPr lang="en-US" sz="2200" dirty="0"/>
              <a:t>-based device families include </a:t>
            </a:r>
            <a:r>
              <a:rPr lang="en-US" sz="2200" dirty="0" err="1"/>
              <a:t>Axcelerator</a:t>
            </a:r>
            <a:r>
              <a:rPr lang="en-US" sz="2200" dirty="0"/>
              <a:t> produced by </a:t>
            </a:r>
            <a:r>
              <a:rPr lang="en-US" sz="2200" dirty="0" err="1"/>
              <a:t>Actel</a:t>
            </a:r>
            <a:r>
              <a:rPr lang="en-US" sz="2200" dirty="0"/>
              <a:t>.</a:t>
            </a:r>
          </a:p>
          <a:p>
            <a:r>
              <a:rPr lang="en-US" sz="2200" dirty="0"/>
              <a:t>Conclusion</a:t>
            </a:r>
          </a:p>
          <a:p>
            <a:pPr lvl="1"/>
            <a:r>
              <a:rPr lang="en-US" dirty="0"/>
              <a:t> Modern SRAM-based FPGAs have highest densities, but consume a lot of power and need an external non-volatile memory to store configuration bitstream. </a:t>
            </a:r>
          </a:p>
          <a:p>
            <a:pPr lvl="1"/>
            <a:r>
              <a:rPr lang="en-US" dirty="0"/>
              <a:t> SRAM-based FPGAs with an internal flash module doesn't need an external configuration memory.</a:t>
            </a:r>
          </a:p>
          <a:p>
            <a:pPr lvl="1"/>
            <a:r>
              <a:rPr lang="en-US" dirty="0"/>
              <a:t>  Flash-based and </a:t>
            </a:r>
            <a:r>
              <a:rPr lang="en-US" dirty="0" err="1"/>
              <a:t>Antifuse</a:t>
            </a:r>
            <a:r>
              <a:rPr lang="en-US" dirty="0"/>
              <a:t>-based  FPGAs consume much less power than their SRAM-based counter parts. </a:t>
            </a:r>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5959A580-6A54-93F2-CF60-3C94A36FB54B}"/>
              </a:ext>
            </a:extLst>
          </p:cNvPr>
          <p:cNvSpPr>
            <a:spLocks noGrp="1" noChangeArrowheads="1"/>
          </p:cNvSpPr>
          <p:nvPr>
            <p:ph type="title"/>
          </p:nvPr>
        </p:nvSpPr>
        <p:spPr>
          <a:xfrm>
            <a:off x="0" y="183401"/>
            <a:ext cx="11612880" cy="704088"/>
          </a:xfrm>
        </p:spPr>
        <p:txBody>
          <a:bodyPr/>
          <a:lstStyle/>
          <a:p>
            <a:r>
              <a:rPr lang="en-US" altLang="en-US"/>
              <a:t>Comparison of Programming Technologies</a:t>
            </a:r>
          </a:p>
        </p:txBody>
      </p:sp>
      <p:graphicFrame>
        <p:nvGraphicFramePr>
          <p:cNvPr id="3" name="Table 2">
            <a:extLst>
              <a:ext uri="{FF2B5EF4-FFF2-40B4-BE49-F238E27FC236}">
                <a16:creationId xmlns:a16="http://schemas.microsoft.com/office/drawing/2014/main" id="{1F6947A7-F20A-44CD-B71E-2E523303DB7F}"/>
              </a:ext>
            </a:extLst>
          </p:cNvPr>
          <p:cNvGraphicFramePr>
            <a:graphicFrameLocks noGrp="1"/>
          </p:cNvGraphicFramePr>
          <p:nvPr>
            <p:extLst>
              <p:ext uri="{D42A27DB-BD31-4B8C-83A1-F6EECF244321}">
                <p14:modId xmlns:p14="http://schemas.microsoft.com/office/powerpoint/2010/main" val="3126408090"/>
              </p:ext>
            </p:extLst>
          </p:nvPr>
        </p:nvGraphicFramePr>
        <p:xfrm>
          <a:off x="849086" y="1034143"/>
          <a:ext cx="10472056" cy="5105400"/>
        </p:xfrm>
        <a:graphic>
          <a:graphicData uri="http://schemas.openxmlformats.org/drawingml/2006/table">
            <a:tbl>
              <a:tblPr firstRow="1" bandRow="1">
                <a:tableStyleId>{5C22544A-7EE6-4342-B048-85BDC9FD1C3A}</a:tableStyleId>
              </a:tblPr>
              <a:tblGrid>
                <a:gridCol w="1729330">
                  <a:extLst>
                    <a:ext uri="{9D8B030D-6E8A-4147-A177-3AD203B41FA5}">
                      <a16:colId xmlns:a16="http://schemas.microsoft.com/office/drawing/2014/main" val="20000"/>
                    </a:ext>
                  </a:extLst>
                </a:gridCol>
                <a:gridCol w="1633256">
                  <a:extLst>
                    <a:ext uri="{9D8B030D-6E8A-4147-A177-3AD203B41FA5}">
                      <a16:colId xmlns:a16="http://schemas.microsoft.com/office/drawing/2014/main" val="20001"/>
                    </a:ext>
                  </a:extLst>
                </a:gridCol>
                <a:gridCol w="2209700">
                  <a:extLst>
                    <a:ext uri="{9D8B030D-6E8A-4147-A177-3AD203B41FA5}">
                      <a16:colId xmlns:a16="http://schemas.microsoft.com/office/drawing/2014/main" val="20002"/>
                    </a:ext>
                  </a:extLst>
                </a:gridCol>
                <a:gridCol w="1186513">
                  <a:extLst>
                    <a:ext uri="{9D8B030D-6E8A-4147-A177-3AD203B41FA5}">
                      <a16:colId xmlns:a16="http://schemas.microsoft.com/office/drawing/2014/main" val="20003"/>
                    </a:ext>
                  </a:extLst>
                </a:gridCol>
                <a:gridCol w="1599631">
                  <a:extLst>
                    <a:ext uri="{9D8B030D-6E8A-4147-A177-3AD203B41FA5}">
                      <a16:colId xmlns:a16="http://schemas.microsoft.com/office/drawing/2014/main" val="20004"/>
                    </a:ext>
                  </a:extLst>
                </a:gridCol>
                <a:gridCol w="2113626">
                  <a:extLst>
                    <a:ext uri="{9D8B030D-6E8A-4147-A177-3AD203B41FA5}">
                      <a16:colId xmlns:a16="http://schemas.microsoft.com/office/drawing/2014/main" val="20005"/>
                    </a:ext>
                  </a:extLst>
                </a:gridCol>
              </a:tblGrid>
              <a:tr h="941772">
                <a:tc>
                  <a:txBody>
                    <a:bodyPr/>
                    <a:lstStyle/>
                    <a:p>
                      <a:r>
                        <a:rPr lang="en-US" sz="1600" dirty="0"/>
                        <a:t>Program.</a:t>
                      </a:r>
                      <a:br>
                        <a:rPr lang="en-US" sz="1600" dirty="0"/>
                      </a:br>
                      <a:r>
                        <a:rPr lang="en-US" sz="1600" dirty="0"/>
                        <a:t>technology</a:t>
                      </a:r>
                    </a:p>
                  </a:txBody>
                  <a:tcPr marT="45726" marB="45726"/>
                </a:tc>
                <a:tc>
                  <a:txBody>
                    <a:bodyPr/>
                    <a:lstStyle/>
                    <a:p>
                      <a:r>
                        <a:rPr lang="en-US" sz="1600" dirty="0"/>
                        <a:t>Volatile/</a:t>
                      </a:r>
                      <a:br>
                        <a:rPr lang="en-US" sz="1600" dirty="0"/>
                      </a:br>
                      <a:r>
                        <a:rPr lang="en-US" sz="1600" dirty="0"/>
                        <a:t>nonvolatile</a:t>
                      </a:r>
                    </a:p>
                  </a:txBody>
                  <a:tcPr marT="45726" marB="45726"/>
                </a:tc>
                <a:tc>
                  <a:txBody>
                    <a:bodyPr/>
                    <a:lstStyle/>
                    <a:p>
                      <a:r>
                        <a:rPr lang="en-US" sz="1600" dirty="0"/>
                        <a:t>Reprogramming</a:t>
                      </a:r>
                      <a:br>
                        <a:rPr lang="en-US" sz="1600" dirty="0"/>
                      </a:br>
                      <a:endParaRPr lang="en-US" sz="1600" dirty="0"/>
                    </a:p>
                  </a:txBody>
                  <a:tcPr marT="45726" marB="45726"/>
                </a:tc>
                <a:tc>
                  <a:txBody>
                    <a:bodyPr/>
                    <a:lstStyle/>
                    <a:p>
                      <a:r>
                        <a:rPr lang="en-US" sz="1600" dirty="0"/>
                        <a:t>Area</a:t>
                      </a:r>
                    </a:p>
                  </a:txBody>
                  <a:tcPr marT="45726" marB="45726"/>
                </a:tc>
                <a:tc>
                  <a:txBody>
                    <a:bodyPr/>
                    <a:lstStyle/>
                    <a:p>
                      <a:r>
                        <a:rPr lang="en-US" sz="1600" dirty="0"/>
                        <a:t>Resistance</a:t>
                      </a:r>
                    </a:p>
                  </a:txBody>
                  <a:tcPr marT="45726" marB="45726"/>
                </a:tc>
                <a:tc>
                  <a:txBody>
                    <a:bodyPr/>
                    <a:lstStyle/>
                    <a:p>
                      <a:r>
                        <a:rPr lang="en-US" sz="1600" dirty="0" err="1"/>
                        <a:t>Capasitance</a:t>
                      </a:r>
                      <a:endParaRPr lang="en-US" sz="1600" dirty="0"/>
                    </a:p>
                  </a:txBody>
                  <a:tcPr marT="45726" marB="45726"/>
                </a:tc>
                <a:extLst>
                  <a:ext uri="{0D108BD9-81ED-4DB2-BD59-A6C34878D82A}">
                    <a16:rowId xmlns:a16="http://schemas.microsoft.com/office/drawing/2014/main" val="10000"/>
                  </a:ext>
                </a:extLst>
              </a:tr>
              <a:tr h="941772">
                <a:tc>
                  <a:txBody>
                    <a:bodyPr/>
                    <a:lstStyle/>
                    <a:p>
                      <a:r>
                        <a:rPr lang="en-US" sz="1600" dirty="0"/>
                        <a:t>SRAM</a:t>
                      </a:r>
                    </a:p>
                  </a:txBody>
                  <a:tcPr marT="45726" marB="45726"/>
                </a:tc>
                <a:tc>
                  <a:txBody>
                    <a:bodyPr/>
                    <a:lstStyle/>
                    <a:p>
                      <a:r>
                        <a:rPr lang="en-US" sz="1600" dirty="0"/>
                        <a:t>Volatile</a:t>
                      </a:r>
                    </a:p>
                  </a:txBody>
                  <a:tcPr marT="45726" marB="45726"/>
                </a:tc>
                <a:tc>
                  <a:txBody>
                    <a:bodyPr/>
                    <a:lstStyle/>
                    <a:p>
                      <a:r>
                        <a:rPr lang="en-US" sz="1600" dirty="0"/>
                        <a:t>In-circuit</a:t>
                      </a:r>
                      <a:br>
                        <a:rPr lang="en-US" sz="1600" dirty="0"/>
                      </a:br>
                      <a:r>
                        <a:rPr lang="en-US" sz="1600" dirty="0"/>
                        <a:t>reprogrammable</a:t>
                      </a:r>
                    </a:p>
                  </a:txBody>
                  <a:tcPr marT="45726" marB="45726"/>
                </a:tc>
                <a:tc>
                  <a:txBody>
                    <a:bodyPr/>
                    <a:lstStyle/>
                    <a:p>
                      <a:r>
                        <a:rPr lang="en-US" sz="1600" dirty="0"/>
                        <a:t>High</a:t>
                      </a:r>
                    </a:p>
                  </a:txBody>
                  <a:tcPr marT="45726" marB="45726"/>
                </a:tc>
                <a:tc>
                  <a:txBody>
                    <a:bodyPr/>
                    <a:lstStyle/>
                    <a:p>
                      <a:r>
                        <a:rPr lang="en-US" sz="1600" dirty="0"/>
                        <a:t>High</a:t>
                      </a:r>
                    </a:p>
                  </a:txBody>
                  <a:tcPr marT="45726" marB="45726"/>
                </a:tc>
                <a:tc>
                  <a:txBody>
                    <a:bodyPr/>
                    <a:lstStyle/>
                    <a:p>
                      <a:r>
                        <a:rPr lang="en-US" sz="1600" dirty="0"/>
                        <a:t>High</a:t>
                      </a:r>
                    </a:p>
                  </a:txBody>
                  <a:tcPr marT="45726" marB="45726"/>
                </a:tc>
                <a:extLst>
                  <a:ext uri="{0D108BD9-81ED-4DB2-BD59-A6C34878D82A}">
                    <a16:rowId xmlns:a16="http://schemas.microsoft.com/office/drawing/2014/main" val="10001"/>
                  </a:ext>
                </a:extLst>
              </a:tr>
              <a:tr h="941772">
                <a:tc>
                  <a:txBody>
                    <a:bodyPr/>
                    <a:lstStyle/>
                    <a:p>
                      <a:r>
                        <a:rPr lang="en-US" sz="1600" dirty="0"/>
                        <a:t>EPROM</a:t>
                      </a:r>
                    </a:p>
                  </a:txBody>
                  <a:tcPr marT="45726" marB="45726"/>
                </a:tc>
                <a:tc>
                  <a:txBody>
                    <a:bodyPr/>
                    <a:lstStyle/>
                    <a:p>
                      <a:r>
                        <a:rPr lang="en-US" sz="1600" dirty="0"/>
                        <a:t>Nonvolatile</a:t>
                      </a:r>
                    </a:p>
                  </a:txBody>
                  <a:tcPr marT="45726" marB="45726"/>
                </a:tc>
                <a:tc>
                  <a:txBody>
                    <a:bodyPr/>
                    <a:lstStyle/>
                    <a:p>
                      <a:r>
                        <a:rPr lang="en-US" sz="1600" dirty="0"/>
                        <a:t>Out-of-circuit</a:t>
                      </a:r>
                      <a:br>
                        <a:rPr lang="en-US" sz="1600" dirty="0"/>
                      </a:br>
                      <a:r>
                        <a:rPr lang="en-US" sz="1600" dirty="0"/>
                        <a:t>reprogrammable</a:t>
                      </a:r>
                    </a:p>
                  </a:txBody>
                  <a:tcPr marT="45726" marB="45726"/>
                </a:tc>
                <a:tc>
                  <a:txBody>
                    <a:bodyPr/>
                    <a:lstStyle/>
                    <a:p>
                      <a:r>
                        <a:rPr lang="en-US" sz="1600" dirty="0"/>
                        <a:t>Small</a:t>
                      </a:r>
                    </a:p>
                  </a:txBody>
                  <a:tcPr marT="45726" marB="45726"/>
                </a:tc>
                <a:tc>
                  <a:txBody>
                    <a:bodyPr/>
                    <a:lstStyle/>
                    <a:p>
                      <a:r>
                        <a:rPr lang="en-US" sz="1600" dirty="0"/>
                        <a:t>High</a:t>
                      </a:r>
                    </a:p>
                  </a:txBody>
                  <a:tcPr marT="45726" marB="45726"/>
                </a:tc>
                <a:tc>
                  <a:txBody>
                    <a:bodyPr/>
                    <a:lstStyle/>
                    <a:p>
                      <a:r>
                        <a:rPr lang="en-US" sz="1600" dirty="0"/>
                        <a:t>High</a:t>
                      </a:r>
                    </a:p>
                  </a:txBody>
                  <a:tcPr marT="45726" marB="45726"/>
                </a:tc>
                <a:extLst>
                  <a:ext uri="{0D108BD9-81ED-4DB2-BD59-A6C34878D82A}">
                    <a16:rowId xmlns:a16="http://schemas.microsoft.com/office/drawing/2014/main" val="10002"/>
                  </a:ext>
                </a:extLst>
              </a:tr>
              <a:tr h="1338312">
                <a:tc>
                  <a:txBody>
                    <a:bodyPr/>
                    <a:lstStyle/>
                    <a:p>
                      <a:r>
                        <a:rPr lang="en-US" sz="1600" dirty="0"/>
                        <a:t>EEPROM/</a:t>
                      </a:r>
                      <a:br>
                        <a:rPr lang="en-US" sz="1600" dirty="0"/>
                      </a:br>
                      <a:r>
                        <a:rPr lang="en-US" sz="1600" dirty="0"/>
                        <a:t>flash</a:t>
                      </a:r>
                    </a:p>
                  </a:txBody>
                  <a:tcPr marT="45726" marB="45726"/>
                </a:tc>
                <a:tc>
                  <a:txBody>
                    <a:bodyPr/>
                    <a:lstStyle/>
                    <a:p>
                      <a:r>
                        <a:rPr lang="en-US" sz="1600" dirty="0"/>
                        <a:t>Nonvolatile</a:t>
                      </a:r>
                    </a:p>
                  </a:txBody>
                  <a:tcPr marT="45726" marB="4572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In-circuit</a:t>
                      </a:r>
                      <a:br>
                        <a:rPr lang="en-US" sz="1600" dirty="0"/>
                      </a:br>
                      <a:r>
                        <a:rPr lang="en-US" sz="1600" dirty="0"/>
                        <a:t>reprogrammable</a:t>
                      </a:r>
                    </a:p>
                    <a:p>
                      <a:endParaRPr lang="en-US" sz="1600" dirty="0"/>
                    </a:p>
                  </a:txBody>
                  <a:tcPr marT="45726" marB="45726"/>
                </a:tc>
                <a:tc>
                  <a:txBody>
                    <a:bodyPr/>
                    <a:lstStyle/>
                    <a:p>
                      <a:r>
                        <a:rPr lang="en-US" sz="1600" dirty="0"/>
                        <a:t>Medium to high</a:t>
                      </a:r>
                    </a:p>
                  </a:txBody>
                  <a:tcPr marT="45726" marB="45726"/>
                </a:tc>
                <a:tc>
                  <a:txBody>
                    <a:bodyPr/>
                    <a:lstStyle/>
                    <a:p>
                      <a:r>
                        <a:rPr lang="en-US" sz="1600" dirty="0"/>
                        <a:t>High</a:t>
                      </a:r>
                    </a:p>
                  </a:txBody>
                  <a:tcPr marT="45726" marB="45726"/>
                </a:tc>
                <a:tc>
                  <a:txBody>
                    <a:bodyPr/>
                    <a:lstStyle/>
                    <a:p>
                      <a:r>
                        <a:rPr lang="en-US" sz="1600" dirty="0"/>
                        <a:t>High</a:t>
                      </a:r>
                    </a:p>
                  </a:txBody>
                  <a:tcPr marT="45726" marB="45726"/>
                </a:tc>
                <a:extLst>
                  <a:ext uri="{0D108BD9-81ED-4DB2-BD59-A6C34878D82A}">
                    <a16:rowId xmlns:a16="http://schemas.microsoft.com/office/drawing/2014/main" val="10003"/>
                  </a:ext>
                </a:extLst>
              </a:tr>
              <a:tr h="941772">
                <a:tc>
                  <a:txBody>
                    <a:bodyPr/>
                    <a:lstStyle/>
                    <a:p>
                      <a:r>
                        <a:rPr lang="en-US" sz="1600" dirty="0" err="1"/>
                        <a:t>Antifuse</a:t>
                      </a:r>
                      <a:endParaRPr lang="en-US" sz="1600" dirty="0"/>
                    </a:p>
                  </a:txBody>
                  <a:tcPr marT="45726" marB="45726"/>
                </a:tc>
                <a:tc>
                  <a:txBody>
                    <a:bodyPr/>
                    <a:lstStyle/>
                    <a:p>
                      <a:r>
                        <a:rPr lang="en-US" sz="1600" dirty="0"/>
                        <a:t>Nonvolatile</a:t>
                      </a:r>
                    </a:p>
                  </a:txBody>
                  <a:tcPr marT="45726" marB="45726"/>
                </a:tc>
                <a:tc>
                  <a:txBody>
                    <a:bodyPr/>
                    <a:lstStyle/>
                    <a:p>
                      <a:r>
                        <a:rPr lang="en-US" sz="1600" dirty="0"/>
                        <a:t>Not reprogrammable</a:t>
                      </a:r>
                    </a:p>
                  </a:txBody>
                  <a:tcPr marT="45726" marB="45726"/>
                </a:tc>
                <a:tc>
                  <a:txBody>
                    <a:bodyPr/>
                    <a:lstStyle/>
                    <a:p>
                      <a:r>
                        <a:rPr lang="en-US" sz="1600" dirty="0"/>
                        <a:t>Small</a:t>
                      </a:r>
                    </a:p>
                  </a:txBody>
                  <a:tcPr marT="45726" marB="45726"/>
                </a:tc>
                <a:tc>
                  <a:txBody>
                    <a:bodyPr/>
                    <a:lstStyle/>
                    <a:p>
                      <a:r>
                        <a:rPr lang="en-US" sz="1600" dirty="0"/>
                        <a:t>Small</a:t>
                      </a:r>
                    </a:p>
                  </a:txBody>
                  <a:tcPr marT="45726" marB="45726"/>
                </a:tc>
                <a:tc>
                  <a:txBody>
                    <a:bodyPr/>
                    <a:lstStyle/>
                    <a:p>
                      <a:r>
                        <a:rPr lang="en-US" sz="1600" dirty="0"/>
                        <a:t>Small </a:t>
                      </a:r>
                    </a:p>
                  </a:txBody>
                  <a:tcPr marT="45726" marB="45726"/>
                </a:tc>
                <a:extLst>
                  <a:ext uri="{0D108BD9-81ED-4DB2-BD59-A6C34878D82A}">
                    <a16:rowId xmlns:a16="http://schemas.microsoft.com/office/drawing/2014/main" val="10004"/>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a:extLst>
              <a:ext uri="{FF2B5EF4-FFF2-40B4-BE49-F238E27FC236}">
                <a16:creationId xmlns:a16="http://schemas.microsoft.com/office/drawing/2014/main" id="{F486522A-29E7-98D5-0943-C6CA726EF837}"/>
              </a:ext>
            </a:extLst>
          </p:cNvPr>
          <p:cNvSpPr>
            <a:spLocks noGrp="1" noChangeArrowheads="1"/>
          </p:cNvSpPr>
          <p:nvPr>
            <p:ph type="title"/>
          </p:nvPr>
        </p:nvSpPr>
        <p:spPr>
          <a:xfrm>
            <a:off x="0" y="183401"/>
            <a:ext cx="11612880" cy="704088"/>
          </a:xfrm>
        </p:spPr>
        <p:txBody>
          <a:bodyPr/>
          <a:lstStyle/>
          <a:p>
            <a:r>
              <a:rPr lang="en-US" altLang="en-US"/>
              <a:t>Commercial FPGAs</a:t>
            </a:r>
          </a:p>
        </p:txBody>
      </p:sp>
      <p:graphicFrame>
        <p:nvGraphicFramePr>
          <p:cNvPr id="3" name="Table 2">
            <a:extLst>
              <a:ext uri="{FF2B5EF4-FFF2-40B4-BE49-F238E27FC236}">
                <a16:creationId xmlns:a16="http://schemas.microsoft.com/office/drawing/2014/main" id="{0A7E29BC-8EF4-4439-AF5D-F284C0924474}"/>
              </a:ext>
            </a:extLst>
          </p:cNvPr>
          <p:cNvGraphicFramePr>
            <a:graphicFrameLocks noGrp="1"/>
          </p:cNvGraphicFramePr>
          <p:nvPr>
            <p:extLst>
              <p:ext uri="{D42A27DB-BD31-4B8C-83A1-F6EECF244321}">
                <p14:modId xmlns:p14="http://schemas.microsoft.com/office/powerpoint/2010/main" val="1219727690"/>
              </p:ext>
            </p:extLst>
          </p:nvPr>
        </p:nvGraphicFramePr>
        <p:xfrm>
          <a:off x="522514" y="1197496"/>
          <a:ext cx="11090366" cy="4963819"/>
        </p:xfrm>
        <a:graphic>
          <a:graphicData uri="http://schemas.openxmlformats.org/drawingml/2006/table">
            <a:tbl>
              <a:tblPr firstRow="1" bandRow="1">
                <a:tableStyleId>{5C22544A-7EE6-4342-B048-85BDC9FD1C3A}</a:tableStyleId>
              </a:tblPr>
              <a:tblGrid>
                <a:gridCol w="1713965">
                  <a:extLst>
                    <a:ext uri="{9D8B030D-6E8A-4147-A177-3AD203B41FA5}">
                      <a16:colId xmlns:a16="http://schemas.microsoft.com/office/drawing/2014/main" val="20000"/>
                    </a:ext>
                  </a:extLst>
                </a:gridCol>
                <a:gridCol w="1814788">
                  <a:extLst>
                    <a:ext uri="{9D8B030D-6E8A-4147-A177-3AD203B41FA5}">
                      <a16:colId xmlns:a16="http://schemas.microsoft.com/office/drawing/2014/main" val="20001"/>
                    </a:ext>
                  </a:extLst>
                </a:gridCol>
                <a:gridCol w="2419716">
                  <a:extLst>
                    <a:ext uri="{9D8B030D-6E8A-4147-A177-3AD203B41FA5}">
                      <a16:colId xmlns:a16="http://schemas.microsoft.com/office/drawing/2014/main" val="20002"/>
                    </a:ext>
                  </a:extLst>
                </a:gridCol>
                <a:gridCol w="2722181">
                  <a:extLst>
                    <a:ext uri="{9D8B030D-6E8A-4147-A177-3AD203B41FA5}">
                      <a16:colId xmlns:a16="http://schemas.microsoft.com/office/drawing/2014/main" val="20003"/>
                    </a:ext>
                  </a:extLst>
                </a:gridCol>
                <a:gridCol w="2419716">
                  <a:extLst>
                    <a:ext uri="{9D8B030D-6E8A-4147-A177-3AD203B41FA5}">
                      <a16:colId xmlns:a16="http://schemas.microsoft.com/office/drawing/2014/main" val="20004"/>
                    </a:ext>
                  </a:extLst>
                </a:gridCol>
              </a:tblGrid>
              <a:tr h="805780">
                <a:tc>
                  <a:txBody>
                    <a:bodyPr/>
                    <a:lstStyle/>
                    <a:p>
                      <a:r>
                        <a:rPr lang="en-US" sz="1400" dirty="0"/>
                        <a:t>Company</a:t>
                      </a:r>
                    </a:p>
                  </a:txBody>
                  <a:tcPr marL="91444" marR="91444" marT="45716" marB="45716"/>
                </a:tc>
                <a:tc>
                  <a:txBody>
                    <a:bodyPr/>
                    <a:lstStyle/>
                    <a:p>
                      <a:r>
                        <a:rPr lang="en-US" sz="1400" dirty="0" err="1"/>
                        <a:t>Divice</a:t>
                      </a:r>
                      <a:r>
                        <a:rPr lang="en-US" sz="1400" dirty="0"/>
                        <a:t> name</a:t>
                      </a:r>
                    </a:p>
                  </a:txBody>
                  <a:tcPr marL="91444" marR="91444" marT="45716" marB="45716"/>
                </a:tc>
                <a:tc>
                  <a:txBody>
                    <a:bodyPr/>
                    <a:lstStyle/>
                    <a:p>
                      <a:r>
                        <a:rPr lang="en-US" sz="1400" dirty="0"/>
                        <a:t>General architecture</a:t>
                      </a:r>
                    </a:p>
                  </a:txBody>
                  <a:tcPr marL="91444" marR="91444" marT="45716" marB="45716"/>
                </a:tc>
                <a:tc>
                  <a:txBody>
                    <a:bodyPr/>
                    <a:lstStyle/>
                    <a:p>
                      <a:r>
                        <a:rPr lang="en-US" sz="1400" dirty="0"/>
                        <a:t>Logic</a:t>
                      </a:r>
                      <a:r>
                        <a:rPr lang="en-US" sz="1400" baseline="0" dirty="0"/>
                        <a:t> block type</a:t>
                      </a:r>
                      <a:endParaRPr lang="en-US" sz="1400" dirty="0"/>
                    </a:p>
                  </a:txBody>
                  <a:tcPr marL="91444" marR="91444" marT="45716" marB="45716"/>
                </a:tc>
                <a:tc>
                  <a:txBody>
                    <a:bodyPr/>
                    <a:lstStyle/>
                    <a:p>
                      <a:r>
                        <a:rPr lang="en-US" sz="1400" dirty="0"/>
                        <a:t>Programming</a:t>
                      </a:r>
                      <a:br>
                        <a:rPr lang="en-US" sz="1400" dirty="0"/>
                      </a:br>
                      <a:r>
                        <a:rPr lang="en-US" sz="1400" dirty="0"/>
                        <a:t>technology</a:t>
                      </a:r>
                    </a:p>
                  </a:txBody>
                  <a:tcPr marL="91444" marR="91444" marT="45716" marB="45716"/>
                </a:tc>
                <a:extLst>
                  <a:ext uri="{0D108BD9-81ED-4DB2-BD59-A6C34878D82A}">
                    <a16:rowId xmlns:a16="http://schemas.microsoft.com/office/drawing/2014/main" val="10000"/>
                  </a:ext>
                </a:extLst>
              </a:tr>
              <a:tr h="365919">
                <a:tc>
                  <a:txBody>
                    <a:bodyPr/>
                    <a:lstStyle/>
                    <a:p>
                      <a:r>
                        <a:rPr lang="en-US" sz="1400" dirty="0" err="1"/>
                        <a:t>Microsemi</a:t>
                      </a:r>
                      <a:endParaRPr lang="en-US" sz="1400" dirty="0"/>
                    </a:p>
                  </a:txBody>
                  <a:tcPr marL="91444" marR="91444" marT="45716" marB="45716"/>
                </a:tc>
                <a:tc>
                  <a:txBody>
                    <a:bodyPr/>
                    <a:lstStyle/>
                    <a:p>
                      <a:r>
                        <a:rPr lang="en-US" sz="1400" dirty="0"/>
                        <a:t>IGLOO</a:t>
                      </a:r>
                    </a:p>
                  </a:txBody>
                  <a:tcPr marL="91444" marR="91444" marT="45716" marB="45716"/>
                </a:tc>
                <a:tc>
                  <a:txBody>
                    <a:bodyPr/>
                    <a:lstStyle/>
                    <a:p>
                      <a:r>
                        <a:rPr lang="en-US" sz="1600" dirty="0"/>
                        <a:t>Sea of tiles</a:t>
                      </a:r>
                    </a:p>
                  </a:txBody>
                  <a:tcPr marL="91444" marR="91444" marT="45716" marB="45716"/>
                </a:tc>
                <a:tc>
                  <a:txBody>
                    <a:bodyPr/>
                    <a:lstStyle/>
                    <a:p>
                      <a:r>
                        <a:rPr lang="en-US" sz="1600" dirty="0"/>
                        <a:t>MUXs and gates</a:t>
                      </a:r>
                    </a:p>
                  </a:txBody>
                  <a:tcPr marL="91444" marR="91444" marT="45716" marB="45716"/>
                </a:tc>
                <a:tc>
                  <a:txBody>
                    <a:bodyPr/>
                    <a:lstStyle/>
                    <a:p>
                      <a:r>
                        <a:rPr lang="en-US" sz="1600" dirty="0"/>
                        <a:t>LUT/Flash</a:t>
                      </a:r>
                    </a:p>
                  </a:txBody>
                  <a:tcPr marL="91444" marR="91444" marT="45716" marB="45716"/>
                </a:tc>
                <a:extLst>
                  <a:ext uri="{0D108BD9-81ED-4DB2-BD59-A6C34878D82A}">
                    <a16:rowId xmlns:a16="http://schemas.microsoft.com/office/drawing/2014/main" val="10001"/>
                  </a:ext>
                </a:extLst>
              </a:tr>
              <a:tr h="365919">
                <a:tc>
                  <a:txBody>
                    <a:bodyPr/>
                    <a:lstStyle/>
                    <a:p>
                      <a:endParaRPr lang="en-US" sz="1400" dirty="0"/>
                    </a:p>
                  </a:txBody>
                  <a:tcPr marL="91444" marR="91444" marT="45716" marB="45716"/>
                </a:tc>
                <a:tc>
                  <a:txBody>
                    <a:bodyPr/>
                    <a:lstStyle/>
                    <a:p>
                      <a:r>
                        <a:rPr lang="en-US" sz="1400" dirty="0"/>
                        <a:t>Pro/ASIC</a:t>
                      </a:r>
                    </a:p>
                  </a:txBody>
                  <a:tcPr marL="91444" marR="91444" marT="45716" marB="45716"/>
                </a:tc>
                <a:tc>
                  <a:txBody>
                    <a:bodyPr/>
                    <a:lstStyle/>
                    <a:p>
                      <a:r>
                        <a:rPr lang="en-US" sz="1600" dirty="0"/>
                        <a:t>Sea of</a:t>
                      </a:r>
                      <a:r>
                        <a:rPr lang="en-US" sz="1600" baseline="0" dirty="0"/>
                        <a:t> modules</a:t>
                      </a:r>
                      <a:endParaRPr lang="en-US" sz="1600" dirty="0"/>
                    </a:p>
                  </a:txBody>
                  <a:tcPr marL="91444" marR="91444" marT="45716" marB="45716"/>
                </a:tc>
                <a:tc>
                  <a:txBody>
                    <a:bodyPr/>
                    <a:lstStyle/>
                    <a:p>
                      <a:r>
                        <a:rPr lang="en-US" sz="1600" dirty="0"/>
                        <a:t>MUXs</a:t>
                      </a:r>
                      <a:r>
                        <a:rPr lang="en-US" sz="1600" baseline="0" dirty="0"/>
                        <a:t> and gates</a:t>
                      </a:r>
                      <a:endParaRPr lang="en-US" sz="1600" dirty="0"/>
                    </a:p>
                  </a:txBody>
                  <a:tcPr marL="91444" marR="91444" marT="45716" marB="45716"/>
                </a:tc>
                <a:tc>
                  <a:txBody>
                    <a:bodyPr/>
                    <a:lstStyle/>
                    <a:p>
                      <a:r>
                        <a:rPr lang="en-US" sz="1600" dirty="0" err="1"/>
                        <a:t>Flash,SRAM</a:t>
                      </a:r>
                      <a:endParaRPr lang="en-US" sz="1600" dirty="0"/>
                    </a:p>
                  </a:txBody>
                  <a:tcPr marL="91444" marR="91444" marT="45716" marB="45716"/>
                </a:tc>
                <a:extLst>
                  <a:ext uri="{0D108BD9-81ED-4DB2-BD59-A6C34878D82A}">
                    <a16:rowId xmlns:a16="http://schemas.microsoft.com/office/drawing/2014/main" val="10002"/>
                  </a:ext>
                </a:extLst>
              </a:tr>
              <a:tr h="365919">
                <a:tc>
                  <a:txBody>
                    <a:bodyPr/>
                    <a:lstStyle/>
                    <a:p>
                      <a:endParaRPr lang="en-US" sz="1600" dirty="0"/>
                    </a:p>
                  </a:txBody>
                  <a:tcPr marL="91444" marR="91444" marT="45716" marB="45716"/>
                </a:tc>
                <a:tc>
                  <a:txBody>
                    <a:bodyPr/>
                    <a:lstStyle/>
                    <a:p>
                      <a:r>
                        <a:rPr lang="en-US" sz="1600" dirty="0" err="1"/>
                        <a:t>Axcelerator</a:t>
                      </a:r>
                      <a:endParaRPr lang="en-US" sz="1600" dirty="0"/>
                    </a:p>
                  </a:txBody>
                  <a:tcPr marL="91444" marR="91444" marT="45716" marB="4571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Sea of</a:t>
                      </a:r>
                      <a:r>
                        <a:rPr lang="en-US" sz="1600" baseline="0" dirty="0"/>
                        <a:t> modules</a:t>
                      </a:r>
                      <a:endParaRPr lang="en-US" sz="1600" dirty="0"/>
                    </a:p>
                  </a:txBody>
                  <a:tcPr marL="91444" marR="91444" marT="45716" marB="4571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MUXs</a:t>
                      </a:r>
                      <a:r>
                        <a:rPr lang="en-US" sz="1600" baseline="0" dirty="0"/>
                        <a:t> and gates</a:t>
                      </a:r>
                      <a:endParaRPr lang="en-US" sz="1600" dirty="0"/>
                    </a:p>
                  </a:txBody>
                  <a:tcPr marL="91444" marR="91444" marT="45716" marB="45716"/>
                </a:tc>
                <a:tc>
                  <a:txBody>
                    <a:bodyPr/>
                    <a:lstStyle/>
                    <a:p>
                      <a:r>
                        <a:rPr lang="en-US" sz="1600" dirty="0"/>
                        <a:t>SRAM</a:t>
                      </a:r>
                    </a:p>
                  </a:txBody>
                  <a:tcPr marL="91444" marR="91444" marT="45716" marB="45716"/>
                </a:tc>
                <a:extLst>
                  <a:ext uri="{0D108BD9-81ED-4DB2-BD59-A6C34878D82A}">
                    <a16:rowId xmlns:a16="http://schemas.microsoft.com/office/drawing/2014/main" val="10003"/>
                  </a:ext>
                </a:extLst>
              </a:tr>
              <a:tr h="898177">
                <a:tc>
                  <a:txBody>
                    <a:bodyPr/>
                    <a:lstStyle/>
                    <a:p>
                      <a:r>
                        <a:rPr lang="en-US" sz="1600" dirty="0"/>
                        <a:t>XILINX</a:t>
                      </a:r>
                    </a:p>
                  </a:txBody>
                  <a:tcPr marL="91444" marR="91444" marT="45716" marB="45716"/>
                </a:tc>
                <a:tc>
                  <a:txBody>
                    <a:bodyPr/>
                    <a:lstStyle/>
                    <a:p>
                      <a:r>
                        <a:rPr lang="en-US" sz="1600" dirty="0" err="1"/>
                        <a:t>Virtex,Artix</a:t>
                      </a:r>
                      <a:r>
                        <a:rPr lang="en-US" sz="1600" dirty="0"/>
                        <a:t>,</a:t>
                      </a:r>
                      <a:br>
                        <a:rPr lang="en-US" sz="1600" dirty="0"/>
                      </a:br>
                      <a:r>
                        <a:rPr lang="en-US" sz="1600" dirty="0" err="1"/>
                        <a:t>Kintex</a:t>
                      </a:r>
                      <a:br>
                        <a:rPr lang="en-US" sz="1600" dirty="0"/>
                      </a:br>
                      <a:r>
                        <a:rPr lang="en-US" sz="1600" dirty="0"/>
                        <a:t>Spartan</a:t>
                      </a:r>
                    </a:p>
                  </a:txBody>
                  <a:tcPr marL="91444" marR="91444" marT="45716" marB="4571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Symmetrical</a:t>
                      </a:r>
                      <a:br>
                        <a:rPr lang="en-US" sz="1600" dirty="0"/>
                      </a:br>
                      <a:r>
                        <a:rPr lang="en-US" sz="1600" dirty="0"/>
                        <a:t>Array</a:t>
                      </a:r>
                    </a:p>
                  </a:txBody>
                  <a:tcPr marL="91444" marR="91444" marT="45716" marB="4571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LUT</a:t>
                      </a:r>
                    </a:p>
                  </a:txBody>
                  <a:tcPr marL="91444" marR="91444" marT="45716" marB="45716"/>
                </a:tc>
                <a:tc>
                  <a:txBody>
                    <a:bodyPr/>
                    <a:lstStyle/>
                    <a:p>
                      <a:r>
                        <a:rPr lang="en-US" sz="1600" dirty="0"/>
                        <a:t>SRAM</a:t>
                      </a:r>
                    </a:p>
                  </a:txBody>
                  <a:tcPr marL="91444" marR="91444" marT="45716" marB="45716"/>
                </a:tc>
                <a:extLst>
                  <a:ext uri="{0D108BD9-81ED-4DB2-BD59-A6C34878D82A}">
                    <a16:rowId xmlns:a16="http://schemas.microsoft.com/office/drawing/2014/main" val="10004"/>
                  </a:ext>
                </a:extLst>
              </a:tr>
              <a:tr h="898177">
                <a:tc>
                  <a:txBody>
                    <a:bodyPr/>
                    <a:lstStyle/>
                    <a:p>
                      <a:r>
                        <a:rPr lang="en-US" sz="1600" dirty="0"/>
                        <a:t>Altera</a:t>
                      </a:r>
                    </a:p>
                  </a:txBody>
                  <a:tcPr marL="91444" marR="91444" marT="45716" marB="45716"/>
                </a:tc>
                <a:tc>
                  <a:txBody>
                    <a:bodyPr/>
                    <a:lstStyle/>
                    <a:p>
                      <a:r>
                        <a:rPr lang="en-US" sz="1600" dirty="0"/>
                        <a:t>Cyclone II</a:t>
                      </a:r>
                      <a:br>
                        <a:rPr lang="en-US" sz="1600" dirty="0"/>
                      </a:br>
                      <a:r>
                        <a:rPr lang="en-US" sz="1600" dirty="0" err="1"/>
                        <a:t>Stratix</a:t>
                      </a:r>
                      <a:r>
                        <a:rPr lang="en-US" sz="1600" dirty="0"/>
                        <a:t> II</a:t>
                      </a:r>
                    </a:p>
                  </a:txBody>
                  <a:tcPr marL="91444" marR="91444" marT="45716" marB="4571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2-dimensional</a:t>
                      </a:r>
                      <a:br>
                        <a:rPr lang="en-US" sz="1600" dirty="0"/>
                      </a:br>
                      <a:r>
                        <a:rPr lang="en-US" sz="1600" dirty="0"/>
                        <a:t>Row and column  based</a:t>
                      </a:r>
                    </a:p>
                  </a:txBody>
                  <a:tcPr marL="91444" marR="91444" marT="45716" marB="4571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LUT</a:t>
                      </a:r>
                    </a:p>
                  </a:txBody>
                  <a:tcPr marL="91444" marR="91444" marT="45716" marB="45716"/>
                </a:tc>
                <a:tc>
                  <a:txBody>
                    <a:bodyPr/>
                    <a:lstStyle/>
                    <a:p>
                      <a:r>
                        <a:rPr lang="en-US" sz="1600" dirty="0"/>
                        <a:t>SRAM</a:t>
                      </a:r>
                    </a:p>
                  </a:txBody>
                  <a:tcPr marL="91444" marR="91444" marT="45716" marB="45716"/>
                </a:tc>
                <a:extLst>
                  <a:ext uri="{0D108BD9-81ED-4DB2-BD59-A6C34878D82A}">
                    <a16:rowId xmlns:a16="http://schemas.microsoft.com/office/drawing/2014/main" val="10005"/>
                  </a:ext>
                </a:extLst>
              </a:tr>
              <a:tr h="631964">
                <a:tc>
                  <a:txBody>
                    <a:bodyPr/>
                    <a:lstStyle/>
                    <a:p>
                      <a:r>
                        <a:rPr lang="en-US" sz="1600" dirty="0" err="1"/>
                        <a:t>Quicklogic</a:t>
                      </a:r>
                      <a:endParaRPr lang="en-US" sz="1600" dirty="0"/>
                    </a:p>
                  </a:txBody>
                  <a:tcPr marL="91444" marR="91444" marT="45716" marB="45716"/>
                </a:tc>
                <a:tc>
                  <a:txBody>
                    <a:bodyPr/>
                    <a:lstStyle/>
                    <a:p>
                      <a:r>
                        <a:rPr lang="en-US" sz="1600" dirty="0"/>
                        <a:t>Eclipse</a:t>
                      </a:r>
                    </a:p>
                  </a:txBody>
                  <a:tcPr marL="91444" marR="91444" marT="45716" marB="4571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Flexible cell based</a:t>
                      </a:r>
                    </a:p>
                  </a:txBody>
                  <a:tcPr marL="91444" marR="91444" marT="45716" marB="4571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LUT</a:t>
                      </a:r>
                    </a:p>
                  </a:txBody>
                  <a:tcPr marL="91444" marR="91444" marT="45716" marB="45716"/>
                </a:tc>
                <a:tc>
                  <a:txBody>
                    <a:bodyPr/>
                    <a:lstStyle/>
                    <a:p>
                      <a:r>
                        <a:rPr lang="en-US" sz="1600" dirty="0"/>
                        <a:t>SRAM</a:t>
                      </a:r>
                    </a:p>
                  </a:txBody>
                  <a:tcPr marL="91444" marR="91444" marT="45716" marB="45716"/>
                </a:tc>
                <a:extLst>
                  <a:ext uri="{0D108BD9-81ED-4DB2-BD59-A6C34878D82A}">
                    <a16:rowId xmlns:a16="http://schemas.microsoft.com/office/drawing/2014/main" val="10006"/>
                  </a:ext>
                </a:extLst>
              </a:tr>
              <a:tr h="631964">
                <a:tc>
                  <a:txBody>
                    <a:bodyPr/>
                    <a:lstStyle/>
                    <a:p>
                      <a:r>
                        <a:rPr lang="en-US" sz="1600" dirty="0"/>
                        <a:t>Atmel</a:t>
                      </a:r>
                    </a:p>
                  </a:txBody>
                  <a:tcPr marL="91444" marR="91444" marT="45716" marB="45716"/>
                </a:tc>
                <a:tc>
                  <a:txBody>
                    <a:bodyPr/>
                    <a:lstStyle/>
                    <a:p>
                      <a:r>
                        <a:rPr lang="en-US" sz="1600" dirty="0"/>
                        <a:t>ATM40KAL</a:t>
                      </a:r>
                    </a:p>
                  </a:txBody>
                  <a:tcPr marL="91444" marR="91444" marT="45716" marB="4571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Cell-based</a:t>
                      </a:r>
                    </a:p>
                  </a:txBody>
                  <a:tcPr marL="91444" marR="91444" marT="45716" marB="45716"/>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MUXs and basic gates</a:t>
                      </a:r>
                    </a:p>
                  </a:txBody>
                  <a:tcPr marL="91444" marR="91444" marT="45716" marB="45716"/>
                </a:tc>
                <a:tc>
                  <a:txBody>
                    <a:bodyPr/>
                    <a:lstStyle/>
                    <a:p>
                      <a:r>
                        <a:rPr lang="en-US" sz="1600" dirty="0"/>
                        <a:t>SRAM</a:t>
                      </a:r>
                    </a:p>
                  </a:txBody>
                  <a:tcPr marL="91444" marR="91444" marT="45716" marB="45716"/>
                </a:tc>
                <a:extLst>
                  <a:ext uri="{0D108BD9-81ED-4DB2-BD59-A6C34878D82A}">
                    <a16:rowId xmlns:a16="http://schemas.microsoft.com/office/drawing/2014/main" val="10007"/>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4">
            <a:extLst>
              <a:ext uri="{FF2B5EF4-FFF2-40B4-BE49-F238E27FC236}">
                <a16:creationId xmlns:a16="http://schemas.microsoft.com/office/drawing/2014/main" id="{9361E4AF-2ABA-4618-FB47-79F47F73FD22}"/>
              </a:ext>
            </a:extLst>
          </p:cNvPr>
          <p:cNvSpPr>
            <a:spLocks noGrp="1" noChangeArrowheads="1"/>
          </p:cNvSpPr>
          <p:nvPr>
            <p:ph type="title"/>
          </p:nvPr>
        </p:nvSpPr>
        <p:spPr/>
        <p:txBody>
          <a:bodyPr/>
          <a:lstStyle/>
          <a:p>
            <a:r>
              <a:rPr lang="en-US" altLang="en-US"/>
              <a:t>Modern XILINX FPGA</a:t>
            </a:r>
            <a:endParaRPr lang="ru-RU" altLang="en-US"/>
          </a:p>
        </p:txBody>
      </p:sp>
      <p:sp>
        <p:nvSpPr>
          <p:cNvPr id="83971" name="Content Placeholder 3">
            <a:extLst>
              <a:ext uri="{FF2B5EF4-FFF2-40B4-BE49-F238E27FC236}">
                <a16:creationId xmlns:a16="http://schemas.microsoft.com/office/drawing/2014/main" id="{49B512F9-D4F6-3A3C-2A47-0F8A96274333}"/>
              </a:ext>
            </a:extLst>
          </p:cNvPr>
          <p:cNvSpPr>
            <a:spLocks noGrp="1" noChangeArrowheads="1"/>
          </p:cNvSpPr>
          <p:nvPr>
            <p:ph type="body" sz="quarter" idx="10"/>
          </p:nvPr>
        </p:nvSpPr>
        <p:spPr/>
        <p:txBody>
          <a:bodyPr/>
          <a:lstStyle/>
          <a:p>
            <a:r>
              <a:rPr lang="ru-RU" altLang="en-US"/>
              <a:t>The basic XC4000 series - main </a:t>
            </a:r>
            <a:r>
              <a:rPr lang="en-US" altLang="en-US"/>
              <a:t>item</a:t>
            </a:r>
            <a:r>
              <a:rPr lang="ru-RU" altLang="en-US"/>
              <a:t> of equipment  is considered CLB, consisting of two </a:t>
            </a:r>
            <a:r>
              <a:rPr lang="en-US" altLang="en-US"/>
              <a:t>flip-flops </a:t>
            </a:r>
            <a:r>
              <a:rPr lang="ru-RU" altLang="en-US"/>
              <a:t>and two LUT</a:t>
            </a:r>
            <a:r>
              <a:rPr lang="en-US" altLang="en-US"/>
              <a:t>s</a:t>
            </a:r>
            <a:r>
              <a:rPr lang="ru-RU" altLang="en-US"/>
              <a:t>. In the new series of FPGA </a:t>
            </a:r>
            <a:r>
              <a:rPr lang="en-US" altLang="en-US"/>
              <a:t>the number of </a:t>
            </a:r>
            <a:r>
              <a:rPr lang="ru-RU" altLang="en-US"/>
              <a:t>LUT</a:t>
            </a:r>
            <a:r>
              <a:rPr lang="en-US" altLang="en-US"/>
              <a:t>s</a:t>
            </a:r>
            <a:r>
              <a:rPr lang="ru-RU" altLang="en-US"/>
              <a:t> and flip-flops ha</a:t>
            </a:r>
            <a:r>
              <a:rPr lang="en-US" altLang="en-US"/>
              <a:t>ve</a:t>
            </a:r>
            <a:r>
              <a:rPr lang="ru-RU" altLang="en-US"/>
              <a:t> increased several times. </a:t>
            </a:r>
            <a:endParaRPr lang="en-US" altLang="en-US"/>
          </a:p>
          <a:p>
            <a:r>
              <a:rPr lang="ru-RU" altLang="en-US"/>
              <a:t>Modern FPGA logic blocks are divided into several slices. </a:t>
            </a:r>
          </a:p>
          <a:p>
            <a:r>
              <a:rPr lang="ru-RU" altLang="en-US"/>
              <a:t>Each slice contains some of the same type</a:t>
            </a:r>
            <a:r>
              <a:rPr lang="en-US" altLang="en-US"/>
              <a:t>s</a:t>
            </a:r>
            <a:r>
              <a:rPr lang="ru-RU" altLang="en-US"/>
              <a:t> of logic elements (schemes).</a:t>
            </a:r>
            <a:endParaRPr lang="en-US" altLang="en-US"/>
          </a:p>
          <a:p>
            <a:r>
              <a:rPr lang="en-GB" altLang="en-US"/>
              <a:t>For example, CLB Virtex series consists of two sections, a series VirtexII - four sections. </a:t>
            </a:r>
            <a:br>
              <a:rPr lang="ru-RU" altLang="en-US"/>
            </a:br>
            <a:endParaRPr lang="ru-RU" altLang="en-US"/>
          </a:p>
          <a:p>
            <a:endParaRPr lang="en-US"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4">
            <a:extLst>
              <a:ext uri="{FF2B5EF4-FFF2-40B4-BE49-F238E27FC236}">
                <a16:creationId xmlns:a16="http://schemas.microsoft.com/office/drawing/2014/main" id="{830AB232-0BC0-E418-EFE3-DC884DE1B947}"/>
              </a:ext>
            </a:extLst>
          </p:cNvPr>
          <p:cNvSpPr>
            <a:spLocks noGrp="1" noChangeArrowheads="1"/>
          </p:cNvSpPr>
          <p:nvPr>
            <p:ph type="title"/>
          </p:nvPr>
        </p:nvSpPr>
        <p:spPr/>
        <p:txBody>
          <a:bodyPr/>
          <a:lstStyle/>
          <a:p>
            <a:r>
              <a:rPr lang="en-US" altLang="en-US"/>
              <a:t>FPGA Resources</a:t>
            </a:r>
            <a:endParaRPr lang="ru-RU" altLang="en-US"/>
          </a:p>
        </p:txBody>
      </p:sp>
      <p:sp>
        <p:nvSpPr>
          <p:cNvPr id="84995" name="Content Placeholder 3">
            <a:extLst>
              <a:ext uri="{FF2B5EF4-FFF2-40B4-BE49-F238E27FC236}">
                <a16:creationId xmlns:a16="http://schemas.microsoft.com/office/drawing/2014/main" id="{2661317A-00BF-60E2-D360-8AF8A4490652}"/>
              </a:ext>
            </a:extLst>
          </p:cNvPr>
          <p:cNvSpPr>
            <a:spLocks noGrp="1" noChangeArrowheads="1"/>
          </p:cNvSpPr>
          <p:nvPr>
            <p:ph type="body" sz="quarter" idx="10"/>
          </p:nvPr>
        </p:nvSpPr>
        <p:spPr/>
        <p:txBody>
          <a:bodyPr/>
          <a:lstStyle/>
          <a:p>
            <a:r>
              <a:rPr lang="en-US" altLang="en-US"/>
              <a:t>Virtex-7   7</a:t>
            </a:r>
            <a:r>
              <a:rPr lang="ru-RU" altLang="en-US"/>
              <a:t>VHX</a:t>
            </a:r>
            <a:r>
              <a:rPr lang="en-US" altLang="en-US"/>
              <a:t>580</a:t>
            </a:r>
            <a:r>
              <a:rPr lang="ru-RU" altLang="en-US"/>
              <a:t>T </a:t>
            </a:r>
            <a:endParaRPr lang="en-US" altLang="en-US"/>
          </a:p>
          <a:p>
            <a:r>
              <a:rPr lang="en-US" altLang="en-US"/>
              <a:t> Total  slices – 90 700</a:t>
            </a:r>
          </a:p>
          <a:p>
            <a:r>
              <a:rPr lang="en-US" altLang="en-US"/>
              <a:t> SLICELs – 55 300</a:t>
            </a:r>
          </a:p>
          <a:p>
            <a:r>
              <a:rPr lang="en-US" altLang="en-US"/>
              <a:t> SLICEMs – 35 400</a:t>
            </a:r>
          </a:p>
          <a:p>
            <a:r>
              <a:rPr lang="en-US" altLang="en-US"/>
              <a:t>  Number of  6-Input LUTs – 362 800</a:t>
            </a:r>
          </a:p>
          <a:p>
            <a:r>
              <a:rPr lang="en-US" altLang="en-US"/>
              <a:t>  Maximum Distributed RAM (KB) – 8 850</a:t>
            </a:r>
          </a:p>
          <a:p>
            <a:r>
              <a:rPr lang="en-US" altLang="en-US"/>
              <a:t>  Shift  Register (KB) – 4 425</a:t>
            </a:r>
          </a:p>
          <a:p>
            <a:r>
              <a:rPr lang="en-US" altLang="en-US"/>
              <a:t>  Number of Flip-Flops – 725 600</a:t>
            </a:r>
          </a:p>
          <a:p>
            <a:endParaRPr lang="ru-RU" altLang="en-US"/>
          </a:p>
          <a:p>
            <a:endParaRPr lang="en-US"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4">
            <a:extLst>
              <a:ext uri="{FF2B5EF4-FFF2-40B4-BE49-F238E27FC236}">
                <a16:creationId xmlns:a16="http://schemas.microsoft.com/office/drawing/2014/main" id="{9CEEFB0A-B2D4-7FA7-EC3C-E731D2D0DCC7}"/>
              </a:ext>
            </a:extLst>
          </p:cNvPr>
          <p:cNvSpPr>
            <a:spLocks noGrp="1" noChangeArrowheads="1"/>
          </p:cNvSpPr>
          <p:nvPr>
            <p:ph type="title"/>
          </p:nvPr>
        </p:nvSpPr>
        <p:spPr>
          <a:xfrm>
            <a:off x="0" y="183401"/>
            <a:ext cx="11612880" cy="704088"/>
          </a:xfrm>
        </p:spPr>
        <p:txBody>
          <a:bodyPr/>
          <a:lstStyle/>
          <a:p>
            <a:r>
              <a:rPr lang="en-US" altLang="en-US"/>
              <a:t>Virtex</a:t>
            </a:r>
            <a:r>
              <a:rPr lang="ru-RU" altLang="en-US"/>
              <a:t>-</a:t>
            </a:r>
            <a:r>
              <a:rPr lang="en-US" altLang="en-US"/>
              <a:t>7</a:t>
            </a:r>
            <a:r>
              <a:rPr lang="ru-RU" altLang="en-US"/>
              <a:t> </a:t>
            </a:r>
            <a:r>
              <a:rPr lang="en-US" altLang="en-US"/>
              <a:t>CLB</a:t>
            </a:r>
            <a:endParaRPr lang="ru-RU" altLang="en-US"/>
          </a:p>
        </p:txBody>
      </p:sp>
      <p:sp>
        <p:nvSpPr>
          <p:cNvPr id="86019" name="Text Box 5">
            <a:extLst>
              <a:ext uri="{FF2B5EF4-FFF2-40B4-BE49-F238E27FC236}">
                <a16:creationId xmlns:a16="http://schemas.microsoft.com/office/drawing/2014/main" id="{D5D25186-C5B3-9126-CEE3-E52F6512FEDB}"/>
              </a:ext>
            </a:extLst>
          </p:cNvPr>
          <p:cNvSpPr txBox="1">
            <a:spLocks noChangeArrowheads="1"/>
          </p:cNvSpPr>
          <p:nvPr/>
        </p:nvSpPr>
        <p:spPr bwMode="auto">
          <a:xfrm>
            <a:off x="2971800" y="1295400"/>
            <a:ext cx="54816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ru-RU" altLang="en-US" sz="2000" b="0" u="none"/>
              <a:t>Arrangement of </a:t>
            </a:r>
            <a:r>
              <a:rPr lang="en-US" altLang="en-US" sz="2000" b="0" u="none"/>
              <a:t>s</a:t>
            </a:r>
            <a:r>
              <a:rPr lang="ru-RU" altLang="en-US" sz="2000" b="0" u="none"/>
              <a:t>lices within the CLB</a:t>
            </a:r>
          </a:p>
        </p:txBody>
      </p:sp>
      <p:grpSp>
        <p:nvGrpSpPr>
          <p:cNvPr id="86020" name="Group 23">
            <a:extLst>
              <a:ext uri="{FF2B5EF4-FFF2-40B4-BE49-F238E27FC236}">
                <a16:creationId xmlns:a16="http://schemas.microsoft.com/office/drawing/2014/main" id="{F461BC53-F41B-A3FB-6334-8F880FF29D14}"/>
              </a:ext>
            </a:extLst>
          </p:cNvPr>
          <p:cNvGrpSpPr>
            <a:grpSpLocks/>
          </p:cNvGrpSpPr>
          <p:nvPr/>
        </p:nvGrpSpPr>
        <p:grpSpPr bwMode="auto">
          <a:xfrm>
            <a:off x="3125788" y="1660526"/>
            <a:ext cx="5561012" cy="3978275"/>
            <a:chOff x="1008" y="1279"/>
            <a:chExt cx="3504" cy="2465"/>
          </a:xfrm>
        </p:grpSpPr>
        <p:sp>
          <p:nvSpPr>
            <p:cNvPr id="2" name="Rectangle 21">
              <a:extLst>
                <a:ext uri="{FF2B5EF4-FFF2-40B4-BE49-F238E27FC236}">
                  <a16:creationId xmlns:a16="http://schemas.microsoft.com/office/drawing/2014/main" id="{669DC17E-DBFA-45AA-A877-844D41A052B3}"/>
                </a:ext>
              </a:extLst>
            </p:cNvPr>
            <p:cNvSpPr>
              <a:spLocks noChangeArrowheads="1"/>
            </p:cNvSpPr>
            <p:nvPr/>
          </p:nvSpPr>
          <p:spPr bwMode="auto">
            <a:xfrm>
              <a:off x="2302" y="1722"/>
              <a:ext cx="2210" cy="1671"/>
            </a:xfrm>
            <a:prstGeom prst="rect">
              <a:avLst/>
            </a:prstGeom>
            <a:solidFill>
              <a:schemeClr val="accent1">
                <a:lumMod val="20000"/>
                <a:lumOff val="80000"/>
              </a:schemeClr>
            </a:solidFill>
            <a:ln w="9525">
              <a:solidFill>
                <a:srgbClr val="000000"/>
              </a:solidFill>
              <a:prstDash val="dash"/>
              <a:miter lim="800000"/>
              <a:headEnd/>
              <a:tailEnd/>
            </a:ln>
          </p:spPr>
          <p:txBody>
            <a:bodyPr/>
            <a:lstStyle/>
            <a:p>
              <a:pPr eaLnBrk="1" hangingPunct="1">
                <a:defRPr/>
              </a:pPr>
              <a:endParaRPr lang="en-US" sz="2000" dirty="0"/>
            </a:p>
          </p:txBody>
        </p:sp>
        <p:sp>
          <p:nvSpPr>
            <p:cNvPr id="86022" name="Rectangle 7">
              <a:extLst>
                <a:ext uri="{FF2B5EF4-FFF2-40B4-BE49-F238E27FC236}">
                  <a16:creationId xmlns:a16="http://schemas.microsoft.com/office/drawing/2014/main" id="{3F8CBE26-A692-24C3-3213-7D8135EBDD9A}"/>
                </a:ext>
              </a:extLst>
            </p:cNvPr>
            <p:cNvSpPr>
              <a:spLocks noChangeArrowheads="1"/>
            </p:cNvSpPr>
            <p:nvPr/>
          </p:nvSpPr>
          <p:spPr bwMode="auto">
            <a:xfrm>
              <a:off x="1008" y="1814"/>
              <a:ext cx="922" cy="1463"/>
            </a:xfrm>
            <a:prstGeom prst="rect">
              <a:avLst/>
            </a:prstGeom>
            <a:solidFill>
              <a:schemeClr val="accent1"/>
            </a:solidFill>
            <a:ln w="28575">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000" b="0" u="none" dirty="0"/>
            </a:p>
            <a:p>
              <a:pPr algn="ctr" eaLnBrk="1" hangingPunct="1"/>
              <a:r>
                <a:rPr lang="en-US" altLang="en-US" sz="2000" b="0" u="none" dirty="0">
                  <a:solidFill>
                    <a:schemeClr val="bg1"/>
                  </a:solidFill>
                </a:rPr>
                <a:t>Switch</a:t>
              </a:r>
            </a:p>
            <a:p>
              <a:pPr algn="ctr" eaLnBrk="1" hangingPunct="1"/>
              <a:r>
                <a:rPr lang="en-US" altLang="en-US" sz="2000" b="0" u="none" dirty="0">
                  <a:solidFill>
                    <a:schemeClr val="bg1"/>
                  </a:solidFill>
                </a:rPr>
                <a:t>Matrix</a:t>
              </a:r>
              <a:endParaRPr lang="ru-RU" altLang="en-US" sz="2000" b="0" u="none" dirty="0">
                <a:solidFill>
                  <a:schemeClr val="bg1"/>
                </a:solidFill>
              </a:endParaRPr>
            </a:p>
          </p:txBody>
        </p:sp>
        <p:sp>
          <p:nvSpPr>
            <p:cNvPr id="3" name="AutoShape 8">
              <a:extLst>
                <a:ext uri="{FF2B5EF4-FFF2-40B4-BE49-F238E27FC236}">
                  <a16:creationId xmlns:a16="http://schemas.microsoft.com/office/drawing/2014/main" id="{942B1BC2-C7C4-45EE-8AD2-BF57C679F7EC}"/>
                </a:ext>
              </a:extLst>
            </p:cNvPr>
            <p:cNvSpPr>
              <a:spLocks noChangeArrowheads="1"/>
            </p:cNvSpPr>
            <p:nvPr/>
          </p:nvSpPr>
          <p:spPr bwMode="auto">
            <a:xfrm>
              <a:off x="1928" y="2865"/>
              <a:ext cx="614" cy="162"/>
            </a:xfrm>
            <a:prstGeom prst="leftRightArrow">
              <a:avLst>
                <a:gd name="adj1" fmla="val 50000"/>
                <a:gd name="adj2" fmla="val 75802"/>
              </a:avLst>
            </a:prstGeom>
            <a:solidFill>
              <a:schemeClr val="bg1">
                <a:lumMod val="50000"/>
              </a:schemeClr>
            </a:solidFill>
            <a:ln w="28575">
              <a:solidFill>
                <a:srgbClr val="000000"/>
              </a:solidFill>
              <a:miter lim="800000"/>
              <a:headEnd/>
              <a:tailEnd/>
            </a:ln>
          </p:spPr>
          <p:txBody>
            <a:bodyPr/>
            <a:lstStyle/>
            <a:p>
              <a:pPr eaLnBrk="1" hangingPunct="1">
                <a:defRPr/>
              </a:pPr>
              <a:endParaRPr lang="en-US" sz="1400"/>
            </a:p>
          </p:txBody>
        </p:sp>
        <p:sp>
          <p:nvSpPr>
            <p:cNvPr id="67592" name="AutoShape 9">
              <a:extLst>
                <a:ext uri="{FF2B5EF4-FFF2-40B4-BE49-F238E27FC236}">
                  <a16:creationId xmlns:a16="http://schemas.microsoft.com/office/drawing/2014/main" id="{B3D5421D-CD27-4C19-92AE-C566879C2EF2}"/>
                </a:ext>
              </a:extLst>
            </p:cNvPr>
            <p:cNvSpPr>
              <a:spLocks noChangeArrowheads="1"/>
            </p:cNvSpPr>
            <p:nvPr/>
          </p:nvSpPr>
          <p:spPr bwMode="auto">
            <a:xfrm>
              <a:off x="1930" y="2147"/>
              <a:ext cx="1429" cy="197"/>
            </a:xfrm>
            <a:prstGeom prst="leftRightArrow">
              <a:avLst>
                <a:gd name="adj1" fmla="val 50000"/>
                <a:gd name="adj2" fmla="val 174756"/>
              </a:avLst>
            </a:prstGeom>
            <a:solidFill>
              <a:schemeClr val="accent1">
                <a:lumMod val="60000"/>
                <a:lumOff val="40000"/>
              </a:schemeClr>
            </a:solidFill>
            <a:ln w="28575">
              <a:solidFill>
                <a:srgbClr val="000000"/>
              </a:solidFill>
              <a:miter lim="800000"/>
              <a:headEnd/>
              <a:tailEnd/>
            </a:ln>
          </p:spPr>
          <p:txBody>
            <a:bodyPr/>
            <a:lstStyle/>
            <a:p>
              <a:pPr eaLnBrk="1" hangingPunct="1">
                <a:defRPr/>
              </a:pPr>
              <a:endParaRPr lang="en-US" sz="1400"/>
            </a:p>
          </p:txBody>
        </p:sp>
        <p:sp>
          <p:nvSpPr>
            <p:cNvPr id="67593" name="Rectangle 11">
              <a:extLst>
                <a:ext uri="{FF2B5EF4-FFF2-40B4-BE49-F238E27FC236}">
                  <a16:creationId xmlns:a16="http://schemas.microsoft.com/office/drawing/2014/main" id="{C405DD12-C745-4A00-B14B-F131A6863AA9}"/>
                </a:ext>
              </a:extLst>
            </p:cNvPr>
            <p:cNvSpPr>
              <a:spLocks noChangeArrowheads="1"/>
            </p:cNvSpPr>
            <p:nvPr/>
          </p:nvSpPr>
          <p:spPr bwMode="auto">
            <a:xfrm>
              <a:off x="2532" y="2716"/>
              <a:ext cx="892" cy="488"/>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r>
                <a:rPr lang="en-US" sz="1600"/>
                <a:t>Slice(0)</a:t>
              </a:r>
              <a:endParaRPr lang="ru-RU" sz="1600"/>
            </a:p>
          </p:txBody>
        </p:sp>
        <p:sp>
          <p:nvSpPr>
            <p:cNvPr id="67594" name="Rectangle 12">
              <a:extLst>
                <a:ext uri="{FF2B5EF4-FFF2-40B4-BE49-F238E27FC236}">
                  <a16:creationId xmlns:a16="http://schemas.microsoft.com/office/drawing/2014/main" id="{7AB456DF-29D1-4F06-9653-1FDB6D6BA284}"/>
                </a:ext>
              </a:extLst>
            </p:cNvPr>
            <p:cNvSpPr>
              <a:spLocks noChangeArrowheads="1"/>
            </p:cNvSpPr>
            <p:nvPr/>
          </p:nvSpPr>
          <p:spPr bwMode="auto">
            <a:xfrm>
              <a:off x="3378" y="1971"/>
              <a:ext cx="895" cy="488"/>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r>
                <a:rPr lang="en-US" sz="2000" dirty="0"/>
                <a:t>Slice(1)</a:t>
              </a:r>
            </a:p>
            <a:p>
              <a:pPr eaLnBrk="1" hangingPunct="1">
                <a:defRPr/>
              </a:pPr>
              <a:endParaRPr lang="ru-RU" sz="2000" dirty="0"/>
            </a:p>
          </p:txBody>
        </p:sp>
        <p:sp>
          <p:nvSpPr>
            <p:cNvPr id="86027" name="Line 13">
              <a:extLst>
                <a:ext uri="{FF2B5EF4-FFF2-40B4-BE49-F238E27FC236}">
                  <a16:creationId xmlns:a16="http://schemas.microsoft.com/office/drawing/2014/main" id="{52E027C9-80E7-0714-FD01-A7A09B34FE68}"/>
                </a:ext>
              </a:extLst>
            </p:cNvPr>
            <p:cNvSpPr>
              <a:spLocks noChangeShapeType="1"/>
            </p:cNvSpPr>
            <p:nvPr/>
          </p:nvSpPr>
          <p:spPr bwMode="auto">
            <a:xfrm flipV="1">
              <a:off x="2968" y="3190"/>
              <a:ext cx="0" cy="34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6028" name="Line 14">
              <a:extLst>
                <a:ext uri="{FF2B5EF4-FFF2-40B4-BE49-F238E27FC236}">
                  <a16:creationId xmlns:a16="http://schemas.microsoft.com/office/drawing/2014/main" id="{3E2683FB-7BC8-B640-8407-35581ED261F2}"/>
                </a:ext>
              </a:extLst>
            </p:cNvPr>
            <p:cNvSpPr>
              <a:spLocks noChangeShapeType="1"/>
            </p:cNvSpPr>
            <p:nvPr/>
          </p:nvSpPr>
          <p:spPr bwMode="auto">
            <a:xfrm flipV="1">
              <a:off x="2968" y="1511"/>
              <a:ext cx="0" cy="1192"/>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6029" name="Line 15">
              <a:extLst>
                <a:ext uri="{FF2B5EF4-FFF2-40B4-BE49-F238E27FC236}">
                  <a16:creationId xmlns:a16="http://schemas.microsoft.com/office/drawing/2014/main" id="{949E56B7-B124-E9EF-C38B-EECBD6DBF88C}"/>
                </a:ext>
              </a:extLst>
            </p:cNvPr>
            <p:cNvSpPr>
              <a:spLocks noChangeShapeType="1"/>
            </p:cNvSpPr>
            <p:nvPr/>
          </p:nvSpPr>
          <p:spPr bwMode="auto">
            <a:xfrm flipV="1">
              <a:off x="3795" y="2445"/>
              <a:ext cx="0" cy="1076"/>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6030" name="Line 16">
              <a:extLst>
                <a:ext uri="{FF2B5EF4-FFF2-40B4-BE49-F238E27FC236}">
                  <a16:creationId xmlns:a16="http://schemas.microsoft.com/office/drawing/2014/main" id="{DE4E82BC-CC2E-3379-A201-9668D509AA33}"/>
                </a:ext>
              </a:extLst>
            </p:cNvPr>
            <p:cNvSpPr>
              <a:spLocks noChangeShapeType="1"/>
            </p:cNvSpPr>
            <p:nvPr/>
          </p:nvSpPr>
          <p:spPr bwMode="auto">
            <a:xfrm flipV="1">
              <a:off x="3826" y="1538"/>
              <a:ext cx="0" cy="435"/>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6031" name="Text Box 17">
              <a:extLst>
                <a:ext uri="{FF2B5EF4-FFF2-40B4-BE49-F238E27FC236}">
                  <a16:creationId xmlns:a16="http://schemas.microsoft.com/office/drawing/2014/main" id="{E3504A69-DF62-E337-F607-ABBEC0D00B9E}"/>
                </a:ext>
              </a:extLst>
            </p:cNvPr>
            <p:cNvSpPr txBox="1">
              <a:spLocks noChangeArrowheads="1"/>
            </p:cNvSpPr>
            <p:nvPr/>
          </p:nvSpPr>
          <p:spPr bwMode="auto">
            <a:xfrm>
              <a:off x="2783" y="3508"/>
              <a:ext cx="615"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Cin</a:t>
              </a:r>
              <a:endParaRPr lang="ru-RU" altLang="en-US" sz="2000" b="0" u="none"/>
            </a:p>
          </p:txBody>
        </p:sp>
        <p:sp>
          <p:nvSpPr>
            <p:cNvPr id="86032" name="Text Box 18">
              <a:extLst>
                <a:ext uri="{FF2B5EF4-FFF2-40B4-BE49-F238E27FC236}">
                  <a16:creationId xmlns:a16="http://schemas.microsoft.com/office/drawing/2014/main" id="{1E010649-F0F9-1CE0-F873-C7DDA107B87B}"/>
                </a:ext>
              </a:extLst>
            </p:cNvPr>
            <p:cNvSpPr txBox="1">
              <a:spLocks noChangeArrowheads="1"/>
            </p:cNvSpPr>
            <p:nvPr/>
          </p:nvSpPr>
          <p:spPr bwMode="auto">
            <a:xfrm>
              <a:off x="3624" y="3508"/>
              <a:ext cx="615"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Cin</a:t>
              </a:r>
              <a:endParaRPr lang="ru-RU" altLang="en-US" sz="2000" b="0" u="none"/>
            </a:p>
          </p:txBody>
        </p:sp>
        <p:sp>
          <p:nvSpPr>
            <p:cNvPr id="86033" name="Text Box 19">
              <a:extLst>
                <a:ext uri="{FF2B5EF4-FFF2-40B4-BE49-F238E27FC236}">
                  <a16:creationId xmlns:a16="http://schemas.microsoft.com/office/drawing/2014/main" id="{A88AC0CD-3BC9-E592-75F9-C391B6109DE8}"/>
                </a:ext>
              </a:extLst>
            </p:cNvPr>
            <p:cNvSpPr txBox="1">
              <a:spLocks noChangeArrowheads="1"/>
            </p:cNvSpPr>
            <p:nvPr/>
          </p:nvSpPr>
          <p:spPr bwMode="auto">
            <a:xfrm>
              <a:off x="3576" y="1279"/>
              <a:ext cx="921"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Cout</a:t>
              </a:r>
              <a:endParaRPr lang="ru-RU" altLang="en-US" sz="2000" b="0" u="none"/>
            </a:p>
          </p:txBody>
        </p:sp>
        <p:sp>
          <p:nvSpPr>
            <p:cNvPr id="86034" name="Text Box 20">
              <a:extLst>
                <a:ext uri="{FF2B5EF4-FFF2-40B4-BE49-F238E27FC236}">
                  <a16:creationId xmlns:a16="http://schemas.microsoft.com/office/drawing/2014/main" id="{CFED7905-14C0-479B-68C0-5E349F12D491}"/>
                </a:ext>
              </a:extLst>
            </p:cNvPr>
            <p:cNvSpPr txBox="1">
              <a:spLocks noChangeArrowheads="1"/>
            </p:cNvSpPr>
            <p:nvPr/>
          </p:nvSpPr>
          <p:spPr bwMode="auto">
            <a:xfrm>
              <a:off x="2735" y="1287"/>
              <a:ext cx="922"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Cout</a:t>
              </a:r>
              <a:endParaRPr lang="ru-RU" altLang="en-US" sz="2000" b="0" u="none"/>
            </a:p>
          </p:txBody>
        </p:sp>
        <p:sp>
          <p:nvSpPr>
            <p:cNvPr id="86035" name="Text Box 22">
              <a:extLst>
                <a:ext uri="{FF2B5EF4-FFF2-40B4-BE49-F238E27FC236}">
                  <a16:creationId xmlns:a16="http://schemas.microsoft.com/office/drawing/2014/main" id="{4E7C2A78-6DC8-DBDA-5DA9-10414F0DB7AD}"/>
                </a:ext>
              </a:extLst>
            </p:cNvPr>
            <p:cNvSpPr txBox="1">
              <a:spLocks noChangeArrowheads="1"/>
            </p:cNvSpPr>
            <p:nvPr/>
          </p:nvSpPr>
          <p:spPr bwMode="auto">
            <a:xfrm>
              <a:off x="2302" y="1736"/>
              <a:ext cx="768"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CLB</a:t>
              </a:r>
              <a:endParaRPr lang="ru-RU" altLang="en-US" sz="2000" b="0" u="none"/>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
            <a:extLst>
              <a:ext uri="{FF2B5EF4-FFF2-40B4-BE49-F238E27FC236}">
                <a16:creationId xmlns:a16="http://schemas.microsoft.com/office/drawing/2014/main" id="{DCF59D93-C0D2-4282-ADDB-B8028A057F35}"/>
              </a:ext>
            </a:extLst>
          </p:cNvPr>
          <p:cNvSpPr>
            <a:spLocks noGrp="1" noChangeArrowheads="1"/>
          </p:cNvSpPr>
          <p:nvPr>
            <p:ph type="title"/>
          </p:nvPr>
        </p:nvSpPr>
        <p:spPr>
          <a:xfrm>
            <a:off x="0" y="183401"/>
            <a:ext cx="11612880" cy="704088"/>
          </a:xfrm>
        </p:spPr>
        <p:txBody>
          <a:bodyPr>
            <a:normAutofit/>
          </a:bodyPr>
          <a:lstStyle/>
          <a:p>
            <a:r>
              <a:rPr lang="ru-RU" dirty="0"/>
              <a:t>Row and Column Relationship </a:t>
            </a:r>
            <a:r>
              <a:rPr lang="en-US" dirty="0"/>
              <a:t> </a:t>
            </a:r>
            <a:r>
              <a:rPr lang="ru-RU" dirty="0"/>
              <a:t>between CLBs and Slices</a:t>
            </a:r>
          </a:p>
        </p:txBody>
      </p:sp>
      <p:grpSp>
        <p:nvGrpSpPr>
          <p:cNvPr id="87043" name="Group 45">
            <a:extLst>
              <a:ext uri="{FF2B5EF4-FFF2-40B4-BE49-F238E27FC236}">
                <a16:creationId xmlns:a16="http://schemas.microsoft.com/office/drawing/2014/main" id="{1A56E87D-C08C-4C5F-C8DA-4B9E123F6472}"/>
              </a:ext>
            </a:extLst>
          </p:cNvPr>
          <p:cNvGrpSpPr>
            <a:grpSpLocks/>
          </p:cNvGrpSpPr>
          <p:nvPr/>
        </p:nvGrpSpPr>
        <p:grpSpPr bwMode="auto">
          <a:xfrm>
            <a:off x="2667000" y="1600200"/>
            <a:ext cx="6934200" cy="3886200"/>
            <a:chOff x="576" y="816"/>
            <a:chExt cx="4608" cy="2976"/>
          </a:xfrm>
        </p:grpSpPr>
        <p:sp>
          <p:nvSpPr>
            <p:cNvPr id="87044" name="Rectangle 23">
              <a:extLst>
                <a:ext uri="{FF2B5EF4-FFF2-40B4-BE49-F238E27FC236}">
                  <a16:creationId xmlns:a16="http://schemas.microsoft.com/office/drawing/2014/main" id="{B552A6BB-B906-8652-40FA-888057B755EA}"/>
                </a:ext>
              </a:extLst>
            </p:cNvPr>
            <p:cNvSpPr>
              <a:spLocks noChangeArrowheads="1"/>
            </p:cNvSpPr>
            <p:nvPr/>
          </p:nvSpPr>
          <p:spPr bwMode="auto">
            <a:xfrm>
              <a:off x="576" y="2631"/>
              <a:ext cx="2056" cy="1160"/>
            </a:xfrm>
            <a:prstGeom prst="rect">
              <a:avLst/>
            </a:prstGeom>
            <a:solidFill>
              <a:schemeClr val="accent1"/>
            </a:solidFill>
            <a:ln w="25400">
              <a:solidFill>
                <a:srgbClr val="000000"/>
              </a:solidFill>
              <a:prstDash val="dash"/>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87045" name="Rectangle 42">
              <a:extLst>
                <a:ext uri="{FF2B5EF4-FFF2-40B4-BE49-F238E27FC236}">
                  <a16:creationId xmlns:a16="http://schemas.microsoft.com/office/drawing/2014/main" id="{2CDD0206-72B5-F37D-D59A-EF1074315659}"/>
                </a:ext>
              </a:extLst>
            </p:cNvPr>
            <p:cNvSpPr>
              <a:spLocks noChangeArrowheads="1"/>
            </p:cNvSpPr>
            <p:nvPr/>
          </p:nvSpPr>
          <p:spPr bwMode="auto">
            <a:xfrm>
              <a:off x="2892" y="2632"/>
              <a:ext cx="2056" cy="1160"/>
            </a:xfrm>
            <a:prstGeom prst="rect">
              <a:avLst/>
            </a:prstGeom>
            <a:solidFill>
              <a:schemeClr val="accent1"/>
            </a:solidFill>
            <a:ln w="25400">
              <a:solidFill>
                <a:srgbClr val="000000"/>
              </a:solidFill>
              <a:prstDash val="dash"/>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b="0"/>
            </a:p>
          </p:txBody>
        </p:sp>
        <p:sp>
          <p:nvSpPr>
            <p:cNvPr id="68614" name="Rectangle 34">
              <a:extLst>
                <a:ext uri="{FF2B5EF4-FFF2-40B4-BE49-F238E27FC236}">
                  <a16:creationId xmlns:a16="http://schemas.microsoft.com/office/drawing/2014/main" id="{539C55F0-C75A-4833-8E8D-B3B184638959}"/>
                </a:ext>
              </a:extLst>
            </p:cNvPr>
            <p:cNvSpPr>
              <a:spLocks noChangeArrowheads="1"/>
            </p:cNvSpPr>
            <p:nvPr/>
          </p:nvSpPr>
          <p:spPr bwMode="auto">
            <a:xfrm>
              <a:off x="2897" y="1164"/>
              <a:ext cx="2056" cy="1160"/>
            </a:xfrm>
            <a:prstGeom prst="rect">
              <a:avLst/>
            </a:prstGeom>
            <a:solidFill>
              <a:schemeClr val="accent1">
                <a:lumMod val="20000"/>
                <a:lumOff val="80000"/>
              </a:schemeClr>
            </a:solidFill>
            <a:ln w="25400">
              <a:solidFill>
                <a:srgbClr val="000000"/>
              </a:solidFill>
              <a:prstDash val="dash"/>
              <a:miter lim="800000"/>
              <a:headEnd/>
              <a:tailEnd/>
            </a:ln>
          </p:spPr>
          <p:txBody>
            <a:bodyPr/>
            <a:lstStyle/>
            <a:p>
              <a:pPr eaLnBrk="1" hangingPunct="1">
                <a:defRPr/>
              </a:pPr>
              <a:endParaRPr lang="en-US" sz="1400"/>
            </a:p>
          </p:txBody>
        </p:sp>
        <p:sp>
          <p:nvSpPr>
            <p:cNvPr id="68615" name="Rectangle 15">
              <a:extLst>
                <a:ext uri="{FF2B5EF4-FFF2-40B4-BE49-F238E27FC236}">
                  <a16:creationId xmlns:a16="http://schemas.microsoft.com/office/drawing/2014/main" id="{D678999E-0B8B-415F-B9BC-BC6CA8756799}"/>
                </a:ext>
              </a:extLst>
            </p:cNvPr>
            <p:cNvSpPr>
              <a:spLocks noChangeArrowheads="1"/>
            </p:cNvSpPr>
            <p:nvPr/>
          </p:nvSpPr>
          <p:spPr bwMode="auto">
            <a:xfrm>
              <a:off x="581" y="1162"/>
              <a:ext cx="2056" cy="1161"/>
            </a:xfrm>
            <a:prstGeom prst="rect">
              <a:avLst/>
            </a:prstGeom>
            <a:solidFill>
              <a:schemeClr val="accent1">
                <a:lumMod val="20000"/>
                <a:lumOff val="80000"/>
              </a:schemeClr>
            </a:solidFill>
            <a:ln w="25400">
              <a:solidFill>
                <a:srgbClr val="000000"/>
              </a:solidFill>
              <a:prstDash val="dash"/>
              <a:miter lim="800000"/>
              <a:headEnd/>
              <a:tailEnd/>
            </a:ln>
          </p:spPr>
          <p:txBody>
            <a:bodyPr/>
            <a:lstStyle/>
            <a:p>
              <a:pPr eaLnBrk="1" hangingPunct="1">
                <a:defRPr/>
              </a:pPr>
              <a:endParaRPr lang="en-US" sz="1400"/>
            </a:p>
          </p:txBody>
        </p:sp>
        <p:sp>
          <p:nvSpPr>
            <p:cNvPr id="87048" name="Rectangle 7">
              <a:extLst>
                <a:ext uri="{FF2B5EF4-FFF2-40B4-BE49-F238E27FC236}">
                  <a16:creationId xmlns:a16="http://schemas.microsoft.com/office/drawing/2014/main" id="{FEF79D41-756D-97F3-5DEE-1F3F0D0465E4}"/>
                </a:ext>
              </a:extLst>
            </p:cNvPr>
            <p:cNvSpPr>
              <a:spLocks noChangeArrowheads="1"/>
            </p:cNvSpPr>
            <p:nvPr/>
          </p:nvSpPr>
          <p:spPr bwMode="auto">
            <a:xfrm>
              <a:off x="783" y="1753"/>
              <a:ext cx="833" cy="363"/>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Slice</a:t>
              </a:r>
            </a:p>
            <a:p>
              <a:pPr eaLnBrk="1" hangingPunct="1"/>
              <a:r>
                <a:rPr lang="en-US" altLang="en-US" sz="1400" b="0" u="none"/>
                <a:t>X0Y1</a:t>
              </a:r>
              <a:endParaRPr lang="ru-RU" altLang="en-US" sz="1400" b="0" u="none"/>
            </a:p>
          </p:txBody>
        </p:sp>
        <p:sp>
          <p:nvSpPr>
            <p:cNvPr id="87049" name="Rectangle 8">
              <a:extLst>
                <a:ext uri="{FF2B5EF4-FFF2-40B4-BE49-F238E27FC236}">
                  <a16:creationId xmlns:a16="http://schemas.microsoft.com/office/drawing/2014/main" id="{808B862A-2562-7956-9411-06CC468D0E8D}"/>
                </a:ext>
              </a:extLst>
            </p:cNvPr>
            <p:cNvSpPr>
              <a:spLocks noChangeArrowheads="1"/>
            </p:cNvSpPr>
            <p:nvPr/>
          </p:nvSpPr>
          <p:spPr bwMode="auto">
            <a:xfrm>
              <a:off x="1665" y="1331"/>
              <a:ext cx="833" cy="362"/>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Slice</a:t>
              </a:r>
            </a:p>
            <a:p>
              <a:pPr eaLnBrk="1" hangingPunct="1"/>
              <a:r>
                <a:rPr lang="en-US" altLang="en-US" sz="1400" b="0" u="none"/>
                <a:t>X1Y1</a:t>
              </a:r>
              <a:endParaRPr lang="ru-RU" altLang="en-US" sz="1400" b="0" u="none"/>
            </a:p>
          </p:txBody>
        </p:sp>
        <p:sp>
          <p:nvSpPr>
            <p:cNvPr id="87050" name="Line 9">
              <a:extLst>
                <a:ext uri="{FF2B5EF4-FFF2-40B4-BE49-F238E27FC236}">
                  <a16:creationId xmlns:a16="http://schemas.microsoft.com/office/drawing/2014/main" id="{91D237DE-827E-C3B7-BCF1-A1DF52FC39A4}"/>
                </a:ext>
              </a:extLst>
            </p:cNvPr>
            <p:cNvSpPr>
              <a:spLocks noChangeShapeType="1"/>
            </p:cNvSpPr>
            <p:nvPr/>
          </p:nvSpPr>
          <p:spPr bwMode="auto">
            <a:xfrm flipV="1">
              <a:off x="1203" y="1021"/>
              <a:ext cx="0" cy="735"/>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051" name="Line 10">
              <a:extLst>
                <a:ext uri="{FF2B5EF4-FFF2-40B4-BE49-F238E27FC236}">
                  <a16:creationId xmlns:a16="http://schemas.microsoft.com/office/drawing/2014/main" id="{87E81230-2BF6-AE30-70AB-75EC48C08CB8}"/>
                </a:ext>
              </a:extLst>
            </p:cNvPr>
            <p:cNvSpPr>
              <a:spLocks noChangeShapeType="1"/>
            </p:cNvSpPr>
            <p:nvPr/>
          </p:nvSpPr>
          <p:spPr bwMode="auto">
            <a:xfrm flipV="1">
              <a:off x="2082" y="1039"/>
              <a:ext cx="0" cy="293"/>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052" name="Text Box 11">
              <a:extLst>
                <a:ext uri="{FF2B5EF4-FFF2-40B4-BE49-F238E27FC236}">
                  <a16:creationId xmlns:a16="http://schemas.microsoft.com/office/drawing/2014/main" id="{F24F60B7-9CA3-1E71-F73F-07E2C249092D}"/>
                </a:ext>
              </a:extLst>
            </p:cNvPr>
            <p:cNvSpPr txBox="1">
              <a:spLocks noChangeArrowheads="1"/>
            </p:cNvSpPr>
            <p:nvPr/>
          </p:nvSpPr>
          <p:spPr bwMode="auto">
            <a:xfrm>
              <a:off x="1188" y="2096"/>
              <a:ext cx="57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Cin</a:t>
              </a:r>
              <a:endParaRPr lang="ru-RU" altLang="en-US" sz="1400" b="0" u="none"/>
            </a:p>
          </p:txBody>
        </p:sp>
        <p:sp>
          <p:nvSpPr>
            <p:cNvPr id="87053" name="Text Box 12">
              <a:extLst>
                <a:ext uri="{FF2B5EF4-FFF2-40B4-BE49-F238E27FC236}">
                  <a16:creationId xmlns:a16="http://schemas.microsoft.com/office/drawing/2014/main" id="{F3F204C4-9B38-B44B-D524-96BF05DCB662}"/>
                </a:ext>
              </a:extLst>
            </p:cNvPr>
            <p:cNvSpPr txBox="1">
              <a:spLocks noChangeArrowheads="1"/>
            </p:cNvSpPr>
            <p:nvPr/>
          </p:nvSpPr>
          <p:spPr bwMode="auto">
            <a:xfrm>
              <a:off x="2010" y="2087"/>
              <a:ext cx="57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Cin</a:t>
              </a:r>
              <a:endParaRPr lang="ru-RU" altLang="en-US" sz="1400" b="0" u="none"/>
            </a:p>
          </p:txBody>
        </p:sp>
        <p:sp>
          <p:nvSpPr>
            <p:cNvPr id="87054" name="Text Box 13">
              <a:extLst>
                <a:ext uri="{FF2B5EF4-FFF2-40B4-BE49-F238E27FC236}">
                  <a16:creationId xmlns:a16="http://schemas.microsoft.com/office/drawing/2014/main" id="{7FCD94C6-D80A-BE4A-6546-C3E67EBFAB21}"/>
                </a:ext>
              </a:extLst>
            </p:cNvPr>
            <p:cNvSpPr txBox="1">
              <a:spLocks noChangeArrowheads="1"/>
            </p:cNvSpPr>
            <p:nvPr/>
          </p:nvSpPr>
          <p:spPr bwMode="auto">
            <a:xfrm>
              <a:off x="1689" y="825"/>
              <a:ext cx="85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Cout</a:t>
              </a:r>
              <a:endParaRPr lang="ru-RU" altLang="en-US" sz="1400" b="0" u="none"/>
            </a:p>
          </p:txBody>
        </p:sp>
        <p:sp>
          <p:nvSpPr>
            <p:cNvPr id="87055" name="Text Box 14">
              <a:extLst>
                <a:ext uri="{FF2B5EF4-FFF2-40B4-BE49-F238E27FC236}">
                  <a16:creationId xmlns:a16="http://schemas.microsoft.com/office/drawing/2014/main" id="{192E81C2-0B4D-ADD9-6457-B81C317A5F19}"/>
                </a:ext>
              </a:extLst>
            </p:cNvPr>
            <p:cNvSpPr txBox="1">
              <a:spLocks noChangeArrowheads="1"/>
            </p:cNvSpPr>
            <p:nvPr/>
          </p:nvSpPr>
          <p:spPr bwMode="auto">
            <a:xfrm>
              <a:off x="867" y="816"/>
              <a:ext cx="85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Cout</a:t>
              </a:r>
              <a:endParaRPr lang="ru-RU" altLang="en-US" sz="1400" b="0" u="none"/>
            </a:p>
          </p:txBody>
        </p:sp>
        <p:sp>
          <p:nvSpPr>
            <p:cNvPr id="87056" name="Text Box 16">
              <a:extLst>
                <a:ext uri="{FF2B5EF4-FFF2-40B4-BE49-F238E27FC236}">
                  <a16:creationId xmlns:a16="http://schemas.microsoft.com/office/drawing/2014/main" id="{369C89BB-3EE8-AB16-E3E7-929CE6A3E2B5}"/>
                </a:ext>
              </a:extLst>
            </p:cNvPr>
            <p:cNvSpPr txBox="1">
              <a:spLocks noChangeArrowheads="1"/>
            </p:cNvSpPr>
            <p:nvPr/>
          </p:nvSpPr>
          <p:spPr bwMode="auto">
            <a:xfrm>
              <a:off x="581" y="1173"/>
              <a:ext cx="71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CLB</a:t>
              </a:r>
              <a:endParaRPr lang="ru-RU" altLang="en-US" sz="1400" b="0" u="none"/>
            </a:p>
          </p:txBody>
        </p:sp>
        <p:sp>
          <p:nvSpPr>
            <p:cNvPr id="87057" name="Rectangle 17">
              <a:extLst>
                <a:ext uri="{FF2B5EF4-FFF2-40B4-BE49-F238E27FC236}">
                  <a16:creationId xmlns:a16="http://schemas.microsoft.com/office/drawing/2014/main" id="{0D23DAE4-0D81-3A7E-F65D-FE0307E191ED}"/>
                </a:ext>
              </a:extLst>
            </p:cNvPr>
            <p:cNvSpPr>
              <a:spLocks noChangeArrowheads="1"/>
            </p:cNvSpPr>
            <p:nvPr/>
          </p:nvSpPr>
          <p:spPr bwMode="auto">
            <a:xfrm>
              <a:off x="779" y="3221"/>
              <a:ext cx="833" cy="362"/>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Slice</a:t>
              </a:r>
            </a:p>
            <a:p>
              <a:pPr eaLnBrk="1" hangingPunct="1"/>
              <a:r>
                <a:rPr lang="en-US" altLang="en-US" sz="1400" b="0" u="none"/>
                <a:t>X0Y0</a:t>
              </a:r>
              <a:endParaRPr lang="ru-RU" altLang="en-US" sz="1400" b="0" u="none"/>
            </a:p>
          </p:txBody>
        </p:sp>
        <p:sp>
          <p:nvSpPr>
            <p:cNvPr id="87058" name="Rectangle 18">
              <a:extLst>
                <a:ext uri="{FF2B5EF4-FFF2-40B4-BE49-F238E27FC236}">
                  <a16:creationId xmlns:a16="http://schemas.microsoft.com/office/drawing/2014/main" id="{D1BDAC4E-B498-783F-8697-109E5F3827FA}"/>
                </a:ext>
              </a:extLst>
            </p:cNvPr>
            <p:cNvSpPr>
              <a:spLocks noChangeArrowheads="1"/>
            </p:cNvSpPr>
            <p:nvPr/>
          </p:nvSpPr>
          <p:spPr bwMode="auto">
            <a:xfrm>
              <a:off x="1660" y="2790"/>
              <a:ext cx="833" cy="362"/>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Slice</a:t>
              </a:r>
            </a:p>
            <a:p>
              <a:pPr eaLnBrk="1" hangingPunct="1"/>
              <a:r>
                <a:rPr lang="en-US" altLang="en-US" sz="1400" b="0" u="none"/>
                <a:t>X1Y0</a:t>
              </a:r>
              <a:endParaRPr lang="ru-RU" altLang="en-US" sz="1400" b="0" u="none"/>
            </a:p>
          </p:txBody>
        </p:sp>
        <p:sp>
          <p:nvSpPr>
            <p:cNvPr id="87059" name="Line 19">
              <a:extLst>
                <a:ext uri="{FF2B5EF4-FFF2-40B4-BE49-F238E27FC236}">
                  <a16:creationId xmlns:a16="http://schemas.microsoft.com/office/drawing/2014/main" id="{D7528D3B-110F-92FA-0297-72630C133704}"/>
                </a:ext>
              </a:extLst>
            </p:cNvPr>
            <p:cNvSpPr>
              <a:spLocks noChangeShapeType="1"/>
            </p:cNvSpPr>
            <p:nvPr/>
          </p:nvSpPr>
          <p:spPr bwMode="auto">
            <a:xfrm flipV="1">
              <a:off x="1198" y="2105"/>
              <a:ext cx="0" cy="1115"/>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060" name="Line 20">
              <a:extLst>
                <a:ext uri="{FF2B5EF4-FFF2-40B4-BE49-F238E27FC236}">
                  <a16:creationId xmlns:a16="http://schemas.microsoft.com/office/drawing/2014/main" id="{7B5E94C4-4324-FBD4-4237-32EEDFAB03B1}"/>
                </a:ext>
              </a:extLst>
            </p:cNvPr>
            <p:cNvSpPr>
              <a:spLocks noChangeShapeType="1"/>
            </p:cNvSpPr>
            <p:nvPr/>
          </p:nvSpPr>
          <p:spPr bwMode="auto">
            <a:xfrm flipV="1">
              <a:off x="2065" y="1694"/>
              <a:ext cx="0" cy="1087"/>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061" name="Text Box 21">
              <a:extLst>
                <a:ext uri="{FF2B5EF4-FFF2-40B4-BE49-F238E27FC236}">
                  <a16:creationId xmlns:a16="http://schemas.microsoft.com/office/drawing/2014/main" id="{CBA2ADC6-65FB-5B64-9898-64F23861D7B2}"/>
                </a:ext>
              </a:extLst>
            </p:cNvPr>
            <p:cNvSpPr txBox="1">
              <a:spLocks noChangeArrowheads="1"/>
            </p:cNvSpPr>
            <p:nvPr/>
          </p:nvSpPr>
          <p:spPr bwMode="auto">
            <a:xfrm>
              <a:off x="2010" y="2416"/>
              <a:ext cx="85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Cout</a:t>
              </a:r>
              <a:endParaRPr lang="ru-RU" altLang="en-US" sz="1400" b="0" u="none"/>
            </a:p>
          </p:txBody>
        </p:sp>
        <p:sp>
          <p:nvSpPr>
            <p:cNvPr id="87062" name="Text Box 22">
              <a:extLst>
                <a:ext uri="{FF2B5EF4-FFF2-40B4-BE49-F238E27FC236}">
                  <a16:creationId xmlns:a16="http://schemas.microsoft.com/office/drawing/2014/main" id="{E41F120D-3BDA-2CB3-2BB5-3011F800A622}"/>
                </a:ext>
              </a:extLst>
            </p:cNvPr>
            <p:cNvSpPr txBox="1">
              <a:spLocks noChangeArrowheads="1"/>
            </p:cNvSpPr>
            <p:nvPr/>
          </p:nvSpPr>
          <p:spPr bwMode="auto">
            <a:xfrm>
              <a:off x="1176" y="2406"/>
              <a:ext cx="85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Cout</a:t>
              </a:r>
              <a:endParaRPr lang="ru-RU" altLang="en-US" sz="1400" b="0" u="none"/>
            </a:p>
          </p:txBody>
        </p:sp>
        <p:sp>
          <p:nvSpPr>
            <p:cNvPr id="87063" name="Text Box 24">
              <a:extLst>
                <a:ext uri="{FF2B5EF4-FFF2-40B4-BE49-F238E27FC236}">
                  <a16:creationId xmlns:a16="http://schemas.microsoft.com/office/drawing/2014/main" id="{69AA3036-D416-C00A-02E1-E9061ED2D6A8}"/>
                </a:ext>
              </a:extLst>
            </p:cNvPr>
            <p:cNvSpPr txBox="1">
              <a:spLocks noChangeArrowheads="1"/>
            </p:cNvSpPr>
            <p:nvPr/>
          </p:nvSpPr>
          <p:spPr bwMode="auto">
            <a:xfrm>
              <a:off x="576" y="2641"/>
              <a:ext cx="71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dirty="0">
                  <a:solidFill>
                    <a:schemeClr val="bg1"/>
                  </a:solidFill>
                </a:rPr>
                <a:t>CLB</a:t>
              </a:r>
              <a:endParaRPr lang="ru-RU" altLang="en-US" sz="1400" b="0" u="none" dirty="0">
                <a:solidFill>
                  <a:schemeClr val="bg1"/>
                </a:solidFill>
              </a:endParaRPr>
            </a:p>
          </p:txBody>
        </p:sp>
        <p:sp>
          <p:nvSpPr>
            <p:cNvPr id="87064" name="Rectangle 26">
              <a:extLst>
                <a:ext uri="{FF2B5EF4-FFF2-40B4-BE49-F238E27FC236}">
                  <a16:creationId xmlns:a16="http://schemas.microsoft.com/office/drawing/2014/main" id="{400F4EA6-A75C-A4A2-02E8-42D80A345CF2}"/>
                </a:ext>
              </a:extLst>
            </p:cNvPr>
            <p:cNvSpPr>
              <a:spLocks noChangeArrowheads="1"/>
            </p:cNvSpPr>
            <p:nvPr/>
          </p:nvSpPr>
          <p:spPr bwMode="auto">
            <a:xfrm>
              <a:off x="3099" y="1754"/>
              <a:ext cx="833" cy="363"/>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Slice</a:t>
              </a:r>
            </a:p>
            <a:p>
              <a:pPr eaLnBrk="1" hangingPunct="1"/>
              <a:r>
                <a:rPr lang="en-US" altLang="en-US" sz="1400" b="0" u="none"/>
                <a:t>X2Y1</a:t>
              </a:r>
              <a:endParaRPr lang="ru-RU" altLang="en-US" sz="1400" b="0" u="none"/>
            </a:p>
          </p:txBody>
        </p:sp>
        <p:sp>
          <p:nvSpPr>
            <p:cNvPr id="87065" name="Rectangle 27">
              <a:extLst>
                <a:ext uri="{FF2B5EF4-FFF2-40B4-BE49-F238E27FC236}">
                  <a16:creationId xmlns:a16="http://schemas.microsoft.com/office/drawing/2014/main" id="{AB153BCA-358D-444B-E869-F47D57A69F2F}"/>
                </a:ext>
              </a:extLst>
            </p:cNvPr>
            <p:cNvSpPr>
              <a:spLocks noChangeArrowheads="1"/>
            </p:cNvSpPr>
            <p:nvPr/>
          </p:nvSpPr>
          <p:spPr bwMode="auto">
            <a:xfrm>
              <a:off x="3981" y="1332"/>
              <a:ext cx="833" cy="362"/>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Slice</a:t>
              </a:r>
            </a:p>
            <a:p>
              <a:pPr eaLnBrk="1" hangingPunct="1"/>
              <a:r>
                <a:rPr lang="en-US" altLang="en-US" sz="1400" b="0" u="none"/>
                <a:t>X3Y1</a:t>
              </a:r>
              <a:endParaRPr lang="ru-RU" altLang="en-US" sz="1400" b="0" u="none"/>
            </a:p>
          </p:txBody>
        </p:sp>
        <p:sp>
          <p:nvSpPr>
            <p:cNvPr id="87066" name="Line 28">
              <a:extLst>
                <a:ext uri="{FF2B5EF4-FFF2-40B4-BE49-F238E27FC236}">
                  <a16:creationId xmlns:a16="http://schemas.microsoft.com/office/drawing/2014/main" id="{DBCBD351-468D-E569-4D8C-40F97D1539ED}"/>
                </a:ext>
              </a:extLst>
            </p:cNvPr>
            <p:cNvSpPr>
              <a:spLocks noChangeShapeType="1"/>
            </p:cNvSpPr>
            <p:nvPr/>
          </p:nvSpPr>
          <p:spPr bwMode="auto">
            <a:xfrm flipV="1">
              <a:off x="3519" y="1022"/>
              <a:ext cx="0" cy="735"/>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067" name="Line 29">
              <a:extLst>
                <a:ext uri="{FF2B5EF4-FFF2-40B4-BE49-F238E27FC236}">
                  <a16:creationId xmlns:a16="http://schemas.microsoft.com/office/drawing/2014/main" id="{C0CE67DE-06FB-DB7A-C3BC-044749553A95}"/>
                </a:ext>
              </a:extLst>
            </p:cNvPr>
            <p:cNvSpPr>
              <a:spLocks noChangeShapeType="1"/>
            </p:cNvSpPr>
            <p:nvPr/>
          </p:nvSpPr>
          <p:spPr bwMode="auto">
            <a:xfrm flipV="1">
              <a:off x="4398" y="1040"/>
              <a:ext cx="0" cy="293"/>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068" name="Text Box 30">
              <a:extLst>
                <a:ext uri="{FF2B5EF4-FFF2-40B4-BE49-F238E27FC236}">
                  <a16:creationId xmlns:a16="http://schemas.microsoft.com/office/drawing/2014/main" id="{030AF8F8-0EBE-62C0-7EB6-739208DAF81B}"/>
                </a:ext>
              </a:extLst>
            </p:cNvPr>
            <p:cNvSpPr txBox="1">
              <a:spLocks noChangeArrowheads="1"/>
            </p:cNvSpPr>
            <p:nvPr/>
          </p:nvSpPr>
          <p:spPr bwMode="auto">
            <a:xfrm>
              <a:off x="3504" y="2097"/>
              <a:ext cx="57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Cin</a:t>
              </a:r>
              <a:endParaRPr lang="ru-RU" altLang="en-US" sz="1400" b="0" u="none"/>
            </a:p>
          </p:txBody>
        </p:sp>
        <p:sp>
          <p:nvSpPr>
            <p:cNvPr id="87069" name="Text Box 31">
              <a:extLst>
                <a:ext uri="{FF2B5EF4-FFF2-40B4-BE49-F238E27FC236}">
                  <a16:creationId xmlns:a16="http://schemas.microsoft.com/office/drawing/2014/main" id="{B5EB24BD-7C0D-1C37-DD03-D136C902C60C}"/>
                </a:ext>
              </a:extLst>
            </p:cNvPr>
            <p:cNvSpPr txBox="1">
              <a:spLocks noChangeArrowheads="1"/>
            </p:cNvSpPr>
            <p:nvPr/>
          </p:nvSpPr>
          <p:spPr bwMode="auto">
            <a:xfrm>
              <a:off x="4326" y="2088"/>
              <a:ext cx="572"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Cin</a:t>
              </a:r>
              <a:endParaRPr lang="ru-RU" altLang="en-US" sz="1400" b="0" u="none"/>
            </a:p>
          </p:txBody>
        </p:sp>
        <p:sp>
          <p:nvSpPr>
            <p:cNvPr id="87070" name="Text Box 32">
              <a:extLst>
                <a:ext uri="{FF2B5EF4-FFF2-40B4-BE49-F238E27FC236}">
                  <a16:creationId xmlns:a16="http://schemas.microsoft.com/office/drawing/2014/main" id="{3F9F218B-5315-ECF7-6BDC-1E55F384D720}"/>
                </a:ext>
              </a:extLst>
            </p:cNvPr>
            <p:cNvSpPr txBox="1">
              <a:spLocks noChangeArrowheads="1"/>
            </p:cNvSpPr>
            <p:nvPr/>
          </p:nvSpPr>
          <p:spPr bwMode="auto">
            <a:xfrm>
              <a:off x="4005" y="826"/>
              <a:ext cx="85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Cout</a:t>
              </a:r>
              <a:endParaRPr lang="ru-RU" altLang="en-US" sz="1400" b="0" u="none"/>
            </a:p>
          </p:txBody>
        </p:sp>
        <p:sp>
          <p:nvSpPr>
            <p:cNvPr id="87071" name="Text Box 33">
              <a:extLst>
                <a:ext uri="{FF2B5EF4-FFF2-40B4-BE49-F238E27FC236}">
                  <a16:creationId xmlns:a16="http://schemas.microsoft.com/office/drawing/2014/main" id="{854FC2BF-5F7A-82D5-387F-7E14E26688F0}"/>
                </a:ext>
              </a:extLst>
            </p:cNvPr>
            <p:cNvSpPr txBox="1">
              <a:spLocks noChangeArrowheads="1"/>
            </p:cNvSpPr>
            <p:nvPr/>
          </p:nvSpPr>
          <p:spPr bwMode="auto">
            <a:xfrm>
              <a:off x="3183" y="817"/>
              <a:ext cx="85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Cout</a:t>
              </a:r>
              <a:endParaRPr lang="ru-RU" altLang="en-US" sz="1400" b="0" u="none"/>
            </a:p>
          </p:txBody>
        </p:sp>
        <p:sp>
          <p:nvSpPr>
            <p:cNvPr id="87072" name="Text Box 35">
              <a:extLst>
                <a:ext uri="{FF2B5EF4-FFF2-40B4-BE49-F238E27FC236}">
                  <a16:creationId xmlns:a16="http://schemas.microsoft.com/office/drawing/2014/main" id="{D18631A0-A25D-D273-F7FC-A111E04209DF}"/>
                </a:ext>
              </a:extLst>
            </p:cNvPr>
            <p:cNvSpPr txBox="1">
              <a:spLocks noChangeArrowheads="1"/>
            </p:cNvSpPr>
            <p:nvPr/>
          </p:nvSpPr>
          <p:spPr bwMode="auto">
            <a:xfrm>
              <a:off x="2897" y="1174"/>
              <a:ext cx="71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CLB</a:t>
              </a:r>
              <a:endParaRPr lang="ru-RU" altLang="en-US" sz="1400" b="0" u="none"/>
            </a:p>
          </p:txBody>
        </p:sp>
        <p:sp>
          <p:nvSpPr>
            <p:cNvPr id="87073" name="Rectangle 36">
              <a:extLst>
                <a:ext uri="{FF2B5EF4-FFF2-40B4-BE49-F238E27FC236}">
                  <a16:creationId xmlns:a16="http://schemas.microsoft.com/office/drawing/2014/main" id="{D0F8F1E8-F3C1-D5F5-E80C-C4EFB103E6F5}"/>
                </a:ext>
              </a:extLst>
            </p:cNvPr>
            <p:cNvSpPr>
              <a:spLocks noChangeArrowheads="1"/>
            </p:cNvSpPr>
            <p:nvPr/>
          </p:nvSpPr>
          <p:spPr bwMode="auto">
            <a:xfrm>
              <a:off x="3095" y="3222"/>
              <a:ext cx="833" cy="362"/>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Slice</a:t>
              </a:r>
            </a:p>
            <a:p>
              <a:pPr eaLnBrk="1" hangingPunct="1"/>
              <a:r>
                <a:rPr lang="en-US" altLang="en-US" sz="1400" b="0" u="none"/>
                <a:t>X2Y0</a:t>
              </a:r>
              <a:endParaRPr lang="ru-RU" altLang="en-US" sz="1400" b="0" u="none"/>
            </a:p>
          </p:txBody>
        </p:sp>
        <p:sp>
          <p:nvSpPr>
            <p:cNvPr id="87074" name="Rectangle 37">
              <a:extLst>
                <a:ext uri="{FF2B5EF4-FFF2-40B4-BE49-F238E27FC236}">
                  <a16:creationId xmlns:a16="http://schemas.microsoft.com/office/drawing/2014/main" id="{16764810-739B-2D9F-E260-BB4709CDBC26}"/>
                </a:ext>
              </a:extLst>
            </p:cNvPr>
            <p:cNvSpPr>
              <a:spLocks noChangeArrowheads="1"/>
            </p:cNvSpPr>
            <p:nvPr/>
          </p:nvSpPr>
          <p:spPr bwMode="auto">
            <a:xfrm>
              <a:off x="3976" y="2791"/>
              <a:ext cx="833" cy="362"/>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Slice</a:t>
              </a:r>
            </a:p>
            <a:p>
              <a:pPr eaLnBrk="1" hangingPunct="1"/>
              <a:r>
                <a:rPr lang="en-US" altLang="en-US" sz="1400" b="0" u="none"/>
                <a:t>X3Y0</a:t>
              </a:r>
              <a:endParaRPr lang="ru-RU" altLang="en-US" sz="1400" b="0" u="none"/>
            </a:p>
          </p:txBody>
        </p:sp>
        <p:sp>
          <p:nvSpPr>
            <p:cNvPr id="87075" name="Line 38">
              <a:extLst>
                <a:ext uri="{FF2B5EF4-FFF2-40B4-BE49-F238E27FC236}">
                  <a16:creationId xmlns:a16="http://schemas.microsoft.com/office/drawing/2014/main" id="{67A225FB-FFDB-FCB3-71C5-4AB566663269}"/>
                </a:ext>
              </a:extLst>
            </p:cNvPr>
            <p:cNvSpPr>
              <a:spLocks noChangeShapeType="1"/>
            </p:cNvSpPr>
            <p:nvPr/>
          </p:nvSpPr>
          <p:spPr bwMode="auto">
            <a:xfrm flipV="1">
              <a:off x="3514" y="2106"/>
              <a:ext cx="0" cy="1115"/>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076" name="Line 39">
              <a:extLst>
                <a:ext uri="{FF2B5EF4-FFF2-40B4-BE49-F238E27FC236}">
                  <a16:creationId xmlns:a16="http://schemas.microsoft.com/office/drawing/2014/main" id="{73A15FCC-A172-8DEC-78F5-F9D044AF4984}"/>
                </a:ext>
              </a:extLst>
            </p:cNvPr>
            <p:cNvSpPr>
              <a:spLocks noChangeShapeType="1"/>
            </p:cNvSpPr>
            <p:nvPr/>
          </p:nvSpPr>
          <p:spPr bwMode="auto">
            <a:xfrm flipV="1">
              <a:off x="4381" y="1695"/>
              <a:ext cx="0" cy="1087"/>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7077" name="Text Box 40">
              <a:extLst>
                <a:ext uri="{FF2B5EF4-FFF2-40B4-BE49-F238E27FC236}">
                  <a16:creationId xmlns:a16="http://schemas.microsoft.com/office/drawing/2014/main" id="{2E6F8E10-5546-E80A-A896-B4305C7FAE33}"/>
                </a:ext>
              </a:extLst>
            </p:cNvPr>
            <p:cNvSpPr txBox="1">
              <a:spLocks noChangeArrowheads="1"/>
            </p:cNvSpPr>
            <p:nvPr/>
          </p:nvSpPr>
          <p:spPr bwMode="auto">
            <a:xfrm>
              <a:off x="4326" y="2417"/>
              <a:ext cx="85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Cout</a:t>
              </a:r>
              <a:endParaRPr lang="ru-RU" altLang="en-US" sz="1400" b="0" u="none"/>
            </a:p>
          </p:txBody>
        </p:sp>
        <p:sp>
          <p:nvSpPr>
            <p:cNvPr id="87078" name="Text Box 41">
              <a:extLst>
                <a:ext uri="{FF2B5EF4-FFF2-40B4-BE49-F238E27FC236}">
                  <a16:creationId xmlns:a16="http://schemas.microsoft.com/office/drawing/2014/main" id="{E910C3D7-AF5A-334C-629D-40235748ECF9}"/>
                </a:ext>
              </a:extLst>
            </p:cNvPr>
            <p:cNvSpPr txBox="1">
              <a:spLocks noChangeArrowheads="1"/>
            </p:cNvSpPr>
            <p:nvPr/>
          </p:nvSpPr>
          <p:spPr bwMode="auto">
            <a:xfrm>
              <a:off x="3492" y="2407"/>
              <a:ext cx="85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Cout</a:t>
              </a:r>
              <a:endParaRPr lang="ru-RU" altLang="en-US" sz="1400" b="0" u="none"/>
            </a:p>
          </p:txBody>
        </p:sp>
        <p:sp>
          <p:nvSpPr>
            <p:cNvPr id="87079" name="Text Box 43">
              <a:extLst>
                <a:ext uri="{FF2B5EF4-FFF2-40B4-BE49-F238E27FC236}">
                  <a16:creationId xmlns:a16="http://schemas.microsoft.com/office/drawing/2014/main" id="{DAAA9E5B-4BB6-21A3-49D8-C7164B9DF9BD}"/>
                </a:ext>
              </a:extLst>
            </p:cNvPr>
            <p:cNvSpPr txBox="1">
              <a:spLocks noChangeArrowheads="1"/>
            </p:cNvSpPr>
            <p:nvPr/>
          </p:nvSpPr>
          <p:spPr bwMode="auto">
            <a:xfrm>
              <a:off x="2892" y="2642"/>
              <a:ext cx="715"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dirty="0">
                  <a:solidFill>
                    <a:schemeClr val="bg1"/>
                  </a:solidFill>
                </a:rPr>
                <a:t>CLB</a:t>
              </a:r>
              <a:endParaRPr lang="ru-RU" altLang="en-US" sz="1400" b="0" u="none" dirty="0">
                <a:solidFill>
                  <a:schemeClr val="bg1"/>
                </a:solidFill>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066" name="Group 346">
            <a:extLst>
              <a:ext uri="{FF2B5EF4-FFF2-40B4-BE49-F238E27FC236}">
                <a16:creationId xmlns:a16="http://schemas.microsoft.com/office/drawing/2014/main" id="{7470C009-77D7-3F95-3548-3644D05A356C}"/>
              </a:ext>
            </a:extLst>
          </p:cNvPr>
          <p:cNvGrpSpPr>
            <a:grpSpLocks/>
          </p:cNvGrpSpPr>
          <p:nvPr/>
        </p:nvGrpSpPr>
        <p:grpSpPr bwMode="auto">
          <a:xfrm>
            <a:off x="2819400" y="838201"/>
            <a:ext cx="6629400" cy="4575175"/>
            <a:chOff x="0" y="352425"/>
            <a:chExt cx="8923338" cy="6511178"/>
          </a:xfrm>
        </p:grpSpPr>
        <p:sp>
          <p:nvSpPr>
            <p:cNvPr id="2" name="Line 5">
              <a:extLst>
                <a:ext uri="{FF2B5EF4-FFF2-40B4-BE49-F238E27FC236}">
                  <a16:creationId xmlns:a16="http://schemas.microsoft.com/office/drawing/2014/main" id="{6B307793-EC4A-4BF3-98D9-9120373C8C68}"/>
                </a:ext>
              </a:extLst>
            </p:cNvPr>
            <p:cNvSpPr>
              <a:spLocks noChangeShapeType="1"/>
            </p:cNvSpPr>
            <p:nvPr/>
          </p:nvSpPr>
          <p:spPr bwMode="auto">
            <a:xfrm rot="16200000" flipH="1">
              <a:off x="1624268" y="6042364"/>
              <a:ext cx="1448184" cy="0"/>
            </a:xfrm>
            <a:prstGeom prst="line">
              <a:avLst/>
            </a:prstGeom>
            <a:noFill/>
            <a:ln w="22225">
              <a:solidFill>
                <a:srgbClr val="000000"/>
              </a:solidFill>
              <a:round/>
              <a:headEnd type="oval" w="sm" len="sm"/>
              <a:tailEnd type="none" w="sm" len="sm"/>
            </a:ln>
          </p:spPr>
          <p:txBody>
            <a:bodyPr/>
            <a:lstStyle/>
            <a:p>
              <a:pPr eaLnBrk="1" hangingPunct="1">
                <a:defRPr/>
              </a:pPr>
              <a:endParaRPr lang="en-US" sz="1050"/>
            </a:p>
          </p:txBody>
        </p:sp>
        <p:sp>
          <p:nvSpPr>
            <p:cNvPr id="3" name="AutoShape 6">
              <a:extLst>
                <a:ext uri="{FF2B5EF4-FFF2-40B4-BE49-F238E27FC236}">
                  <a16:creationId xmlns:a16="http://schemas.microsoft.com/office/drawing/2014/main" id="{5D48F4C6-4CBD-4C7F-BDA7-0EC0C7CF13FF}"/>
                </a:ext>
              </a:extLst>
            </p:cNvPr>
            <p:cNvSpPr>
              <a:spLocks noChangeArrowheads="1"/>
            </p:cNvSpPr>
            <p:nvPr/>
          </p:nvSpPr>
          <p:spPr bwMode="auto">
            <a:xfrm rot="10800000">
              <a:off x="7728859" y="4687939"/>
              <a:ext cx="346164" cy="128777"/>
            </a:xfrm>
            <a:custGeom>
              <a:avLst/>
              <a:gdLst>
                <a:gd name="T0" fmla="*/ 302816 w 21600"/>
                <a:gd name="T1" fmla="*/ 64293 h 21600"/>
                <a:gd name="T2" fmla="*/ 173038 w 21600"/>
                <a:gd name="T3" fmla="*/ 128587 h 21600"/>
                <a:gd name="T4" fmla="*/ 43259 w 21600"/>
                <a:gd name="T5" fmla="*/ 64293 h 21600"/>
                <a:gd name="T6" fmla="*/ 173038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4" name="Rectangle 7">
              <a:extLst>
                <a:ext uri="{FF2B5EF4-FFF2-40B4-BE49-F238E27FC236}">
                  <a16:creationId xmlns:a16="http://schemas.microsoft.com/office/drawing/2014/main" id="{9001787D-24BA-40CC-97BE-9AAF9A624799}"/>
                </a:ext>
              </a:extLst>
            </p:cNvPr>
            <p:cNvSpPr>
              <a:spLocks noChangeArrowheads="1"/>
            </p:cNvSpPr>
            <p:nvPr/>
          </p:nvSpPr>
          <p:spPr bwMode="auto">
            <a:xfrm rot="16200000">
              <a:off x="1447896" y="5730156"/>
              <a:ext cx="544480" cy="773527"/>
            </a:xfrm>
            <a:prstGeom prst="rect">
              <a:avLst/>
            </a:prstGeom>
            <a:solidFill>
              <a:srgbClr val="FFFFFF"/>
            </a:solidFill>
            <a:ln w="22225">
              <a:solidFill>
                <a:srgbClr val="000000"/>
              </a:solidFill>
              <a:miter lim="800000"/>
              <a:headEnd/>
              <a:tailEnd/>
            </a:ln>
          </p:spPr>
          <p:txBody>
            <a:bodyPr vert="eaVert"/>
            <a:lstStyle/>
            <a:p>
              <a:pPr algn="ctr" eaLnBrk="1" hangingPunct="1">
                <a:defRPr/>
              </a:pPr>
              <a:r>
                <a:rPr lang="en-US" sz="1050"/>
                <a:t>LUT</a:t>
              </a:r>
              <a:endParaRPr lang="ru-RU" sz="1050"/>
            </a:p>
          </p:txBody>
        </p:sp>
        <p:sp>
          <p:nvSpPr>
            <p:cNvPr id="69637" name="AutoShape 8">
              <a:extLst>
                <a:ext uri="{FF2B5EF4-FFF2-40B4-BE49-F238E27FC236}">
                  <a16:creationId xmlns:a16="http://schemas.microsoft.com/office/drawing/2014/main" id="{83BC5637-3070-4384-8711-F407FF74E6C9}"/>
                </a:ext>
              </a:extLst>
            </p:cNvPr>
            <p:cNvSpPr>
              <a:spLocks noChangeArrowheads="1"/>
            </p:cNvSpPr>
            <p:nvPr/>
          </p:nvSpPr>
          <p:spPr bwMode="auto">
            <a:xfrm rot="10800000">
              <a:off x="143167" y="3287200"/>
              <a:ext cx="346164" cy="164925"/>
            </a:xfrm>
            <a:custGeom>
              <a:avLst/>
              <a:gdLst>
                <a:gd name="T0" fmla="*/ 302816 w 21600"/>
                <a:gd name="T1" fmla="*/ 82550 h 21600"/>
                <a:gd name="T2" fmla="*/ 173038 w 21600"/>
                <a:gd name="T3" fmla="*/ 165100 h 21600"/>
                <a:gd name="T4" fmla="*/ 43259 w 21600"/>
                <a:gd name="T5" fmla="*/ 82550 h 21600"/>
                <a:gd name="T6" fmla="*/ 173038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638" name="Line 9">
              <a:extLst>
                <a:ext uri="{FF2B5EF4-FFF2-40B4-BE49-F238E27FC236}">
                  <a16:creationId xmlns:a16="http://schemas.microsoft.com/office/drawing/2014/main" id="{B9547BD1-E0C5-47F9-B664-0F35D60391E4}"/>
                </a:ext>
              </a:extLst>
            </p:cNvPr>
            <p:cNvSpPr>
              <a:spLocks noChangeShapeType="1"/>
            </p:cNvSpPr>
            <p:nvPr/>
          </p:nvSpPr>
          <p:spPr bwMode="auto">
            <a:xfrm rot="16200000">
              <a:off x="250974" y="3219423"/>
              <a:ext cx="122000" cy="0"/>
            </a:xfrm>
            <a:prstGeom prst="line">
              <a:avLst/>
            </a:prstGeom>
            <a:noFill/>
            <a:ln w="22225">
              <a:solidFill>
                <a:srgbClr val="000000"/>
              </a:solidFill>
              <a:round/>
              <a:headEnd/>
              <a:tailEnd/>
            </a:ln>
          </p:spPr>
          <p:txBody>
            <a:bodyPr/>
            <a:lstStyle/>
            <a:p>
              <a:pPr eaLnBrk="1" hangingPunct="1">
                <a:defRPr/>
              </a:pPr>
              <a:endParaRPr lang="en-US" sz="1050"/>
            </a:p>
          </p:txBody>
        </p:sp>
        <p:sp>
          <p:nvSpPr>
            <p:cNvPr id="69639" name="Line 10">
              <a:extLst>
                <a:ext uri="{FF2B5EF4-FFF2-40B4-BE49-F238E27FC236}">
                  <a16:creationId xmlns:a16="http://schemas.microsoft.com/office/drawing/2014/main" id="{E7DEDC78-E68E-4F74-A5EE-534C3A44F875}"/>
                </a:ext>
              </a:extLst>
            </p:cNvPr>
            <p:cNvSpPr>
              <a:spLocks noChangeShapeType="1"/>
            </p:cNvSpPr>
            <p:nvPr/>
          </p:nvSpPr>
          <p:spPr bwMode="auto">
            <a:xfrm rot="16200000">
              <a:off x="175089" y="2511146"/>
              <a:ext cx="517369" cy="0"/>
            </a:xfrm>
            <a:prstGeom prst="line">
              <a:avLst/>
            </a:prstGeom>
            <a:noFill/>
            <a:ln w="22225">
              <a:solidFill>
                <a:srgbClr val="000000"/>
              </a:solidFill>
              <a:round/>
              <a:headEnd/>
              <a:tailEnd/>
            </a:ln>
          </p:spPr>
          <p:txBody>
            <a:bodyPr/>
            <a:lstStyle/>
            <a:p>
              <a:pPr eaLnBrk="1" hangingPunct="1">
                <a:defRPr/>
              </a:pPr>
              <a:endParaRPr lang="en-US" sz="1050"/>
            </a:p>
          </p:txBody>
        </p:sp>
        <p:sp>
          <p:nvSpPr>
            <p:cNvPr id="69640" name="AutoShape 11">
              <a:extLst>
                <a:ext uri="{FF2B5EF4-FFF2-40B4-BE49-F238E27FC236}">
                  <a16:creationId xmlns:a16="http://schemas.microsoft.com/office/drawing/2014/main" id="{4B3F09CD-E75E-4F8F-9AAA-D14D47E691FB}"/>
                </a:ext>
              </a:extLst>
            </p:cNvPr>
            <p:cNvSpPr>
              <a:spLocks noChangeArrowheads="1"/>
            </p:cNvSpPr>
            <p:nvPr/>
          </p:nvSpPr>
          <p:spPr bwMode="auto">
            <a:xfrm rot="10800000">
              <a:off x="752159" y="1827720"/>
              <a:ext cx="666686" cy="230444"/>
            </a:xfrm>
            <a:custGeom>
              <a:avLst/>
              <a:gdLst>
                <a:gd name="T0" fmla="*/ 615169 w 21600"/>
                <a:gd name="T1" fmla="*/ 114300 h 21600"/>
                <a:gd name="T2" fmla="*/ 333375 w 21600"/>
                <a:gd name="T3" fmla="*/ 228600 h 21600"/>
                <a:gd name="T4" fmla="*/ 51581 w 21600"/>
                <a:gd name="T5" fmla="*/ 114300 h 21600"/>
                <a:gd name="T6" fmla="*/ 333375 w 21600"/>
                <a:gd name="T7" fmla="*/ 0 h 21600"/>
                <a:gd name="T8" fmla="*/ 0 60000 65536"/>
                <a:gd name="T9" fmla="*/ 0 60000 65536"/>
                <a:gd name="T10" fmla="*/ 0 60000 65536"/>
                <a:gd name="T11" fmla="*/ 0 60000 65536"/>
                <a:gd name="T12" fmla="*/ 3471 w 21600"/>
                <a:gd name="T13" fmla="*/ 3471 h 21600"/>
                <a:gd name="T14" fmla="*/ 18129 w 21600"/>
                <a:gd name="T15" fmla="*/ 18129 h 21600"/>
              </a:gdLst>
              <a:ahLst/>
              <a:cxnLst>
                <a:cxn ang="T8">
                  <a:pos x="T0" y="T1"/>
                </a:cxn>
                <a:cxn ang="T9">
                  <a:pos x="T2" y="T3"/>
                </a:cxn>
                <a:cxn ang="T10">
                  <a:pos x="T4" y="T5"/>
                </a:cxn>
                <a:cxn ang="T11">
                  <a:pos x="T6" y="T7"/>
                </a:cxn>
              </a:cxnLst>
              <a:rect l="T12" t="T13" r="T14" b="T15"/>
              <a:pathLst>
                <a:path w="21600" h="21600">
                  <a:moveTo>
                    <a:pt x="0" y="0"/>
                  </a:moveTo>
                  <a:lnTo>
                    <a:pt x="3342" y="21600"/>
                  </a:lnTo>
                  <a:lnTo>
                    <a:pt x="18258"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641" name="Line 12">
              <a:extLst>
                <a:ext uri="{FF2B5EF4-FFF2-40B4-BE49-F238E27FC236}">
                  <a16:creationId xmlns:a16="http://schemas.microsoft.com/office/drawing/2014/main" id="{D5236BB6-B5C9-44A2-A1AD-90DC323BA9D2}"/>
                </a:ext>
              </a:extLst>
            </p:cNvPr>
            <p:cNvSpPr>
              <a:spLocks noChangeShapeType="1"/>
            </p:cNvSpPr>
            <p:nvPr/>
          </p:nvSpPr>
          <p:spPr bwMode="auto">
            <a:xfrm rot="16200000">
              <a:off x="762219" y="2148535"/>
              <a:ext cx="180741" cy="0"/>
            </a:xfrm>
            <a:prstGeom prst="line">
              <a:avLst/>
            </a:prstGeom>
            <a:noFill/>
            <a:ln w="22225">
              <a:solidFill>
                <a:srgbClr val="000000"/>
              </a:solidFill>
              <a:round/>
              <a:headEnd/>
              <a:tailEnd/>
            </a:ln>
          </p:spPr>
          <p:txBody>
            <a:bodyPr/>
            <a:lstStyle/>
            <a:p>
              <a:pPr eaLnBrk="1" hangingPunct="1">
                <a:defRPr/>
              </a:pPr>
              <a:endParaRPr lang="en-US" sz="1050"/>
            </a:p>
          </p:txBody>
        </p:sp>
        <p:sp>
          <p:nvSpPr>
            <p:cNvPr id="69642" name="Line 13">
              <a:extLst>
                <a:ext uri="{FF2B5EF4-FFF2-40B4-BE49-F238E27FC236}">
                  <a16:creationId xmlns:a16="http://schemas.microsoft.com/office/drawing/2014/main" id="{10BEE6B5-EF4C-46DB-90A0-183A8B68E993}"/>
                </a:ext>
              </a:extLst>
            </p:cNvPr>
            <p:cNvSpPr>
              <a:spLocks noChangeShapeType="1"/>
            </p:cNvSpPr>
            <p:nvPr/>
          </p:nvSpPr>
          <p:spPr bwMode="auto">
            <a:xfrm rot="16200000">
              <a:off x="632497" y="2029497"/>
              <a:ext cx="0" cy="418816"/>
            </a:xfrm>
            <a:prstGeom prst="line">
              <a:avLst/>
            </a:prstGeom>
            <a:noFill/>
            <a:ln w="22225">
              <a:solidFill>
                <a:srgbClr val="000000"/>
              </a:solidFill>
              <a:round/>
              <a:headEnd/>
              <a:tailEnd/>
            </a:ln>
          </p:spPr>
          <p:txBody>
            <a:bodyPr/>
            <a:lstStyle/>
            <a:p>
              <a:pPr eaLnBrk="1" hangingPunct="1">
                <a:defRPr/>
              </a:pPr>
              <a:endParaRPr lang="en-US" sz="1050"/>
            </a:p>
          </p:txBody>
        </p:sp>
        <p:sp>
          <p:nvSpPr>
            <p:cNvPr id="69643" name="Line 14">
              <a:extLst>
                <a:ext uri="{FF2B5EF4-FFF2-40B4-BE49-F238E27FC236}">
                  <a16:creationId xmlns:a16="http://schemas.microsoft.com/office/drawing/2014/main" id="{3CD3CB21-4326-4C88-B97B-20868DFCB3A7}"/>
                </a:ext>
              </a:extLst>
            </p:cNvPr>
            <p:cNvSpPr>
              <a:spLocks noChangeShapeType="1"/>
            </p:cNvSpPr>
            <p:nvPr/>
          </p:nvSpPr>
          <p:spPr bwMode="auto">
            <a:xfrm rot="16200000" flipH="1">
              <a:off x="610347" y="2385756"/>
              <a:ext cx="659703" cy="0"/>
            </a:xfrm>
            <a:prstGeom prst="line">
              <a:avLst/>
            </a:prstGeom>
            <a:noFill/>
            <a:ln w="22225">
              <a:solidFill>
                <a:srgbClr val="000000"/>
              </a:solidFill>
              <a:round/>
              <a:headEnd/>
              <a:tailEnd/>
            </a:ln>
          </p:spPr>
          <p:txBody>
            <a:bodyPr/>
            <a:lstStyle/>
            <a:p>
              <a:pPr eaLnBrk="1" hangingPunct="1">
                <a:defRPr/>
              </a:pPr>
              <a:endParaRPr lang="en-US" sz="1050"/>
            </a:p>
          </p:txBody>
        </p:sp>
        <p:sp>
          <p:nvSpPr>
            <p:cNvPr id="69644" name="Line 15">
              <a:extLst>
                <a:ext uri="{FF2B5EF4-FFF2-40B4-BE49-F238E27FC236}">
                  <a16:creationId xmlns:a16="http://schemas.microsoft.com/office/drawing/2014/main" id="{B148381F-130B-4DE6-84A0-973220FCABBD}"/>
                </a:ext>
              </a:extLst>
            </p:cNvPr>
            <p:cNvSpPr>
              <a:spLocks noChangeShapeType="1"/>
            </p:cNvSpPr>
            <p:nvPr/>
          </p:nvSpPr>
          <p:spPr bwMode="auto">
            <a:xfrm rot="16200000" flipH="1">
              <a:off x="620774" y="2460312"/>
              <a:ext cx="826888" cy="0"/>
            </a:xfrm>
            <a:prstGeom prst="line">
              <a:avLst/>
            </a:prstGeom>
            <a:noFill/>
            <a:ln w="22225">
              <a:solidFill>
                <a:srgbClr val="000000"/>
              </a:solidFill>
              <a:round/>
              <a:headEnd/>
              <a:tailEnd/>
            </a:ln>
          </p:spPr>
          <p:txBody>
            <a:bodyPr/>
            <a:lstStyle/>
            <a:p>
              <a:pPr eaLnBrk="1" hangingPunct="1">
                <a:defRPr/>
              </a:pPr>
              <a:endParaRPr lang="en-US" sz="1050"/>
            </a:p>
          </p:txBody>
        </p:sp>
        <p:sp>
          <p:nvSpPr>
            <p:cNvPr id="69645" name="Line 16">
              <a:extLst>
                <a:ext uri="{FF2B5EF4-FFF2-40B4-BE49-F238E27FC236}">
                  <a16:creationId xmlns:a16="http://schemas.microsoft.com/office/drawing/2014/main" id="{B6123BAC-600A-44CA-A733-7517940BBD9D}"/>
                </a:ext>
              </a:extLst>
            </p:cNvPr>
            <p:cNvSpPr>
              <a:spLocks noChangeShapeType="1"/>
            </p:cNvSpPr>
            <p:nvPr/>
          </p:nvSpPr>
          <p:spPr bwMode="auto">
            <a:xfrm rot="16200000" flipH="1">
              <a:off x="1006634" y="2206146"/>
              <a:ext cx="268851" cy="0"/>
            </a:xfrm>
            <a:prstGeom prst="line">
              <a:avLst/>
            </a:prstGeom>
            <a:noFill/>
            <a:ln w="22225">
              <a:solidFill>
                <a:srgbClr val="000000"/>
              </a:solidFill>
              <a:round/>
              <a:headEnd/>
              <a:tailEnd/>
            </a:ln>
          </p:spPr>
          <p:txBody>
            <a:bodyPr/>
            <a:lstStyle/>
            <a:p>
              <a:pPr eaLnBrk="1" hangingPunct="1">
                <a:defRPr/>
              </a:pPr>
              <a:endParaRPr lang="en-US" sz="1050"/>
            </a:p>
          </p:txBody>
        </p:sp>
        <p:sp>
          <p:nvSpPr>
            <p:cNvPr id="69646" name="Line 17">
              <a:extLst>
                <a:ext uri="{FF2B5EF4-FFF2-40B4-BE49-F238E27FC236}">
                  <a16:creationId xmlns:a16="http://schemas.microsoft.com/office/drawing/2014/main" id="{67C69F20-B7FD-4392-BED9-D93764ADCB30}"/>
                </a:ext>
              </a:extLst>
            </p:cNvPr>
            <p:cNvSpPr>
              <a:spLocks noChangeShapeType="1"/>
            </p:cNvSpPr>
            <p:nvPr/>
          </p:nvSpPr>
          <p:spPr bwMode="auto">
            <a:xfrm rot="16200000" flipH="1">
              <a:off x="1150235" y="2160960"/>
              <a:ext cx="173963" cy="0"/>
            </a:xfrm>
            <a:prstGeom prst="line">
              <a:avLst/>
            </a:prstGeom>
            <a:noFill/>
            <a:ln w="22225">
              <a:solidFill>
                <a:srgbClr val="000000"/>
              </a:solidFill>
              <a:round/>
              <a:headEnd/>
              <a:tailEnd/>
            </a:ln>
          </p:spPr>
          <p:txBody>
            <a:bodyPr/>
            <a:lstStyle/>
            <a:p>
              <a:pPr eaLnBrk="1" hangingPunct="1">
                <a:defRPr/>
              </a:pPr>
              <a:endParaRPr lang="en-US" sz="1050"/>
            </a:p>
          </p:txBody>
        </p:sp>
        <p:sp>
          <p:nvSpPr>
            <p:cNvPr id="69647" name="Line 18">
              <a:extLst>
                <a:ext uri="{FF2B5EF4-FFF2-40B4-BE49-F238E27FC236}">
                  <a16:creationId xmlns:a16="http://schemas.microsoft.com/office/drawing/2014/main" id="{075390E6-F847-4AD6-BB9B-3871E00D5912}"/>
                </a:ext>
              </a:extLst>
            </p:cNvPr>
            <p:cNvSpPr>
              <a:spLocks noChangeShapeType="1"/>
            </p:cNvSpPr>
            <p:nvPr/>
          </p:nvSpPr>
          <p:spPr bwMode="auto">
            <a:xfrm rot="16200000" flipH="1">
              <a:off x="1280403" y="2129331"/>
              <a:ext cx="101667" cy="0"/>
            </a:xfrm>
            <a:prstGeom prst="line">
              <a:avLst/>
            </a:prstGeom>
            <a:noFill/>
            <a:ln w="22225">
              <a:solidFill>
                <a:srgbClr val="000000"/>
              </a:solidFill>
              <a:round/>
              <a:headEnd/>
              <a:tailEnd/>
            </a:ln>
          </p:spPr>
          <p:txBody>
            <a:bodyPr/>
            <a:lstStyle/>
            <a:p>
              <a:pPr eaLnBrk="1" hangingPunct="1">
                <a:defRPr/>
              </a:pPr>
              <a:endParaRPr lang="en-US" sz="1050"/>
            </a:p>
          </p:txBody>
        </p:sp>
        <p:sp>
          <p:nvSpPr>
            <p:cNvPr id="69648" name="Line 19">
              <a:extLst>
                <a:ext uri="{FF2B5EF4-FFF2-40B4-BE49-F238E27FC236}">
                  <a16:creationId xmlns:a16="http://schemas.microsoft.com/office/drawing/2014/main" id="{8D01777E-D4CE-4888-9F6F-12A6B7013BEC}"/>
                </a:ext>
              </a:extLst>
            </p:cNvPr>
            <p:cNvSpPr>
              <a:spLocks noChangeShapeType="1"/>
            </p:cNvSpPr>
            <p:nvPr/>
          </p:nvSpPr>
          <p:spPr bwMode="auto">
            <a:xfrm rot="16200000">
              <a:off x="818148" y="1564517"/>
              <a:ext cx="521888" cy="0"/>
            </a:xfrm>
            <a:prstGeom prst="line">
              <a:avLst/>
            </a:prstGeom>
            <a:noFill/>
            <a:ln w="22225">
              <a:solidFill>
                <a:srgbClr val="000000"/>
              </a:solidFill>
              <a:round/>
              <a:headEnd/>
              <a:tailEnd/>
            </a:ln>
          </p:spPr>
          <p:txBody>
            <a:bodyPr/>
            <a:lstStyle/>
            <a:p>
              <a:pPr eaLnBrk="1" hangingPunct="1">
                <a:defRPr/>
              </a:pPr>
              <a:endParaRPr lang="en-US" sz="1050"/>
            </a:p>
          </p:txBody>
        </p:sp>
        <p:sp>
          <p:nvSpPr>
            <p:cNvPr id="69649" name="AutoShape 20">
              <a:extLst>
                <a:ext uri="{FF2B5EF4-FFF2-40B4-BE49-F238E27FC236}">
                  <a16:creationId xmlns:a16="http://schemas.microsoft.com/office/drawing/2014/main" id="{B1137DC3-09B1-4C42-A363-F0A8F6363D61}"/>
                </a:ext>
              </a:extLst>
            </p:cNvPr>
            <p:cNvSpPr>
              <a:spLocks noChangeArrowheads="1"/>
            </p:cNvSpPr>
            <p:nvPr/>
          </p:nvSpPr>
          <p:spPr bwMode="auto">
            <a:xfrm rot="10800000">
              <a:off x="1534233" y="1827720"/>
              <a:ext cx="666686" cy="228184"/>
            </a:xfrm>
            <a:custGeom>
              <a:avLst/>
              <a:gdLst>
                <a:gd name="T0" fmla="*/ 615169 w 21600"/>
                <a:gd name="T1" fmla="*/ 114300 h 21600"/>
                <a:gd name="T2" fmla="*/ 333375 w 21600"/>
                <a:gd name="T3" fmla="*/ 228600 h 21600"/>
                <a:gd name="T4" fmla="*/ 51581 w 21600"/>
                <a:gd name="T5" fmla="*/ 114300 h 21600"/>
                <a:gd name="T6" fmla="*/ 333375 w 21600"/>
                <a:gd name="T7" fmla="*/ 0 h 21600"/>
                <a:gd name="T8" fmla="*/ 0 60000 65536"/>
                <a:gd name="T9" fmla="*/ 0 60000 65536"/>
                <a:gd name="T10" fmla="*/ 0 60000 65536"/>
                <a:gd name="T11" fmla="*/ 0 60000 65536"/>
                <a:gd name="T12" fmla="*/ 3471 w 21600"/>
                <a:gd name="T13" fmla="*/ 3471 h 21600"/>
                <a:gd name="T14" fmla="*/ 18129 w 21600"/>
                <a:gd name="T15" fmla="*/ 18129 h 21600"/>
              </a:gdLst>
              <a:ahLst/>
              <a:cxnLst>
                <a:cxn ang="T8">
                  <a:pos x="T0" y="T1"/>
                </a:cxn>
                <a:cxn ang="T9">
                  <a:pos x="T2" y="T3"/>
                </a:cxn>
                <a:cxn ang="T10">
                  <a:pos x="T4" y="T5"/>
                </a:cxn>
                <a:cxn ang="T11">
                  <a:pos x="T6" y="T7"/>
                </a:cxn>
              </a:cxnLst>
              <a:rect l="T12" t="T13" r="T14" b="T15"/>
              <a:pathLst>
                <a:path w="21600" h="21600">
                  <a:moveTo>
                    <a:pt x="0" y="0"/>
                  </a:moveTo>
                  <a:lnTo>
                    <a:pt x="3342" y="21600"/>
                  </a:lnTo>
                  <a:lnTo>
                    <a:pt x="18258"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650" name="Line 21">
              <a:extLst>
                <a:ext uri="{FF2B5EF4-FFF2-40B4-BE49-F238E27FC236}">
                  <a16:creationId xmlns:a16="http://schemas.microsoft.com/office/drawing/2014/main" id="{6C61AFE6-FFDB-403A-A002-4D1F2EBEFA09}"/>
                </a:ext>
              </a:extLst>
            </p:cNvPr>
            <p:cNvSpPr>
              <a:spLocks noChangeShapeType="1"/>
            </p:cNvSpPr>
            <p:nvPr/>
          </p:nvSpPr>
          <p:spPr bwMode="auto">
            <a:xfrm rot="16200000">
              <a:off x="-254809" y="3946903"/>
              <a:ext cx="3804588" cy="0"/>
            </a:xfrm>
            <a:prstGeom prst="line">
              <a:avLst/>
            </a:prstGeom>
            <a:noFill/>
            <a:ln w="22225">
              <a:solidFill>
                <a:srgbClr val="000000"/>
              </a:solidFill>
              <a:round/>
              <a:headEnd/>
              <a:tailEnd/>
            </a:ln>
          </p:spPr>
          <p:txBody>
            <a:bodyPr/>
            <a:lstStyle/>
            <a:p>
              <a:pPr eaLnBrk="1" hangingPunct="1">
                <a:defRPr/>
              </a:pPr>
              <a:endParaRPr lang="en-US" sz="1050"/>
            </a:p>
          </p:txBody>
        </p:sp>
        <p:sp>
          <p:nvSpPr>
            <p:cNvPr id="69651" name="Line 22">
              <a:extLst>
                <a:ext uri="{FF2B5EF4-FFF2-40B4-BE49-F238E27FC236}">
                  <a16:creationId xmlns:a16="http://schemas.microsoft.com/office/drawing/2014/main" id="{2FADA52A-6126-44F2-89ED-DB121491C3E0}"/>
                </a:ext>
              </a:extLst>
            </p:cNvPr>
            <p:cNvSpPr>
              <a:spLocks noChangeShapeType="1"/>
            </p:cNvSpPr>
            <p:nvPr/>
          </p:nvSpPr>
          <p:spPr bwMode="auto">
            <a:xfrm rot="16200000" flipH="1">
              <a:off x="-169337" y="3953680"/>
              <a:ext cx="3804588" cy="0"/>
            </a:xfrm>
            <a:prstGeom prst="line">
              <a:avLst/>
            </a:prstGeom>
            <a:noFill/>
            <a:ln w="22225">
              <a:solidFill>
                <a:srgbClr val="000000"/>
              </a:solidFill>
              <a:round/>
              <a:headEnd/>
              <a:tailEnd/>
            </a:ln>
          </p:spPr>
          <p:txBody>
            <a:bodyPr/>
            <a:lstStyle/>
            <a:p>
              <a:pPr eaLnBrk="1" hangingPunct="1">
                <a:defRPr/>
              </a:pPr>
              <a:endParaRPr lang="en-US" sz="1050"/>
            </a:p>
          </p:txBody>
        </p:sp>
        <p:sp>
          <p:nvSpPr>
            <p:cNvPr id="69652" name="Line 23">
              <a:extLst>
                <a:ext uri="{FF2B5EF4-FFF2-40B4-BE49-F238E27FC236}">
                  <a16:creationId xmlns:a16="http://schemas.microsoft.com/office/drawing/2014/main" id="{1966CAE0-5D6B-4187-8A93-7D3D7CA5C2DA}"/>
                </a:ext>
              </a:extLst>
            </p:cNvPr>
            <p:cNvSpPr>
              <a:spLocks noChangeShapeType="1"/>
            </p:cNvSpPr>
            <p:nvPr/>
          </p:nvSpPr>
          <p:spPr bwMode="auto">
            <a:xfrm rot="16200000" flipH="1">
              <a:off x="230934" y="3661107"/>
              <a:ext cx="3187811" cy="0"/>
            </a:xfrm>
            <a:prstGeom prst="line">
              <a:avLst/>
            </a:prstGeom>
            <a:noFill/>
            <a:ln w="22225">
              <a:solidFill>
                <a:srgbClr val="000000"/>
              </a:solidFill>
              <a:round/>
              <a:headEnd/>
              <a:tailEnd/>
            </a:ln>
          </p:spPr>
          <p:txBody>
            <a:bodyPr/>
            <a:lstStyle/>
            <a:p>
              <a:pPr eaLnBrk="1" hangingPunct="1">
                <a:defRPr/>
              </a:pPr>
              <a:endParaRPr lang="en-US" sz="1050"/>
            </a:p>
          </p:txBody>
        </p:sp>
        <p:sp>
          <p:nvSpPr>
            <p:cNvPr id="69653" name="Line 24">
              <a:extLst>
                <a:ext uri="{FF2B5EF4-FFF2-40B4-BE49-F238E27FC236}">
                  <a16:creationId xmlns:a16="http://schemas.microsoft.com/office/drawing/2014/main" id="{9B97A6DC-E7CC-4F8A-B59F-434034603EA0}"/>
                </a:ext>
              </a:extLst>
            </p:cNvPr>
            <p:cNvSpPr>
              <a:spLocks noChangeShapeType="1"/>
            </p:cNvSpPr>
            <p:nvPr/>
          </p:nvSpPr>
          <p:spPr bwMode="auto">
            <a:xfrm rot="16200000" flipH="1">
              <a:off x="1786570" y="2203887"/>
              <a:ext cx="268852" cy="0"/>
            </a:xfrm>
            <a:prstGeom prst="line">
              <a:avLst/>
            </a:prstGeom>
            <a:noFill/>
            <a:ln w="22225">
              <a:solidFill>
                <a:srgbClr val="000000"/>
              </a:solidFill>
              <a:round/>
              <a:headEnd/>
              <a:tailEnd/>
            </a:ln>
          </p:spPr>
          <p:txBody>
            <a:bodyPr/>
            <a:lstStyle/>
            <a:p>
              <a:pPr eaLnBrk="1" hangingPunct="1">
                <a:defRPr/>
              </a:pPr>
              <a:endParaRPr lang="en-US" sz="1050"/>
            </a:p>
          </p:txBody>
        </p:sp>
        <p:sp>
          <p:nvSpPr>
            <p:cNvPr id="69654" name="Line 25">
              <a:extLst>
                <a:ext uri="{FF2B5EF4-FFF2-40B4-BE49-F238E27FC236}">
                  <a16:creationId xmlns:a16="http://schemas.microsoft.com/office/drawing/2014/main" id="{0F9A98F7-64FB-4F72-B393-76D49B40EDE2}"/>
                </a:ext>
              </a:extLst>
            </p:cNvPr>
            <p:cNvSpPr>
              <a:spLocks noChangeShapeType="1"/>
            </p:cNvSpPr>
            <p:nvPr/>
          </p:nvSpPr>
          <p:spPr bwMode="auto">
            <a:xfrm rot="16200000" flipH="1">
              <a:off x="1825116" y="2261498"/>
              <a:ext cx="384074" cy="0"/>
            </a:xfrm>
            <a:prstGeom prst="line">
              <a:avLst/>
            </a:prstGeom>
            <a:noFill/>
            <a:ln w="22225">
              <a:solidFill>
                <a:srgbClr val="000000"/>
              </a:solidFill>
              <a:round/>
              <a:headEnd/>
              <a:tailEnd/>
            </a:ln>
          </p:spPr>
          <p:txBody>
            <a:bodyPr/>
            <a:lstStyle/>
            <a:p>
              <a:pPr eaLnBrk="1" hangingPunct="1">
                <a:defRPr/>
              </a:pPr>
              <a:endParaRPr lang="en-US" sz="1050"/>
            </a:p>
          </p:txBody>
        </p:sp>
        <p:sp>
          <p:nvSpPr>
            <p:cNvPr id="69655" name="Line 26">
              <a:extLst>
                <a:ext uri="{FF2B5EF4-FFF2-40B4-BE49-F238E27FC236}">
                  <a16:creationId xmlns:a16="http://schemas.microsoft.com/office/drawing/2014/main" id="{223CDEC6-6348-46FA-9FD3-C25BFDCD3B83}"/>
                </a:ext>
              </a:extLst>
            </p:cNvPr>
            <p:cNvSpPr>
              <a:spLocks noChangeShapeType="1"/>
            </p:cNvSpPr>
            <p:nvPr/>
          </p:nvSpPr>
          <p:spPr bwMode="auto">
            <a:xfrm rot="16200000" flipH="1" flipV="1">
              <a:off x="1871051" y="2305553"/>
              <a:ext cx="463148" cy="0"/>
            </a:xfrm>
            <a:prstGeom prst="line">
              <a:avLst/>
            </a:prstGeom>
            <a:noFill/>
            <a:ln w="22225">
              <a:solidFill>
                <a:srgbClr val="000000"/>
              </a:solidFill>
              <a:round/>
              <a:headEnd/>
              <a:tailEnd/>
            </a:ln>
          </p:spPr>
          <p:txBody>
            <a:bodyPr/>
            <a:lstStyle/>
            <a:p>
              <a:pPr eaLnBrk="1" hangingPunct="1">
                <a:defRPr/>
              </a:pPr>
              <a:endParaRPr lang="en-US" sz="1050"/>
            </a:p>
          </p:txBody>
        </p:sp>
        <p:sp>
          <p:nvSpPr>
            <p:cNvPr id="69656" name="Line 27">
              <a:extLst>
                <a:ext uri="{FF2B5EF4-FFF2-40B4-BE49-F238E27FC236}">
                  <a16:creationId xmlns:a16="http://schemas.microsoft.com/office/drawing/2014/main" id="{E6BA94F5-4FE4-4D19-B732-EF715BE6733A}"/>
                </a:ext>
              </a:extLst>
            </p:cNvPr>
            <p:cNvSpPr>
              <a:spLocks noChangeShapeType="1"/>
            </p:cNvSpPr>
            <p:nvPr/>
          </p:nvSpPr>
          <p:spPr bwMode="auto">
            <a:xfrm rot="16200000">
              <a:off x="1643148" y="1593888"/>
              <a:ext cx="436036" cy="0"/>
            </a:xfrm>
            <a:prstGeom prst="line">
              <a:avLst/>
            </a:prstGeom>
            <a:noFill/>
            <a:ln w="22225">
              <a:solidFill>
                <a:srgbClr val="000000"/>
              </a:solidFill>
              <a:round/>
              <a:headEnd/>
              <a:tailEnd/>
            </a:ln>
          </p:spPr>
          <p:txBody>
            <a:bodyPr/>
            <a:lstStyle/>
            <a:p>
              <a:pPr eaLnBrk="1" hangingPunct="1">
                <a:defRPr/>
              </a:pPr>
              <a:endParaRPr lang="en-US" sz="1050"/>
            </a:p>
          </p:txBody>
        </p:sp>
        <p:sp>
          <p:nvSpPr>
            <p:cNvPr id="69657" name="Line 28">
              <a:extLst>
                <a:ext uri="{FF2B5EF4-FFF2-40B4-BE49-F238E27FC236}">
                  <a16:creationId xmlns:a16="http://schemas.microsoft.com/office/drawing/2014/main" id="{50C9992A-361E-4D75-9C2B-07121D9A29A6}"/>
                </a:ext>
              </a:extLst>
            </p:cNvPr>
            <p:cNvSpPr>
              <a:spLocks noChangeShapeType="1"/>
            </p:cNvSpPr>
            <p:nvPr/>
          </p:nvSpPr>
          <p:spPr bwMode="auto">
            <a:xfrm rot="16200000">
              <a:off x="1488292" y="2023109"/>
              <a:ext cx="0" cy="314111"/>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658" name="Line 29">
              <a:extLst>
                <a:ext uri="{FF2B5EF4-FFF2-40B4-BE49-F238E27FC236}">
                  <a16:creationId xmlns:a16="http://schemas.microsoft.com/office/drawing/2014/main" id="{3866EEA0-EE9B-4AAB-BBA1-1F6B52928E10}"/>
                </a:ext>
              </a:extLst>
            </p:cNvPr>
            <p:cNvSpPr>
              <a:spLocks noChangeShapeType="1"/>
            </p:cNvSpPr>
            <p:nvPr/>
          </p:nvSpPr>
          <p:spPr bwMode="auto">
            <a:xfrm rot="16200000">
              <a:off x="993944" y="1691035"/>
              <a:ext cx="973739"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659" name="Line 30">
              <a:extLst>
                <a:ext uri="{FF2B5EF4-FFF2-40B4-BE49-F238E27FC236}">
                  <a16:creationId xmlns:a16="http://schemas.microsoft.com/office/drawing/2014/main" id="{EC72B2F1-51CA-4ABA-B7E3-F5762D7A785E}"/>
                </a:ext>
              </a:extLst>
            </p:cNvPr>
            <p:cNvSpPr>
              <a:spLocks noChangeShapeType="1"/>
            </p:cNvSpPr>
            <p:nvPr/>
          </p:nvSpPr>
          <p:spPr bwMode="auto">
            <a:xfrm rot="16200000">
              <a:off x="1478677" y="2013258"/>
              <a:ext cx="0" cy="482920"/>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660" name="Line 31">
              <a:extLst>
                <a:ext uri="{FF2B5EF4-FFF2-40B4-BE49-F238E27FC236}">
                  <a16:creationId xmlns:a16="http://schemas.microsoft.com/office/drawing/2014/main" id="{19F19ED4-28C4-48B4-9E34-C2365F7891A1}"/>
                </a:ext>
              </a:extLst>
            </p:cNvPr>
            <p:cNvSpPr>
              <a:spLocks noChangeShapeType="1"/>
            </p:cNvSpPr>
            <p:nvPr/>
          </p:nvSpPr>
          <p:spPr bwMode="auto">
            <a:xfrm rot="16200000">
              <a:off x="1528892" y="1964035"/>
              <a:ext cx="0" cy="775664"/>
            </a:xfrm>
            <a:prstGeom prst="line">
              <a:avLst/>
            </a:prstGeom>
            <a:noFill/>
            <a:ln w="22225">
              <a:solidFill>
                <a:srgbClr val="000000"/>
              </a:solidFill>
              <a:round/>
              <a:headEnd/>
              <a:tailEnd type="none" w="sm" len="sm"/>
            </a:ln>
          </p:spPr>
          <p:txBody>
            <a:bodyPr/>
            <a:lstStyle/>
            <a:p>
              <a:pPr eaLnBrk="1" hangingPunct="1">
                <a:defRPr/>
              </a:pPr>
              <a:endParaRPr lang="en-US" sz="1050"/>
            </a:p>
          </p:txBody>
        </p:sp>
        <p:sp>
          <p:nvSpPr>
            <p:cNvPr id="69661" name="Line 32">
              <a:extLst>
                <a:ext uri="{FF2B5EF4-FFF2-40B4-BE49-F238E27FC236}">
                  <a16:creationId xmlns:a16="http://schemas.microsoft.com/office/drawing/2014/main" id="{5A151382-7346-4717-B94B-11F044706848}"/>
                </a:ext>
              </a:extLst>
            </p:cNvPr>
            <p:cNvSpPr>
              <a:spLocks noChangeShapeType="1"/>
            </p:cNvSpPr>
            <p:nvPr/>
          </p:nvSpPr>
          <p:spPr bwMode="auto">
            <a:xfrm rot="16200000">
              <a:off x="1522481" y="1976568"/>
              <a:ext cx="0" cy="976525"/>
            </a:xfrm>
            <a:prstGeom prst="line">
              <a:avLst/>
            </a:prstGeom>
            <a:noFill/>
            <a:ln w="22225">
              <a:solidFill>
                <a:srgbClr val="000000"/>
              </a:solidFill>
              <a:round/>
              <a:headEnd type="oval" w="sm" len="sm"/>
              <a:tailEnd type="none" w="sm" len="sm"/>
            </a:ln>
          </p:spPr>
          <p:txBody>
            <a:bodyPr/>
            <a:lstStyle/>
            <a:p>
              <a:pPr eaLnBrk="1" hangingPunct="1">
                <a:defRPr/>
              </a:pPr>
              <a:endParaRPr lang="en-US" sz="1050"/>
            </a:p>
          </p:txBody>
        </p:sp>
        <p:sp>
          <p:nvSpPr>
            <p:cNvPr id="69662" name="Line 33">
              <a:extLst>
                <a:ext uri="{FF2B5EF4-FFF2-40B4-BE49-F238E27FC236}">
                  <a16:creationId xmlns:a16="http://schemas.microsoft.com/office/drawing/2014/main" id="{0018E58F-3FEC-4627-AE7B-079A258E2F86}"/>
                </a:ext>
              </a:extLst>
            </p:cNvPr>
            <p:cNvSpPr>
              <a:spLocks noChangeShapeType="1"/>
            </p:cNvSpPr>
            <p:nvPr/>
          </p:nvSpPr>
          <p:spPr bwMode="auto">
            <a:xfrm rot="16200000">
              <a:off x="1525686" y="1967454"/>
              <a:ext cx="0" cy="1170974"/>
            </a:xfrm>
            <a:prstGeom prst="line">
              <a:avLst/>
            </a:prstGeom>
            <a:noFill/>
            <a:ln w="22225">
              <a:solidFill>
                <a:srgbClr val="000000"/>
              </a:solidFill>
              <a:round/>
              <a:headEnd type="oval" w="sm" len="sm"/>
              <a:tailEnd type="none" w="sm" len="sm"/>
            </a:ln>
          </p:spPr>
          <p:txBody>
            <a:bodyPr/>
            <a:lstStyle/>
            <a:p>
              <a:pPr eaLnBrk="1" hangingPunct="1">
                <a:defRPr/>
              </a:pPr>
              <a:endParaRPr lang="en-US" sz="1050"/>
            </a:p>
          </p:txBody>
        </p:sp>
        <p:sp>
          <p:nvSpPr>
            <p:cNvPr id="88097" name="Rectangle 34">
              <a:extLst>
                <a:ext uri="{FF2B5EF4-FFF2-40B4-BE49-F238E27FC236}">
                  <a16:creationId xmlns:a16="http://schemas.microsoft.com/office/drawing/2014/main" id="{F4AF2FDF-9EE8-E08E-95BE-DFFBB24C9F26}"/>
                </a:ext>
              </a:extLst>
            </p:cNvPr>
            <p:cNvSpPr>
              <a:spLocks noChangeArrowheads="1"/>
            </p:cNvSpPr>
            <p:nvPr/>
          </p:nvSpPr>
          <p:spPr bwMode="auto">
            <a:xfrm rot="-5400000">
              <a:off x="1651000" y="817563"/>
              <a:ext cx="469900" cy="673100"/>
            </a:xfrm>
            <a:prstGeom prst="rect">
              <a:avLst/>
            </a:prstGeom>
            <a:solidFill>
              <a:srgbClr val="FFFFFF"/>
            </a:solidFill>
            <a:ln w="22225">
              <a:solidFill>
                <a:srgbClr val="000000"/>
              </a:solidFill>
              <a:miter lim="800000"/>
              <a:headEnd/>
              <a:tailEnd/>
            </a:ln>
          </p:spPr>
          <p:txBody>
            <a:bodyPr vert="eaVert"/>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a:t>FF</a:t>
              </a:r>
              <a:endParaRPr lang="ru-RU" altLang="en-US" sz="1000" b="0"/>
            </a:p>
          </p:txBody>
        </p:sp>
        <p:sp>
          <p:nvSpPr>
            <p:cNvPr id="69664" name="AutoShape 35">
              <a:extLst>
                <a:ext uri="{FF2B5EF4-FFF2-40B4-BE49-F238E27FC236}">
                  <a16:creationId xmlns:a16="http://schemas.microsoft.com/office/drawing/2014/main" id="{38FC147B-85F2-4FF7-B9EF-4BBBAB81919E}"/>
                </a:ext>
              </a:extLst>
            </p:cNvPr>
            <p:cNvSpPr>
              <a:spLocks noChangeArrowheads="1"/>
            </p:cNvSpPr>
            <p:nvPr/>
          </p:nvSpPr>
          <p:spPr bwMode="auto">
            <a:xfrm>
              <a:off x="3641132" y="5523864"/>
              <a:ext cx="344028" cy="164925"/>
            </a:xfrm>
            <a:custGeom>
              <a:avLst/>
              <a:gdLst>
                <a:gd name="T0" fmla="*/ 302816 w 21600"/>
                <a:gd name="T1" fmla="*/ 82550 h 21600"/>
                <a:gd name="T2" fmla="*/ 173038 w 21600"/>
                <a:gd name="T3" fmla="*/ 165100 h 21600"/>
                <a:gd name="T4" fmla="*/ 43259 w 21600"/>
                <a:gd name="T5" fmla="*/ 82550 h 21600"/>
                <a:gd name="T6" fmla="*/ 173038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665" name="AutoShape 36">
              <a:extLst>
                <a:ext uri="{FF2B5EF4-FFF2-40B4-BE49-F238E27FC236}">
                  <a16:creationId xmlns:a16="http://schemas.microsoft.com/office/drawing/2014/main" id="{2F232F0B-64D0-4DF5-B8E6-28507709BA6E}"/>
                </a:ext>
              </a:extLst>
            </p:cNvPr>
            <p:cNvSpPr>
              <a:spLocks noChangeArrowheads="1"/>
            </p:cNvSpPr>
            <p:nvPr/>
          </p:nvSpPr>
          <p:spPr bwMode="auto">
            <a:xfrm rot="5400000">
              <a:off x="1226992" y="4479916"/>
              <a:ext cx="377295" cy="151713"/>
            </a:xfrm>
            <a:custGeom>
              <a:avLst/>
              <a:gdLst>
                <a:gd name="T0" fmla="*/ 330597 w 21600"/>
                <a:gd name="T1" fmla="*/ 75407 h 21600"/>
                <a:gd name="T2" fmla="*/ 188913 w 21600"/>
                <a:gd name="T3" fmla="*/ 150813 h 21600"/>
                <a:gd name="T4" fmla="*/ 47228 w 21600"/>
                <a:gd name="T5" fmla="*/ 75407 h 21600"/>
                <a:gd name="T6" fmla="*/ 18891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5" name="AutoShape 37">
              <a:extLst>
                <a:ext uri="{FF2B5EF4-FFF2-40B4-BE49-F238E27FC236}">
                  <a16:creationId xmlns:a16="http://schemas.microsoft.com/office/drawing/2014/main" id="{D5D38EB7-07CD-4E4A-BA42-DDFF373FE19F}"/>
                </a:ext>
              </a:extLst>
            </p:cNvPr>
            <p:cNvSpPr>
              <a:spLocks noChangeArrowheads="1"/>
            </p:cNvSpPr>
            <p:nvPr/>
          </p:nvSpPr>
          <p:spPr bwMode="auto">
            <a:xfrm rot="5400000">
              <a:off x="825271" y="4339842"/>
              <a:ext cx="377295" cy="151713"/>
            </a:xfrm>
            <a:custGeom>
              <a:avLst/>
              <a:gdLst>
                <a:gd name="T0" fmla="*/ 329207 w 21600"/>
                <a:gd name="T1" fmla="*/ 76200 h 21600"/>
                <a:gd name="T2" fmla="*/ 188119 w 21600"/>
                <a:gd name="T3" fmla="*/ 152400 h 21600"/>
                <a:gd name="T4" fmla="*/ 47030 w 21600"/>
                <a:gd name="T5" fmla="*/ 76200 h 21600"/>
                <a:gd name="T6" fmla="*/ 188119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grpSp>
          <p:nvGrpSpPr>
            <p:cNvPr id="88101" name="Group 38">
              <a:extLst>
                <a:ext uri="{FF2B5EF4-FFF2-40B4-BE49-F238E27FC236}">
                  <a16:creationId xmlns:a16="http://schemas.microsoft.com/office/drawing/2014/main" id="{F5F678A3-3B4F-A0C6-5525-95AE56E6BAB8}"/>
                </a:ext>
              </a:extLst>
            </p:cNvPr>
            <p:cNvGrpSpPr>
              <a:grpSpLocks/>
            </p:cNvGrpSpPr>
            <p:nvPr/>
          </p:nvGrpSpPr>
          <p:grpSpPr bwMode="auto">
            <a:xfrm rot="-5400000">
              <a:off x="1084263" y="3860800"/>
              <a:ext cx="274637" cy="239713"/>
              <a:chOff x="10260" y="7044"/>
              <a:chExt cx="630" cy="601"/>
            </a:xfrm>
          </p:grpSpPr>
          <p:sp>
            <p:nvSpPr>
              <p:cNvPr id="69977" name="AutoShape 39">
                <a:extLst>
                  <a:ext uri="{FF2B5EF4-FFF2-40B4-BE49-F238E27FC236}">
                    <a16:creationId xmlns:a16="http://schemas.microsoft.com/office/drawing/2014/main" id="{011C5172-C38B-405C-AAE0-128284A949EC}"/>
                  </a:ext>
                </a:extLst>
              </p:cNvPr>
              <p:cNvSpPr>
                <a:spLocks noChangeArrowheads="1"/>
              </p:cNvSpPr>
              <p:nvPr/>
            </p:nvSpPr>
            <p:spPr bwMode="auto">
              <a:xfrm flipH="1">
                <a:off x="10316" y="7046"/>
                <a:ext cx="544" cy="600"/>
              </a:xfrm>
              <a:prstGeom prst="moon">
                <a:avLst>
                  <a:gd name="adj" fmla="val 84819"/>
                </a:avLst>
              </a:prstGeom>
              <a:noFill/>
              <a:ln w="22225">
                <a:solidFill>
                  <a:srgbClr val="000000"/>
                </a:solidFill>
                <a:miter lim="800000"/>
                <a:headEnd/>
                <a:tailEnd/>
              </a:ln>
              <a:effectLst/>
            </p:spPr>
            <p:txBody>
              <a:bodyPr anchor="ctr"/>
              <a:lstStyle/>
              <a:p>
                <a:pPr eaLnBrk="1" hangingPunct="1">
                  <a:defRPr/>
                </a:pPr>
                <a:endParaRPr lang="en-US" sz="1050"/>
              </a:p>
            </p:txBody>
          </p:sp>
          <p:sp>
            <p:nvSpPr>
              <p:cNvPr id="69978" name="AutoShape 40">
                <a:extLst>
                  <a:ext uri="{FF2B5EF4-FFF2-40B4-BE49-F238E27FC236}">
                    <a16:creationId xmlns:a16="http://schemas.microsoft.com/office/drawing/2014/main" id="{2A86EAAB-D1E0-40D6-95F1-5AA9A1135331}"/>
                  </a:ext>
                </a:extLst>
              </p:cNvPr>
              <p:cNvSpPr>
                <a:spLocks noChangeArrowheads="1"/>
              </p:cNvSpPr>
              <p:nvPr/>
            </p:nvSpPr>
            <p:spPr bwMode="auto">
              <a:xfrm flipH="1">
                <a:off x="10404" y="7046"/>
                <a:ext cx="544" cy="600"/>
              </a:xfrm>
              <a:prstGeom prst="moon">
                <a:avLst>
                  <a:gd name="adj" fmla="val 84819"/>
                </a:avLst>
              </a:prstGeom>
              <a:solidFill>
                <a:srgbClr val="FFFFFF"/>
              </a:solidFill>
              <a:ln w="22225">
                <a:solidFill>
                  <a:srgbClr val="000000"/>
                </a:solidFill>
                <a:miter lim="800000"/>
                <a:headEnd/>
                <a:tailEnd/>
              </a:ln>
              <a:effectLst/>
            </p:spPr>
            <p:txBody>
              <a:bodyPr anchor="ctr"/>
              <a:lstStyle/>
              <a:p>
                <a:pPr eaLnBrk="1" hangingPunct="1">
                  <a:defRPr/>
                </a:pPr>
                <a:endParaRPr lang="en-US" sz="1050"/>
              </a:p>
            </p:txBody>
          </p:sp>
        </p:grpSp>
        <p:sp>
          <p:nvSpPr>
            <p:cNvPr id="69668" name="Line 41">
              <a:extLst>
                <a:ext uri="{FF2B5EF4-FFF2-40B4-BE49-F238E27FC236}">
                  <a16:creationId xmlns:a16="http://schemas.microsoft.com/office/drawing/2014/main" id="{BDF7919E-8832-46FE-B64D-1939265BC8D5}"/>
                </a:ext>
              </a:extLst>
            </p:cNvPr>
            <p:cNvSpPr>
              <a:spLocks noChangeShapeType="1"/>
            </p:cNvSpPr>
            <p:nvPr/>
          </p:nvSpPr>
          <p:spPr bwMode="auto">
            <a:xfrm rot="16200000" flipV="1">
              <a:off x="479847" y="3100811"/>
              <a:ext cx="1493369" cy="0"/>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669" name="Line 42">
              <a:extLst>
                <a:ext uri="{FF2B5EF4-FFF2-40B4-BE49-F238E27FC236}">
                  <a16:creationId xmlns:a16="http://schemas.microsoft.com/office/drawing/2014/main" id="{CA809ED9-E04F-4E13-B398-72F8EF2F7968}"/>
                </a:ext>
              </a:extLst>
            </p:cNvPr>
            <p:cNvSpPr>
              <a:spLocks noChangeShapeType="1"/>
            </p:cNvSpPr>
            <p:nvPr/>
          </p:nvSpPr>
          <p:spPr bwMode="auto">
            <a:xfrm rot="16200000">
              <a:off x="118670" y="3551534"/>
              <a:ext cx="194296" cy="0"/>
            </a:xfrm>
            <a:prstGeom prst="line">
              <a:avLst/>
            </a:prstGeom>
            <a:noFill/>
            <a:ln w="22225">
              <a:solidFill>
                <a:srgbClr val="000000"/>
              </a:solidFill>
              <a:round/>
              <a:headEnd/>
              <a:tailEnd/>
            </a:ln>
          </p:spPr>
          <p:txBody>
            <a:bodyPr/>
            <a:lstStyle/>
            <a:p>
              <a:pPr eaLnBrk="1" hangingPunct="1">
                <a:defRPr/>
              </a:pPr>
              <a:endParaRPr lang="en-US" sz="1050"/>
            </a:p>
          </p:txBody>
        </p:sp>
        <p:sp>
          <p:nvSpPr>
            <p:cNvPr id="6" name="Line 43">
              <a:extLst>
                <a:ext uri="{FF2B5EF4-FFF2-40B4-BE49-F238E27FC236}">
                  <a16:creationId xmlns:a16="http://schemas.microsoft.com/office/drawing/2014/main" id="{26511FE5-F995-4646-AB27-EAA315A0491B}"/>
                </a:ext>
              </a:extLst>
            </p:cNvPr>
            <p:cNvSpPr>
              <a:spLocks noChangeShapeType="1"/>
            </p:cNvSpPr>
            <p:nvPr/>
          </p:nvSpPr>
          <p:spPr bwMode="auto">
            <a:xfrm rot="16200000">
              <a:off x="310655" y="3514256"/>
              <a:ext cx="88112" cy="0"/>
            </a:xfrm>
            <a:prstGeom prst="line">
              <a:avLst/>
            </a:prstGeom>
            <a:noFill/>
            <a:ln w="22225">
              <a:solidFill>
                <a:srgbClr val="000000"/>
              </a:solidFill>
              <a:round/>
              <a:headEnd/>
              <a:tailEnd/>
            </a:ln>
          </p:spPr>
          <p:txBody>
            <a:bodyPr/>
            <a:lstStyle/>
            <a:p>
              <a:pPr eaLnBrk="1" hangingPunct="1">
                <a:defRPr/>
              </a:pPr>
              <a:endParaRPr lang="en-US" sz="1050"/>
            </a:p>
          </p:txBody>
        </p:sp>
        <p:sp>
          <p:nvSpPr>
            <p:cNvPr id="69671" name="Line 44">
              <a:extLst>
                <a:ext uri="{FF2B5EF4-FFF2-40B4-BE49-F238E27FC236}">
                  <a16:creationId xmlns:a16="http://schemas.microsoft.com/office/drawing/2014/main" id="{1ED1D719-C633-44E7-BBAC-9A134DCF376F}"/>
                </a:ext>
              </a:extLst>
            </p:cNvPr>
            <p:cNvSpPr>
              <a:spLocks noChangeShapeType="1"/>
            </p:cNvSpPr>
            <p:nvPr/>
          </p:nvSpPr>
          <p:spPr bwMode="auto">
            <a:xfrm rot="16200000">
              <a:off x="961567" y="2886205"/>
              <a:ext cx="0" cy="1538507"/>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672" name="Line 45">
              <a:extLst>
                <a:ext uri="{FF2B5EF4-FFF2-40B4-BE49-F238E27FC236}">
                  <a16:creationId xmlns:a16="http://schemas.microsoft.com/office/drawing/2014/main" id="{7C454171-85BC-4ECA-9200-4AE70279A388}"/>
                </a:ext>
              </a:extLst>
            </p:cNvPr>
            <p:cNvSpPr>
              <a:spLocks noChangeShapeType="1"/>
            </p:cNvSpPr>
            <p:nvPr/>
          </p:nvSpPr>
          <p:spPr bwMode="auto">
            <a:xfrm rot="16200000">
              <a:off x="1087639" y="2831794"/>
              <a:ext cx="0" cy="1453034"/>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673" name="Line 46">
              <a:extLst>
                <a:ext uri="{FF2B5EF4-FFF2-40B4-BE49-F238E27FC236}">
                  <a16:creationId xmlns:a16="http://schemas.microsoft.com/office/drawing/2014/main" id="{8F6BB91A-3743-4702-8ADC-4906FA41FE9A}"/>
                </a:ext>
              </a:extLst>
            </p:cNvPr>
            <p:cNvSpPr>
              <a:spLocks noChangeShapeType="1"/>
            </p:cNvSpPr>
            <p:nvPr/>
          </p:nvSpPr>
          <p:spPr bwMode="auto">
            <a:xfrm rot="16200000">
              <a:off x="1205247" y="4167180"/>
              <a:ext cx="115221" cy="0"/>
            </a:xfrm>
            <a:prstGeom prst="line">
              <a:avLst/>
            </a:prstGeom>
            <a:noFill/>
            <a:ln w="22225">
              <a:solidFill>
                <a:srgbClr val="000000"/>
              </a:solidFill>
              <a:round/>
              <a:headEnd/>
              <a:tailEnd/>
            </a:ln>
          </p:spPr>
          <p:txBody>
            <a:bodyPr/>
            <a:lstStyle/>
            <a:p>
              <a:pPr eaLnBrk="1" hangingPunct="1">
                <a:defRPr/>
              </a:pPr>
              <a:endParaRPr lang="en-US" sz="1050"/>
            </a:p>
          </p:txBody>
        </p:sp>
        <p:sp>
          <p:nvSpPr>
            <p:cNvPr id="69674" name="Line 47">
              <a:extLst>
                <a:ext uri="{FF2B5EF4-FFF2-40B4-BE49-F238E27FC236}">
                  <a16:creationId xmlns:a16="http://schemas.microsoft.com/office/drawing/2014/main" id="{864D59DD-99E1-4A19-A797-59924A37F190}"/>
                </a:ext>
              </a:extLst>
            </p:cNvPr>
            <p:cNvSpPr>
              <a:spLocks noChangeShapeType="1"/>
            </p:cNvSpPr>
            <p:nvPr/>
          </p:nvSpPr>
          <p:spPr bwMode="auto">
            <a:xfrm rot="16200000">
              <a:off x="1456240" y="4031409"/>
              <a:ext cx="0" cy="386763"/>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675" name="Line 48">
              <a:extLst>
                <a:ext uri="{FF2B5EF4-FFF2-40B4-BE49-F238E27FC236}">
                  <a16:creationId xmlns:a16="http://schemas.microsoft.com/office/drawing/2014/main" id="{86F4C7A7-FBA3-4409-8D76-6B4D95AA85E0}"/>
                </a:ext>
              </a:extLst>
            </p:cNvPr>
            <p:cNvSpPr>
              <a:spLocks noChangeShapeType="1"/>
            </p:cNvSpPr>
            <p:nvPr/>
          </p:nvSpPr>
          <p:spPr bwMode="auto">
            <a:xfrm rot="16200000">
              <a:off x="1065034" y="4213496"/>
              <a:ext cx="203333"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676" name="Line 49">
              <a:extLst>
                <a:ext uri="{FF2B5EF4-FFF2-40B4-BE49-F238E27FC236}">
                  <a16:creationId xmlns:a16="http://schemas.microsoft.com/office/drawing/2014/main" id="{280D88FC-6F90-41B9-9D56-E93D26CA9D67}"/>
                </a:ext>
              </a:extLst>
            </p:cNvPr>
            <p:cNvSpPr>
              <a:spLocks noChangeShapeType="1"/>
            </p:cNvSpPr>
            <p:nvPr/>
          </p:nvSpPr>
          <p:spPr bwMode="auto">
            <a:xfrm rot="16200000">
              <a:off x="1890897" y="3500974"/>
              <a:ext cx="6778" cy="1626117"/>
            </a:xfrm>
            <a:prstGeom prst="line">
              <a:avLst/>
            </a:prstGeom>
            <a:noFill/>
            <a:ln w="22225">
              <a:solidFill>
                <a:srgbClr val="000000"/>
              </a:solidFill>
              <a:round/>
              <a:headEnd/>
              <a:tailEnd/>
            </a:ln>
          </p:spPr>
          <p:txBody>
            <a:bodyPr/>
            <a:lstStyle/>
            <a:p>
              <a:pPr eaLnBrk="1" hangingPunct="1">
                <a:defRPr/>
              </a:pPr>
              <a:endParaRPr lang="en-US" sz="1050"/>
            </a:p>
          </p:txBody>
        </p:sp>
        <p:sp>
          <p:nvSpPr>
            <p:cNvPr id="69677" name="Line 50">
              <a:extLst>
                <a:ext uri="{FF2B5EF4-FFF2-40B4-BE49-F238E27FC236}">
                  <a16:creationId xmlns:a16="http://schemas.microsoft.com/office/drawing/2014/main" id="{5F3EB898-14A3-485B-AF3C-15732A9E4620}"/>
                </a:ext>
              </a:extLst>
            </p:cNvPr>
            <p:cNvSpPr>
              <a:spLocks noChangeShapeType="1"/>
            </p:cNvSpPr>
            <p:nvPr/>
          </p:nvSpPr>
          <p:spPr bwMode="auto">
            <a:xfrm rot="16200000">
              <a:off x="1208370" y="4435559"/>
              <a:ext cx="0" cy="220093"/>
            </a:xfrm>
            <a:prstGeom prst="line">
              <a:avLst/>
            </a:prstGeom>
            <a:noFill/>
            <a:ln w="22225">
              <a:solidFill>
                <a:srgbClr val="000000"/>
              </a:solidFill>
              <a:round/>
              <a:headEnd/>
              <a:tailEnd/>
            </a:ln>
          </p:spPr>
          <p:txBody>
            <a:bodyPr/>
            <a:lstStyle/>
            <a:p>
              <a:pPr eaLnBrk="1" hangingPunct="1">
                <a:defRPr/>
              </a:pPr>
              <a:endParaRPr lang="en-US" sz="1050"/>
            </a:p>
          </p:txBody>
        </p:sp>
        <p:sp>
          <p:nvSpPr>
            <p:cNvPr id="69678" name="Line 51">
              <a:extLst>
                <a:ext uri="{FF2B5EF4-FFF2-40B4-BE49-F238E27FC236}">
                  <a16:creationId xmlns:a16="http://schemas.microsoft.com/office/drawing/2014/main" id="{69E6E97E-D610-4E0F-BB0A-EF7DC73FDEB6}"/>
                </a:ext>
              </a:extLst>
            </p:cNvPr>
            <p:cNvSpPr>
              <a:spLocks noChangeShapeType="1"/>
            </p:cNvSpPr>
            <p:nvPr/>
          </p:nvSpPr>
          <p:spPr bwMode="auto">
            <a:xfrm rot="16200000">
              <a:off x="1613296" y="4349252"/>
              <a:ext cx="0" cy="243597"/>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679" name="Line 52">
              <a:extLst>
                <a:ext uri="{FF2B5EF4-FFF2-40B4-BE49-F238E27FC236}">
                  <a16:creationId xmlns:a16="http://schemas.microsoft.com/office/drawing/2014/main" id="{B1E3E255-7DBC-4DF1-84F6-EC5B7F85F8D0}"/>
                </a:ext>
              </a:extLst>
            </p:cNvPr>
            <p:cNvSpPr>
              <a:spLocks noChangeShapeType="1"/>
            </p:cNvSpPr>
            <p:nvPr/>
          </p:nvSpPr>
          <p:spPr bwMode="auto">
            <a:xfrm rot="16200000">
              <a:off x="1657101" y="4503771"/>
              <a:ext cx="0" cy="314112"/>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680" name="Line 53">
              <a:extLst>
                <a:ext uri="{FF2B5EF4-FFF2-40B4-BE49-F238E27FC236}">
                  <a16:creationId xmlns:a16="http://schemas.microsoft.com/office/drawing/2014/main" id="{C707E9F4-49F9-4B03-B327-147B2E2893A2}"/>
                </a:ext>
              </a:extLst>
            </p:cNvPr>
            <p:cNvSpPr>
              <a:spLocks noChangeShapeType="1"/>
            </p:cNvSpPr>
            <p:nvPr/>
          </p:nvSpPr>
          <p:spPr bwMode="auto">
            <a:xfrm rot="16200000">
              <a:off x="888074" y="4689069"/>
              <a:ext cx="228184" cy="0"/>
            </a:xfrm>
            <a:prstGeom prst="line">
              <a:avLst/>
            </a:prstGeom>
            <a:noFill/>
            <a:ln w="22225">
              <a:solidFill>
                <a:srgbClr val="000000"/>
              </a:solidFill>
              <a:round/>
              <a:headEnd/>
              <a:tailEnd/>
            </a:ln>
          </p:spPr>
          <p:txBody>
            <a:bodyPr/>
            <a:lstStyle/>
            <a:p>
              <a:pPr eaLnBrk="1" hangingPunct="1">
                <a:defRPr/>
              </a:pPr>
              <a:endParaRPr lang="en-US" sz="1050"/>
            </a:p>
          </p:txBody>
        </p:sp>
        <p:sp>
          <p:nvSpPr>
            <p:cNvPr id="69681" name="Line 54">
              <a:extLst>
                <a:ext uri="{FF2B5EF4-FFF2-40B4-BE49-F238E27FC236}">
                  <a16:creationId xmlns:a16="http://schemas.microsoft.com/office/drawing/2014/main" id="{2B26C7BF-D695-4920-ABFA-CB6ACCCA2691}"/>
                </a:ext>
              </a:extLst>
            </p:cNvPr>
            <p:cNvSpPr>
              <a:spLocks noChangeShapeType="1"/>
            </p:cNvSpPr>
            <p:nvPr/>
          </p:nvSpPr>
          <p:spPr bwMode="auto">
            <a:xfrm rot="16200000">
              <a:off x="1329100" y="4493812"/>
              <a:ext cx="0" cy="636771"/>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682" name="Line 55">
              <a:extLst>
                <a:ext uri="{FF2B5EF4-FFF2-40B4-BE49-F238E27FC236}">
                  <a16:creationId xmlns:a16="http://schemas.microsoft.com/office/drawing/2014/main" id="{9956ECAB-F404-49E2-B8F6-26DE8E4F2343}"/>
                </a:ext>
              </a:extLst>
            </p:cNvPr>
            <p:cNvSpPr>
              <a:spLocks noChangeShapeType="1"/>
            </p:cNvSpPr>
            <p:nvPr/>
          </p:nvSpPr>
          <p:spPr bwMode="auto">
            <a:xfrm rot="16200000" flipV="1">
              <a:off x="589762" y="4072556"/>
              <a:ext cx="0" cy="679507"/>
            </a:xfrm>
            <a:prstGeom prst="line">
              <a:avLst/>
            </a:prstGeom>
            <a:noFill/>
            <a:ln w="22225">
              <a:solidFill>
                <a:srgbClr val="000000"/>
              </a:solidFill>
              <a:round/>
              <a:headEnd/>
              <a:tailEnd/>
            </a:ln>
          </p:spPr>
          <p:txBody>
            <a:bodyPr/>
            <a:lstStyle/>
            <a:p>
              <a:pPr eaLnBrk="1" hangingPunct="1">
                <a:defRPr/>
              </a:pPr>
              <a:endParaRPr lang="en-US" sz="1050"/>
            </a:p>
          </p:txBody>
        </p:sp>
        <p:sp>
          <p:nvSpPr>
            <p:cNvPr id="69683" name="Text Box 56">
              <a:extLst>
                <a:ext uri="{FF2B5EF4-FFF2-40B4-BE49-F238E27FC236}">
                  <a16:creationId xmlns:a16="http://schemas.microsoft.com/office/drawing/2014/main" id="{A4BAA86C-F0F4-44BA-8BC6-8BB207D72328}"/>
                </a:ext>
              </a:extLst>
            </p:cNvPr>
            <p:cNvSpPr txBox="1">
              <a:spLocks noChangeArrowheads="1"/>
            </p:cNvSpPr>
            <p:nvPr/>
          </p:nvSpPr>
          <p:spPr bwMode="auto">
            <a:xfrm>
              <a:off x="0" y="4044051"/>
              <a:ext cx="570530" cy="314037"/>
            </a:xfrm>
            <a:prstGeom prst="rect">
              <a:avLst/>
            </a:prstGeom>
            <a:noFill/>
            <a:ln w="22225">
              <a:noFill/>
              <a:miter lim="800000"/>
              <a:headEnd/>
              <a:tailEnd/>
            </a:ln>
          </p:spPr>
          <p:txBody>
            <a:bodyPr/>
            <a:lstStyle/>
            <a:p>
              <a:pPr eaLnBrk="1" hangingPunct="1">
                <a:defRPr/>
              </a:pPr>
              <a:r>
                <a:rPr lang="en-US" sz="800">
                  <a:latin typeface="Times New Roman" pitchFamily="18" charset="0"/>
                </a:rPr>
                <a:t>Cout</a:t>
              </a:r>
              <a:endParaRPr lang="ru-RU" sz="1050"/>
            </a:p>
          </p:txBody>
        </p:sp>
        <p:sp>
          <p:nvSpPr>
            <p:cNvPr id="88118" name="Rectangle 57">
              <a:extLst>
                <a:ext uri="{FF2B5EF4-FFF2-40B4-BE49-F238E27FC236}">
                  <a16:creationId xmlns:a16="http://schemas.microsoft.com/office/drawing/2014/main" id="{9E0B6C41-00EC-DBD7-EE16-DC1C18B8EF1A}"/>
                </a:ext>
              </a:extLst>
            </p:cNvPr>
            <p:cNvSpPr>
              <a:spLocks noChangeArrowheads="1"/>
            </p:cNvSpPr>
            <p:nvPr/>
          </p:nvSpPr>
          <p:spPr bwMode="auto">
            <a:xfrm rot="-5400000">
              <a:off x="188119" y="2639219"/>
              <a:ext cx="471487" cy="542925"/>
            </a:xfrm>
            <a:prstGeom prst="rect">
              <a:avLst/>
            </a:prstGeom>
            <a:solidFill>
              <a:srgbClr val="FFFFFF"/>
            </a:solidFill>
            <a:ln w="22225">
              <a:solidFill>
                <a:srgbClr val="000000"/>
              </a:solidFill>
              <a:miter lim="800000"/>
              <a:headEnd/>
              <a:tailEnd/>
            </a:ln>
          </p:spPr>
          <p:txBody>
            <a:bodyPr vert="eaVert"/>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800" b="0" u="none"/>
                <a:t>FF or</a:t>
              </a:r>
              <a:br>
                <a:rPr lang="en-US" altLang="en-US" sz="800" b="0" u="none"/>
              </a:br>
              <a:r>
                <a:rPr lang="en-US" altLang="en-US" sz="800" b="0" u="none"/>
                <a:t>Latch</a:t>
              </a:r>
              <a:endParaRPr lang="ru-RU" altLang="en-US" sz="800" b="0" u="none"/>
            </a:p>
          </p:txBody>
        </p:sp>
        <p:sp>
          <p:nvSpPr>
            <p:cNvPr id="69685" name="Line 58">
              <a:extLst>
                <a:ext uri="{FF2B5EF4-FFF2-40B4-BE49-F238E27FC236}">
                  <a16:creationId xmlns:a16="http://schemas.microsoft.com/office/drawing/2014/main" id="{985E3D01-5483-447D-8C8B-03BD4AF1C0CD}"/>
                </a:ext>
              </a:extLst>
            </p:cNvPr>
            <p:cNvSpPr>
              <a:spLocks noChangeShapeType="1"/>
            </p:cNvSpPr>
            <p:nvPr/>
          </p:nvSpPr>
          <p:spPr bwMode="auto">
            <a:xfrm rot="16200000" flipV="1">
              <a:off x="1479744" y="4914435"/>
              <a:ext cx="0" cy="690190"/>
            </a:xfrm>
            <a:prstGeom prst="line">
              <a:avLst/>
            </a:prstGeom>
            <a:noFill/>
            <a:ln w="22225">
              <a:solidFill>
                <a:srgbClr val="000000"/>
              </a:solidFill>
              <a:round/>
              <a:headEnd/>
              <a:tailEnd/>
            </a:ln>
          </p:spPr>
          <p:txBody>
            <a:bodyPr/>
            <a:lstStyle/>
            <a:p>
              <a:pPr eaLnBrk="1" hangingPunct="1">
                <a:defRPr/>
              </a:pPr>
              <a:endParaRPr lang="en-US" sz="1050"/>
            </a:p>
          </p:txBody>
        </p:sp>
        <p:sp>
          <p:nvSpPr>
            <p:cNvPr id="69686" name="Line 59">
              <a:extLst>
                <a:ext uri="{FF2B5EF4-FFF2-40B4-BE49-F238E27FC236}">
                  <a16:creationId xmlns:a16="http://schemas.microsoft.com/office/drawing/2014/main" id="{7BE0A547-637A-4F41-8849-C27847C8FBCF}"/>
                </a:ext>
              </a:extLst>
            </p:cNvPr>
            <p:cNvSpPr>
              <a:spLocks noChangeShapeType="1"/>
            </p:cNvSpPr>
            <p:nvPr/>
          </p:nvSpPr>
          <p:spPr bwMode="auto">
            <a:xfrm rot="16200000" flipV="1">
              <a:off x="1234011" y="6000734"/>
              <a:ext cx="0" cy="202998"/>
            </a:xfrm>
            <a:prstGeom prst="line">
              <a:avLst/>
            </a:prstGeom>
            <a:noFill/>
            <a:ln w="22225">
              <a:solidFill>
                <a:srgbClr val="000000"/>
              </a:solidFill>
              <a:round/>
              <a:headEnd type="none" w="sm" len="sm"/>
              <a:tailEnd type="oval" w="sm" len="sm"/>
            </a:ln>
          </p:spPr>
          <p:txBody>
            <a:bodyPr/>
            <a:lstStyle/>
            <a:p>
              <a:pPr eaLnBrk="1" hangingPunct="1">
                <a:defRPr/>
              </a:pPr>
              <a:endParaRPr lang="en-US" sz="1050"/>
            </a:p>
          </p:txBody>
        </p:sp>
        <p:sp>
          <p:nvSpPr>
            <p:cNvPr id="7" name="Line 60">
              <a:extLst>
                <a:ext uri="{FF2B5EF4-FFF2-40B4-BE49-F238E27FC236}">
                  <a16:creationId xmlns:a16="http://schemas.microsoft.com/office/drawing/2014/main" id="{94798E48-4AFB-43C0-9DE0-9AA51C0AF050}"/>
                </a:ext>
              </a:extLst>
            </p:cNvPr>
            <p:cNvSpPr>
              <a:spLocks noChangeShapeType="1"/>
            </p:cNvSpPr>
            <p:nvPr/>
          </p:nvSpPr>
          <p:spPr bwMode="auto">
            <a:xfrm rot="16200000">
              <a:off x="440417" y="5949735"/>
              <a:ext cx="1371370" cy="0"/>
            </a:xfrm>
            <a:prstGeom prst="line">
              <a:avLst/>
            </a:prstGeom>
            <a:noFill/>
            <a:ln w="22225">
              <a:solidFill>
                <a:srgbClr val="000000"/>
              </a:solidFill>
              <a:round/>
              <a:headEnd/>
              <a:tailEnd/>
            </a:ln>
          </p:spPr>
          <p:txBody>
            <a:bodyPr/>
            <a:lstStyle/>
            <a:p>
              <a:pPr eaLnBrk="1" hangingPunct="1">
                <a:defRPr/>
              </a:pPr>
              <a:endParaRPr lang="en-US" sz="1050"/>
            </a:p>
          </p:txBody>
        </p:sp>
        <p:sp>
          <p:nvSpPr>
            <p:cNvPr id="69688" name="Line 61">
              <a:extLst>
                <a:ext uri="{FF2B5EF4-FFF2-40B4-BE49-F238E27FC236}">
                  <a16:creationId xmlns:a16="http://schemas.microsoft.com/office/drawing/2014/main" id="{FF3C8371-B141-4105-8468-71B202B0A8E6}"/>
                </a:ext>
              </a:extLst>
            </p:cNvPr>
            <p:cNvSpPr>
              <a:spLocks noChangeShapeType="1"/>
            </p:cNvSpPr>
            <p:nvPr/>
          </p:nvSpPr>
          <p:spPr bwMode="auto">
            <a:xfrm rot="16200000">
              <a:off x="1673880" y="5582605"/>
              <a:ext cx="524148" cy="0"/>
            </a:xfrm>
            <a:prstGeom prst="line">
              <a:avLst/>
            </a:prstGeom>
            <a:noFill/>
            <a:ln w="22225">
              <a:solidFill>
                <a:srgbClr val="000000"/>
              </a:solidFill>
              <a:round/>
              <a:headEnd/>
              <a:tailEnd/>
            </a:ln>
          </p:spPr>
          <p:txBody>
            <a:bodyPr/>
            <a:lstStyle/>
            <a:p>
              <a:pPr eaLnBrk="1" hangingPunct="1">
                <a:defRPr/>
              </a:pPr>
              <a:endParaRPr lang="en-US" sz="1050"/>
            </a:p>
          </p:txBody>
        </p:sp>
        <p:sp>
          <p:nvSpPr>
            <p:cNvPr id="69689" name="Line 62">
              <a:extLst>
                <a:ext uri="{FF2B5EF4-FFF2-40B4-BE49-F238E27FC236}">
                  <a16:creationId xmlns:a16="http://schemas.microsoft.com/office/drawing/2014/main" id="{EE4E8C3A-01D6-4237-8D3E-5F69F61ADE85}"/>
                </a:ext>
              </a:extLst>
            </p:cNvPr>
            <p:cNvSpPr>
              <a:spLocks noChangeShapeType="1"/>
            </p:cNvSpPr>
            <p:nvPr/>
          </p:nvSpPr>
          <p:spPr bwMode="auto">
            <a:xfrm rot="16200000">
              <a:off x="1806676" y="5627790"/>
              <a:ext cx="433777" cy="0"/>
            </a:xfrm>
            <a:prstGeom prst="line">
              <a:avLst/>
            </a:prstGeom>
            <a:noFill/>
            <a:ln w="22225">
              <a:solidFill>
                <a:srgbClr val="000000"/>
              </a:solidFill>
              <a:round/>
              <a:headEnd/>
              <a:tailEnd/>
            </a:ln>
          </p:spPr>
          <p:txBody>
            <a:bodyPr/>
            <a:lstStyle/>
            <a:p>
              <a:pPr eaLnBrk="1" hangingPunct="1">
                <a:defRPr/>
              </a:pPr>
              <a:endParaRPr lang="en-US" sz="1050"/>
            </a:p>
          </p:txBody>
        </p:sp>
        <p:sp>
          <p:nvSpPr>
            <p:cNvPr id="69690" name="Line 63">
              <a:extLst>
                <a:ext uri="{FF2B5EF4-FFF2-40B4-BE49-F238E27FC236}">
                  <a16:creationId xmlns:a16="http://schemas.microsoft.com/office/drawing/2014/main" id="{2E6DE96D-468A-469D-9A0A-6AB0375A7DF4}"/>
                </a:ext>
              </a:extLst>
            </p:cNvPr>
            <p:cNvSpPr>
              <a:spLocks noChangeShapeType="1"/>
            </p:cNvSpPr>
            <p:nvPr/>
          </p:nvSpPr>
          <p:spPr bwMode="auto">
            <a:xfrm rot="16200000">
              <a:off x="3663835" y="5460605"/>
              <a:ext cx="108444" cy="0"/>
            </a:xfrm>
            <a:prstGeom prst="line">
              <a:avLst/>
            </a:prstGeom>
            <a:noFill/>
            <a:ln w="22225">
              <a:solidFill>
                <a:srgbClr val="000000"/>
              </a:solidFill>
              <a:round/>
              <a:headEnd/>
              <a:tailEnd/>
            </a:ln>
          </p:spPr>
          <p:txBody>
            <a:bodyPr/>
            <a:lstStyle/>
            <a:p>
              <a:pPr eaLnBrk="1" hangingPunct="1">
                <a:defRPr/>
              </a:pPr>
              <a:endParaRPr lang="en-US" sz="1050"/>
            </a:p>
          </p:txBody>
        </p:sp>
        <p:sp>
          <p:nvSpPr>
            <p:cNvPr id="69691" name="Line 64">
              <a:extLst>
                <a:ext uri="{FF2B5EF4-FFF2-40B4-BE49-F238E27FC236}">
                  <a16:creationId xmlns:a16="http://schemas.microsoft.com/office/drawing/2014/main" id="{CBA770F9-6E25-4F69-9047-FDF7510B80E3}"/>
                </a:ext>
              </a:extLst>
            </p:cNvPr>
            <p:cNvSpPr>
              <a:spLocks noChangeShapeType="1"/>
            </p:cNvSpPr>
            <p:nvPr/>
          </p:nvSpPr>
          <p:spPr bwMode="auto">
            <a:xfrm rot="16200000" flipH="1">
              <a:off x="2877221" y="4565668"/>
              <a:ext cx="0" cy="1685947"/>
            </a:xfrm>
            <a:prstGeom prst="line">
              <a:avLst/>
            </a:prstGeom>
            <a:noFill/>
            <a:ln w="22225">
              <a:solidFill>
                <a:srgbClr val="000000"/>
              </a:solidFill>
              <a:round/>
              <a:headEnd/>
              <a:tailEnd/>
            </a:ln>
          </p:spPr>
          <p:txBody>
            <a:bodyPr/>
            <a:lstStyle/>
            <a:p>
              <a:pPr eaLnBrk="1" hangingPunct="1">
                <a:defRPr/>
              </a:pPr>
              <a:endParaRPr lang="en-US" sz="1050"/>
            </a:p>
          </p:txBody>
        </p:sp>
        <p:sp>
          <p:nvSpPr>
            <p:cNvPr id="69692" name="Rectangle 65">
              <a:extLst>
                <a:ext uri="{FF2B5EF4-FFF2-40B4-BE49-F238E27FC236}">
                  <a16:creationId xmlns:a16="http://schemas.microsoft.com/office/drawing/2014/main" id="{1090A170-0F15-4931-8E63-CDA510BA2E23}"/>
                </a:ext>
              </a:extLst>
            </p:cNvPr>
            <p:cNvSpPr>
              <a:spLocks noChangeArrowheads="1"/>
            </p:cNvSpPr>
            <p:nvPr/>
          </p:nvSpPr>
          <p:spPr bwMode="auto">
            <a:xfrm rot="16200000">
              <a:off x="3475795" y="5739131"/>
              <a:ext cx="542222" cy="771389"/>
            </a:xfrm>
            <a:prstGeom prst="rect">
              <a:avLst/>
            </a:prstGeom>
            <a:solidFill>
              <a:srgbClr val="FFFFFF"/>
            </a:solidFill>
            <a:ln w="22225">
              <a:solidFill>
                <a:srgbClr val="000000"/>
              </a:solidFill>
              <a:miter lim="800000"/>
              <a:headEnd/>
              <a:tailEnd/>
            </a:ln>
          </p:spPr>
          <p:txBody>
            <a:bodyPr vert="eaVert"/>
            <a:lstStyle/>
            <a:p>
              <a:pPr algn="ctr" eaLnBrk="1" hangingPunct="1">
                <a:defRPr/>
              </a:pPr>
              <a:r>
                <a:rPr lang="en-US" sz="1050"/>
                <a:t>LUT</a:t>
              </a:r>
              <a:endParaRPr lang="ru-RU" sz="1050"/>
            </a:p>
            <a:p>
              <a:pPr algn="ctr" eaLnBrk="1" hangingPunct="1">
                <a:defRPr/>
              </a:pPr>
              <a:endParaRPr lang="ru-RU" sz="1050"/>
            </a:p>
          </p:txBody>
        </p:sp>
        <p:sp>
          <p:nvSpPr>
            <p:cNvPr id="69693" name="Line 66">
              <a:extLst>
                <a:ext uri="{FF2B5EF4-FFF2-40B4-BE49-F238E27FC236}">
                  <a16:creationId xmlns:a16="http://schemas.microsoft.com/office/drawing/2014/main" id="{F1D4ED2C-504F-4C70-91EB-B0C1A4FCBCDB}"/>
                </a:ext>
              </a:extLst>
            </p:cNvPr>
            <p:cNvSpPr>
              <a:spLocks noChangeShapeType="1"/>
            </p:cNvSpPr>
            <p:nvPr/>
          </p:nvSpPr>
          <p:spPr bwMode="auto">
            <a:xfrm rot="16200000">
              <a:off x="3852677" y="3399289"/>
              <a:ext cx="0" cy="3833445"/>
            </a:xfrm>
            <a:prstGeom prst="line">
              <a:avLst/>
            </a:prstGeom>
            <a:noFill/>
            <a:ln w="22225">
              <a:solidFill>
                <a:srgbClr val="000000"/>
              </a:solidFill>
              <a:round/>
              <a:headEnd/>
              <a:tailEnd/>
            </a:ln>
          </p:spPr>
          <p:txBody>
            <a:bodyPr/>
            <a:lstStyle/>
            <a:p>
              <a:pPr eaLnBrk="1" hangingPunct="1">
                <a:defRPr/>
              </a:pPr>
              <a:endParaRPr lang="en-US" sz="1050"/>
            </a:p>
          </p:txBody>
        </p:sp>
        <p:sp>
          <p:nvSpPr>
            <p:cNvPr id="69694" name="Line 67">
              <a:extLst>
                <a:ext uri="{FF2B5EF4-FFF2-40B4-BE49-F238E27FC236}">
                  <a16:creationId xmlns:a16="http://schemas.microsoft.com/office/drawing/2014/main" id="{360D60C4-3053-45C0-B127-E2BAA611D860}"/>
                </a:ext>
              </a:extLst>
            </p:cNvPr>
            <p:cNvSpPr>
              <a:spLocks noChangeShapeType="1"/>
            </p:cNvSpPr>
            <p:nvPr/>
          </p:nvSpPr>
          <p:spPr bwMode="auto">
            <a:xfrm rot="16200000">
              <a:off x="3718712" y="5417680"/>
              <a:ext cx="212370" cy="0"/>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695" name="Line 68">
              <a:extLst>
                <a:ext uri="{FF2B5EF4-FFF2-40B4-BE49-F238E27FC236}">
                  <a16:creationId xmlns:a16="http://schemas.microsoft.com/office/drawing/2014/main" id="{04D758FB-51C5-4042-9677-DFB551E6B289}"/>
                </a:ext>
              </a:extLst>
            </p:cNvPr>
            <p:cNvSpPr>
              <a:spLocks noChangeShapeType="1"/>
            </p:cNvSpPr>
            <p:nvPr/>
          </p:nvSpPr>
          <p:spPr bwMode="auto">
            <a:xfrm rot="16200000">
              <a:off x="3871991" y="5457217"/>
              <a:ext cx="115223" cy="0"/>
            </a:xfrm>
            <a:prstGeom prst="line">
              <a:avLst/>
            </a:prstGeom>
            <a:noFill/>
            <a:ln w="22225">
              <a:solidFill>
                <a:srgbClr val="000000"/>
              </a:solidFill>
              <a:round/>
              <a:headEnd/>
              <a:tailEnd/>
            </a:ln>
          </p:spPr>
          <p:txBody>
            <a:bodyPr/>
            <a:lstStyle/>
            <a:p>
              <a:pPr eaLnBrk="1" hangingPunct="1">
                <a:defRPr/>
              </a:pPr>
              <a:endParaRPr lang="en-US" sz="1050"/>
            </a:p>
          </p:txBody>
        </p:sp>
        <p:sp>
          <p:nvSpPr>
            <p:cNvPr id="69696" name="Line 69">
              <a:extLst>
                <a:ext uri="{FF2B5EF4-FFF2-40B4-BE49-F238E27FC236}">
                  <a16:creationId xmlns:a16="http://schemas.microsoft.com/office/drawing/2014/main" id="{24E9C1BA-3A4E-404D-AB5C-08DA98AB63C5}"/>
                </a:ext>
              </a:extLst>
            </p:cNvPr>
            <p:cNvSpPr>
              <a:spLocks noChangeShapeType="1"/>
            </p:cNvSpPr>
            <p:nvPr/>
          </p:nvSpPr>
          <p:spPr bwMode="auto">
            <a:xfrm rot="16200000">
              <a:off x="4094138" y="5235069"/>
              <a:ext cx="0" cy="329069"/>
            </a:xfrm>
            <a:prstGeom prst="line">
              <a:avLst/>
            </a:prstGeom>
            <a:noFill/>
            <a:ln w="22225">
              <a:solidFill>
                <a:srgbClr val="000000"/>
              </a:solidFill>
              <a:round/>
              <a:headEnd/>
              <a:tailEnd/>
            </a:ln>
          </p:spPr>
          <p:txBody>
            <a:bodyPr/>
            <a:lstStyle/>
            <a:p>
              <a:pPr eaLnBrk="1" hangingPunct="1">
                <a:defRPr/>
              </a:pPr>
              <a:endParaRPr lang="en-US" sz="1050"/>
            </a:p>
          </p:txBody>
        </p:sp>
        <p:sp>
          <p:nvSpPr>
            <p:cNvPr id="69697" name="Line 70">
              <a:extLst>
                <a:ext uri="{FF2B5EF4-FFF2-40B4-BE49-F238E27FC236}">
                  <a16:creationId xmlns:a16="http://schemas.microsoft.com/office/drawing/2014/main" id="{9CCF1438-AB63-42BA-908F-A491CA1D247B}"/>
                </a:ext>
              </a:extLst>
            </p:cNvPr>
            <p:cNvSpPr>
              <a:spLocks noChangeShapeType="1"/>
            </p:cNvSpPr>
            <p:nvPr/>
          </p:nvSpPr>
          <p:spPr bwMode="auto">
            <a:xfrm rot="16200000" flipH="1">
              <a:off x="3586910" y="6069475"/>
              <a:ext cx="1330703" cy="0"/>
            </a:xfrm>
            <a:prstGeom prst="line">
              <a:avLst/>
            </a:prstGeom>
            <a:noFill/>
            <a:ln w="22225">
              <a:solidFill>
                <a:srgbClr val="000000"/>
              </a:solidFill>
              <a:round/>
              <a:headEnd/>
              <a:tailEnd/>
            </a:ln>
          </p:spPr>
          <p:txBody>
            <a:bodyPr/>
            <a:lstStyle/>
            <a:p>
              <a:pPr eaLnBrk="1" hangingPunct="1">
                <a:defRPr/>
              </a:pPr>
              <a:endParaRPr lang="en-US" sz="1050"/>
            </a:p>
          </p:txBody>
        </p:sp>
        <p:sp>
          <p:nvSpPr>
            <p:cNvPr id="69698" name="Line 71">
              <a:extLst>
                <a:ext uri="{FF2B5EF4-FFF2-40B4-BE49-F238E27FC236}">
                  <a16:creationId xmlns:a16="http://schemas.microsoft.com/office/drawing/2014/main" id="{B8D606BA-CC7A-40CD-B685-C2A055CEBFB4}"/>
                </a:ext>
              </a:extLst>
            </p:cNvPr>
            <p:cNvSpPr>
              <a:spLocks noChangeShapeType="1"/>
            </p:cNvSpPr>
            <p:nvPr/>
          </p:nvSpPr>
          <p:spPr bwMode="auto">
            <a:xfrm rot="16200000">
              <a:off x="3905528" y="5715902"/>
              <a:ext cx="257555" cy="0"/>
            </a:xfrm>
            <a:prstGeom prst="line">
              <a:avLst/>
            </a:prstGeom>
            <a:noFill/>
            <a:ln w="22225">
              <a:solidFill>
                <a:srgbClr val="000000"/>
              </a:solidFill>
              <a:round/>
              <a:headEnd/>
              <a:tailEnd/>
            </a:ln>
          </p:spPr>
          <p:txBody>
            <a:bodyPr/>
            <a:lstStyle/>
            <a:p>
              <a:pPr eaLnBrk="1" hangingPunct="1">
                <a:defRPr/>
              </a:pPr>
              <a:endParaRPr lang="en-US" sz="1050"/>
            </a:p>
          </p:txBody>
        </p:sp>
        <p:sp>
          <p:nvSpPr>
            <p:cNvPr id="69699" name="Line 72">
              <a:extLst>
                <a:ext uri="{FF2B5EF4-FFF2-40B4-BE49-F238E27FC236}">
                  <a16:creationId xmlns:a16="http://schemas.microsoft.com/office/drawing/2014/main" id="{38168917-2731-4A38-8C41-4F7DBBCFD718}"/>
                </a:ext>
              </a:extLst>
            </p:cNvPr>
            <p:cNvSpPr>
              <a:spLocks noChangeShapeType="1"/>
            </p:cNvSpPr>
            <p:nvPr/>
          </p:nvSpPr>
          <p:spPr bwMode="auto">
            <a:xfrm rot="16200000">
              <a:off x="3736270" y="5782550"/>
              <a:ext cx="155888" cy="0"/>
            </a:xfrm>
            <a:prstGeom prst="line">
              <a:avLst/>
            </a:prstGeom>
            <a:noFill/>
            <a:ln w="22225">
              <a:solidFill>
                <a:srgbClr val="000000"/>
              </a:solidFill>
              <a:round/>
              <a:headEnd/>
              <a:tailEnd/>
            </a:ln>
          </p:spPr>
          <p:txBody>
            <a:bodyPr/>
            <a:lstStyle/>
            <a:p>
              <a:pPr eaLnBrk="1" hangingPunct="1">
                <a:defRPr/>
              </a:pPr>
              <a:endParaRPr lang="en-US" sz="1050"/>
            </a:p>
          </p:txBody>
        </p:sp>
        <p:sp>
          <p:nvSpPr>
            <p:cNvPr id="69700" name="AutoShape 73">
              <a:extLst>
                <a:ext uri="{FF2B5EF4-FFF2-40B4-BE49-F238E27FC236}">
                  <a16:creationId xmlns:a16="http://schemas.microsoft.com/office/drawing/2014/main" id="{64A460EA-8EF2-4C54-8BB6-199A6D44E5F5}"/>
                </a:ext>
              </a:extLst>
            </p:cNvPr>
            <p:cNvSpPr>
              <a:spLocks noChangeArrowheads="1"/>
            </p:cNvSpPr>
            <p:nvPr/>
          </p:nvSpPr>
          <p:spPr bwMode="auto">
            <a:xfrm rot="10800000">
              <a:off x="2113310" y="3237497"/>
              <a:ext cx="346164" cy="167185"/>
            </a:xfrm>
            <a:custGeom>
              <a:avLst/>
              <a:gdLst>
                <a:gd name="T0" fmla="*/ 302816 w 21600"/>
                <a:gd name="T1" fmla="*/ 82550 h 21600"/>
                <a:gd name="T2" fmla="*/ 173038 w 21600"/>
                <a:gd name="T3" fmla="*/ 165100 h 21600"/>
                <a:gd name="T4" fmla="*/ 43259 w 21600"/>
                <a:gd name="T5" fmla="*/ 82550 h 21600"/>
                <a:gd name="T6" fmla="*/ 173038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701" name="Line 74">
              <a:extLst>
                <a:ext uri="{FF2B5EF4-FFF2-40B4-BE49-F238E27FC236}">
                  <a16:creationId xmlns:a16="http://schemas.microsoft.com/office/drawing/2014/main" id="{64AC47F0-49E0-418F-B3F0-132A1C086B47}"/>
                </a:ext>
              </a:extLst>
            </p:cNvPr>
            <p:cNvSpPr>
              <a:spLocks noChangeShapeType="1"/>
            </p:cNvSpPr>
            <p:nvPr/>
          </p:nvSpPr>
          <p:spPr bwMode="auto">
            <a:xfrm rot="16200000">
              <a:off x="2220479" y="3168589"/>
              <a:ext cx="106184" cy="0"/>
            </a:xfrm>
            <a:prstGeom prst="line">
              <a:avLst/>
            </a:prstGeom>
            <a:noFill/>
            <a:ln w="22225">
              <a:solidFill>
                <a:srgbClr val="000000"/>
              </a:solidFill>
              <a:round/>
              <a:headEnd/>
              <a:tailEnd/>
            </a:ln>
          </p:spPr>
          <p:txBody>
            <a:bodyPr/>
            <a:lstStyle/>
            <a:p>
              <a:pPr eaLnBrk="1" hangingPunct="1">
                <a:defRPr/>
              </a:pPr>
              <a:endParaRPr lang="en-US" sz="1050"/>
            </a:p>
          </p:txBody>
        </p:sp>
        <p:sp>
          <p:nvSpPr>
            <p:cNvPr id="69702" name="Line 75">
              <a:extLst>
                <a:ext uri="{FF2B5EF4-FFF2-40B4-BE49-F238E27FC236}">
                  <a16:creationId xmlns:a16="http://schemas.microsoft.com/office/drawing/2014/main" id="{B8E76023-27D5-4CE5-8EA1-6C469AD7ADB6}"/>
                </a:ext>
              </a:extLst>
            </p:cNvPr>
            <p:cNvSpPr>
              <a:spLocks noChangeShapeType="1"/>
            </p:cNvSpPr>
            <p:nvPr/>
          </p:nvSpPr>
          <p:spPr bwMode="auto">
            <a:xfrm rot="16200000">
              <a:off x="2181380" y="2411739"/>
              <a:ext cx="445073" cy="0"/>
            </a:xfrm>
            <a:prstGeom prst="line">
              <a:avLst/>
            </a:prstGeom>
            <a:noFill/>
            <a:ln w="22225">
              <a:solidFill>
                <a:srgbClr val="000000"/>
              </a:solidFill>
              <a:round/>
              <a:headEnd/>
              <a:tailEnd/>
            </a:ln>
          </p:spPr>
          <p:txBody>
            <a:bodyPr/>
            <a:lstStyle/>
            <a:p>
              <a:pPr eaLnBrk="1" hangingPunct="1">
                <a:defRPr/>
              </a:pPr>
              <a:endParaRPr lang="en-US" sz="1050"/>
            </a:p>
          </p:txBody>
        </p:sp>
        <p:sp>
          <p:nvSpPr>
            <p:cNvPr id="69703" name="AutoShape 76">
              <a:extLst>
                <a:ext uri="{FF2B5EF4-FFF2-40B4-BE49-F238E27FC236}">
                  <a16:creationId xmlns:a16="http://schemas.microsoft.com/office/drawing/2014/main" id="{342A761A-BA20-4565-9160-4B5BF91D2125}"/>
                </a:ext>
              </a:extLst>
            </p:cNvPr>
            <p:cNvSpPr>
              <a:spLocks noChangeArrowheads="1"/>
            </p:cNvSpPr>
            <p:nvPr/>
          </p:nvSpPr>
          <p:spPr bwMode="auto">
            <a:xfrm rot="10800000">
              <a:off x="2626146" y="1787054"/>
              <a:ext cx="666686" cy="228184"/>
            </a:xfrm>
            <a:custGeom>
              <a:avLst/>
              <a:gdLst>
                <a:gd name="T0" fmla="*/ 615169 w 21600"/>
                <a:gd name="T1" fmla="*/ 114300 h 21600"/>
                <a:gd name="T2" fmla="*/ 333375 w 21600"/>
                <a:gd name="T3" fmla="*/ 228600 h 21600"/>
                <a:gd name="T4" fmla="*/ 51581 w 21600"/>
                <a:gd name="T5" fmla="*/ 114300 h 21600"/>
                <a:gd name="T6" fmla="*/ 333375 w 21600"/>
                <a:gd name="T7" fmla="*/ 0 h 21600"/>
                <a:gd name="T8" fmla="*/ 0 60000 65536"/>
                <a:gd name="T9" fmla="*/ 0 60000 65536"/>
                <a:gd name="T10" fmla="*/ 0 60000 65536"/>
                <a:gd name="T11" fmla="*/ 0 60000 65536"/>
                <a:gd name="T12" fmla="*/ 3471 w 21600"/>
                <a:gd name="T13" fmla="*/ 3471 h 21600"/>
                <a:gd name="T14" fmla="*/ 18129 w 21600"/>
                <a:gd name="T15" fmla="*/ 18129 h 21600"/>
              </a:gdLst>
              <a:ahLst/>
              <a:cxnLst>
                <a:cxn ang="T8">
                  <a:pos x="T0" y="T1"/>
                </a:cxn>
                <a:cxn ang="T9">
                  <a:pos x="T2" y="T3"/>
                </a:cxn>
                <a:cxn ang="T10">
                  <a:pos x="T4" y="T5"/>
                </a:cxn>
                <a:cxn ang="T11">
                  <a:pos x="T6" y="T7"/>
                </a:cxn>
              </a:cxnLst>
              <a:rect l="T12" t="T13" r="T14" b="T15"/>
              <a:pathLst>
                <a:path w="21600" h="21600">
                  <a:moveTo>
                    <a:pt x="0" y="0"/>
                  </a:moveTo>
                  <a:lnTo>
                    <a:pt x="3342" y="21600"/>
                  </a:lnTo>
                  <a:lnTo>
                    <a:pt x="18258"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704" name="Line 77">
              <a:extLst>
                <a:ext uri="{FF2B5EF4-FFF2-40B4-BE49-F238E27FC236}">
                  <a16:creationId xmlns:a16="http://schemas.microsoft.com/office/drawing/2014/main" id="{AC46B243-0411-4EA8-AC6A-818A1FFF7187}"/>
                </a:ext>
              </a:extLst>
            </p:cNvPr>
            <p:cNvSpPr>
              <a:spLocks noChangeShapeType="1"/>
            </p:cNvSpPr>
            <p:nvPr/>
          </p:nvSpPr>
          <p:spPr bwMode="auto">
            <a:xfrm rot="16200000">
              <a:off x="2646372" y="2106738"/>
              <a:ext cx="160407" cy="0"/>
            </a:xfrm>
            <a:prstGeom prst="line">
              <a:avLst/>
            </a:prstGeom>
            <a:noFill/>
            <a:ln w="22225">
              <a:solidFill>
                <a:srgbClr val="000000"/>
              </a:solidFill>
              <a:round/>
              <a:headEnd/>
              <a:tailEnd/>
            </a:ln>
          </p:spPr>
          <p:txBody>
            <a:bodyPr/>
            <a:lstStyle/>
            <a:p>
              <a:pPr eaLnBrk="1" hangingPunct="1">
                <a:defRPr/>
              </a:pPr>
              <a:endParaRPr lang="en-US" sz="1050"/>
            </a:p>
          </p:txBody>
        </p:sp>
        <p:sp>
          <p:nvSpPr>
            <p:cNvPr id="69705" name="Line 78">
              <a:extLst>
                <a:ext uri="{FF2B5EF4-FFF2-40B4-BE49-F238E27FC236}">
                  <a16:creationId xmlns:a16="http://schemas.microsoft.com/office/drawing/2014/main" id="{15A44AD7-C2C5-4226-9BDF-7A1AC4DC17CA}"/>
                </a:ext>
              </a:extLst>
            </p:cNvPr>
            <p:cNvSpPr>
              <a:spLocks noChangeShapeType="1"/>
            </p:cNvSpPr>
            <p:nvPr/>
          </p:nvSpPr>
          <p:spPr bwMode="auto">
            <a:xfrm rot="16200000">
              <a:off x="2563110" y="2027748"/>
              <a:ext cx="0" cy="318385"/>
            </a:xfrm>
            <a:prstGeom prst="line">
              <a:avLst/>
            </a:prstGeom>
            <a:noFill/>
            <a:ln w="22225">
              <a:solidFill>
                <a:srgbClr val="000000"/>
              </a:solidFill>
              <a:round/>
              <a:headEnd/>
              <a:tailEnd/>
            </a:ln>
          </p:spPr>
          <p:txBody>
            <a:bodyPr/>
            <a:lstStyle/>
            <a:p>
              <a:pPr eaLnBrk="1" hangingPunct="1">
                <a:defRPr/>
              </a:pPr>
              <a:endParaRPr lang="en-US" sz="1050"/>
            </a:p>
          </p:txBody>
        </p:sp>
        <p:sp>
          <p:nvSpPr>
            <p:cNvPr id="69706" name="Line 79">
              <a:extLst>
                <a:ext uri="{FF2B5EF4-FFF2-40B4-BE49-F238E27FC236}">
                  <a16:creationId xmlns:a16="http://schemas.microsoft.com/office/drawing/2014/main" id="{059E3D65-09B3-45DA-9A87-F2A17AF089EF}"/>
                </a:ext>
              </a:extLst>
            </p:cNvPr>
            <p:cNvSpPr>
              <a:spLocks noChangeShapeType="1"/>
            </p:cNvSpPr>
            <p:nvPr/>
          </p:nvSpPr>
          <p:spPr bwMode="auto">
            <a:xfrm rot="16200000" flipH="1" flipV="1">
              <a:off x="1945867" y="2881664"/>
              <a:ext cx="1723814" cy="0"/>
            </a:xfrm>
            <a:prstGeom prst="line">
              <a:avLst/>
            </a:prstGeom>
            <a:noFill/>
            <a:ln w="22225">
              <a:solidFill>
                <a:srgbClr val="000000"/>
              </a:solidFill>
              <a:round/>
              <a:headEnd/>
              <a:tailEnd/>
            </a:ln>
          </p:spPr>
          <p:txBody>
            <a:bodyPr/>
            <a:lstStyle/>
            <a:p>
              <a:pPr eaLnBrk="1" hangingPunct="1">
                <a:defRPr/>
              </a:pPr>
              <a:endParaRPr lang="en-US" sz="1050"/>
            </a:p>
          </p:txBody>
        </p:sp>
        <p:sp>
          <p:nvSpPr>
            <p:cNvPr id="69707" name="Line 80">
              <a:extLst>
                <a:ext uri="{FF2B5EF4-FFF2-40B4-BE49-F238E27FC236}">
                  <a16:creationId xmlns:a16="http://schemas.microsoft.com/office/drawing/2014/main" id="{3484AC20-1789-4A39-9D8F-D641A5B4E6C3}"/>
                </a:ext>
              </a:extLst>
            </p:cNvPr>
            <p:cNvSpPr>
              <a:spLocks noChangeShapeType="1"/>
            </p:cNvSpPr>
            <p:nvPr/>
          </p:nvSpPr>
          <p:spPr bwMode="auto">
            <a:xfrm rot="16200000" flipH="1">
              <a:off x="2007767" y="2917812"/>
              <a:ext cx="1805147" cy="0"/>
            </a:xfrm>
            <a:prstGeom prst="line">
              <a:avLst/>
            </a:prstGeom>
            <a:noFill/>
            <a:ln w="22225">
              <a:solidFill>
                <a:srgbClr val="000000"/>
              </a:solidFill>
              <a:round/>
              <a:headEnd/>
              <a:tailEnd/>
            </a:ln>
          </p:spPr>
          <p:txBody>
            <a:bodyPr/>
            <a:lstStyle/>
            <a:p>
              <a:pPr eaLnBrk="1" hangingPunct="1">
                <a:defRPr/>
              </a:pPr>
              <a:endParaRPr lang="en-US" sz="1050"/>
            </a:p>
          </p:txBody>
        </p:sp>
        <p:sp>
          <p:nvSpPr>
            <p:cNvPr id="69708" name="Line 81">
              <a:extLst>
                <a:ext uri="{FF2B5EF4-FFF2-40B4-BE49-F238E27FC236}">
                  <a16:creationId xmlns:a16="http://schemas.microsoft.com/office/drawing/2014/main" id="{B1E3C6C7-FCFA-4EB0-9000-35384F0DF842}"/>
                </a:ext>
              </a:extLst>
            </p:cNvPr>
            <p:cNvSpPr>
              <a:spLocks noChangeShapeType="1"/>
            </p:cNvSpPr>
            <p:nvPr/>
          </p:nvSpPr>
          <p:spPr bwMode="auto">
            <a:xfrm rot="16200000" flipH="1">
              <a:off x="2883885" y="2164350"/>
              <a:ext cx="266592" cy="0"/>
            </a:xfrm>
            <a:prstGeom prst="line">
              <a:avLst/>
            </a:prstGeom>
            <a:noFill/>
            <a:ln w="22225">
              <a:solidFill>
                <a:srgbClr val="000000"/>
              </a:solidFill>
              <a:round/>
              <a:headEnd/>
              <a:tailEnd/>
            </a:ln>
          </p:spPr>
          <p:txBody>
            <a:bodyPr/>
            <a:lstStyle/>
            <a:p>
              <a:pPr eaLnBrk="1" hangingPunct="1">
                <a:defRPr/>
              </a:pPr>
              <a:endParaRPr lang="en-US" sz="1050"/>
            </a:p>
          </p:txBody>
        </p:sp>
        <p:sp>
          <p:nvSpPr>
            <p:cNvPr id="69709" name="Line 82">
              <a:extLst>
                <a:ext uri="{FF2B5EF4-FFF2-40B4-BE49-F238E27FC236}">
                  <a16:creationId xmlns:a16="http://schemas.microsoft.com/office/drawing/2014/main" id="{06E222A5-46C3-4D8C-9175-071E27E0FCDB}"/>
                </a:ext>
              </a:extLst>
            </p:cNvPr>
            <p:cNvSpPr>
              <a:spLocks noChangeShapeType="1"/>
            </p:cNvSpPr>
            <p:nvPr/>
          </p:nvSpPr>
          <p:spPr bwMode="auto">
            <a:xfrm rot="16200000" flipH="1">
              <a:off x="3020954" y="2119165"/>
              <a:ext cx="176222" cy="0"/>
            </a:xfrm>
            <a:prstGeom prst="line">
              <a:avLst/>
            </a:prstGeom>
            <a:noFill/>
            <a:ln w="22225">
              <a:solidFill>
                <a:srgbClr val="000000"/>
              </a:solidFill>
              <a:round/>
              <a:headEnd/>
              <a:tailEnd/>
            </a:ln>
          </p:spPr>
          <p:txBody>
            <a:bodyPr/>
            <a:lstStyle/>
            <a:p>
              <a:pPr eaLnBrk="1" hangingPunct="1">
                <a:defRPr/>
              </a:pPr>
              <a:endParaRPr lang="en-US" sz="1050"/>
            </a:p>
          </p:txBody>
        </p:sp>
        <p:sp>
          <p:nvSpPr>
            <p:cNvPr id="69710" name="Line 83">
              <a:extLst>
                <a:ext uri="{FF2B5EF4-FFF2-40B4-BE49-F238E27FC236}">
                  <a16:creationId xmlns:a16="http://schemas.microsoft.com/office/drawing/2014/main" id="{54D509D4-D906-4EA0-8ECC-14069E029DF1}"/>
                </a:ext>
              </a:extLst>
            </p:cNvPr>
            <p:cNvSpPr>
              <a:spLocks noChangeShapeType="1"/>
            </p:cNvSpPr>
            <p:nvPr/>
          </p:nvSpPr>
          <p:spPr bwMode="auto">
            <a:xfrm rot="16200000" flipH="1">
              <a:off x="3156526" y="2088664"/>
              <a:ext cx="101667" cy="0"/>
            </a:xfrm>
            <a:prstGeom prst="line">
              <a:avLst/>
            </a:prstGeom>
            <a:noFill/>
            <a:ln w="22225">
              <a:solidFill>
                <a:srgbClr val="000000"/>
              </a:solidFill>
              <a:round/>
              <a:headEnd/>
              <a:tailEnd/>
            </a:ln>
          </p:spPr>
          <p:txBody>
            <a:bodyPr/>
            <a:lstStyle/>
            <a:p>
              <a:pPr eaLnBrk="1" hangingPunct="1">
                <a:defRPr/>
              </a:pPr>
              <a:endParaRPr lang="en-US" sz="1050"/>
            </a:p>
          </p:txBody>
        </p:sp>
        <p:sp>
          <p:nvSpPr>
            <p:cNvPr id="69711" name="Line 84">
              <a:extLst>
                <a:ext uri="{FF2B5EF4-FFF2-40B4-BE49-F238E27FC236}">
                  <a16:creationId xmlns:a16="http://schemas.microsoft.com/office/drawing/2014/main" id="{7318527D-41F4-48A2-96A0-C68226C28A42}"/>
                </a:ext>
              </a:extLst>
            </p:cNvPr>
            <p:cNvSpPr>
              <a:spLocks noChangeShapeType="1"/>
            </p:cNvSpPr>
            <p:nvPr/>
          </p:nvSpPr>
          <p:spPr bwMode="auto">
            <a:xfrm rot="16200000">
              <a:off x="2602892" y="1436870"/>
              <a:ext cx="700370" cy="0"/>
            </a:xfrm>
            <a:prstGeom prst="line">
              <a:avLst/>
            </a:prstGeom>
            <a:noFill/>
            <a:ln w="22225">
              <a:solidFill>
                <a:srgbClr val="000000"/>
              </a:solidFill>
              <a:round/>
              <a:headEnd/>
              <a:tailEnd/>
            </a:ln>
          </p:spPr>
          <p:txBody>
            <a:bodyPr/>
            <a:lstStyle/>
            <a:p>
              <a:pPr eaLnBrk="1" hangingPunct="1">
                <a:defRPr/>
              </a:pPr>
              <a:endParaRPr lang="en-US" sz="1050"/>
            </a:p>
          </p:txBody>
        </p:sp>
        <p:sp>
          <p:nvSpPr>
            <p:cNvPr id="69712" name="AutoShape 85">
              <a:extLst>
                <a:ext uri="{FF2B5EF4-FFF2-40B4-BE49-F238E27FC236}">
                  <a16:creationId xmlns:a16="http://schemas.microsoft.com/office/drawing/2014/main" id="{CCEC6962-8C64-44ED-893C-5592FBE3343F}"/>
                </a:ext>
              </a:extLst>
            </p:cNvPr>
            <p:cNvSpPr>
              <a:spLocks noChangeArrowheads="1"/>
            </p:cNvSpPr>
            <p:nvPr/>
          </p:nvSpPr>
          <p:spPr bwMode="auto">
            <a:xfrm rot="10800000">
              <a:off x="3406083" y="1787054"/>
              <a:ext cx="666686" cy="228184"/>
            </a:xfrm>
            <a:custGeom>
              <a:avLst/>
              <a:gdLst>
                <a:gd name="T0" fmla="*/ 615169 w 21600"/>
                <a:gd name="T1" fmla="*/ 114300 h 21600"/>
                <a:gd name="T2" fmla="*/ 333375 w 21600"/>
                <a:gd name="T3" fmla="*/ 228600 h 21600"/>
                <a:gd name="T4" fmla="*/ 51581 w 21600"/>
                <a:gd name="T5" fmla="*/ 114300 h 21600"/>
                <a:gd name="T6" fmla="*/ 333375 w 21600"/>
                <a:gd name="T7" fmla="*/ 0 h 21600"/>
                <a:gd name="T8" fmla="*/ 0 60000 65536"/>
                <a:gd name="T9" fmla="*/ 0 60000 65536"/>
                <a:gd name="T10" fmla="*/ 0 60000 65536"/>
                <a:gd name="T11" fmla="*/ 0 60000 65536"/>
                <a:gd name="T12" fmla="*/ 3471 w 21600"/>
                <a:gd name="T13" fmla="*/ 3471 h 21600"/>
                <a:gd name="T14" fmla="*/ 18129 w 21600"/>
                <a:gd name="T15" fmla="*/ 18129 h 21600"/>
              </a:gdLst>
              <a:ahLst/>
              <a:cxnLst>
                <a:cxn ang="T8">
                  <a:pos x="T0" y="T1"/>
                </a:cxn>
                <a:cxn ang="T9">
                  <a:pos x="T2" y="T3"/>
                </a:cxn>
                <a:cxn ang="T10">
                  <a:pos x="T4" y="T5"/>
                </a:cxn>
                <a:cxn ang="T11">
                  <a:pos x="T6" y="T7"/>
                </a:cxn>
              </a:cxnLst>
              <a:rect l="T12" t="T13" r="T14" b="T15"/>
              <a:pathLst>
                <a:path w="21600" h="21600">
                  <a:moveTo>
                    <a:pt x="0" y="0"/>
                  </a:moveTo>
                  <a:lnTo>
                    <a:pt x="3342" y="21600"/>
                  </a:lnTo>
                  <a:lnTo>
                    <a:pt x="18258"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713" name="Line 86">
              <a:extLst>
                <a:ext uri="{FF2B5EF4-FFF2-40B4-BE49-F238E27FC236}">
                  <a16:creationId xmlns:a16="http://schemas.microsoft.com/office/drawing/2014/main" id="{692CBA58-1001-4FB2-952D-F75F06537CAD}"/>
                </a:ext>
              </a:extLst>
            </p:cNvPr>
            <p:cNvSpPr>
              <a:spLocks noChangeShapeType="1"/>
            </p:cNvSpPr>
            <p:nvPr/>
          </p:nvSpPr>
          <p:spPr bwMode="auto">
            <a:xfrm rot="16200000" flipH="1">
              <a:off x="3651519" y="2154183"/>
              <a:ext cx="286926" cy="0"/>
            </a:xfrm>
            <a:prstGeom prst="line">
              <a:avLst/>
            </a:prstGeom>
            <a:noFill/>
            <a:ln w="22225">
              <a:solidFill>
                <a:srgbClr val="000000"/>
              </a:solidFill>
              <a:round/>
              <a:headEnd/>
              <a:tailEnd/>
            </a:ln>
          </p:spPr>
          <p:txBody>
            <a:bodyPr/>
            <a:lstStyle/>
            <a:p>
              <a:pPr eaLnBrk="1" hangingPunct="1">
                <a:defRPr/>
              </a:pPr>
              <a:endParaRPr lang="en-US" sz="1050"/>
            </a:p>
          </p:txBody>
        </p:sp>
        <p:sp>
          <p:nvSpPr>
            <p:cNvPr id="69714" name="Line 87">
              <a:extLst>
                <a:ext uri="{FF2B5EF4-FFF2-40B4-BE49-F238E27FC236}">
                  <a16:creationId xmlns:a16="http://schemas.microsoft.com/office/drawing/2014/main" id="{1D96D5EE-8220-46A3-8EDA-815030C07E3B}"/>
                </a:ext>
              </a:extLst>
            </p:cNvPr>
            <p:cNvSpPr>
              <a:spLocks noChangeShapeType="1"/>
            </p:cNvSpPr>
            <p:nvPr/>
          </p:nvSpPr>
          <p:spPr bwMode="auto">
            <a:xfrm rot="16200000" flipH="1">
              <a:off x="3701879" y="2221961"/>
              <a:ext cx="399888" cy="0"/>
            </a:xfrm>
            <a:prstGeom prst="line">
              <a:avLst/>
            </a:prstGeom>
            <a:noFill/>
            <a:ln w="22225">
              <a:solidFill>
                <a:srgbClr val="000000"/>
              </a:solidFill>
              <a:round/>
              <a:headEnd/>
              <a:tailEnd/>
            </a:ln>
          </p:spPr>
          <p:txBody>
            <a:bodyPr/>
            <a:lstStyle/>
            <a:p>
              <a:pPr eaLnBrk="1" hangingPunct="1">
                <a:defRPr/>
              </a:pPr>
              <a:endParaRPr lang="en-US" sz="1050"/>
            </a:p>
          </p:txBody>
        </p:sp>
        <p:sp>
          <p:nvSpPr>
            <p:cNvPr id="69715" name="Line 88">
              <a:extLst>
                <a:ext uri="{FF2B5EF4-FFF2-40B4-BE49-F238E27FC236}">
                  <a16:creationId xmlns:a16="http://schemas.microsoft.com/office/drawing/2014/main" id="{81F041AD-35C7-4D7C-8876-70CB663A4EC5}"/>
                </a:ext>
              </a:extLst>
            </p:cNvPr>
            <p:cNvSpPr>
              <a:spLocks noChangeShapeType="1"/>
            </p:cNvSpPr>
            <p:nvPr/>
          </p:nvSpPr>
          <p:spPr bwMode="auto">
            <a:xfrm rot="16200000" flipH="1">
              <a:off x="3724949" y="2280702"/>
              <a:ext cx="494778" cy="0"/>
            </a:xfrm>
            <a:prstGeom prst="line">
              <a:avLst/>
            </a:prstGeom>
            <a:noFill/>
            <a:ln w="22225">
              <a:solidFill>
                <a:srgbClr val="000000"/>
              </a:solidFill>
              <a:round/>
              <a:headEnd/>
              <a:tailEnd/>
            </a:ln>
          </p:spPr>
          <p:txBody>
            <a:bodyPr/>
            <a:lstStyle/>
            <a:p>
              <a:pPr eaLnBrk="1" hangingPunct="1">
                <a:defRPr/>
              </a:pPr>
              <a:endParaRPr lang="en-US" sz="1050"/>
            </a:p>
          </p:txBody>
        </p:sp>
        <p:sp>
          <p:nvSpPr>
            <p:cNvPr id="69716" name="Line 89">
              <a:extLst>
                <a:ext uri="{FF2B5EF4-FFF2-40B4-BE49-F238E27FC236}">
                  <a16:creationId xmlns:a16="http://schemas.microsoft.com/office/drawing/2014/main" id="{9557C095-2AFA-4B84-A1F1-7D4324F3D361}"/>
                </a:ext>
              </a:extLst>
            </p:cNvPr>
            <p:cNvSpPr>
              <a:spLocks noChangeShapeType="1"/>
            </p:cNvSpPr>
            <p:nvPr/>
          </p:nvSpPr>
          <p:spPr bwMode="auto">
            <a:xfrm rot="16200000">
              <a:off x="3544367" y="1598406"/>
              <a:ext cx="377297" cy="0"/>
            </a:xfrm>
            <a:prstGeom prst="line">
              <a:avLst/>
            </a:prstGeom>
            <a:noFill/>
            <a:ln w="22225">
              <a:solidFill>
                <a:srgbClr val="000000"/>
              </a:solidFill>
              <a:round/>
              <a:headEnd/>
              <a:tailEnd/>
            </a:ln>
          </p:spPr>
          <p:txBody>
            <a:bodyPr/>
            <a:lstStyle/>
            <a:p>
              <a:pPr eaLnBrk="1" hangingPunct="1">
                <a:defRPr/>
              </a:pPr>
              <a:endParaRPr lang="en-US" sz="1050"/>
            </a:p>
          </p:txBody>
        </p:sp>
        <p:sp>
          <p:nvSpPr>
            <p:cNvPr id="69717" name="Line 90">
              <a:extLst>
                <a:ext uri="{FF2B5EF4-FFF2-40B4-BE49-F238E27FC236}">
                  <a16:creationId xmlns:a16="http://schemas.microsoft.com/office/drawing/2014/main" id="{E7C98D4E-14E4-4B64-9894-F5FC015EA0E3}"/>
                </a:ext>
              </a:extLst>
            </p:cNvPr>
            <p:cNvSpPr>
              <a:spLocks noChangeShapeType="1"/>
            </p:cNvSpPr>
            <p:nvPr/>
          </p:nvSpPr>
          <p:spPr bwMode="auto">
            <a:xfrm rot="16200000">
              <a:off x="3364415" y="1982442"/>
              <a:ext cx="0" cy="314111"/>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718" name="Line 91">
              <a:extLst>
                <a:ext uri="{FF2B5EF4-FFF2-40B4-BE49-F238E27FC236}">
                  <a16:creationId xmlns:a16="http://schemas.microsoft.com/office/drawing/2014/main" id="{9C8BB628-8BD6-47FC-B576-FB0D590053DF}"/>
                </a:ext>
              </a:extLst>
            </p:cNvPr>
            <p:cNvSpPr>
              <a:spLocks noChangeShapeType="1"/>
            </p:cNvSpPr>
            <p:nvPr/>
          </p:nvSpPr>
          <p:spPr bwMode="auto">
            <a:xfrm rot="16200000">
              <a:off x="2832910" y="1617610"/>
              <a:ext cx="1043777"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719" name="Line 92">
              <a:extLst>
                <a:ext uri="{FF2B5EF4-FFF2-40B4-BE49-F238E27FC236}">
                  <a16:creationId xmlns:a16="http://schemas.microsoft.com/office/drawing/2014/main" id="{1A7C941D-8915-44BB-8E64-57A691EB8216}"/>
                </a:ext>
              </a:extLst>
            </p:cNvPr>
            <p:cNvSpPr>
              <a:spLocks noChangeShapeType="1"/>
            </p:cNvSpPr>
            <p:nvPr/>
          </p:nvSpPr>
          <p:spPr bwMode="auto">
            <a:xfrm rot="16200000">
              <a:off x="3353732" y="1973783"/>
              <a:ext cx="0" cy="485058"/>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720" name="Line 93">
              <a:extLst>
                <a:ext uri="{FF2B5EF4-FFF2-40B4-BE49-F238E27FC236}">
                  <a16:creationId xmlns:a16="http://schemas.microsoft.com/office/drawing/2014/main" id="{5AEE79EC-E303-4366-B477-355E1A67F560}"/>
                </a:ext>
              </a:extLst>
            </p:cNvPr>
            <p:cNvSpPr>
              <a:spLocks noChangeShapeType="1"/>
            </p:cNvSpPr>
            <p:nvPr/>
          </p:nvSpPr>
          <p:spPr bwMode="auto">
            <a:xfrm rot="16200000">
              <a:off x="3405015" y="1921108"/>
              <a:ext cx="0" cy="775664"/>
            </a:xfrm>
            <a:prstGeom prst="line">
              <a:avLst/>
            </a:prstGeom>
            <a:noFill/>
            <a:ln w="22225">
              <a:solidFill>
                <a:srgbClr val="000000"/>
              </a:solidFill>
              <a:round/>
              <a:headEnd/>
              <a:tailEnd type="none" w="sm" len="sm"/>
            </a:ln>
          </p:spPr>
          <p:txBody>
            <a:bodyPr/>
            <a:lstStyle/>
            <a:p>
              <a:pPr eaLnBrk="1" hangingPunct="1">
                <a:defRPr/>
              </a:pPr>
              <a:endParaRPr lang="en-US" sz="1050"/>
            </a:p>
          </p:txBody>
        </p:sp>
        <p:sp>
          <p:nvSpPr>
            <p:cNvPr id="69721" name="Line 94">
              <a:extLst>
                <a:ext uri="{FF2B5EF4-FFF2-40B4-BE49-F238E27FC236}">
                  <a16:creationId xmlns:a16="http://schemas.microsoft.com/office/drawing/2014/main" id="{F5B2E45A-71DD-4B65-9937-F11B182CE164}"/>
                </a:ext>
              </a:extLst>
            </p:cNvPr>
            <p:cNvSpPr>
              <a:spLocks noChangeShapeType="1"/>
            </p:cNvSpPr>
            <p:nvPr/>
          </p:nvSpPr>
          <p:spPr bwMode="auto">
            <a:xfrm rot="16200000">
              <a:off x="3406084" y="1928299"/>
              <a:ext cx="0" cy="987208"/>
            </a:xfrm>
            <a:prstGeom prst="line">
              <a:avLst/>
            </a:prstGeom>
            <a:noFill/>
            <a:ln w="22225">
              <a:solidFill>
                <a:srgbClr val="000000"/>
              </a:solidFill>
              <a:round/>
              <a:headEnd type="oval" w="sm" len="sm"/>
              <a:tailEnd type="none" w="sm" len="sm"/>
            </a:ln>
          </p:spPr>
          <p:txBody>
            <a:bodyPr/>
            <a:lstStyle/>
            <a:p>
              <a:pPr eaLnBrk="1" hangingPunct="1">
                <a:defRPr/>
              </a:pPr>
              <a:endParaRPr lang="en-US" sz="1050"/>
            </a:p>
          </p:txBody>
        </p:sp>
        <p:sp>
          <p:nvSpPr>
            <p:cNvPr id="69722" name="Line 95">
              <a:extLst>
                <a:ext uri="{FF2B5EF4-FFF2-40B4-BE49-F238E27FC236}">
                  <a16:creationId xmlns:a16="http://schemas.microsoft.com/office/drawing/2014/main" id="{216A6618-B54B-4709-9614-D8944A7DD1E0}"/>
                </a:ext>
              </a:extLst>
            </p:cNvPr>
            <p:cNvSpPr>
              <a:spLocks noChangeShapeType="1"/>
            </p:cNvSpPr>
            <p:nvPr/>
          </p:nvSpPr>
          <p:spPr bwMode="auto">
            <a:xfrm rot="16200000">
              <a:off x="3387921" y="1959239"/>
              <a:ext cx="0" cy="1160291"/>
            </a:xfrm>
            <a:prstGeom prst="line">
              <a:avLst/>
            </a:prstGeom>
            <a:noFill/>
            <a:ln w="22225">
              <a:solidFill>
                <a:srgbClr val="000000"/>
              </a:solidFill>
              <a:round/>
              <a:headEnd type="oval" w="sm" len="sm"/>
              <a:tailEnd type="none" w="sm" len="sm"/>
            </a:ln>
          </p:spPr>
          <p:txBody>
            <a:bodyPr/>
            <a:lstStyle/>
            <a:p>
              <a:pPr eaLnBrk="1" hangingPunct="1">
                <a:defRPr/>
              </a:pPr>
              <a:endParaRPr lang="en-US" sz="1050"/>
            </a:p>
          </p:txBody>
        </p:sp>
        <p:sp>
          <p:nvSpPr>
            <p:cNvPr id="88157" name="Rectangle 96">
              <a:extLst>
                <a:ext uri="{FF2B5EF4-FFF2-40B4-BE49-F238E27FC236}">
                  <a16:creationId xmlns:a16="http://schemas.microsoft.com/office/drawing/2014/main" id="{A9CE0220-3097-57D4-B9A7-50E6A86A4F55}"/>
                </a:ext>
              </a:extLst>
            </p:cNvPr>
            <p:cNvSpPr>
              <a:spLocks noChangeArrowheads="1"/>
            </p:cNvSpPr>
            <p:nvPr/>
          </p:nvSpPr>
          <p:spPr bwMode="auto">
            <a:xfrm rot="-5400000">
              <a:off x="3523456" y="834232"/>
              <a:ext cx="471487" cy="673100"/>
            </a:xfrm>
            <a:prstGeom prst="rect">
              <a:avLst/>
            </a:prstGeom>
            <a:solidFill>
              <a:srgbClr val="FFFFFF"/>
            </a:solidFill>
            <a:ln w="22225">
              <a:solidFill>
                <a:srgbClr val="000000"/>
              </a:solidFill>
              <a:miter lim="800000"/>
              <a:headEnd/>
              <a:tailEnd/>
            </a:ln>
          </p:spPr>
          <p:txBody>
            <a:bodyPr vert="eaVert"/>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a:t>FF</a:t>
              </a:r>
              <a:endParaRPr lang="ru-RU" altLang="en-US" sz="1000" b="0"/>
            </a:p>
          </p:txBody>
        </p:sp>
        <p:sp>
          <p:nvSpPr>
            <p:cNvPr id="69724" name="AutoShape 97">
              <a:extLst>
                <a:ext uri="{FF2B5EF4-FFF2-40B4-BE49-F238E27FC236}">
                  <a16:creationId xmlns:a16="http://schemas.microsoft.com/office/drawing/2014/main" id="{BA3B2D22-5B4C-4F57-BA8D-8B373BB80A64}"/>
                </a:ext>
              </a:extLst>
            </p:cNvPr>
            <p:cNvSpPr>
              <a:spLocks noChangeArrowheads="1"/>
            </p:cNvSpPr>
            <p:nvPr/>
          </p:nvSpPr>
          <p:spPr bwMode="auto">
            <a:xfrm rot="5400000">
              <a:off x="3110505" y="4333064"/>
              <a:ext cx="341148" cy="151715"/>
            </a:xfrm>
            <a:custGeom>
              <a:avLst/>
              <a:gdLst>
                <a:gd name="T0" fmla="*/ 298649 w 21600"/>
                <a:gd name="T1" fmla="*/ 75406 h 21600"/>
                <a:gd name="T2" fmla="*/ 170657 w 21600"/>
                <a:gd name="T3" fmla="*/ 150812 h 21600"/>
                <a:gd name="T4" fmla="*/ 42664 w 21600"/>
                <a:gd name="T5" fmla="*/ 75406 h 21600"/>
                <a:gd name="T6" fmla="*/ 17065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725" name="AutoShape 98">
              <a:extLst>
                <a:ext uri="{FF2B5EF4-FFF2-40B4-BE49-F238E27FC236}">
                  <a16:creationId xmlns:a16="http://schemas.microsoft.com/office/drawing/2014/main" id="{DE60C7E3-08D0-4ADD-9298-31DA6F95AFED}"/>
                </a:ext>
              </a:extLst>
            </p:cNvPr>
            <p:cNvSpPr>
              <a:spLocks noChangeArrowheads="1"/>
            </p:cNvSpPr>
            <p:nvPr/>
          </p:nvSpPr>
          <p:spPr bwMode="auto">
            <a:xfrm rot="5400000">
              <a:off x="2611648" y="4226879"/>
              <a:ext cx="377295" cy="151713"/>
            </a:xfrm>
            <a:custGeom>
              <a:avLst/>
              <a:gdLst>
                <a:gd name="T0" fmla="*/ 330597 w 21600"/>
                <a:gd name="T1" fmla="*/ 76200 h 21600"/>
                <a:gd name="T2" fmla="*/ 188913 w 21600"/>
                <a:gd name="T3" fmla="*/ 152400 h 21600"/>
                <a:gd name="T4" fmla="*/ 47228 w 21600"/>
                <a:gd name="T5" fmla="*/ 76200 h 21600"/>
                <a:gd name="T6" fmla="*/ 18891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grpSp>
          <p:nvGrpSpPr>
            <p:cNvPr id="88160" name="Group 99">
              <a:extLst>
                <a:ext uri="{FF2B5EF4-FFF2-40B4-BE49-F238E27FC236}">
                  <a16:creationId xmlns:a16="http://schemas.microsoft.com/office/drawing/2014/main" id="{B5691FF0-4958-99F7-E4AC-06D3D0A84413}"/>
                </a:ext>
              </a:extLst>
            </p:cNvPr>
            <p:cNvGrpSpPr>
              <a:grpSpLocks/>
            </p:cNvGrpSpPr>
            <p:nvPr/>
          </p:nvGrpSpPr>
          <p:grpSpPr bwMode="auto">
            <a:xfrm rot="-5400000">
              <a:off x="2958307" y="3745706"/>
              <a:ext cx="273050" cy="239713"/>
              <a:chOff x="10260" y="7044"/>
              <a:chExt cx="630" cy="601"/>
            </a:xfrm>
          </p:grpSpPr>
          <p:sp>
            <p:nvSpPr>
              <p:cNvPr id="69975" name="AutoShape 100">
                <a:extLst>
                  <a:ext uri="{FF2B5EF4-FFF2-40B4-BE49-F238E27FC236}">
                    <a16:creationId xmlns:a16="http://schemas.microsoft.com/office/drawing/2014/main" id="{F2AD2866-9B29-404B-9D17-59516B252D4E}"/>
                  </a:ext>
                </a:extLst>
              </p:cNvPr>
              <p:cNvSpPr>
                <a:spLocks noChangeArrowheads="1"/>
              </p:cNvSpPr>
              <p:nvPr/>
            </p:nvSpPr>
            <p:spPr bwMode="auto">
              <a:xfrm flipH="1">
                <a:off x="10320" y="7043"/>
                <a:ext cx="537" cy="600"/>
              </a:xfrm>
              <a:prstGeom prst="moon">
                <a:avLst>
                  <a:gd name="adj" fmla="val 84819"/>
                </a:avLst>
              </a:prstGeom>
              <a:noFill/>
              <a:ln w="22225">
                <a:solidFill>
                  <a:srgbClr val="000000"/>
                </a:solidFill>
                <a:miter lim="800000"/>
                <a:headEnd/>
                <a:tailEnd/>
              </a:ln>
              <a:effectLst/>
            </p:spPr>
            <p:txBody>
              <a:bodyPr anchor="ctr"/>
              <a:lstStyle/>
              <a:p>
                <a:pPr eaLnBrk="1" hangingPunct="1">
                  <a:defRPr/>
                </a:pPr>
                <a:endParaRPr lang="en-US" sz="1050"/>
              </a:p>
            </p:txBody>
          </p:sp>
          <p:sp>
            <p:nvSpPr>
              <p:cNvPr id="69976" name="AutoShape 101">
                <a:extLst>
                  <a:ext uri="{FF2B5EF4-FFF2-40B4-BE49-F238E27FC236}">
                    <a16:creationId xmlns:a16="http://schemas.microsoft.com/office/drawing/2014/main" id="{98CB28A0-67CA-4F36-B776-981B541D900B}"/>
                  </a:ext>
                </a:extLst>
              </p:cNvPr>
              <p:cNvSpPr>
                <a:spLocks noChangeArrowheads="1"/>
              </p:cNvSpPr>
              <p:nvPr/>
            </p:nvSpPr>
            <p:spPr bwMode="auto">
              <a:xfrm flipH="1">
                <a:off x="10366" y="7043"/>
                <a:ext cx="532" cy="600"/>
              </a:xfrm>
              <a:prstGeom prst="moon">
                <a:avLst>
                  <a:gd name="adj" fmla="val 84819"/>
                </a:avLst>
              </a:prstGeom>
              <a:solidFill>
                <a:srgbClr val="FFFFFF"/>
              </a:solidFill>
              <a:ln w="22225">
                <a:solidFill>
                  <a:srgbClr val="000000"/>
                </a:solidFill>
                <a:miter lim="800000"/>
                <a:headEnd/>
                <a:tailEnd/>
              </a:ln>
              <a:effectLst/>
            </p:spPr>
            <p:txBody>
              <a:bodyPr anchor="ctr"/>
              <a:lstStyle/>
              <a:p>
                <a:pPr eaLnBrk="1" hangingPunct="1">
                  <a:defRPr/>
                </a:pPr>
                <a:endParaRPr lang="en-US" sz="1050"/>
              </a:p>
            </p:txBody>
          </p:sp>
        </p:grpSp>
        <p:sp>
          <p:nvSpPr>
            <p:cNvPr id="69727" name="Line 102">
              <a:extLst>
                <a:ext uri="{FF2B5EF4-FFF2-40B4-BE49-F238E27FC236}">
                  <a16:creationId xmlns:a16="http://schemas.microsoft.com/office/drawing/2014/main" id="{ACFDBFF2-7635-4B7A-9BFB-FD12771C7235}"/>
                </a:ext>
              </a:extLst>
            </p:cNvPr>
            <p:cNvSpPr>
              <a:spLocks noChangeShapeType="1"/>
            </p:cNvSpPr>
            <p:nvPr/>
          </p:nvSpPr>
          <p:spPr bwMode="auto">
            <a:xfrm rot="16200000" flipV="1">
              <a:off x="2390988" y="3020608"/>
              <a:ext cx="1423332" cy="0"/>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728" name="Line 103">
              <a:extLst>
                <a:ext uri="{FF2B5EF4-FFF2-40B4-BE49-F238E27FC236}">
                  <a16:creationId xmlns:a16="http://schemas.microsoft.com/office/drawing/2014/main" id="{5686A359-9455-487D-B68D-B3A742D88659}"/>
                </a:ext>
              </a:extLst>
            </p:cNvPr>
            <p:cNvSpPr>
              <a:spLocks noChangeShapeType="1"/>
            </p:cNvSpPr>
            <p:nvPr/>
          </p:nvSpPr>
          <p:spPr bwMode="auto">
            <a:xfrm rot="16200000">
              <a:off x="2098340" y="3506349"/>
              <a:ext cx="158148" cy="0"/>
            </a:xfrm>
            <a:prstGeom prst="line">
              <a:avLst/>
            </a:prstGeom>
            <a:noFill/>
            <a:ln w="22225">
              <a:solidFill>
                <a:srgbClr val="000000"/>
              </a:solidFill>
              <a:round/>
              <a:headEnd/>
              <a:tailEnd/>
            </a:ln>
          </p:spPr>
          <p:txBody>
            <a:bodyPr/>
            <a:lstStyle/>
            <a:p>
              <a:pPr eaLnBrk="1" hangingPunct="1">
                <a:defRPr/>
              </a:pPr>
              <a:endParaRPr lang="en-US" sz="1050"/>
            </a:p>
          </p:txBody>
        </p:sp>
        <p:sp>
          <p:nvSpPr>
            <p:cNvPr id="8" name="Line 104">
              <a:extLst>
                <a:ext uri="{FF2B5EF4-FFF2-40B4-BE49-F238E27FC236}">
                  <a16:creationId xmlns:a16="http://schemas.microsoft.com/office/drawing/2014/main" id="{AFE01AAA-34B1-42C3-A856-BB8675D2A871}"/>
                </a:ext>
              </a:extLst>
            </p:cNvPr>
            <p:cNvSpPr>
              <a:spLocks noChangeShapeType="1"/>
            </p:cNvSpPr>
            <p:nvPr/>
          </p:nvSpPr>
          <p:spPr bwMode="auto">
            <a:xfrm rot="16200000">
              <a:off x="2317124" y="3464552"/>
              <a:ext cx="88112" cy="0"/>
            </a:xfrm>
            <a:prstGeom prst="line">
              <a:avLst/>
            </a:prstGeom>
            <a:noFill/>
            <a:ln w="22225">
              <a:solidFill>
                <a:srgbClr val="000000"/>
              </a:solidFill>
              <a:round/>
              <a:headEnd/>
              <a:tailEnd/>
            </a:ln>
          </p:spPr>
          <p:txBody>
            <a:bodyPr/>
            <a:lstStyle/>
            <a:p>
              <a:pPr eaLnBrk="1" hangingPunct="1">
                <a:defRPr/>
              </a:pPr>
              <a:endParaRPr lang="en-US" sz="1050"/>
            </a:p>
          </p:txBody>
        </p:sp>
        <p:sp>
          <p:nvSpPr>
            <p:cNvPr id="69730" name="Line 105">
              <a:extLst>
                <a:ext uri="{FF2B5EF4-FFF2-40B4-BE49-F238E27FC236}">
                  <a16:creationId xmlns:a16="http://schemas.microsoft.com/office/drawing/2014/main" id="{1FE992DA-6173-41A7-ACE6-399A98260079}"/>
                </a:ext>
              </a:extLst>
            </p:cNvPr>
            <p:cNvSpPr>
              <a:spLocks noChangeShapeType="1"/>
            </p:cNvSpPr>
            <p:nvPr/>
          </p:nvSpPr>
          <p:spPr bwMode="auto">
            <a:xfrm rot="16200000">
              <a:off x="2893247" y="2885037"/>
              <a:ext cx="0" cy="1418845"/>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731" name="Line 106">
              <a:extLst>
                <a:ext uri="{FF2B5EF4-FFF2-40B4-BE49-F238E27FC236}">
                  <a16:creationId xmlns:a16="http://schemas.microsoft.com/office/drawing/2014/main" id="{FE91F2C1-28D6-4380-8E5D-AB57ED2973BD}"/>
                </a:ext>
              </a:extLst>
            </p:cNvPr>
            <p:cNvSpPr>
              <a:spLocks noChangeShapeType="1"/>
            </p:cNvSpPr>
            <p:nvPr/>
          </p:nvSpPr>
          <p:spPr bwMode="auto">
            <a:xfrm rot="16200000">
              <a:off x="3030005" y="2848331"/>
              <a:ext cx="0" cy="1320551"/>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732" name="Line 107">
              <a:extLst>
                <a:ext uri="{FF2B5EF4-FFF2-40B4-BE49-F238E27FC236}">
                  <a16:creationId xmlns:a16="http://schemas.microsoft.com/office/drawing/2014/main" id="{75012FC1-A4FB-48B7-8C08-69CB211D4344}"/>
                </a:ext>
              </a:extLst>
            </p:cNvPr>
            <p:cNvSpPr>
              <a:spLocks noChangeShapeType="1"/>
            </p:cNvSpPr>
            <p:nvPr/>
          </p:nvSpPr>
          <p:spPr bwMode="auto">
            <a:xfrm rot="16200000">
              <a:off x="3082499" y="4030496"/>
              <a:ext cx="112963" cy="0"/>
            </a:xfrm>
            <a:prstGeom prst="line">
              <a:avLst/>
            </a:prstGeom>
            <a:noFill/>
            <a:ln w="22225">
              <a:solidFill>
                <a:srgbClr val="000000"/>
              </a:solidFill>
              <a:round/>
              <a:headEnd/>
              <a:tailEnd/>
            </a:ln>
          </p:spPr>
          <p:txBody>
            <a:bodyPr/>
            <a:lstStyle/>
            <a:p>
              <a:pPr eaLnBrk="1" hangingPunct="1">
                <a:defRPr/>
              </a:pPr>
              <a:endParaRPr lang="en-US" sz="1050"/>
            </a:p>
          </p:txBody>
        </p:sp>
        <p:sp>
          <p:nvSpPr>
            <p:cNvPr id="69733" name="Line 108">
              <a:extLst>
                <a:ext uri="{FF2B5EF4-FFF2-40B4-BE49-F238E27FC236}">
                  <a16:creationId xmlns:a16="http://schemas.microsoft.com/office/drawing/2014/main" id="{93DE7A07-BAE0-43EF-9F74-8A36EE6CA579}"/>
                </a:ext>
              </a:extLst>
            </p:cNvPr>
            <p:cNvSpPr>
              <a:spLocks noChangeShapeType="1"/>
            </p:cNvSpPr>
            <p:nvPr/>
          </p:nvSpPr>
          <p:spPr bwMode="auto">
            <a:xfrm rot="16200000">
              <a:off x="3331295" y="3894664"/>
              <a:ext cx="0" cy="384627"/>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734" name="Line 109">
              <a:extLst>
                <a:ext uri="{FF2B5EF4-FFF2-40B4-BE49-F238E27FC236}">
                  <a16:creationId xmlns:a16="http://schemas.microsoft.com/office/drawing/2014/main" id="{5EBC0DFD-B361-465C-B345-F373FF35AA45}"/>
                </a:ext>
              </a:extLst>
            </p:cNvPr>
            <p:cNvSpPr>
              <a:spLocks noChangeShapeType="1"/>
            </p:cNvSpPr>
            <p:nvPr/>
          </p:nvSpPr>
          <p:spPr bwMode="auto">
            <a:xfrm rot="16200000">
              <a:off x="2920947" y="4100533"/>
              <a:ext cx="239481"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735" name="Line 110">
              <a:extLst>
                <a:ext uri="{FF2B5EF4-FFF2-40B4-BE49-F238E27FC236}">
                  <a16:creationId xmlns:a16="http://schemas.microsoft.com/office/drawing/2014/main" id="{5391A562-B738-4A9B-A19A-C98FA9F753A9}"/>
                </a:ext>
              </a:extLst>
            </p:cNvPr>
            <p:cNvSpPr>
              <a:spLocks noChangeShapeType="1"/>
            </p:cNvSpPr>
            <p:nvPr/>
          </p:nvSpPr>
          <p:spPr bwMode="auto">
            <a:xfrm rot="16200000" flipH="1">
              <a:off x="3747973" y="3356999"/>
              <a:ext cx="0" cy="1726546"/>
            </a:xfrm>
            <a:prstGeom prst="line">
              <a:avLst/>
            </a:prstGeom>
            <a:noFill/>
            <a:ln w="22225">
              <a:solidFill>
                <a:srgbClr val="000000"/>
              </a:solidFill>
              <a:round/>
              <a:headEnd/>
              <a:tailEnd/>
            </a:ln>
          </p:spPr>
          <p:txBody>
            <a:bodyPr/>
            <a:lstStyle/>
            <a:p>
              <a:pPr eaLnBrk="1" hangingPunct="1">
                <a:defRPr/>
              </a:pPr>
              <a:endParaRPr lang="en-US" sz="1050"/>
            </a:p>
          </p:txBody>
        </p:sp>
        <p:sp>
          <p:nvSpPr>
            <p:cNvPr id="69736" name="Line 111">
              <a:extLst>
                <a:ext uri="{FF2B5EF4-FFF2-40B4-BE49-F238E27FC236}">
                  <a16:creationId xmlns:a16="http://schemas.microsoft.com/office/drawing/2014/main" id="{9B695198-98C6-484A-A9EF-83C3AD26CE3F}"/>
                </a:ext>
              </a:extLst>
            </p:cNvPr>
            <p:cNvSpPr>
              <a:spLocks noChangeShapeType="1"/>
            </p:cNvSpPr>
            <p:nvPr/>
          </p:nvSpPr>
          <p:spPr bwMode="auto">
            <a:xfrm rot="16200000">
              <a:off x="3041757" y="4264290"/>
              <a:ext cx="0" cy="314112"/>
            </a:xfrm>
            <a:prstGeom prst="line">
              <a:avLst/>
            </a:prstGeom>
            <a:noFill/>
            <a:ln w="22225">
              <a:solidFill>
                <a:srgbClr val="000000"/>
              </a:solidFill>
              <a:round/>
              <a:headEnd/>
              <a:tailEnd/>
            </a:ln>
          </p:spPr>
          <p:txBody>
            <a:bodyPr/>
            <a:lstStyle/>
            <a:p>
              <a:pPr eaLnBrk="1" hangingPunct="1">
                <a:defRPr/>
              </a:pPr>
              <a:endParaRPr lang="en-US" sz="1050"/>
            </a:p>
          </p:txBody>
        </p:sp>
        <p:sp>
          <p:nvSpPr>
            <p:cNvPr id="69737" name="Line 112">
              <a:extLst>
                <a:ext uri="{FF2B5EF4-FFF2-40B4-BE49-F238E27FC236}">
                  <a16:creationId xmlns:a16="http://schemas.microsoft.com/office/drawing/2014/main" id="{EF967901-B361-41CF-8CF0-3920F9E0EC6C}"/>
                </a:ext>
              </a:extLst>
            </p:cNvPr>
            <p:cNvSpPr>
              <a:spLocks noChangeShapeType="1"/>
            </p:cNvSpPr>
            <p:nvPr/>
          </p:nvSpPr>
          <p:spPr bwMode="auto">
            <a:xfrm rot="16200000">
              <a:off x="3478736" y="4231770"/>
              <a:ext cx="0" cy="243597"/>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738" name="Line 113">
              <a:extLst>
                <a:ext uri="{FF2B5EF4-FFF2-40B4-BE49-F238E27FC236}">
                  <a16:creationId xmlns:a16="http://schemas.microsoft.com/office/drawing/2014/main" id="{5DCE28A5-8D6D-45DE-995F-2DD653B382A2}"/>
                </a:ext>
              </a:extLst>
            </p:cNvPr>
            <p:cNvSpPr>
              <a:spLocks noChangeShapeType="1"/>
            </p:cNvSpPr>
            <p:nvPr/>
          </p:nvSpPr>
          <p:spPr bwMode="auto">
            <a:xfrm rot="16200000">
              <a:off x="3522539" y="4341106"/>
              <a:ext cx="0" cy="314111"/>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88173" name="Rectangle 114">
              <a:extLst>
                <a:ext uri="{FF2B5EF4-FFF2-40B4-BE49-F238E27FC236}">
                  <a16:creationId xmlns:a16="http://schemas.microsoft.com/office/drawing/2014/main" id="{99780645-8CBF-6BD6-E888-E90BEB36264A}"/>
                </a:ext>
              </a:extLst>
            </p:cNvPr>
            <p:cNvSpPr>
              <a:spLocks noChangeArrowheads="1"/>
            </p:cNvSpPr>
            <p:nvPr/>
          </p:nvSpPr>
          <p:spPr bwMode="auto">
            <a:xfrm rot="-5400000">
              <a:off x="2163763" y="2525713"/>
              <a:ext cx="469900" cy="673100"/>
            </a:xfrm>
            <a:prstGeom prst="rect">
              <a:avLst/>
            </a:prstGeom>
            <a:solidFill>
              <a:srgbClr val="FFFFFF"/>
            </a:solidFill>
            <a:ln w="22225">
              <a:solidFill>
                <a:srgbClr val="000000"/>
              </a:solidFill>
              <a:miter lim="800000"/>
              <a:headEnd/>
              <a:tailEnd/>
            </a:ln>
          </p:spPr>
          <p:txBody>
            <a:bodyPr vert="eaVert"/>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800" b="0" u="none"/>
                <a:t>FF or</a:t>
              </a:r>
              <a:br>
                <a:rPr lang="en-US" altLang="en-US" sz="800" b="0" u="none"/>
              </a:br>
              <a:r>
                <a:rPr lang="en-US" altLang="en-US" sz="800" b="0" u="none"/>
                <a:t>Latch</a:t>
              </a:r>
              <a:endParaRPr lang="ru-RU" altLang="en-US" sz="800" b="0" u="none"/>
            </a:p>
            <a:p>
              <a:pPr eaLnBrk="1" hangingPunct="1"/>
              <a:endParaRPr lang="ru-RU" altLang="en-US" sz="800" b="0"/>
            </a:p>
          </p:txBody>
        </p:sp>
        <p:sp>
          <p:nvSpPr>
            <p:cNvPr id="69740" name="AutoShape 115">
              <a:extLst>
                <a:ext uri="{FF2B5EF4-FFF2-40B4-BE49-F238E27FC236}">
                  <a16:creationId xmlns:a16="http://schemas.microsoft.com/office/drawing/2014/main" id="{E43D5326-8028-4BF1-B7F9-42658E18804C}"/>
                </a:ext>
              </a:extLst>
            </p:cNvPr>
            <p:cNvSpPr>
              <a:spLocks noChangeArrowheads="1"/>
            </p:cNvSpPr>
            <p:nvPr/>
          </p:nvSpPr>
          <p:spPr bwMode="auto">
            <a:xfrm rot="10800000">
              <a:off x="2423148" y="4757976"/>
              <a:ext cx="346164" cy="164926"/>
            </a:xfrm>
            <a:custGeom>
              <a:avLst/>
              <a:gdLst>
                <a:gd name="T0" fmla="*/ 302816 w 21600"/>
                <a:gd name="T1" fmla="*/ 82550 h 21600"/>
                <a:gd name="T2" fmla="*/ 173038 w 21600"/>
                <a:gd name="T3" fmla="*/ 165100 h 21600"/>
                <a:gd name="T4" fmla="*/ 43259 w 21600"/>
                <a:gd name="T5" fmla="*/ 82550 h 21600"/>
                <a:gd name="T6" fmla="*/ 173038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741" name="Line 116">
              <a:extLst>
                <a:ext uri="{FF2B5EF4-FFF2-40B4-BE49-F238E27FC236}">
                  <a16:creationId xmlns:a16="http://schemas.microsoft.com/office/drawing/2014/main" id="{CEE5D357-8ADC-410D-8085-1079DE6B3A62}"/>
                </a:ext>
              </a:extLst>
            </p:cNvPr>
            <p:cNvSpPr>
              <a:spLocks noChangeShapeType="1"/>
            </p:cNvSpPr>
            <p:nvPr/>
          </p:nvSpPr>
          <p:spPr bwMode="auto">
            <a:xfrm rot="16200000">
              <a:off x="1611023" y="3929959"/>
              <a:ext cx="3829441" cy="0"/>
            </a:xfrm>
            <a:prstGeom prst="line">
              <a:avLst/>
            </a:prstGeom>
            <a:noFill/>
            <a:ln w="22225">
              <a:solidFill>
                <a:srgbClr val="000000"/>
              </a:solidFill>
              <a:round/>
              <a:headEnd/>
              <a:tailEnd/>
            </a:ln>
          </p:spPr>
          <p:txBody>
            <a:bodyPr/>
            <a:lstStyle/>
            <a:p>
              <a:pPr eaLnBrk="1" hangingPunct="1">
                <a:defRPr/>
              </a:pPr>
              <a:endParaRPr lang="en-US" sz="1050"/>
            </a:p>
          </p:txBody>
        </p:sp>
        <p:sp>
          <p:nvSpPr>
            <p:cNvPr id="9" name="Line 117">
              <a:extLst>
                <a:ext uri="{FF2B5EF4-FFF2-40B4-BE49-F238E27FC236}">
                  <a16:creationId xmlns:a16="http://schemas.microsoft.com/office/drawing/2014/main" id="{EC07D420-7CC1-4BBC-93D6-1E45B780DECA}"/>
                </a:ext>
              </a:extLst>
            </p:cNvPr>
            <p:cNvSpPr>
              <a:spLocks noChangeShapeType="1"/>
            </p:cNvSpPr>
            <p:nvPr/>
          </p:nvSpPr>
          <p:spPr bwMode="auto">
            <a:xfrm rot="16200000">
              <a:off x="1683675" y="3934478"/>
              <a:ext cx="3829441" cy="0"/>
            </a:xfrm>
            <a:prstGeom prst="line">
              <a:avLst/>
            </a:prstGeom>
            <a:noFill/>
            <a:ln w="22225">
              <a:solidFill>
                <a:srgbClr val="000000"/>
              </a:solidFill>
              <a:round/>
              <a:headEnd/>
              <a:tailEnd/>
            </a:ln>
          </p:spPr>
          <p:txBody>
            <a:bodyPr/>
            <a:lstStyle/>
            <a:p>
              <a:pPr eaLnBrk="1" hangingPunct="1">
                <a:defRPr/>
              </a:pPr>
              <a:endParaRPr lang="en-US" sz="1050"/>
            </a:p>
          </p:txBody>
        </p:sp>
        <p:sp>
          <p:nvSpPr>
            <p:cNvPr id="69743" name="Line 118">
              <a:extLst>
                <a:ext uri="{FF2B5EF4-FFF2-40B4-BE49-F238E27FC236}">
                  <a16:creationId xmlns:a16="http://schemas.microsoft.com/office/drawing/2014/main" id="{FAC9E4AC-27E1-4746-8335-3894513F1343}"/>
                </a:ext>
              </a:extLst>
            </p:cNvPr>
            <p:cNvSpPr>
              <a:spLocks noChangeShapeType="1"/>
            </p:cNvSpPr>
            <p:nvPr/>
          </p:nvSpPr>
          <p:spPr bwMode="auto">
            <a:xfrm rot="16200000">
              <a:off x="2278243" y="3422756"/>
              <a:ext cx="2824071" cy="0"/>
            </a:xfrm>
            <a:prstGeom prst="line">
              <a:avLst/>
            </a:prstGeom>
            <a:noFill/>
            <a:ln w="22225">
              <a:solidFill>
                <a:srgbClr val="000000"/>
              </a:solidFill>
              <a:round/>
              <a:headEnd/>
              <a:tailEnd/>
            </a:ln>
          </p:spPr>
          <p:txBody>
            <a:bodyPr/>
            <a:lstStyle/>
            <a:p>
              <a:pPr eaLnBrk="1" hangingPunct="1">
                <a:defRPr/>
              </a:pPr>
              <a:endParaRPr lang="en-US" sz="1050"/>
            </a:p>
          </p:txBody>
        </p:sp>
        <p:sp>
          <p:nvSpPr>
            <p:cNvPr id="69744" name="Line 119">
              <a:extLst>
                <a:ext uri="{FF2B5EF4-FFF2-40B4-BE49-F238E27FC236}">
                  <a16:creationId xmlns:a16="http://schemas.microsoft.com/office/drawing/2014/main" id="{F2779033-F76B-4723-AF1B-EE91CAA95303}"/>
                </a:ext>
              </a:extLst>
            </p:cNvPr>
            <p:cNvSpPr>
              <a:spLocks noChangeShapeType="1"/>
            </p:cNvSpPr>
            <p:nvPr/>
          </p:nvSpPr>
          <p:spPr bwMode="auto">
            <a:xfrm rot="16200000" flipV="1">
              <a:off x="2231985" y="4031625"/>
              <a:ext cx="548999"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745" name="Line 120">
              <a:extLst>
                <a:ext uri="{FF2B5EF4-FFF2-40B4-BE49-F238E27FC236}">
                  <a16:creationId xmlns:a16="http://schemas.microsoft.com/office/drawing/2014/main" id="{2302A461-CC15-4E1F-BA5F-4CB34E985727}"/>
                </a:ext>
              </a:extLst>
            </p:cNvPr>
            <p:cNvSpPr>
              <a:spLocks noChangeShapeType="1"/>
            </p:cNvSpPr>
            <p:nvPr/>
          </p:nvSpPr>
          <p:spPr bwMode="auto">
            <a:xfrm rot="16200000">
              <a:off x="2654993" y="3592924"/>
              <a:ext cx="0" cy="301292"/>
            </a:xfrm>
            <a:prstGeom prst="line">
              <a:avLst/>
            </a:prstGeom>
            <a:noFill/>
            <a:ln w="22225">
              <a:solidFill>
                <a:srgbClr val="000000"/>
              </a:solidFill>
              <a:round/>
              <a:headEnd/>
              <a:tailEnd/>
            </a:ln>
          </p:spPr>
          <p:txBody>
            <a:bodyPr/>
            <a:lstStyle/>
            <a:p>
              <a:pPr eaLnBrk="1" hangingPunct="1">
                <a:defRPr/>
              </a:pPr>
              <a:endParaRPr lang="en-US" sz="1050"/>
            </a:p>
          </p:txBody>
        </p:sp>
        <p:sp>
          <p:nvSpPr>
            <p:cNvPr id="69746" name="Line 121">
              <a:extLst>
                <a:ext uri="{FF2B5EF4-FFF2-40B4-BE49-F238E27FC236}">
                  <a16:creationId xmlns:a16="http://schemas.microsoft.com/office/drawing/2014/main" id="{5DE4312F-25C6-4B36-AACB-4B5E06FA42BC}"/>
                </a:ext>
              </a:extLst>
            </p:cNvPr>
            <p:cNvSpPr>
              <a:spLocks noChangeShapeType="1"/>
            </p:cNvSpPr>
            <p:nvPr/>
          </p:nvSpPr>
          <p:spPr bwMode="auto">
            <a:xfrm rot="16200000">
              <a:off x="63958" y="3636256"/>
              <a:ext cx="1543073"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747" name="Line 122">
              <a:extLst>
                <a:ext uri="{FF2B5EF4-FFF2-40B4-BE49-F238E27FC236}">
                  <a16:creationId xmlns:a16="http://schemas.microsoft.com/office/drawing/2014/main" id="{5594DCDF-A7E3-402C-8F6A-ADE9A568517C}"/>
                </a:ext>
              </a:extLst>
            </p:cNvPr>
            <p:cNvSpPr>
              <a:spLocks noChangeShapeType="1"/>
            </p:cNvSpPr>
            <p:nvPr/>
          </p:nvSpPr>
          <p:spPr bwMode="auto">
            <a:xfrm rot="16200000">
              <a:off x="938062" y="2784377"/>
              <a:ext cx="0" cy="192313"/>
            </a:xfrm>
            <a:prstGeom prst="line">
              <a:avLst/>
            </a:prstGeom>
            <a:noFill/>
            <a:ln w="22225">
              <a:solidFill>
                <a:srgbClr val="000000"/>
              </a:solidFill>
              <a:round/>
              <a:headEnd/>
              <a:tailEnd type="none" w="sm" len="sm"/>
            </a:ln>
          </p:spPr>
          <p:txBody>
            <a:bodyPr/>
            <a:lstStyle/>
            <a:p>
              <a:pPr eaLnBrk="1" hangingPunct="1">
                <a:defRPr/>
              </a:pPr>
              <a:endParaRPr lang="en-US" sz="1050"/>
            </a:p>
          </p:txBody>
        </p:sp>
        <p:sp>
          <p:nvSpPr>
            <p:cNvPr id="69748" name="Line 123">
              <a:extLst>
                <a:ext uri="{FF2B5EF4-FFF2-40B4-BE49-F238E27FC236}">
                  <a16:creationId xmlns:a16="http://schemas.microsoft.com/office/drawing/2014/main" id="{713906D5-ED1F-4365-B50B-1ED5B9FC64FB}"/>
                </a:ext>
              </a:extLst>
            </p:cNvPr>
            <p:cNvSpPr>
              <a:spLocks noChangeShapeType="1"/>
            </p:cNvSpPr>
            <p:nvPr/>
          </p:nvSpPr>
          <p:spPr bwMode="auto">
            <a:xfrm rot="16200000">
              <a:off x="855795" y="2651293"/>
              <a:ext cx="0" cy="160260"/>
            </a:xfrm>
            <a:prstGeom prst="line">
              <a:avLst/>
            </a:prstGeom>
            <a:noFill/>
            <a:ln w="22225">
              <a:solidFill>
                <a:srgbClr val="000000"/>
              </a:solidFill>
              <a:round/>
              <a:headEnd/>
              <a:tailEnd/>
            </a:ln>
          </p:spPr>
          <p:txBody>
            <a:bodyPr/>
            <a:lstStyle/>
            <a:p>
              <a:pPr eaLnBrk="1" hangingPunct="1">
                <a:defRPr/>
              </a:pPr>
              <a:endParaRPr lang="en-US" sz="1050"/>
            </a:p>
          </p:txBody>
        </p:sp>
        <p:sp>
          <p:nvSpPr>
            <p:cNvPr id="69749" name="Line 124">
              <a:extLst>
                <a:ext uri="{FF2B5EF4-FFF2-40B4-BE49-F238E27FC236}">
                  <a16:creationId xmlns:a16="http://schemas.microsoft.com/office/drawing/2014/main" id="{6DAD2D60-7BC0-4425-B0B0-283B400F32EF}"/>
                </a:ext>
              </a:extLst>
            </p:cNvPr>
            <p:cNvSpPr>
              <a:spLocks noChangeShapeType="1"/>
            </p:cNvSpPr>
            <p:nvPr/>
          </p:nvSpPr>
          <p:spPr bwMode="auto">
            <a:xfrm rot="16200000">
              <a:off x="-433039" y="3942385"/>
              <a:ext cx="2417405" cy="0"/>
            </a:xfrm>
            <a:prstGeom prst="line">
              <a:avLst/>
            </a:prstGeom>
            <a:noFill/>
            <a:ln w="22225">
              <a:solidFill>
                <a:srgbClr val="000000"/>
              </a:solidFill>
              <a:round/>
              <a:headEnd/>
              <a:tailEnd/>
            </a:ln>
          </p:spPr>
          <p:txBody>
            <a:bodyPr/>
            <a:lstStyle/>
            <a:p>
              <a:pPr eaLnBrk="1" hangingPunct="1">
                <a:defRPr/>
              </a:pPr>
              <a:endParaRPr lang="en-US" sz="1050"/>
            </a:p>
          </p:txBody>
        </p:sp>
        <p:sp>
          <p:nvSpPr>
            <p:cNvPr id="69750" name="Line 125">
              <a:extLst>
                <a:ext uri="{FF2B5EF4-FFF2-40B4-BE49-F238E27FC236}">
                  <a16:creationId xmlns:a16="http://schemas.microsoft.com/office/drawing/2014/main" id="{508299B6-E5F6-4D06-8119-E9313BDA80C5}"/>
                </a:ext>
              </a:extLst>
            </p:cNvPr>
            <p:cNvSpPr>
              <a:spLocks noChangeShapeType="1"/>
            </p:cNvSpPr>
            <p:nvPr/>
          </p:nvSpPr>
          <p:spPr bwMode="auto">
            <a:xfrm rot="16200000">
              <a:off x="3161418" y="4259984"/>
              <a:ext cx="0" cy="715834"/>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751" name="Line 126">
              <a:extLst>
                <a:ext uri="{FF2B5EF4-FFF2-40B4-BE49-F238E27FC236}">
                  <a16:creationId xmlns:a16="http://schemas.microsoft.com/office/drawing/2014/main" id="{31136EDD-9B0E-4FEB-A8C8-E3E8D3D9A681}"/>
                </a:ext>
              </a:extLst>
            </p:cNvPr>
            <p:cNvSpPr>
              <a:spLocks noChangeShapeType="1"/>
            </p:cNvSpPr>
            <p:nvPr/>
          </p:nvSpPr>
          <p:spPr bwMode="auto">
            <a:xfrm rot="16200000">
              <a:off x="2705712" y="4526403"/>
              <a:ext cx="178482" cy="0"/>
            </a:xfrm>
            <a:prstGeom prst="line">
              <a:avLst/>
            </a:prstGeom>
            <a:noFill/>
            <a:ln w="22225">
              <a:solidFill>
                <a:srgbClr val="000000"/>
              </a:solidFill>
              <a:round/>
              <a:headEnd/>
              <a:tailEnd/>
            </a:ln>
          </p:spPr>
          <p:txBody>
            <a:bodyPr/>
            <a:lstStyle/>
            <a:p>
              <a:pPr eaLnBrk="1" hangingPunct="1">
                <a:defRPr/>
              </a:pPr>
              <a:endParaRPr lang="en-US" sz="1050"/>
            </a:p>
          </p:txBody>
        </p:sp>
        <p:sp>
          <p:nvSpPr>
            <p:cNvPr id="69752" name="Line 127">
              <a:extLst>
                <a:ext uri="{FF2B5EF4-FFF2-40B4-BE49-F238E27FC236}">
                  <a16:creationId xmlns:a16="http://schemas.microsoft.com/office/drawing/2014/main" id="{F8CA7B70-9A5B-422A-8CDC-9F165E6DF922}"/>
                </a:ext>
              </a:extLst>
            </p:cNvPr>
            <p:cNvSpPr>
              <a:spLocks noChangeShapeType="1"/>
            </p:cNvSpPr>
            <p:nvPr/>
          </p:nvSpPr>
          <p:spPr bwMode="auto">
            <a:xfrm rot="16200000">
              <a:off x="2144134" y="4283532"/>
              <a:ext cx="912740" cy="0"/>
            </a:xfrm>
            <a:prstGeom prst="line">
              <a:avLst/>
            </a:prstGeom>
            <a:noFill/>
            <a:ln w="22225">
              <a:solidFill>
                <a:srgbClr val="000000"/>
              </a:solidFill>
              <a:round/>
              <a:headEnd/>
              <a:tailEnd/>
            </a:ln>
          </p:spPr>
          <p:txBody>
            <a:bodyPr/>
            <a:lstStyle/>
            <a:p>
              <a:pPr eaLnBrk="1" hangingPunct="1">
                <a:defRPr/>
              </a:pPr>
              <a:endParaRPr lang="en-US" sz="1050"/>
            </a:p>
          </p:txBody>
        </p:sp>
        <p:sp>
          <p:nvSpPr>
            <p:cNvPr id="69753" name="Line 128">
              <a:extLst>
                <a:ext uri="{FF2B5EF4-FFF2-40B4-BE49-F238E27FC236}">
                  <a16:creationId xmlns:a16="http://schemas.microsoft.com/office/drawing/2014/main" id="{583FCB45-CDB8-40C2-AA2B-29D115F72B15}"/>
                </a:ext>
              </a:extLst>
            </p:cNvPr>
            <p:cNvSpPr>
              <a:spLocks noChangeShapeType="1"/>
            </p:cNvSpPr>
            <p:nvPr/>
          </p:nvSpPr>
          <p:spPr bwMode="auto">
            <a:xfrm rot="16200000">
              <a:off x="2757560" y="3672366"/>
              <a:ext cx="0" cy="314111"/>
            </a:xfrm>
            <a:prstGeom prst="line">
              <a:avLst/>
            </a:prstGeom>
            <a:noFill/>
            <a:ln w="22225">
              <a:solidFill>
                <a:srgbClr val="000000"/>
              </a:solidFill>
              <a:round/>
              <a:headEnd/>
              <a:tailEnd/>
            </a:ln>
          </p:spPr>
          <p:txBody>
            <a:bodyPr/>
            <a:lstStyle/>
            <a:p>
              <a:pPr eaLnBrk="1" hangingPunct="1">
                <a:defRPr/>
              </a:pPr>
              <a:endParaRPr lang="en-US" sz="1050"/>
            </a:p>
          </p:txBody>
        </p:sp>
        <p:sp>
          <p:nvSpPr>
            <p:cNvPr id="69754" name="Line 129">
              <a:extLst>
                <a:ext uri="{FF2B5EF4-FFF2-40B4-BE49-F238E27FC236}">
                  <a16:creationId xmlns:a16="http://schemas.microsoft.com/office/drawing/2014/main" id="{1D9DE601-1BB1-4663-A843-67EDA2C8232A}"/>
                </a:ext>
              </a:extLst>
            </p:cNvPr>
            <p:cNvSpPr>
              <a:spLocks noChangeShapeType="1"/>
            </p:cNvSpPr>
            <p:nvPr/>
          </p:nvSpPr>
          <p:spPr bwMode="auto">
            <a:xfrm rot="16200000" flipV="1">
              <a:off x="3211633" y="4351625"/>
              <a:ext cx="0" cy="957293"/>
            </a:xfrm>
            <a:prstGeom prst="line">
              <a:avLst/>
            </a:prstGeom>
            <a:noFill/>
            <a:ln w="22225">
              <a:solidFill>
                <a:srgbClr val="000000"/>
              </a:solidFill>
              <a:round/>
              <a:headEnd/>
              <a:tailEnd/>
            </a:ln>
          </p:spPr>
          <p:txBody>
            <a:bodyPr/>
            <a:lstStyle/>
            <a:p>
              <a:pPr eaLnBrk="1" hangingPunct="1">
                <a:defRPr/>
              </a:pPr>
              <a:endParaRPr lang="en-US" sz="1050"/>
            </a:p>
          </p:txBody>
        </p:sp>
        <p:sp>
          <p:nvSpPr>
            <p:cNvPr id="69755" name="Line 130">
              <a:extLst>
                <a:ext uri="{FF2B5EF4-FFF2-40B4-BE49-F238E27FC236}">
                  <a16:creationId xmlns:a16="http://schemas.microsoft.com/office/drawing/2014/main" id="{73A2D85D-38CD-46AC-A5A3-FDBA375FF2A8}"/>
                </a:ext>
              </a:extLst>
            </p:cNvPr>
            <p:cNvSpPr>
              <a:spLocks noChangeShapeType="1"/>
            </p:cNvSpPr>
            <p:nvPr/>
          </p:nvSpPr>
          <p:spPr bwMode="auto">
            <a:xfrm rot="16200000">
              <a:off x="2082326" y="4585208"/>
              <a:ext cx="0" cy="869683"/>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756" name="Line 131">
              <a:extLst>
                <a:ext uri="{FF2B5EF4-FFF2-40B4-BE49-F238E27FC236}">
                  <a16:creationId xmlns:a16="http://schemas.microsoft.com/office/drawing/2014/main" id="{33417C97-625B-42F8-8DA5-EAB3FA6D96A2}"/>
                </a:ext>
              </a:extLst>
            </p:cNvPr>
            <p:cNvSpPr>
              <a:spLocks noChangeShapeType="1"/>
            </p:cNvSpPr>
            <p:nvPr/>
          </p:nvSpPr>
          <p:spPr bwMode="auto">
            <a:xfrm rot="16200000">
              <a:off x="2479767" y="4969217"/>
              <a:ext cx="79075" cy="0"/>
            </a:xfrm>
            <a:prstGeom prst="line">
              <a:avLst/>
            </a:prstGeom>
            <a:noFill/>
            <a:ln w="22225">
              <a:solidFill>
                <a:srgbClr val="000000"/>
              </a:solidFill>
              <a:round/>
              <a:headEnd/>
              <a:tailEnd/>
            </a:ln>
          </p:spPr>
          <p:txBody>
            <a:bodyPr/>
            <a:lstStyle/>
            <a:p>
              <a:pPr eaLnBrk="1" hangingPunct="1">
                <a:defRPr/>
              </a:pPr>
              <a:endParaRPr lang="en-US" sz="1050"/>
            </a:p>
          </p:txBody>
        </p:sp>
        <p:sp>
          <p:nvSpPr>
            <p:cNvPr id="69757" name="Line 132">
              <a:extLst>
                <a:ext uri="{FF2B5EF4-FFF2-40B4-BE49-F238E27FC236}">
                  <a16:creationId xmlns:a16="http://schemas.microsoft.com/office/drawing/2014/main" id="{D392F2BE-F9AB-4976-9603-AD40F5186EE2}"/>
                </a:ext>
              </a:extLst>
            </p:cNvPr>
            <p:cNvSpPr>
              <a:spLocks noChangeShapeType="1"/>
            </p:cNvSpPr>
            <p:nvPr/>
          </p:nvSpPr>
          <p:spPr bwMode="auto">
            <a:xfrm rot="16200000">
              <a:off x="2644301" y="4973736"/>
              <a:ext cx="79075" cy="0"/>
            </a:xfrm>
            <a:prstGeom prst="line">
              <a:avLst/>
            </a:prstGeom>
            <a:noFill/>
            <a:ln w="22225">
              <a:solidFill>
                <a:srgbClr val="000000"/>
              </a:solidFill>
              <a:round/>
              <a:headEnd/>
              <a:tailEnd/>
            </a:ln>
          </p:spPr>
          <p:txBody>
            <a:bodyPr/>
            <a:lstStyle/>
            <a:p>
              <a:pPr eaLnBrk="1" hangingPunct="1">
                <a:defRPr/>
              </a:pPr>
              <a:endParaRPr lang="en-US" sz="1050"/>
            </a:p>
          </p:txBody>
        </p:sp>
        <p:sp>
          <p:nvSpPr>
            <p:cNvPr id="69758" name="Line 133">
              <a:extLst>
                <a:ext uri="{FF2B5EF4-FFF2-40B4-BE49-F238E27FC236}">
                  <a16:creationId xmlns:a16="http://schemas.microsoft.com/office/drawing/2014/main" id="{B6852650-C8C8-43FB-8C16-DECFC916936B}"/>
                </a:ext>
              </a:extLst>
            </p:cNvPr>
            <p:cNvSpPr>
              <a:spLocks noChangeShapeType="1"/>
            </p:cNvSpPr>
            <p:nvPr/>
          </p:nvSpPr>
          <p:spPr bwMode="auto">
            <a:xfrm rot="16200000">
              <a:off x="3104792" y="4598975"/>
              <a:ext cx="0" cy="837631"/>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759" name="AutoShape 134">
              <a:extLst>
                <a:ext uri="{FF2B5EF4-FFF2-40B4-BE49-F238E27FC236}">
                  <a16:creationId xmlns:a16="http://schemas.microsoft.com/office/drawing/2014/main" id="{4EBDDA0C-6390-450B-AD0C-422A4FF849F8}"/>
                </a:ext>
              </a:extLst>
            </p:cNvPr>
            <p:cNvSpPr>
              <a:spLocks noChangeArrowheads="1"/>
            </p:cNvSpPr>
            <p:nvPr/>
          </p:nvSpPr>
          <p:spPr bwMode="auto">
            <a:xfrm>
              <a:off x="5583497" y="5521604"/>
              <a:ext cx="346164" cy="164926"/>
            </a:xfrm>
            <a:custGeom>
              <a:avLst/>
              <a:gdLst>
                <a:gd name="T0" fmla="*/ 302816 w 21600"/>
                <a:gd name="T1" fmla="*/ 82550 h 21600"/>
                <a:gd name="T2" fmla="*/ 173038 w 21600"/>
                <a:gd name="T3" fmla="*/ 165100 h 21600"/>
                <a:gd name="T4" fmla="*/ 43259 w 21600"/>
                <a:gd name="T5" fmla="*/ 82550 h 21600"/>
                <a:gd name="T6" fmla="*/ 173038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760" name="Line 135">
              <a:extLst>
                <a:ext uri="{FF2B5EF4-FFF2-40B4-BE49-F238E27FC236}">
                  <a16:creationId xmlns:a16="http://schemas.microsoft.com/office/drawing/2014/main" id="{9D480EED-1EF6-45D4-AC60-3A6A0EF292A2}"/>
                </a:ext>
              </a:extLst>
            </p:cNvPr>
            <p:cNvSpPr>
              <a:spLocks noChangeShapeType="1"/>
            </p:cNvSpPr>
            <p:nvPr/>
          </p:nvSpPr>
          <p:spPr bwMode="auto">
            <a:xfrm rot="16200000">
              <a:off x="5609467" y="5459475"/>
              <a:ext cx="106184" cy="0"/>
            </a:xfrm>
            <a:prstGeom prst="line">
              <a:avLst/>
            </a:prstGeom>
            <a:noFill/>
            <a:ln w="22225">
              <a:solidFill>
                <a:srgbClr val="000000"/>
              </a:solidFill>
              <a:round/>
              <a:headEnd/>
              <a:tailEnd/>
            </a:ln>
          </p:spPr>
          <p:txBody>
            <a:bodyPr/>
            <a:lstStyle/>
            <a:p>
              <a:pPr eaLnBrk="1" hangingPunct="1">
                <a:defRPr/>
              </a:pPr>
              <a:endParaRPr lang="en-US" sz="1050"/>
            </a:p>
          </p:txBody>
        </p:sp>
        <p:sp>
          <p:nvSpPr>
            <p:cNvPr id="69761" name="Rectangle 136">
              <a:extLst>
                <a:ext uri="{FF2B5EF4-FFF2-40B4-BE49-F238E27FC236}">
                  <a16:creationId xmlns:a16="http://schemas.microsoft.com/office/drawing/2014/main" id="{59C2BF6C-6982-4520-A96E-9DCBEF43D248}"/>
                </a:ext>
              </a:extLst>
            </p:cNvPr>
            <p:cNvSpPr>
              <a:spLocks noChangeArrowheads="1"/>
            </p:cNvSpPr>
            <p:nvPr/>
          </p:nvSpPr>
          <p:spPr bwMode="auto">
            <a:xfrm rot="16200000">
              <a:off x="5373865" y="5724997"/>
              <a:ext cx="560296" cy="790621"/>
            </a:xfrm>
            <a:prstGeom prst="rect">
              <a:avLst/>
            </a:prstGeom>
            <a:solidFill>
              <a:srgbClr val="FFFFFF"/>
            </a:solidFill>
            <a:ln w="22225">
              <a:solidFill>
                <a:srgbClr val="000000"/>
              </a:solidFill>
              <a:miter lim="800000"/>
              <a:headEnd/>
              <a:tailEnd/>
            </a:ln>
          </p:spPr>
          <p:txBody>
            <a:bodyPr vert="eaVert"/>
            <a:lstStyle/>
            <a:p>
              <a:pPr algn="ctr" eaLnBrk="1" hangingPunct="1">
                <a:defRPr/>
              </a:pPr>
              <a:r>
                <a:rPr lang="en-US" sz="1050"/>
                <a:t>LUT</a:t>
              </a:r>
              <a:endParaRPr lang="ru-RU" sz="1050"/>
            </a:p>
          </p:txBody>
        </p:sp>
        <p:sp>
          <p:nvSpPr>
            <p:cNvPr id="69762" name="Line 137">
              <a:extLst>
                <a:ext uri="{FF2B5EF4-FFF2-40B4-BE49-F238E27FC236}">
                  <a16:creationId xmlns:a16="http://schemas.microsoft.com/office/drawing/2014/main" id="{043EFEC7-3AB8-42AC-9266-965927A17A4E}"/>
                </a:ext>
              </a:extLst>
            </p:cNvPr>
            <p:cNvSpPr>
              <a:spLocks noChangeShapeType="1"/>
            </p:cNvSpPr>
            <p:nvPr/>
          </p:nvSpPr>
          <p:spPr bwMode="auto">
            <a:xfrm rot="16200000">
              <a:off x="5659948" y="5416550"/>
              <a:ext cx="214630" cy="0"/>
            </a:xfrm>
            <a:prstGeom prst="line">
              <a:avLst/>
            </a:prstGeom>
            <a:noFill/>
            <a:ln w="22225">
              <a:solidFill>
                <a:srgbClr val="000000"/>
              </a:solidFill>
              <a:round/>
              <a:headEnd/>
              <a:tailEnd type="none" w="sm" len="sm"/>
            </a:ln>
          </p:spPr>
          <p:txBody>
            <a:bodyPr/>
            <a:lstStyle/>
            <a:p>
              <a:pPr eaLnBrk="1" hangingPunct="1">
                <a:defRPr/>
              </a:pPr>
              <a:endParaRPr lang="en-US" sz="1050"/>
            </a:p>
          </p:txBody>
        </p:sp>
        <p:sp>
          <p:nvSpPr>
            <p:cNvPr id="69763" name="Line 138">
              <a:extLst>
                <a:ext uri="{FF2B5EF4-FFF2-40B4-BE49-F238E27FC236}">
                  <a16:creationId xmlns:a16="http://schemas.microsoft.com/office/drawing/2014/main" id="{2AFA0F53-8BDB-416A-A640-19B23BCD3070}"/>
                </a:ext>
              </a:extLst>
            </p:cNvPr>
            <p:cNvSpPr>
              <a:spLocks noChangeShapeType="1"/>
            </p:cNvSpPr>
            <p:nvPr/>
          </p:nvSpPr>
          <p:spPr bwMode="auto">
            <a:xfrm rot="16200000">
              <a:off x="5805319" y="5445920"/>
              <a:ext cx="133295" cy="0"/>
            </a:xfrm>
            <a:prstGeom prst="line">
              <a:avLst/>
            </a:prstGeom>
            <a:noFill/>
            <a:ln w="22225">
              <a:solidFill>
                <a:srgbClr val="000000"/>
              </a:solidFill>
              <a:round/>
              <a:headEnd/>
              <a:tailEnd/>
            </a:ln>
          </p:spPr>
          <p:txBody>
            <a:bodyPr/>
            <a:lstStyle/>
            <a:p>
              <a:pPr eaLnBrk="1" hangingPunct="1">
                <a:defRPr/>
              </a:pPr>
              <a:endParaRPr lang="en-US" sz="1050"/>
            </a:p>
          </p:txBody>
        </p:sp>
        <p:sp>
          <p:nvSpPr>
            <p:cNvPr id="69764" name="Line 139">
              <a:extLst>
                <a:ext uri="{FF2B5EF4-FFF2-40B4-BE49-F238E27FC236}">
                  <a16:creationId xmlns:a16="http://schemas.microsoft.com/office/drawing/2014/main" id="{DCF6CF69-0BC0-4AEC-8A6A-54ADC4B8CC1C}"/>
                </a:ext>
              </a:extLst>
            </p:cNvPr>
            <p:cNvSpPr>
              <a:spLocks noChangeShapeType="1"/>
            </p:cNvSpPr>
            <p:nvPr/>
          </p:nvSpPr>
          <p:spPr bwMode="auto">
            <a:xfrm rot="16200000">
              <a:off x="6011929" y="5230273"/>
              <a:ext cx="0" cy="279923"/>
            </a:xfrm>
            <a:prstGeom prst="line">
              <a:avLst/>
            </a:prstGeom>
            <a:noFill/>
            <a:ln w="22225">
              <a:solidFill>
                <a:srgbClr val="000000"/>
              </a:solidFill>
              <a:round/>
              <a:headEnd/>
              <a:tailEnd/>
            </a:ln>
          </p:spPr>
          <p:txBody>
            <a:bodyPr/>
            <a:lstStyle/>
            <a:p>
              <a:pPr eaLnBrk="1" hangingPunct="1">
                <a:defRPr/>
              </a:pPr>
              <a:endParaRPr lang="en-US" sz="1050"/>
            </a:p>
          </p:txBody>
        </p:sp>
        <p:sp>
          <p:nvSpPr>
            <p:cNvPr id="69765" name="Line 140">
              <a:extLst>
                <a:ext uri="{FF2B5EF4-FFF2-40B4-BE49-F238E27FC236}">
                  <a16:creationId xmlns:a16="http://schemas.microsoft.com/office/drawing/2014/main" id="{ABA1124D-2E56-4919-8922-BBCF352A7DDA}"/>
                </a:ext>
              </a:extLst>
            </p:cNvPr>
            <p:cNvSpPr>
              <a:spLocks noChangeShapeType="1"/>
            </p:cNvSpPr>
            <p:nvPr/>
          </p:nvSpPr>
          <p:spPr bwMode="auto">
            <a:xfrm rot="16200000" flipH="1">
              <a:off x="5507756" y="6018642"/>
              <a:ext cx="1296813" cy="0"/>
            </a:xfrm>
            <a:prstGeom prst="line">
              <a:avLst/>
            </a:prstGeom>
            <a:noFill/>
            <a:ln w="22225">
              <a:solidFill>
                <a:srgbClr val="000000"/>
              </a:solidFill>
              <a:round/>
              <a:headEnd/>
              <a:tailEnd/>
            </a:ln>
          </p:spPr>
          <p:txBody>
            <a:bodyPr/>
            <a:lstStyle/>
            <a:p>
              <a:pPr eaLnBrk="1" hangingPunct="1">
                <a:defRPr/>
              </a:pPr>
              <a:endParaRPr lang="en-US" sz="1050"/>
            </a:p>
          </p:txBody>
        </p:sp>
        <p:sp>
          <p:nvSpPr>
            <p:cNvPr id="69766" name="Line 141">
              <a:extLst>
                <a:ext uri="{FF2B5EF4-FFF2-40B4-BE49-F238E27FC236}">
                  <a16:creationId xmlns:a16="http://schemas.microsoft.com/office/drawing/2014/main" id="{30A45978-9346-4EC2-BF13-AD4453E8FD59}"/>
                </a:ext>
              </a:extLst>
            </p:cNvPr>
            <p:cNvSpPr>
              <a:spLocks noChangeShapeType="1"/>
            </p:cNvSpPr>
            <p:nvPr/>
          </p:nvSpPr>
          <p:spPr bwMode="auto">
            <a:xfrm rot="16200000">
              <a:off x="5691577" y="5768994"/>
              <a:ext cx="151371" cy="0"/>
            </a:xfrm>
            <a:prstGeom prst="line">
              <a:avLst/>
            </a:prstGeom>
            <a:noFill/>
            <a:ln w="22225">
              <a:solidFill>
                <a:srgbClr val="000000"/>
              </a:solidFill>
              <a:round/>
              <a:headEnd/>
              <a:tailEnd/>
            </a:ln>
          </p:spPr>
          <p:txBody>
            <a:bodyPr/>
            <a:lstStyle/>
            <a:p>
              <a:pPr eaLnBrk="1" hangingPunct="1">
                <a:defRPr/>
              </a:pPr>
              <a:endParaRPr lang="en-US" sz="1050"/>
            </a:p>
          </p:txBody>
        </p:sp>
        <p:sp>
          <p:nvSpPr>
            <p:cNvPr id="69767" name="Line 142">
              <a:extLst>
                <a:ext uri="{FF2B5EF4-FFF2-40B4-BE49-F238E27FC236}">
                  <a16:creationId xmlns:a16="http://schemas.microsoft.com/office/drawing/2014/main" id="{615F2FCC-6B48-44D1-AE23-D4F8B0D477FC}"/>
                </a:ext>
              </a:extLst>
            </p:cNvPr>
            <p:cNvSpPr>
              <a:spLocks noChangeShapeType="1"/>
            </p:cNvSpPr>
            <p:nvPr/>
          </p:nvSpPr>
          <p:spPr bwMode="auto">
            <a:xfrm rot="16200000">
              <a:off x="5781735" y="5644734"/>
              <a:ext cx="372778" cy="0"/>
            </a:xfrm>
            <a:prstGeom prst="line">
              <a:avLst/>
            </a:prstGeom>
            <a:noFill/>
            <a:ln w="22225">
              <a:solidFill>
                <a:srgbClr val="000000"/>
              </a:solidFill>
              <a:round/>
              <a:headEnd/>
              <a:tailEnd/>
            </a:ln>
          </p:spPr>
          <p:txBody>
            <a:bodyPr/>
            <a:lstStyle/>
            <a:p>
              <a:pPr eaLnBrk="1" hangingPunct="1">
                <a:defRPr/>
              </a:pPr>
              <a:endParaRPr lang="en-US" sz="1050"/>
            </a:p>
          </p:txBody>
        </p:sp>
        <p:sp>
          <p:nvSpPr>
            <p:cNvPr id="69768" name="AutoShape 143">
              <a:extLst>
                <a:ext uri="{FF2B5EF4-FFF2-40B4-BE49-F238E27FC236}">
                  <a16:creationId xmlns:a16="http://schemas.microsoft.com/office/drawing/2014/main" id="{CB245956-CBC7-4A50-B7CB-A970B1CE316F}"/>
                </a:ext>
              </a:extLst>
            </p:cNvPr>
            <p:cNvSpPr>
              <a:spLocks noChangeArrowheads="1"/>
            </p:cNvSpPr>
            <p:nvPr/>
          </p:nvSpPr>
          <p:spPr bwMode="auto">
            <a:xfrm rot="10800000">
              <a:off x="3942424" y="3199089"/>
              <a:ext cx="346164" cy="164926"/>
            </a:xfrm>
            <a:custGeom>
              <a:avLst/>
              <a:gdLst>
                <a:gd name="T0" fmla="*/ 302816 w 21600"/>
                <a:gd name="T1" fmla="*/ 82550 h 21600"/>
                <a:gd name="T2" fmla="*/ 173038 w 21600"/>
                <a:gd name="T3" fmla="*/ 165100 h 21600"/>
                <a:gd name="T4" fmla="*/ 43259 w 21600"/>
                <a:gd name="T5" fmla="*/ 82550 h 21600"/>
                <a:gd name="T6" fmla="*/ 173038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769" name="Line 144">
              <a:extLst>
                <a:ext uri="{FF2B5EF4-FFF2-40B4-BE49-F238E27FC236}">
                  <a16:creationId xmlns:a16="http://schemas.microsoft.com/office/drawing/2014/main" id="{14E78A31-77A3-4C6B-BD9E-5D1AAEA14798}"/>
                </a:ext>
              </a:extLst>
            </p:cNvPr>
            <p:cNvSpPr>
              <a:spLocks noChangeShapeType="1"/>
            </p:cNvSpPr>
            <p:nvPr/>
          </p:nvSpPr>
          <p:spPr bwMode="auto">
            <a:xfrm rot="16200000">
              <a:off x="4039915" y="3129052"/>
              <a:ext cx="108444" cy="0"/>
            </a:xfrm>
            <a:prstGeom prst="line">
              <a:avLst/>
            </a:prstGeom>
            <a:noFill/>
            <a:ln w="22225">
              <a:solidFill>
                <a:srgbClr val="000000"/>
              </a:solidFill>
              <a:round/>
              <a:headEnd/>
              <a:tailEnd/>
            </a:ln>
          </p:spPr>
          <p:txBody>
            <a:bodyPr/>
            <a:lstStyle/>
            <a:p>
              <a:pPr eaLnBrk="1" hangingPunct="1">
                <a:defRPr/>
              </a:pPr>
              <a:endParaRPr lang="en-US" sz="1050"/>
            </a:p>
          </p:txBody>
        </p:sp>
        <p:sp>
          <p:nvSpPr>
            <p:cNvPr id="69770" name="Line 145">
              <a:extLst>
                <a:ext uri="{FF2B5EF4-FFF2-40B4-BE49-F238E27FC236}">
                  <a16:creationId xmlns:a16="http://schemas.microsoft.com/office/drawing/2014/main" id="{2AC003DC-2123-4EBF-A7BE-9AE328C21976}"/>
                </a:ext>
              </a:extLst>
            </p:cNvPr>
            <p:cNvSpPr>
              <a:spLocks noChangeShapeType="1"/>
            </p:cNvSpPr>
            <p:nvPr/>
          </p:nvSpPr>
          <p:spPr bwMode="auto">
            <a:xfrm rot="16200000">
              <a:off x="4020047" y="2388016"/>
              <a:ext cx="447333" cy="0"/>
            </a:xfrm>
            <a:prstGeom prst="line">
              <a:avLst/>
            </a:prstGeom>
            <a:noFill/>
            <a:ln w="22225">
              <a:solidFill>
                <a:srgbClr val="000000"/>
              </a:solidFill>
              <a:round/>
              <a:headEnd/>
              <a:tailEnd/>
            </a:ln>
          </p:spPr>
          <p:txBody>
            <a:bodyPr/>
            <a:lstStyle/>
            <a:p>
              <a:pPr eaLnBrk="1" hangingPunct="1">
                <a:defRPr/>
              </a:pPr>
              <a:endParaRPr lang="en-US" sz="1050"/>
            </a:p>
          </p:txBody>
        </p:sp>
        <p:sp>
          <p:nvSpPr>
            <p:cNvPr id="69771" name="AutoShape 146">
              <a:extLst>
                <a:ext uri="{FF2B5EF4-FFF2-40B4-BE49-F238E27FC236}">
                  <a16:creationId xmlns:a16="http://schemas.microsoft.com/office/drawing/2014/main" id="{A46C7A41-DECB-4247-817B-47788E2F07AD}"/>
                </a:ext>
              </a:extLst>
            </p:cNvPr>
            <p:cNvSpPr>
              <a:spLocks noChangeArrowheads="1"/>
            </p:cNvSpPr>
            <p:nvPr/>
          </p:nvSpPr>
          <p:spPr bwMode="auto">
            <a:xfrm rot="10800000">
              <a:off x="4517226" y="1766720"/>
              <a:ext cx="666686" cy="228186"/>
            </a:xfrm>
            <a:custGeom>
              <a:avLst/>
              <a:gdLst>
                <a:gd name="T0" fmla="*/ 615169 w 21600"/>
                <a:gd name="T1" fmla="*/ 114300 h 21600"/>
                <a:gd name="T2" fmla="*/ 333375 w 21600"/>
                <a:gd name="T3" fmla="*/ 228600 h 21600"/>
                <a:gd name="T4" fmla="*/ 51581 w 21600"/>
                <a:gd name="T5" fmla="*/ 114300 h 21600"/>
                <a:gd name="T6" fmla="*/ 333375 w 21600"/>
                <a:gd name="T7" fmla="*/ 0 h 21600"/>
                <a:gd name="T8" fmla="*/ 0 60000 65536"/>
                <a:gd name="T9" fmla="*/ 0 60000 65536"/>
                <a:gd name="T10" fmla="*/ 0 60000 65536"/>
                <a:gd name="T11" fmla="*/ 0 60000 65536"/>
                <a:gd name="T12" fmla="*/ 3471 w 21600"/>
                <a:gd name="T13" fmla="*/ 3471 h 21600"/>
                <a:gd name="T14" fmla="*/ 18129 w 21600"/>
                <a:gd name="T15" fmla="*/ 18129 h 21600"/>
              </a:gdLst>
              <a:ahLst/>
              <a:cxnLst>
                <a:cxn ang="T8">
                  <a:pos x="T0" y="T1"/>
                </a:cxn>
                <a:cxn ang="T9">
                  <a:pos x="T2" y="T3"/>
                </a:cxn>
                <a:cxn ang="T10">
                  <a:pos x="T4" y="T5"/>
                </a:cxn>
                <a:cxn ang="T11">
                  <a:pos x="T6" y="T7"/>
                </a:cxn>
              </a:cxnLst>
              <a:rect l="T12" t="T13" r="T14" b="T15"/>
              <a:pathLst>
                <a:path w="21600" h="21600">
                  <a:moveTo>
                    <a:pt x="0" y="0"/>
                  </a:moveTo>
                  <a:lnTo>
                    <a:pt x="3342" y="21600"/>
                  </a:lnTo>
                  <a:lnTo>
                    <a:pt x="18258"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772" name="Line 147">
              <a:extLst>
                <a:ext uri="{FF2B5EF4-FFF2-40B4-BE49-F238E27FC236}">
                  <a16:creationId xmlns:a16="http://schemas.microsoft.com/office/drawing/2014/main" id="{CCD4F69B-BFB6-4C62-B530-5E7F9D161325}"/>
                </a:ext>
              </a:extLst>
            </p:cNvPr>
            <p:cNvSpPr>
              <a:spLocks noChangeShapeType="1"/>
            </p:cNvSpPr>
            <p:nvPr/>
          </p:nvSpPr>
          <p:spPr bwMode="auto">
            <a:xfrm rot="16200000">
              <a:off x="4561966" y="2085276"/>
              <a:ext cx="162666" cy="0"/>
            </a:xfrm>
            <a:prstGeom prst="line">
              <a:avLst/>
            </a:prstGeom>
            <a:noFill/>
            <a:ln w="22225">
              <a:solidFill>
                <a:srgbClr val="000000"/>
              </a:solidFill>
              <a:round/>
              <a:headEnd/>
              <a:tailEnd/>
            </a:ln>
          </p:spPr>
          <p:txBody>
            <a:bodyPr/>
            <a:lstStyle/>
            <a:p>
              <a:pPr eaLnBrk="1" hangingPunct="1">
                <a:defRPr/>
              </a:pPr>
              <a:endParaRPr lang="en-US" sz="1050"/>
            </a:p>
          </p:txBody>
        </p:sp>
        <p:sp>
          <p:nvSpPr>
            <p:cNvPr id="69773" name="Line 148">
              <a:extLst>
                <a:ext uri="{FF2B5EF4-FFF2-40B4-BE49-F238E27FC236}">
                  <a16:creationId xmlns:a16="http://schemas.microsoft.com/office/drawing/2014/main" id="{0DA62720-BA1A-49D2-AD6A-0BFB7D458287}"/>
                </a:ext>
              </a:extLst>
            </p:cNvPr>
            <p:cNvSpPr>
              <a:spLocks noChangeShapeType="1"/>
            </p:cNvSpPr>
            <p:nvPr/>
          </p:nvSpPr>
          <p:spPr bwMode="auto">
            <a:xfrm rot="16200000">
              <a:off x="4442438" y="1974296"/>
              <a:ext cx="0" cy="384627"/>
            </a:xfrm>
            <a:prstGeom prst="line">
              <a:avLst/>
            </a:prstGeom>
            <a:noFill/>
            <a:ln w="22225">
              <a:solidFill>
                <a:srgbClr val="000000"/>
              </a:solidFill>
              <a:round/>
              <a:headEnd/>
              <a:tailEnd/>
            </a:ln>
          </p:spPr>
          <p:txBody>
            <a:bodyPr/>
            <a:lstStyle/>
            <a:p>
              <a:pPr eaLnBrk="1" hangingPunct="1">
                <a:defRPr/>
              </a:pPr>
              <a:endParaRPr lang="en-US" sz="1050"/>
            </a:p>
          </p:txBody>
        </p:sp>
        <p:sp>
          <p:nvSpPr>
            <p:cNvPr id="69774" name="Line 149">
              <a:extLst>
                <a:ext uri="{FF2B5EF4-FFF2-40B4-BE49-F238E27FC236}">
                  <a16:creationId xmlns:a16="http://schemas.microsoft.com/office/drawing/2014/main" id="{845157FE-7EC2-429B-9084-C38BDC94E223}"/>
                </a:ext>
              </a:extLst>
            </p:cNvPr>
            <p:cNvSpPr>
              <a:spLocks noChangeShapeType="1"/>
            </p:cNvSpPr>
            <p:nvPr/>
          </p:nvSpPr>
          <p:spPr bwMode="auto">
            <a:xfrm rot="16200000" flipH="1" flipV="1">
              <a:off x="3839086" y="2861330"/>
              <a:ext cx="1723812" cy="0"/>
            </a:xfrm>
            <a:prstGeom prst="line">
              <a:avLst/>
            </a:prstGeom>
            <a:noFill/>
            <a:ln w="22225">
              <a:solidFill>
                <a:srgbClr val="000000"/>
              </a:solidFill>
              <a:round/>
              <a:headEnd/>
              <a:tailEnd/>
            </a:ln>
          </p:spPr>
          <p:txBody>
            <a:bodyPr/>
            <a:lstStyle/>
            <a:p>
              <a:pPr eaLnBrk="1" hangingPunct="1">
                <a:defRPr/>
              </a:pPr>
              <a:endParaRPr lang="en-US" sz="1050"/>
            </a:p>
          </p:txBody>
        </p:sp>
        <p:sp>
          <p:nvSpPr>
            <p:cNvPr id="69775" name="Line 150">
              <a:extLst>
                <a:ext uri="{FF2B5EF4-FFF2-40B4-BE49-F238E27FC236}">
                  <a16:creationId xmlns:a16="http://schemas.microsoft.com/office/drawing/2014/main" id="{B9CC952B-8D9F-40CE-AF80-3E717EDC54F5}"/>
                </a:ext>
              </a:extLst>
            </p:cNvPr>
            <p:cNvSpPr>
              <a:spLocks noChangeShapeType="1"/>
            </p:cNvSpPr>
            <p:nvPr/>
          </p:nvSpPr>
          <p:spPr bwMode="auto">
            <a:xfrm rot="16200000" flipH="1">
              <a:off x="3899979" y="2896350"/>
              <a:ext cx="1802887" cy="0"/>
            </a:xfrm>
            <a:prstGeom prst="line">
              <a:avLst/>
            </a:prstGeom>
            <a:noFill/>
            <a:ln w="22225">
              <a:solidFill>
                <a:srgbClr val="000000"/>
              </a:solidFill>
              <a:round/>
              <a:headEnd/>
              <a:tailEnd/>
            </a:ln>
          </p:spPr>
          <p:txBody>
            <a:bodyPr/>
            <a:lstStyle/>
            <a:p>
              <a:pPr eaLnBrk="1" hangingPunct="1">
                <a:defRPr/>
              </a:pPr>
              <a:endParaRPr lang="en-US" sz="1050"/>
            </a:p>
          </p:txBody>
        </p:sp>
        <p:sp>
          <p:nvSpPr>
            <p:cNvPr id="69776" name="Line 151">
              <a:extLst>
                <a:ext uri="{FF2B5EF4-FFF2-40B4-BE49-F238E27FC236}">
                  <a16:creationId xmlns:a16="http://schemas.microsoft.com/office/drawing/2014/main" id="{9CDCA475-AFF8-4190-9D2F-206FF62300D4}"/>
                </a:ext>
              </a:extLst>
            </p:cNvPr>
            <p:cNvSpPr>
              <a:spLocks noChangeShapeType="1"/>
            </p:cNvSpPr>
            <p:nvPr/>
          </p:nvSpPr>
          <p:spPr bwMode="auto">
            <a:xfrm rot="16200000" flipH="1">
              <a:off x="4772830" y="2144016"/>
              <a:ext cx="266592" cy="0"/>
            </a:xfrm>
            <a:prstGeom prst="line">
              <a:avLst/>
            </a:prstGeom>
            <a:noFill/>
            <a:ln w="22225">
              <a:solidFill>
                <a:srgbClr val="000000"/>
              </a:solidFill>
              <a:round/>
              <a:headEnd/>
              <a:tailEnd/>
            </a:ln>
          </p:spPr>
          <p:txBody>
            <a:bodyPr/>
            <a:lstStyle/>
            <a:p>
              <a:pPr eaLnBrk="1" hangingPunct="1">
                <a:defRPr/>
              </a:pPr>
              <a:endParaRPr lang="en-US" sz="1050"/>
            </a:p>
          </p:txBody>
        </p:sp>
        <p:sp>
          <p:nvSpPr>
            <p:cNvPr id="69777" name="Line 152">
              <a:extLst>
                <a:ext uri="{FF2B5EF4-FFF2-40B4-BE49-F238E27FC236}">
                  <a16:creationId xmlns:a16="http://schemas.microsoft.com/office/drawing/2014/main" id="{F7B29401-2A28-458B-A8DE-A6DBD641E39A}"/>
                </a:ext>
              </a:extLst>
            </p:cNvPr>
            <p:cNvSpPr>
              <a:spLocks noChangeShapeType="1"/>
            </p:cNvSpPr>
            <p:nvPr/>
          </p:nvSpPr>
          <p:spPr bwMode="auto">
            <a:xfrm rot="16200000" flipH="1">
              <a:off x="4912035" y="2098831"/>
              <a:ext cx="176222" cy="0"/>
            </a:xfrm>
            <a:prstGeom prst="line">
              <a:avLst/>
            </a:prstGeom>
            <a:noFill/>
            <a:ln w="22225">
              <a:solidFill>
                <a:srgbClr val="000000"/>
              </a:solidFill>
              <a:round/>
              <a:headEnd/>
              <a:tailEnd/>
            </a:ln>
          </p:spPr>
          <p:txBody>
            <a:bodyPr/>
            <a:lstStyle/>
            <a:p>
              <a:pPr eaLnBrk="1" hangingPunct="1">
                <a:defRPr/>
              </a:pPr>
              <a:endParaRPr lang="en-US" sz="1050"/>
            </a:p>
          </p:txBody>
        </p:sp>
        <p:sp>
          <p:nvSpPr>
            <p:cNvPr id="69778" name="Line 153">
              <a:extLst>
                <a:ext uri="{FF2B5EF4-FFF2-40B4-BE49-F238E27FC236}">
                  <a16:creationId xmlns:a16="http://schemas.microsoft.com/office/drawing/2014/main" id="{BC97BBFA-6F67-4EB6-B812-1E01BE031F30}"/>
                </a:ext>
              </a:extLst>
            </p:cNvPr>
            <p:cNvSpPr>
              <a:spLocks noChangeShapeType="1"/>
            </p:cNvSpPr>
            <p:nvPr/>
          </p:nvSpPr>
          <p:spPr bwMode="auto">
            <a:xfrm rot="16200000" flipH="1">
              <a:off x="5047606" y="2068332"/>
              <a:ext cx="101666" cy="0"/>
            </a:xfrm>
            <a:prstGeom prst="line">
              <a:avLst/>
            </a:prstGeom>
            <a:noFill/>
            <a:ln w="22225">
              <a:solidFill>
                <a:srgbClr val="000000"/>
              </a:solidFill>
              <a:round/>
              <a:headEnd/>
              <a:tailEnd/>
            </a:ln>
          </p:spPr>
          <p:txBody>
            <a:bodyPr/>
            <a:lstStyle/>
            <a:p>
              <a:pPr eaLnBrk="1" hangingPunct="1">
                <a:defRPr/>
              </a:pPr>
              <a:endParaRPr lang="en-US" sz="1050"/>
            </a:p>
          </p:txBody>
        </p:sp>
        <p:sp>
          <p:nvSpPr>
            <p:cNvPr id="69779" name="Line 154">
              <a:extLst>
                <a:ext uri="{FF2B5EF4-FFF2-40B4-BE49-F238E27FC236}">
                  <a16:creationId xmlns:a16="http://schemas.microsoft.com/office/drawing/2014/main" id="{B077CC3D-145F-4DF9-979F-45210E3B5234}"/>
                </a:ext>
              </a:extLst>
            </p:cNvPr>
            <p:cNvSpPr>
              <a:spLocks noChangeShapeType="1"/>
            </p:cNvSpPr>
            <p:nvPr/>
          </p:nvSpPr>
          <p:spPr bwMode="auto">
            <a:xfrm rot="16200000">
              <a:off x="4492845" y="1415406"/>
              <a:ext cx="702628" cy="0"/>
            </a:xfrm>
            <a:prstGeom prst="line">
              <a:avLst/>
            </a:prstGeom>
            <a:noFill/>
            <a:ln w="22225">
              <a:solidFill>
                <a:srgbClr val="000000"/>
              </a:solidFill>
              <a:round/>
              <a:headEnd/>
              <a:tailEnd/>
            </a:ln>
          </p:spPr>
          <p:txBody>
            <a:bodyPr/>
            <a:lstStyle/>
            <a:p>
              <a:pPr eaLnBrk="1" hangingPunct="1">
                <a:defRPr/>
              </a:pPr>
              <a:endParaRPr lang="en-US" sz="1050"/>
            </a:p>
          </p:txBody>
        </p:sp>
        <p:sp>
          <p:nvSpPr>
            <p:cNvPr id="69780" name="AutoShape 155">
              <a:extLst>
                <a:ext uri="{FF2B5EF4-FFF2-40B4-BE49-F238E27FC236}">
                  <a16:creationId xmlns:a16="http://schemas.microsoft.com/office/drawing/2014/main" id="{F3475D94-18E9-40B9-926F-0C4375DFFE84}"/>
                </a:ext>
              </a:extLst>
            </p:cNvPr>
            <p:cNvSpPr>
              <a:spLocks noChangeArrowheads="1"/>
            </p:cNvSpPr>
            <p:nvPr/>
          </p:nvSpPr>
          <p:spPr bwMode="auto">
            <a:xfrm rot="10800000">
              <a:off x="5297164" y="1766720"/>
              <a:ext cx="666686" cy="228186"/>
            </a:xfrm>
            <a:custGeom>
              <a:avLst/>
              <a:gdLst>
                <a:gd name="T0" fmla="*/ 615169 w 21600"/>
                <a:gd name="T1" fmla="*/ 114300 h 21600"/>
                <a:gd name="T2" fmla="*/ 333375 w 21600"/>
                <a:gd name="T3" fmla="*/ 228600 h 21600"/>
                <a:gd name="T4" fmla="*/ 51581 w 21600"/>
                <a:gd name="T5" fmla="*/ 114300 h 21600"/>
                <a:gd name="T6" fmla="*/ 333375 w 21600"/>
                <a:gd name="T7" fmla="*/ 0 h 21600"/>
                <a:gd name="T8" fmla="*/ 0 60000 65536"/>
                <a:gd name="T9" fmla="*/ 0 60000 65536"/>
                <a:gd name="T10" fmla="*/ 0 60000 65536"/>
                <a:gd name="T11" fmla="*/ 0 60000 65536"/>
                <a:gd name="T12" fmla="*/ 3471 w 21600"/>
                <a:gd name="T13" fmla="*/ 3471 h 21600"/>
                <a:gd name="T14" fmla="*/ 18129 w 21600"/>
                <a:gd name="T15" fmla="*/ 18129 h 21600"/>
              </a:gdLst>
              <a:ahLst/>
              <a:cxnLst>
                <a:cxn ang="T8">
                  <a:pos x="T0" y="T1"/>
                </a:cxn>
                <a:cxn ang="T9">
                  <a:pos x="T2" y="T3"/>
                </a:cxn>
                <a:cxn ang="T10">
                  <a:pos x="T4" y="T5"/>
                </a:cxn>
                <a:cxn ang="T11">
                  <a:pos x="T6" y="T7"/>
                </a:cxn>
              </a:cxnLst>
              <a:rect l="T12" t="T13" r="T14" b="T15"/>
              <a:pathLst>
                <a:path w="21600" h="21600">
                  <a:moveTo>
                    <a:pt x="0" y="0"/>
                  </a:moveTo>
                  <a:lnTo>
                    <a:pt x="3342" y="21600"/>
                  </a:lnTo>
                  <a:lnTo>
                    <a:pt x="18258"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781" name="Line 156">
              <a:extLst>
                <a:ext uri="{FF2B5EF4-FFF2-40B4-BE49-F238E27FC236}">
                  <a16:creationId xmlns:a16="http://schemas.microsoft.com/office/drawing/2014/main" id="{BBEBFA32-EFF0-41CE-A896-433571CCB31E}"/>
                </a:ext>
              </a:extLst>
            </p:cNvPr>
            <p:cNvSpPr>
              <a:spLocks noChangeShapeType="1"/>
            </p:cNvSpPr>
            <p:nvPr/>
          </p:nvSpPr>
          <p:spPr bwMode="auto">
            <a:xfrm rot="16200000" flipH="1">
              <a:off x="5542602" y="2133849"/>
              <a:ext cx="286925" cy="0"/>
            </a:xfrm>
            <a:prstGeom prst="line">
              <a:avLst/>
            </a:prstGeom>
            <a:noFill/>
            <a:ln w="22225">
              <a:solidFill>
                <a:srgbClr val="000000"/>
              </a:solidFill>
              <a:round/>
              <a:headEnd/>
              <a:tailEnd/>
            </a:ln>
          </p:spPr>
          <p:txBody>
            <a:bodyPr/>
            <a:lstStyle/>
            <a:p>
              <a:pPr eaLnBrk="1" hangingPunct="1">
                <a:defRPr/>
              </a:pPr>
              <a:endParaRPr lang="en-US" sz="1050"/>
            </a:p>
          </p:txBody>
        </p:sp>
        <p:sp>
          <p:nvSpPr>
            <p:cNvPr id="69782" name="Line 157">
              <a:extLst>
                <a:ext uri="{FF2B5EF4-FFF2-40B4-BE49-F238E27FC236}">
                  <a16:creationId xmlns:a16="http://schemas.microsoft.com/office/drawing/2014/main" id="{0B92D117-3774-44BB-87BA-855058D26856}"/>
                </a:ext>
              </a:extLst>
            </p:cNvPr>
            <p:cNvSpPr>
              <a:spLocks noChangeShapeType="1"/>
            </p:cNvSpPr>
            <p:nvPr/>
          </p:nvSpPr>
          <p:spPr bwMode="auto">
            <a:xfrm rot="16200000" flipH="1">
              <a:off x="5591831" y="2200498"/>
              <a:ext cx="402148" cy="0"/>
            </a:xfrm>
            <a:prstGeom prst="line">
              <a:avLst/>
            </a:prstGeom>
            <a:noFill/>
            <a:ln w="22225">
              <a:solidFill>
                <a:srgbClr val="000000"/>
              </a:solidFill>
              <a:round/>
              <a:headEnd/>
              <a:tailEnd/>
            </a:ln>
          </p:spPr>
          <p:txBody>
            <a:bodyPr/>
            <a:lstStyle/>
            <a:p>
              <a:pPr eaLnBrk="1" hangingPunct="1">
                <a:defRPr/>
              </a:pPr>
              <a:endParaRPr lang="en-US" sz="1050"/>
            </a:p>
          </p:txBody>
        </p:sp>
        <p:sp>
          <p:nvSpPr>
            <p:cNvPr id="69783" name="Line 158">
              <a:extLst>
                <a:ext uri="{FF2B5EF4-FFF2-40B4-BE49-F238E27FC236}">
                  <a16:creationId xmlns:a16="http://schemas.microsoft.com/office/drawing/2014/main" id="{3ADB8DC0-876B-456A-9975-9E1E9B5BBB9B}"/>
                </a:ext>
              </a:extLst>
            </p:cNvPr>
            <p:cNvSpPr>
              <a:spLocks noChangeShapeType="1"/>
            </p:cNvSpPr>
            <p:nvPr/>
          </p:nvSpPr>
          <p:spPr bwMode="auto">
            <a:xfrm rot="16200000" flipH="1">
              <a:off x="5613922" y="2250201"/>
              <a:ext cx="533185" cy="0"/>
            </a:xfrm>
            <a:prstGeom prst="line">
              <a:avLst/>
            </a:prstGeom>
            <a:noFill/>
            <a:ln w="22225">
              <a:solidFill>
                <a:srgbClr val="000000"/>
              </a:solidFill>
              <a:round/>
              <a:headEnd/>
              <a:tailEnd/>
            </a:ln>
          </p:spPr>
          <p:txBody>
            <a:bodyPr/>
            <a:lstStyle/>
            <a:p>
              <a:pPr eaLnBrk="1" hangingPunct="1">
                <a:defRPr/>
              </a:pPr>
              <a:endParaRPr lang="en-US" sz="1050"/>
            </a:p>
          </p:txBody>
        </p:sp>
        <p:sp>
          <p:nvSpPr>
            <p:cNvPr id="69784" name="Line 159">
              <a:extLst>
                <a:ext uri="{FF2B5EF4-FFF2-40B4-BE49-F238E27FC236}">
                  <a16:creationId xmlns:a16="http://schemas.microsoft.com/office/drawing/2014/main" id="{DC08E77F-6852-40FB-8FD3-6D88442C6297}"/>
                </a:ext>
              </a:extLst>
            </p:cNvPr>
            <p:cNvSpPr>
              <a:spLocks noChangeShapeType="1"/>
            </p:cNvSpPr>
            <p:nvPr/>
          </p:nvSpPr>
          <p:spPr bwMode="auto">
            <a:xfrm rot="16200000">
              <a:off x="5454530" y="1595016"/>
              <a:ext cx="343407" cy="0"/>
            </a:xfrm>
            <a:prstGeom prst="line">
              <a:avLst/>
            </a:prstGeom>
            <a:noFill/>
            <a:ln w="22225">
              <a:solidFill>
                <a:srgbClr val="000000"/>
              </a:solidFill>
              <a:round/>
              <a:headEnd/>
              <a:tailEnd/>
            </a:ln>
          </p:spPr>
          <p:txBody>
            <a:bodyPr/>
            <a:lstStyle/>
            <a:p>
              <a:pPr eaLnBrk="1" hangingPunct="1">
                <a:defRPr/>
              </a:pPr>
              <a:endParaRPr lang="en-US" sz="1050"/>
            </a:p>
          </p:txBody>
        </p:sp>
        <p:sp>
          <p:nvSpPr>
            <p:cNvPr id="69785" name="Line 160">
              <a:extLst>
                <a:ext uri="{FF2B5EF4-FFF2-40B4-BE49-F238E27FC236}">
                  <a16:creationId xmlns:a16="http://schemas.microsoft.com/office/drawing/2014/main" id="{0973C070-577E-466C-97FE-838D00FEB964}"/>
                </a:ext>
              </a:extLst>
            </p:cNvPr>
            <p:cNvSpPr>
              <a:spLocks noChangeShapeType="1"/>
            </p:cNvSpPr>
            <p:nvPr/>
          </p:nvSpPr>
          <p:spPr bwMode="auto">
            <a:xfrm rot="16200000">
              <a:off x="5255497" y="1962107"/>
              <a:ext cx="0" cy="314112"/>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786" name="Line 161">
              <a:extLst>
                <a:ext uri="{FF2B5EF4-FFF2-40B4-BE49-F238E27FC236}">
                  <a16:creationId xmlns:a16="http://schemas.microsoft.com/office/drawing/2014/main" id="{BC0C5C6D-2B65-44FC-B80F-0BE752CC5694}"/>
                </a:ext>
              </a:extLst>
            </p:cNvPr>
            <p:cNvSpPr>
              <a:spLocks noChangeShapeType="1"/>
            </p:cNvSpPr>
            <p:nvPr/>
          </p:nvSpPr>
          <p:spPr bwMode="auto">
            <a:xfrm rot="16200000">
              <a:off x="4723992" y="1597276"/>
              <a:ext cx="1043777"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787" name="Line 162">
              <a:extLst>
                <a:ext uri="{FF2B5EF4-FFF2-40B4-BE49-F238E27FC236}">
                  <a16:creationId xmlns:a16="http://schemas.microsoft.com/office/drawing/2014/main" id="{2B9C1B60-4C5E-4CEA-A37C-58B92ABF6ECB}"/>
                </a:ext>
              </a:extLst>
            </p:cNvPr>
            <p:cNvSpPr>
              <a:spLocks noChangeShapeType="1"/>
            </p:cNvSpPr>
            <p:nvPr/>
          </p:nvSpPr>
          <p:spPr bwMode="auto">
            <a:xfrm rot="16200000">
              <a:off x="5244812" y="1953450"/>
              <a:ext cx="0" cy="485056"/>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788" name="Line 163">
              <a:extLst>
                <a:ext uri="{FF2B5EF4-FFF2-40B4-BE49-F238E27FC236}">
                  <a16:creationId xmlns:a16="http://schemas.microsoft.com/office/drawing/2014/main" id="{7F8B958D-03DD-4A3B-B450-F73EDE3C5F9F}"/>
                </a:ext>
              </a:extLst>
            </p:cNvPr>
            <p:cNvSpPr>
              <a:spLocks noChangeShapeType="1"/>
            </p:cNvSpPr>
            <p:nvPr/>
          </p:nvSpPr>
          <p:spPr bwMode="auto">
            <a:xfrm rot="16200000">
              <a:off x="5296095" y="1900777"/>
              <a:ext cx="0" cy="775663"/>
            </a:xfrm>
            <a:prstGeom prst="line">
              <a:avLst/>
            </a:prstGeom>
            <a:noFill/>
            <a:ln w="22225">
              <a:solidFill>
                <a:srgbClr val="000000"/>
              </a:solidFill>
              <a:round/>
              <a:headEnd/>
              <a:tailEnd type="none" w="sm" len="sm"/>
            </a:ln>
          </p:spPr>
          <p:txBody>
            <a:bodyPr/>
            <a:lstStyle/>
            <a:p>
              <a:pPr eaLnBrk="1" hangingPunct="1">
                <a:defRPr/>
              </a:pPr>
              <a:endParaRPr lang="en-US" sz="1050"/>
            </a:p>
          </p:txBody>
        </p:sp>
        <p:sp>
          <p:nvSpPr>
            <p:cNvPr id="69789" name="Line 164">
              <a:extLst>
                <a:ext uri="{FF2B5EF4-FFF2-40B4-BE49-F238E27FC236}">
                  <a16:creationId xmlns:a16="http://schemas.microsoft.com/office/drawing/2014/main" id="{E5B42EDB-1264-4F7B-BF83-76B981EE6E80}"/>
                </a:ext>
              </a:extLst>
            </p:cNvPr>
            <p:cNvSpPr>
              <a:spLocks noChangeShapeType="1"/>
            </p:cNvSpPr>
            <p:nvPr/>
          </p:nvSpPr>
          <p:spPr bwMode="auto">
            <a:xfrm rot="16200000">
              <a:off x="5297164" y="1905831"/>
              <a:ext cx="0" cy="991482"/>
            </a:xfrm>
            <a:prstGeom prst="line">
              <a:avLst/>
            </a:prstGeom>
            <a:noFill/>
            <a:ln w="22225">
              <a:solidFill>
                <a:srgbClr val="000000"/>
              </a:solidFill>
              <a:round/>
              <a:headEnd type="oval" w="sm" len="sm"/>
              <a:tailEnd type="none" w="sm" len="sm"/>
            </a:ln>
          </p:spPr>
          <p:txBody>
            <a:bodyPr/>
            <a:lstStyle/>
            <a:p>
              <a:pPr eaLnBrk="1" hangingPunct="1">
                <a:defRPr/>
              </a:pPr>
              <a:endParaRPr lang="en-US" sz="1050"/>
            </a:p>
          </p:txBody>
        </p:sp>
        <p:sp>
          <p:nvSpPr>
            <p:cNvPr id="69790" name="Line 165">
              <a:extLst>
                <a:ext uri="{FF2B5EF4-FFF2-40B4-BE49-F238E27FC236}">
                  <a16:creationId xmlns:a16="http://schemas.microsoft.com/office/drawing/2014/main" id="{99AD7B2A-2AB6-413A-8C34-EDE034671600}"/>
                </a:ext>
              </a:extLst>
            </p:cNvPr>
            <p:cNvSpPr>
              <a:spLocks noChangeShapeType="1"/>
            </p:cNvSpPr>
            <p:nvPr/>
          </p:nvSpPr>
          <p:spPr bwMode="auto">
            <a:xfrm rot="16200000">
              <a:off x="5289686" y="1928223"/>
              <a:ext cx="0" cy="1181658"/>
            </a:xfrm>
            <a:prstGeom prst="line">
              <a:avLst/>
            </a:prstGeom>
            <a:noFill/>
            <a:ln w="22225">
              <a:solidFill>
                <a:srgbClr val="000000"/>
              </a:solidFill>
              <a:round/>
              <a:headEnd type="oval" w="sm" len="sm"/>
              <a:tailEnd type="none" w="sm" len="sm"/>
            </a:ln>
          </p:spPr>
          <p:txBody>
            <a:bodyPr/>
            <a:lstStyle/>
            <a:p>
              <a:pPr eaLnBrk="1" hangingPunct="1">
                <a:defRPr/>
              </a:pPr>
              <a:endParaRPr lang="en-US" sz="1050"/>
            </a:p>
          </p:txBody>
        </p:sp>
        <p:sp>
          <p:nvSpPr>
            <p:cNvPr id="88225" name="Rectangle 166">
              <a:extLst>
                <a:ext uri="{FF2B5EF4-FFF2-40B4-BE49-F238E27FC236}">
                  <a16:creationId xmlns:a16="http://schemas.microsoft.com/office/drawing/2014/main" id="{A202D000-E7B1-2050-6167-040AC727C2EF}"/>
                </a:ext>
              </a:extLst>
            </p:cNvPr>
            <p:cNvSpPr>
              <a:spLocks noChangeArrowheads="1"/>
            </p:cNvSpPr>
            <p:nvPr/>
          </p:nvSpPr>
          <p:spPr bwMode="auto">
            <a:xfrm rot="-5400000">
              <a:off x="5415757" y="832644"/>
              <a:ext cx="469900" cy="674687"/>
            </a:xfrm>
            <a:prstGeom prst="rect">
              <a:avLst/>
            </a:prstGeom>
            <a:solidFill>
              <a:srgbClr val="FFFFFF"/>
            </a:solidFill>
            <a:ln w="22225">
              <a:solidFill>
                <a:srgbClr val="000000"/>
              </a:solidFill>
              <a:miter lim="800000"/>
              <a:headEnd/>
              <a:tailEnd/>
            </a:ln>
          </p:spPr>
          <p:txBody>
            <a:bodyPr vert="eaVert"/>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a:t>FF</a:t>
              </a:r>
              <a:endParaRPr lang="ru-RU" altLang="en-US" sz="1000" b="0"/>
            </a:p>
          </p:txBody>
        </p:sp>
        <p:sp>
          <p:nvSpPr>
            <p:cNvPr id="69792" name="AutoShape 167">
              <a:extLst>
                <a:ext uri="{FF2B5EF4-FFF2-40B4-BE49-F238E27FC236}">
                  <a16:creationId xmlns:a16="http://schemas.microsoft.com/office/drawing/2014/main" id="{E612B624-98E5-41AE-B6F2-E498C343A4C2}"/>
                </a:ext>
              </a:extLst>
            </p:cNvPr>
            <p:cNvSpPr>
              <a:spLocks noChangeArrowheads="1"/>
            </p:cNvSpPr>
            <p:nvPr/>
          </p:nvSpPr>
          <p:spPr bwMode="auto">
            <a:xfrm rot="5400000">
              <a:off x="4982505" y="4311601"/>
              <a:ext cx="375037" cy="151715"/>
            </a:xfrm>
            <a:custGeom>
              <a:avLst/>
              <a:gdLst>
                <a:gd name="T0" fmla="*/ 329207 w 21600"/>
                <a:gd name="T1" fmla="*/ 76200 h 21600"/>
                <a:gd name="T2" fmla="*/ 188119 w 21600"/>
                <a:gd name="T3" fmla="*/ 152400 h 21600"/>
                <a:gd name="T4" fmla="*/ 47030 w 21600"/>
                <a:gd name="T5" fmla="*/ 76200 h 21600"/>
                <a:gd name="T6" fmla="*/ 188119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793" name="AutoShape 168">
              <a:extLst>
                <a:ext uri="{FF2B5EF4-FFF2-40B4-BE49-F238E27FC236}">
                  <a16:creationId xmlns:a16="http://schemas.microsoft.com/office/drawing/2014/main" id="{7C3882CE-14D6-45BB-9507-E526A30FDF2C}"/>
                </a:ext>
              </a:extLst>
            </p:cNvPr>
            <p:cNvSpPr>
              <a:spLocks noChangeArrowheads="1"/>
            </p:cNvSpPr>
            <p:nvPr/>
          </p:nvSpPr>
          <p:spPr bwMode="auto">
            <a:xfrm rot="5400000">
              <a:off x="4502729" y="4183953"/>
              <a:ext cx="377297" cy="151715"/>
            </a:xfrm>
            <a:custGeom>
              <a:avLst/>
              <a:gdLst>
                <a:gd name="T0" fmla="*/ 329207 w 21600"/>
                <a:gd name="T1" fmla="*/ 76200 h 21600"/>
                <a:gd name="T2" fmla="*/ 188119 w 21600"/>
                <a:gd name="T3" fmla="*/ 152400 h 21600"/>
                <a:gd name="T4" fmla="*/ 47030 w 21600"/>
                <a:gd name="T5" fmla="*/ 76200 h 21600"/>
                <a:gd name="T6" fmla="*/ 188119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grpSp>
          <p:nvGrpSpPr>
            <p:cNvPr id="88228" name="Group 169">
              <a:extLst>
                <a:ext uri="{FF2B5EF4-FFF2-40B4-BE49-F238E27FC236}">
                  <a16:creationId xmlns:a16="http://schemas.microsoft.com/office/drawing/2014/main" id="{A766F476-A9C3-CB6C-8113-44182D4FDB49}"/>
                </a:ext>
              </a:extLst>
            </p:cNvPr>
            <p:cNvGrpSpPr>
              <a:grpSpLocks/>
            </p:cNvGrpSpPr>
            <p:nvPr/>
          </p:nvGrpSpPr>
          <p:grpSpPr bwMode="auto">
            <a:xfrm rot="-5400000">
              <a:off x="4849813" y="3705225"/>
              <a:ext cx="273050" cy="241300"/>
              <a:chOff x="10260" y="7044"/>
              <a:chExt cx="630" cy="601"/>
            </a:xfrm>
          </p:grpSpPr>
          <p:sp>
            <p:nvSpPr>
              <p:cNvPr id="69973" name="AutoShape 170">
                <a:extLst>
                  <a:ext uri="{FF2B5EF4-FFF2-40B4-BE49-F238E27FC236}">
                    <a16:creationId xmlns:a16="http://schemas.microsoft.com/office/drawing/2014/main" id="{C68D2F24-4445-4285-9065-BD36A6E61BCE}"/>
                  </a:ext>
                </a:extLst>
              </p:cNvPr>
              <p:cNvSpPr>
                <a:spLocks noChangeArrowheads="1"/>
              </p:cNvSpPr>
              <p:nvPr/>
            </p:nvSpPr>
            <p:spPr bwMode="auto">
              <a:xfrm flipH="1">
                <a:off x="10202" y="7044"/>
                <a:ext cx="542" cy="601"/>
              </a:xfrm>
              <a:prstGeom prst="moon">
                <a:avLst>
                  <a:gd name="adj" fmla="val 84819"/>
                </a:avLst>
              </a:prstGeom>
              <a:noFill/>
              <a:ln w="22225">
                <a:solidFill>
                  <a:srgbClr val="000000"/>
                </a:solidFill>
                <a:miter lim="800000"/>
                <a:headEnd/>
                <a:tailEnd/>
              </a:ln>
              <a:effectLst/>
            </p:spPr>
            <p:txBody>
              <a:bodyPr anchor="ctr"/>
              <a:lstStyle/>
              <a:p>
                <a:pPr eaLnBrk="1" hangingPunct="1">
                  <a:defRPr/>
                </a:pPr>
                <a:endParaRPr lang="en-US" sz="1050"/>
              </a:p>
            </p:txBody>
          </p:sp>
          <p:sp>
            <p:nvSpPr>
              <p:cNvPr id="69974" name="AutoShape 171">
                <a:extLst>
                  <a:ext uri="{FF2B5EF4-FFF2-40B4-BE49-F238E27FC236}">
                    <a16:creationId xmlns:a16="http://schemas.microsoft.com/office/drawing/2014/main" id="{37C7F717-2248-442B-888C-A269BBB75853}"/>
                  </a:ext>
                </a:extLst>
              </p:cNvPr>
              <p:cNvSpPr>
                <a:spLocks noChangeArrowheads="1"/>
              </p:cNvSpPr>
              <p:nvPr/>
            </p:nvSpPr>
            <p:spPr bwMode="auto">
              <a:xfrm flipH="1">
                <a:off x="10291" y="7044"/>
                <a:ext cx="542" cy="601"/>
              </a:xfrm>
              <a:prstGeom prst="moon">
                <a:avLst>
                  <a:gd name="adj" fmla="val 84819"/>
                </a:avLst>
              </a:prstGeom>
              <a:solidFill>
                <a:srgbClr val="FFFFFF"/>
              </a:solidFill>
              <a:ln w="22225">
                <a:solidFill>
                  <a:srgbClr val="000000"/>
                </a:solidFill>
                <a:miter lim="800000"/>
                <a:headEnd/>
                <a:tailEnd/>
              </a:ln>
              <a:effectLst/>
            </p:spPr>
            <p:txBody>
              <a:bodyPr anchor="ctr"/>
              <a:lstStyle/>
              <a:p>
                <a:pPr eaLnBrk="1" hangingPunct="1">
                  <a:defRPr/>
                </a:pPr>
                <a:endParaRPr lang="en-US" sz="1050"/>
              </a:p>
            </p:txBody>
          </p:sp>
        </p:grpSp>
        <p:sp>
          <p:nvSpPr>
            <p:cNvPr id="69795" name="Line 172">
              <a:extLst>
                <a:ext uri="{FF2B5EF4-FFF2-40B4-BE49-F238E27FC236}">
                  <a16:creationId xmlns:a16="http://schemas.microsoft.com/office/drawing/2014/main" id="{F714964B-DD40-42ED-9874-58DDADF4B1D5}"/>
                </a:ext>
              </a:extLst>
            </p:cNvPr>
            <p:cNvSpPr>
              <a:spLocks noChangeShapeType="1"/>
            </p:cNvSpPr>
            <p:nvPr/>
          </p:nvSpPr>
          <p:spPr bwMode="auto">
            <a:xfrm rot="16200000" flipV="1">
              <a:off x="4291107" y="2988978"/>
              <a:ext cx="1405258" cy="0"/>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796" name="Line 173">
              <a:extLst>
                <a:ext uri="{FF2B5EF4-FFF2-40B4-BE49-F238E27FC236}">
                  <a16:creationId xmlns:a16="http://schemas.microsoft.com/office/drawing/2014/main" id="{B5074B52-F092-4A7C-9629-AEC706EFB3FD}"/>
                </a:ext>
              </a:extLst>
            </p:cNvPr>
            <p:cNvSpPr>
              <a:spLocks noChangeShapeType="1"/>
            </p:cNvSpPr>
            <p:nvPr/>
          </p:nvSpPr>
          <p:spPr bwMode="auto">
            <a:xfrm rot="16200000">
              <a:off x="3919057" y="3457774"/>
              <a:ext cx="192038" cy="0"/>
            </a:xfrm>
            <a:prstGeom prst="line">
              <a:avLst/>
            </a:prstGeom>
            <a:noFill/>
            <a:ln w="22225">
              <a:solidFill>
                <a:srgbClr val="000000"/>
              </a:solidFill>
              <a:round/>
              <a:headEnd/>
              <a:tailEnd/>
            </a:ln>
          </p:spPr>
          <p:txBody>
            <a:bodyPr/>
            <a:lstStyle/>
            <a:p>
              <a:pPr eaLnBrk="1" hangingPunct="1">
                <a:defRPr/>
              </a:pPr>
              <a:endParaRPr lang="en-US" sz="1050"/>
            </a:p>
          </p:txBody>
        </p:sp>
        <p:sp>
          <p:nvSpPr>
            <p:cNvPr id="10" name="Line 174">
              <a:extLst>
                <a:ext uri="{FF2B5EF4-FFF2-40B4-BE49-F238E27FC236}">
                  <a16:creationId xmlns:a16="http://schemas.microsoft.com/office/drawing/2014/main" id="{3CC1B8A2-AB92-4174-A476-49784CD28226}"/>
                </a:ext>
              </a:extLst>
            </p:cNvPr>
            <p:cNvSpPr>
              <a:spLocks noChangeShapeType="1"/>
            </p:cNvSpPr>
            <p:nvPr/>
          </p:nvSpPr>
          <p:spPr bwMode="auto">
            <a:xfrm rot="16200000">
              <a:off x="4173009" y="3415979"/>
              <a:ext cx="85852" cy="0"/>
            </a:xfrm>
            <a:prstGeom prst="line">
              <a:avLst/>
            </a:prstGeom>
            <a:noFill/>
            <a:ln w="22225">
              <a:solidFill>
                <a:srgbClr val="000000"/>
              </a:solidFill>
              <a:round/>
              <a:headEnd/>
              <a:tailEnd/>
            </a:ln>
          </p:spPr>
          <p:txBody>
            <a:bodyPr/>
            <a:lstStyle/>
            <a:p>
              <a:pPr eaLnBrk="1" hangingPunct="1">
                <a:defRPr/>
              </a:pPr>
              <a:endParaRPr lang="en-US" sz="1050"/>
            </a:p>
          </p:txBody>
        </p:sp>
        <p:sp>
          <p:nvSpPr>
            <p:cNvPr id="69798" name="Line 175">
              <a:extLst>
                <a:ext uri="{FF2B5EF4-FFF2-40B4-BE49-F238E27FC236}">
                  <a16:creationId xmlns:a16="http://schemas.microsoft.com/office/drawing/2014/main" id="{61491C48-E31D-4B60-A460-C136F9807360}"/>
                </a:ext>
              </a:extLst>
            </p:cNvPr>
            <p:cNvSpPr>
              <a:spLocks noChangeShapeType="1"/>
            </p:cNvSpPr>
            <p:nvPr/>
          </p:nvSpPr>
          <p:spPr bwMode="auto">
            <a:xfrm rot="16200000">
              <a:off x="4758687" y="2818728"/>
              <a:ext cx="0" cy="1470128"/>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799" name="Line 176">
              <a:extLst>
                <a:ext uri="{FF2B5EF4-FFF2-40B4-BE49-F238E27FC236}">
                  <a16:creationId xmlns:a16="http://schemas.microsoft.com/office/drawing/2014/main" id="{1F26F8A1-DE97-46AF-BDAA-2A50301C92F7}"/>
                </a:ext>
              </a:extLst>
            </p:cNvPr>
            <p:cNvSpPr>
              <a:spLocks noChangeShapeType="1"/>
            </p:cNvSpPr>
            <p:nvPr/>
          </p:nvSpPr>
          <p:spPr bwMode="auto">
            <a:xfrm rot="16200000">
              <a:off x="4893307" y="2781533"/>
              <a:ext cx="0" cy="1354740"/>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800" name="Line 177">
              <a:extLst>
                <a:ext uri="{FF2B5EF4-FFF2-40B4-BE49-F238E27FC236}">
                  <a16:creationId xmlns:a16="http://schemas.microsoft.com/office/drawing/2014/main" id="{48D2084A-1329-4514-A2E6-8FF47ACE5A58}"/>
                </a:ext>
              </a:extLst>
            </p:cNvPr>
            <p:cNvSpPr>
              <a:spLocks noChangeShapeType="1"/>
            </p:cNvSpPr>
            <p:nvPr/>
          </p:nvSpPr>
          <p:spPr bwMode="auto">
            <a:xfrm rot="16200000">
              <a:off x="4972451" y="3990958"/>
              <a:ext cx="115221" cy="0"/>
            </a:xfrm>
            <a:prstGeom prst="line">
              <a:avLst/>
            </a:prstGeom>
            <a:noFill/>
            <a:ln w="22225">
              <a:solidFill>
                <a:srgbClr val="000000"/>
              </a:solidFill>
              <a:round/>
              <a:headEnd/>
              <a:tailEnd/>
            </a:ln>
          </p:spPr>
          <p:txBody>
            <a:bodyPr/>
            <a:lstStyle/>
            <a:p>
              <a:pPr eaLnBrk="1" hangingPunct="1">
                <a:defRPr/>
              </a:pPr>
              <a:endParaRPr lang="en-US" sz="1050"/>
            </a:p>
          </p:txBody>
        </p:sp>
        <p:sp>
          <p:nvSpPr>
            <p:cNvPr id="69801" name="Line 178">
              <a:extLst>
                <a:ext uri="{FF2B5EF4-FFF2-40B4-BE49-F238E27FC236}">
                  <a16:creationId xmlns:a16="http://schemas.microsoft.com/office/drawing/2014/main" id="{5E5E5DE1-6C91-403B-B33B-0228D0C70E40}"/>
                </a:ext>
              </a:extLst>
            </p:cNvPr>
            <p:cNvSpPr>
              <a:spLocks noChangeShapeType="1"/>
            </p:cNvSpPr>
            <p:nvPr/>
          </p:nvSpPr>
          <p:spPr bwMode="auto">
            <a:xfrm rot="16200000">
              <a:off x="5222375" y="3856256"/>
              <a:ext cx="0" cy="384627"/>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802" name="Line 179">
              <a:extLst>
                <a:ext uri="{FF2B5EF4-FFF2-40B4-BE49-F238E27FC236}">
                  <a16:creationId xmlns:a16="http://schemas.microsoft.com/office/drawing/2014/main" id="{861075FC-0C24-4A8B-A826-0524ADFE51B7}"/>
                </a:ext>
              </a:extLst>
            </p:cNvPr>
            <p:cNvSpPr>
              <a:spLocks noChangeShapeType="1"/>
            </p:cNvSpPr>
            <p:nvPr/>
          </p:nvSpPr>
          <p:spPr bwMode="auto">
            <a:xfrm rot="16200000">
              <a:off x="4810898" y="4063255"/>
              <a:ext cx="241740"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803" name="Line 180">
              <a:extLst>
                <a:ext uri="{FF2B5EF4-FFF2-40B4-BE49-F238E27FC236}">
                  <a16:creationId xmlns:a16="http://schemas.microsoft.com/office/drawing/2014/main" id="{10F431BF-74ED-4E27-A684-911E94FD512D}"/>
                </a:ext>
              </a:extLst>
            </p:cNvPr>
            <p:cNvSpPr>
              <a:spLocks noChangeShapeType="1"/>
            </p:cNvSpPr>
            <p:nvPr/>
          </p:nvSpPr>
          <p:spPr bwMode="auto">
            <a:xfrm rot="16200000">
              <a:off x="5447810" y="3492253"/>
              <a:ext cx="0" cy="1361150"/>
            </a:xfrm>
            <a:prstGeom prst="line">
              <a:avLst/>
            </a:prstGeom>
            <a:noFill/>
            <a:ln w="22225">
              <a:solidFill>
                <a:srgbClr val="000000"/>
              </a:solidFill>
              <a:round/>
              <a:headEnd/>
              <a:tailEnd/>
            </a:ln>
          </p:spPr>
          <p:txBody>
            <a:bodyPr/>
            <a:lstStyle/>
            <a:p>
              <a:pPr eaLnBrk="1" hangingPunct="1">
                <a:defRPr/>
              </a:pPr>
              <a:endParaRPr lang="en-US" sz="1050"/>
            </a:p>
          </p:txBody>
        </p:sp>
        <p:sp>
          <p:nvSpPr>
            <p:cNvPr id="69804" name="Line 181">
              <a:extLst>
                <a:ext uri="{FF2B5EF4-FFF2-40B4-BE49-F238E27FC236}">
                  <a16:creationId xmlns:a16="http://schemas.microsoft.com/office/drawing/2014/main" id="{6A7332C2-54C1-4EAB-AA56-C639AC5F9D1D}"/>
                </a:ext>
              </a:extLst>
            </p:cNvPr>
            <p:cNvSpPr>
              <a:spLocks noChangeShapeType="1"/>
            </p:cNvSpPr>
            <p:nvPr/>
          </p:nvSpPr>
          <p:spPr bwMode="auto">
            <a:xfrm rot="16200000">
              <a:off x="4932837" y="4223625"/>
              <a:ext cx="0" cy="314111"/>
            </a:xfrm>
            <a:prstGeom prst="line">
              <a:avLst/>
            </a:prstGeom>
            <a:noFill/>
            <a:ln w="22225">
              <a:solidFill>
                <a:srgbClr val="000000"/>
              </a:solidFill>
              <a:round/>
              <a:headEnd/>
              <a:tailEnd/>
            </a:ln>
          </p:spPr>
          <p:txBody>
            <a:bodyPr/>
            <a:lstStyle/>
            <a:p>
              <a:pPr eaLnBrk="1" hangingPunct="1">
                <a:defRPr/>
              </a:pPr>
              <a:endParaRPr lang="en-US" sz="1050"/>
            </a:p>
          </p:txBody>
        </p:sp>
        <p:sp>
          <p:nvSpPr>
            <p:cNvPr id="69805" name="Line 182">
              <a:extLst>
                <a:ext uri="{FF2B5EF4-FFF2-40B4-BE49-F238E27FC236}">
                  <a16:creationId xmlns:a16="http://schemas.microsoft.com/office/drawing/2014/main" id="{807C3C1C-9D23-4DCD-8BAB-5FC8CF5E6557}"/>
                </a:ext>
              </a:extLst>
            </p:cNvPr>
            <p:cNvSpPr>
              <a:spLocks noChangeShapeType="1"/>
            </p:cNvSpPr>
            <p:nvPr/>
          </p:nvSpPr>
          <p:spPr bwMode="auto">
            <a:xfrm rot="16200000">
              <a:off x="5368747" y="4180999"/>
              <a:ext cx="0" cy="245733"/>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806" name="Line 183">
              <a:extLst>
                <a:ext uri="{FF2B5EF4-FFF2-40B4-BE49-F238E27FC236}">
                  <a16:creationId xmlns:a16="http://schemas.microsoft.com/office/drawing/2014/main" id="{761B7D88-D4E0-43C9-8CC3-C242D1577524}"/>
                </a:ext>
              </a:extLst>
            </p:cNvPr>
            <p:cNvSpPr>
              <a:spLocks noChangeShapeType="1"/>
            </p:cNvSpPr>
            <p:nvPr/>
          </p:nvSpPr>
          <p:spPr bwMode="auto">
            <a:xfrm rot="16200000">
              <a:off x="5413621" y="4356919"/>
              <a:ext cx="0" cy="314112"/>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88241" name="Rectangle 184">
              <a:extLst>
                <a:ext uri="{FF2B5EF4-FFF2-40B4-BE49-F238E27FC236}">
                  <a16:creationId xmlns:a16="http://schemas.microsoft.com/office/drawing/2014/main" id="{F71C879A-7612-DFD9-30D4-EBA7F2443FBF}"/>
                </a:ext>
              </a:extLst>
            </p:cNvPr>
            <p:cNvSpPr>
              <a:spLocks noChangeArrowheads="1"/>
            </p:cNvSpPr>
            <p:nvPr/>
          </p:nvSpPr>
          <p:spPr bwMode="auto">
            <a:xfrm rot="-5400000">
              <a:off x="4020344" y="2502694"/>
              <a:ext cx="471488" cy="673100"/>
            </a:xfrm>
            <a:prstGeom prst="rect">
              <a:avLst/>
            </a:prstGeom>
            <a:solidFill>
              <a:srgbClr val="FFFFFF"/>
            </a:solidFill>
            <a:ln w="22225">
              <a:solidFill>
                <a:srgbClr val="000000"/>
              </a:solidFill>
              <a:miter lim="800000"/>
              <a:headEnd/>
              <a:tailEnd/>
            </a:ln>
          </p:spPr>
          <p:txBody>
            <a:bodyPr vert="eaVert"/>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800" b="0" u="none"/>
                <a:t>FF or</a:t>
              </a:r>
              <a:br>
                <a:rPr lang="en-US" altLang="en-US" sz="800" b="0" u="none"/>
              </a:br>
              <a:r>
                <a:rPr lang="en-US" altLang="en-US" sz="800" b="0" u="none"/>
                <a:t>Latch</a:t>
              </a:r>
              <a:endParaRPr lang="ru-RU" altLang="en-US" sz="800" b="0" u="none"/>
            </a:p>
            <a:p>
              <a:pPr eaLnBrk="1" hangingPunct="1"/>
              <a:endParaRPr lang="ru-RU" altLang="en-US" sz="800" b="0"/>
            </a:p>
          </p:txBody>
        </p:sp>
        <p:sp>
          <p:nvSpPr>
            <p:cNvPr id="69808" name="AutoShape 185">
              <a:extLst>
                <a:ext uri="{FF2B5EF4-FFF2-40B4-BE49-F238E27FC236}">
                  <a16:creationId xmlns:a16="http://schemas.microsoft.com/office/drawing/2014/main" id="{38B62A67-D096-4790-B03E-9C08E3EF85E4}"/>
                </a:ext>
              </a:extLst>
            </p:cNvPr>
            <p:cNvSpPr>
              <a:spLocks noChangeArrowheads="1"/>
            </p:cNvSpPr>
            <p:nvPr/>
          </p:nvSpPr>
          <p:spPr bwMode="auto">
            <a:xfrm rot="10800000">
              <a:off x="4314229" y="4694717"/>
              <a:ext cx="346164" cy="167185"/>
            </a:xfrm>
            <a:custGeom>
              <a:avLst/>
              <a:gdLst>
                <a:gd name="T0" fmla="*/ 302816 w 21600"/>
                <a:gd name="T1" fmla="*/ 83344 h 21600"/>
                <a:gd name="T2" fmla="*/ 173038 w 21600"/>
                <a:gd name="T3" fmla="*/ 166688 h 21600"/>
                <a:gd name="T4" fmla="*/ 43259 w 21600"/>
                <a:gd name="T5" fmla="*/ 83344 h 21600"/>
                <a:gd name="T6" fmla="*/ 173038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809" name="Line 186">
              <a:extLst>
                <a:ext uri="{FF2B5EF4-FFF2-40B4-BE49-F238E27FC236}">
                  <a16:creationId xmlns:a16="http://schemas.microsoft.com/office/drawing/2014/main" id="{C149A6DD-6DF3-4361-9190-A1609506E4A8}"/>
                </a:ext>
              </a:extLst>
            </p:cNvPr>
            <p:cNvSpPr>
              <a:spLocks noChangeShapeType="1"/>
            </p:cNvSpPr>
            <p:nvPr/>
          </p:nvSpPr>
          <p:spPr bwMode="auto">
            <a:xfrm rot="16200000">
              <a:off x="3494687" y="3908497"/>
              <a:ext cx="3827181" cy="0"/>
            </a:xfrm>
            <a:prstGeom prst="line">
              <a:avLst/>
            </a:prstGeom>
            <a:noFill/>
            <a:ln w="22225">
              <a:solidFill>
                <a:srgbClr val="000000"/>
              </a:solidFill>
              <a:round/>
              <a:headEnd/>
              <a:tailEnd/>
            </a:ln>
          </p:spPr>
          <p:txBody>
            <a:bodyPr/>
            <a:lstStyle/>
            <a:p>
              <a:pPr eaLnBrk="1" hangingPunct="1">
                <a:defRPr/>
              </a:pPr>
              <a:endParaRPr lang="en-US" sz="1050"/>
            </a:p>
          </p:txBody>
        </p:sp>
        <p:sp>
          <p:nvSpPr>
            <p:cNvPr id="11" name="Line 187">
              <a:extLst>
                <a:ext uri="{FF2B5EF4-FFF2-40B4-BE49-F238E27FC236}">
                  <a16:creationId xmlns:a16="http://schemas.microsoft.com/office/drawing/2014/main" id="{25ADFD8A-6B87-40C9-A999-6F6E6AB238B0}"/>
                </a:ext>
              </a:extLst>
            </p:cNvPr>
            <p:cNvSpPr>
              <a:spLocks noChangeShapeType="1"/>
            </p:cNvSpPr>
            <p:nvPr/>
          </p:nvSpPr>
          <p:spPr bwMode="auto">
            <a:xfrm rot="16200000">
              <a:off x="3578023" y="3913015"/>
              <a:ext cx="3827181" cy="0"/>
            </a:xfrm>
            <a:prstGeom prst="line">
              <a:avLst/>
            </a:prstGeom>
            <a:noFill/>
            <a:ln w="22225">
              <a:solidFill>
                <a:srgbClr val="000000"/>
              </a:solidFill>
              <a:round/>
              <a:headEnd/>
              <a:tailEnd/>
            </a:ln>
          </p:spPr>
          <p:txBody>
            <a:bodyPr/>
            <a:lstStyle/>
            <a:p>
              <a:pPr eaLnBrk="1" hangingPunct="1">
                <a:defRPr/>
              </a:pPr>
              <a:endParaRPr lang="en-US" sz="1050"/>
            </a:p>
          </p:txBody>
        </p:sp>
        <p:sp>
          <p:nvSpPr>
            <p:cNvPr id="69811" name="Line 188">
              <a:extLst>
                <a:ext uri="{FF2B5EF4-FFF2-40B4-BE49-F238E27FC236}">
                  <a16:creationId xmlns:a16="http://schemas.microsoft.com/office/drawing/2014/main" id="{F7222592-AA06-41DF-8AAF-92B6573DC2FE}"/>
                </a:ext>
              </a:extLst>
            </p:cNvPr>
            <p:cNvSpPr>
              <a:spLocks noChangeShapeType="1"/>
            </p:cNvSpPr>
            <p:nvPr/>
          </p:nvSpPr>
          <p:spPr bwMode="auto">
            <a:xfrm rot="16200000">
              <a:off x="4187398" y="3393386"/>
              <a:ext cx="2787923" cy="0"/>
            </a:xfrm>
            <a:prstGeom prst="line">
              <a:avLst/>
            </a:prstGeom>
            <a:noFill/>
            <a:ln w="22225">
              <a:solidFill>
                <a:srgbClr val="000000"/>
              </a:solidFill>
              <a:round/>
              <a:headEnd/>
              <a:tailEnd/>
            </a:ln>
          </p:spPr>
          <p:txBody>
            <a:bodyPr/>
            <a:lstStyle/>
            <a:p>
              <a:pPr eaLnBrk="1" hangingPunct="1">
                <a:defRPr/>
              </a:pPr>
              <a:endParaRPr lang="en-US" sz="1050"/>
            </a:p>
          </p:txBody>
        </p:sp>
        <p:sp>
          <p:nvSpPr>
            <p:cNvPr id="69812" name="Line 189">
              <a:extLst>
                <a:ext uri="{FF2B5EF4-FFF2-40B4-BE49-F238E27FC236}">
                  <a16:creationId xmlns:a16="http://schemas.microsoft.com/office/drawing/2014/main" id="{AEC65DCF-2947-4252-9AFB-4A1758814FCA}"/>
                </a:ext>
              </a:extLst>
            </p:cNvPr>
            <p:cNvSpPr>
              <a:spLocks noChangeShapeType="1"/>
            </p:cNvSpPr>
            <p:nvPr/>
          </p:nvSpPr>
          <p:spPr bwMode="auto">
            <a:xfrm rot="16200000" flipV="1">
              <a:off x="4150175" y="3979663"/>
              <a:ext cx="494778"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813" name="Line 190">
              <a:extLst>
                <a:ext uri="{FF2B5EF4-FFF2-40B4-BE49-F238E27FC236}">
                  <a16:creationId xmlns:a16="http://schemas.microsoft.com/office/drawing/2014/main" id="{320FCD67-227E-4C9D-978F-BB7631E55C77}"/>
                </a:ext>
              </a:extLst>
            </p:cNvPr>
            <p:cNvSpPr>
              <a:spLocks noChangeShapeType="1"/>
            </p:cNvSpPr>
            <p:nvPr/>
          </p:nvSpPr>
          <p:spPr bwMode="auto">
            <a:xfrm rot="16200000">
              <a:off x="4550348" y="3574726"/>
              <a:ext cx="0" cy="297018"/>
            </a:xfrm>
            <a:prstGeom prst="line">
              <a:avLst/>
            </a:prstGeom>
            <a:noFill/>
            <a:ln w="22225">
              <a:solidFill>
                <a:srgbClr val="000000"/>
              </a:solidFill>
              <a:round/>
              <a:headEnd/>
              <a:tailEnd/>
            </a:ln>
          </p:spPr>
          <p:txBody>
            <a:bodyPr/>
            <a:lstStyle/>
            <a:p>
              <a:pPr eaLnBrk="1" hangingPunct="1">
                <a:defRPr/>
              </a:pPr>
              <a:endParaRPr lang="en-US" sz="1050"/>
            </a:p>
          </p:txBody>
        </p:sp>
        <p:sp>
          <p:nvSpPr>
            <p:cNvPr id="69814" name="Line 191">
              <a:extLst>
                <a:ext uri="{FF2B5EF4-FFF2-40B4-BE49-F238E27FC236}">
                  <a16:creationId xmlns:a16="http://schemas.microsoft.com/office/drawing/2014/main" id="{4C9658EF-DAFC-4538-B0F6-948369CDFABD}"/>
                </a:ext>
              </a:extLst>
            </p:cNvPr>
            <p:cNvSpPr>
              <a:spLocks noChangeShapeType="1"/>
            </p:cNvSpPr>
            <p:nvPr/>
          </p:nvSpPr>
          <p:spPr bwMode="auto">
            <a:xfrm rot="16200000">
              <a:off x="5052499" y="4269023"/>
              <a:ext cx="0" cy="715832"/>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815" name="Line 192">
              <a:extLst>
                <a:ext uri="{FF2B5EF4-FFF2-40B4-BE49-F238E27FC236}">
                  <a16:creationId xmlns:a16="http://schemas.microsoft.com/office/drawing/2014/main" id="{62F29D7D-6E40-42F0-9D0C-699D3F97F06A}"/>
                </a:ext>
              </a:extLst>
            </p:cNvPr>
            <p:cNvSpPr>
              <a:spLocks noChangeShapeType="1"/>
            </p:cNvSpPr>
            <p:nvPr/>
          </p:nvSpPr>
          <p:spPr bwMode="auto">
            <a:xfrm rot="16200000">
              <a:off x="4575453" y="4518494"/>
              <a:ext cx="216889" cy="0"/>
            </a:xfrm>
            <a:prstGeom prst="line">
              <a:avLst/>
            </a:prstGeom>
            <a:noFill/>
            <a:ln w="22225">
              <a:solidFill>
                <a:srgbClr val="000000"/>
              </a:solidFill>
              <a:round/>
              <a:headEnd/>
              <a:tailEnd/>
            </a:ln>
          </p:spPr>
          <p:txBody>
            <a:bodyPr/>
            <a:lstStyle/>
            <a:p>
              <a:pPr eaLnBrk="1" hangingPunct="1">
                <a:defRPr/>
              </a:pPr>
              <a:endParaRPr lang="en-US" sz="1050"/>
            </a:p>
          </p:txBody>
        </p:sp>
        <p:sp>
          <p:nvSpPr>
            <p:cNvPr id="69816" name="Line 193">
              <a:extLst>
                <a:ext uri="{FF2B5EF4-FFF2-40B4-BE49-F238E27FC236}">
                  <a16:creationId xmlns:a16="http://schemas.microsoft.com/office/drawing/2014/main" id="{6B604D89-FB8F-4169-BB53-02D8A67A38E5}"/>
                </a:ext>
              </a:extLst>
            </p:cNvPr>
            <p:cNvSpPr>
              <a:spLocks noChangeShapeType="1"/>
            </p:cNvSpPr>
            <p:nvPr/>
          </p:nvSpPr>
          <p:spPr bwMode="auto">
            <a:xfrm rot="16200000">
              <a:off x="4051029" y="4260941"/>
              <a:ext cx="881110" cy="0"/>
            </a:xfrm>
            <a:prstGeom prst="line">
              <a:avLst/>
            </a:prstGeom>
            <a:noFill/>
            <a:ln w="22225">
              <a:solidFill>
                <a:srgbClr val="000000"/>
              </a:solidFill>
              <a:round/>
              <a:headEnd/>
              <a:tailEnd/>
            </a:ln>
          </p:spPr>
          <p:txBody>
            <a:bodyPr/>
            <a:lstStyle/>
            <a:p>
              <a:pPr eaLnBrk="1" hangingPunct="1">
                <a:defRPr/>
              </a:pPr>
              <a:endParaRPr lang="en-US" sz="1050"/>
            </a:p>
          </p:txBody>
        </p:sp>
        <p:sp>
          <p:nvSpPr>
            <p:cNvPr id="69817" name="Line 194">
              <a:extLst>
                <a:ext uri="{FF2B5EF4-FFF2-40B4-BE49-F238E27FC236}">
                  <a16:creationId xmlns:a16="http://schemas.microsoft.com/office/drawing/2014/main" id="{AC8687FD-71F5-406F-9F50-4B8F7FB32B41}"/>
                </a:ext>
              </a:extLst>
            </p:cNvPr>
            <p:cNvSpPr>
              <a:spLocks noChangeShapeType="1"/>
            </p:cNvSpPr>
            <p:nvPr/>
          </p:nvSpPr>
          <p:spPr bwMode="auto">
            <a:xfrm rot="16200000">
              <a:off x="4648641" y="3652031"/>
              <a:ext cx="0" cy="314112"/>
            </a:xfrm>
            <a:prstGeom prst="line">
              <a:avLst/>
            </a:prstGeom>
            <a:noFill/>
            <a:ln w="22225">
              <a:solidFill>
                <a:srgbClr val="000000"/>
              </a:solidFill>
              <a:round/>
              <a:headEnd/>
              <a:tailEnd/>
            </a:ln>
          </p:spPr>
          <p:txBody>
            <a:bodyPr/>
            <a:lstStyle/>
            <a:p>
              <a:pPr eaLnBrk="1" hangingPunct="1">
                <a:defRPr/>
              </a:pPr>
              <a:endParaRPr lang="en-US" sz="1050"/>
            </a:p>
          </p:txBody>
        </p:sp>
        <p:sp>
          <p:nvSpPr>
            <p:cNvPr id="69818" name="Line 195">
              <a:extLst>
                <a:ext uri="{FF2B5EF4-FFF2-40B4-BE49-F238E27FC236}">
                  <a16:creationId xmlns:a16="http://schemas.microsoft.com/office/drawing/2014/main" id="{DAE07C63-22C4-4D9E-B199-B71EC51B2DA9}"/>
                </a:ext>
              </a:extLst>
            </p:cNvPr>
            <p:cNvSpPr>
              <a:spLocks noChangeShapeType="1"/>
            </p:cNvSpPr>
            <p:nvPr/>
          </p:nvSpPr>
          <p:spPr bwMode="auto">
            <a:xfrm rot="16200000" flipV="1">
              <a:off x="5100577" y="4310959"/>
              <a:ext cx="0" cy="957293"/>
            </a:xfrm>
            <a:prstGeom prst="line">
              <a:avLst/>
            </a:prstGeom>
            <a:noFill/>
            <a:ln w="22225">
              <a:solidFill>
                <a:srgbClr val="000000"/>
              </a:solidFill>
              <a:round/>
              <a:headEnd/>
              <a:tailEnd/>
            </a:ln>
          </p:spPr>
          <p:txBody>
            <a:bodyPr/>
            <a:lstStyle/>
            <a:p>
              <a:pPr eaLnBrk="1" hangingPunct="1">
                <a:defRPr/>
              </a:pPr>
              <a:endParaRPr lang="en-US" sz="1050"/>
            </a:p>
          </p:txBody>
        </p:sp>
        <p:sp>
          <p:nvSpPr>
            <p:cNvPr id="69819" name="Line 196">
              <a:extLst>
                <a:ext uri="{FF2B5EF4-FFF2-40B4-BE49-F238E27FC236}">
                  <a16:creationId xmlns:a16="http://schemas.microsoft.com/office/drawing/2014/main" id="{3D51F70D-C8C0-4624-B716-4CEFCA6A6029}"/>
                </a:ext>
              </a:extLst>
            </p:cNvPr>
            <p:cNvSpPr>
              <a:spLocks noChangeShapeType="1"/>
            </p:cNvSpPr>
            <p:nvPr/>
          </p:nvSpPr>
          <p:spPr bwMode="auto">
            <a:xfrm rot="16200000">
              <a:off x="4365078" y="4909347"/>
              <a:ext cx="94889" cy="0"/>
            </a:xfrm>
            <a:prstGeom prst="line">
              <a:avLst/>
            </a:prstGeom>
            <a:noFill/>
            <a:ln w="22225">
              <a:solidFill>
                <a:srgbClr val="000000"/>
              </a:solidFill>
              <a:round/>
              <a:headEnd/>
              <a:tailEnd/>
            </a:ln>
          </p:spPr>
          <p:txBody>
            <a:bodyPr/>
            <a:lstStyle/>
            <a:p>
              <a:pPr eaLnBrk="1" hangingPunct="1">
                <a:defRPr/>
              </a:pPr>
              <a:endParaRPr lang="en-US" sz="1050"/>
            </a:p>
          </p:txBody>
        </p:sp>
        <p:sp>
          <p:nvSpPr>
            <p:cNvPr id="69820" name="Line 197">
              <a:extLst>
                <a:ext uri="{FF2B5EF4-FFF2-40B4-BE49-F238E27FC236}">
                  <a16:creationId xmlns:a16="http://schemas.microsoft.com/office/drawing/2014/main" id="{1CFA3E5A-14DE-40FB-8A37-B216FECFC1ED}"/>
                </a:ext>
              </a:extLst>
            </p:cNvPr>
            <p:cNvSpPr>
              <a:spLocks noChangeShapeType="1"/>
            </p:cNvSpPr>
            <p:nvPr/>
          </p:nvSpPr>
          <p:spPr bwMode="auto">
            <a:xfrm rot="16200000">
              <a:off x="4524210" y="4912735"/>
              <a:ext cx="97147" cy="0"/>
            </a:xfrm>
            <a:prstGeom prst="line">
              <a:avLst/>
            </a:prstGeom>
            <a:noFill/>
            <a:ln w="22225">
              <a:solidFill>
                <a:srgbClr val="000000"/>
              </a:solidFill>
              <a:round/>
              <a:headEnd/>
              <a:tailEnd/>
            </a:ln>
          </p:spPr>
          <p:txBody>
            <a:bodyPr/>
            <a:lstStyle/>
            <a:p>
              <a:pPr eaLnBrk="1" hangingPunct="1">
                <a:defRPr/>
              </a:pPr>
              <a:endParaRPr lang="en-US" sz="1050"/>
            </a:p>
          </p:txBody>
        </p:sp>
        <p:sp>
          <p:nvSpPr>
            <p:cNvPr id="69821" name="Line 198">
              <a:extLst>
                <a:ext uri="{FF2B5EF4-FFF2-40B4-BE49-F238E27FC236}">
                  <a16:creationId xmlns:a16="http://schemas.microsoft.com/office/drawing/2014/main" id="{8630CF4A-44A7-420C-80D2-37383B0B4ECA}"/>
                </a:ext>
              </a:extLst>
            </p:cNvPr>
            <p:cNvSpPr>
              <a:spLocks noChangeShapeType="1"/>
            </p:cNvSpPr>
            <p:nvPr/>
          </p:nvSpPr>
          <p:spPr bwMode="auto">
            <a:xfrm rot="16200000">
              <a:off x="5338832" y="4215350"/>
              <a:ext cx="0" cy="1523550"/>
            </a:xfrm>
            <a:prstGeom prst="line">
              <a:avLst/>
            </a:prstGeom>
            <a:noFill/>
            <a:ln w="22225">
              <a:solidFill>
                <a:srgbClr val="000000"/>
              </a:solidFill>
              <a:round/>
              <a:headEnd/>
              <a:tailEnd type="none" w="sm" len="sm"/>
            </a:ln>
          </p:spPr>
          <p:txBody>
            <a:bodyPr/>
            <a:lstStyle/>
            <a:p>
              <a:pPr eaLnBrk="1" hangingPunct="1">
                <a:defRPr/>
              </a:pPr>
              <a:endParaRPr lang="en-US" sz="1050"/>
            </a:p>
          </p:txBody>
        </p:sp>
        <p:sp>
          <p:nvSpPr>
            <p:cNvPr id="69822" name="AutoShape 199">
              <a:extLst>
                <a:ext uri="{FF2B5EF4-FFF2-40B4-BE49-F238E27FC236}">
                  <a16:creationId xmlns:a16="http://schemas.microsoft.com/office/drawing/2014/main" id="{1A36CECE-979D-4000-A4DD-BC938B8927C4}"/>
                </a:ext>
              </a:extLst>
            </p:cNvPr>
            <p:cNvSpPr>
              <a:spLocks noChangeArrowheads="1"/>
            </p:cNvSpPr>
            <p:nvPr/>
          </p:nvSpPr>
          <p:spPr bwMode="auto">
            <a:xfrm>
              <a:off x="7523725" y="5550976"/>
              <a:ext cx="346164" cy="164925"/>
            </a:xfrm>
            <a:custGeom>
              <a:avLst/>
              <a:gdLst>
                <a:gd name="T0" fmla="*/ 302816 w 21600"/>
                <a:gd name="T1" fmla="*/ 82550 h 21600"/>
                <a:gd name="T2" fmla="*/ 173038 w 21600"/>
                <a:gd name="T3" fmla="*/ 165100 h 21600"/>
                <a:gd name="T4" fmla="*/ 43259 w 21600"/>
                <a:gd name="T5" fmla="*/ 82550 h 21600"/>
                <a:gd name="T6" fmla="*/ 173038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823" name="Line 200">
              <a:extLst>
                <a:ext uri="{FF2B5EF4-FFF2-40B4-BE49-F238E27FC236}">
                  <a16:creationId xmlns:a16="http://schemas.microsoft.com/office/drawing/2014/main" id="{8ECCE7E9-829D-4344-AC10-89BBFF5CAF42}"/>
                </a:ext>
              </a:extLst>
            </p:cNvPr>
            <p:cNvSpPr>
              <a:spLocks noChangeShapeType="1"/>
            </p:cNvSpPr>
            <p:nvPr/>
          </p:nvSpPr>
          <p:spPr bwMode="auto">
            <a:xfrm rot="16200000">
              <a:off x="7559984" y="5503530"/>
              <a:ext cx="81333" cy="0"/>
            </a:xfrm>
            <a:prstGeom prst="line">
              <a:avLst/>
            </a:prstGeom>
            <a:noFill/>
            <a:ln w="22225">
              <a:solidFill>
                <a:srgbClr val="000000"/>
              </a:solidFill>
              <a:round/>
              <a:headEnd/>
              <a:tailEnd/>
            </a:ln>
          </p:spPr>
          <p:txBody>
            <a:bodyPr/>
            <a:lstStyle/>
            <a:p>
              <a:pPr eaLnBrk="1" hangingPunct="1">
                <a:defRPr/>
              </a:pPr>
              <a:endParaRPr lang="en-US" sz="1050"/>
            </a:p>
          </p:txBody>
        </p:sp>
        <p:sp>
          <p:nvSpPr>
            <p:cNvPr id="69824" name="Rectangle 201">
              <a:extLst>
                <a:ext uri="{FF2B5EF4-FFF2-40B4-BE49-F238E27FC236}">
                  <a16:creationId xmlns:a16="http://schemas.microsoft.com/office/drawing/2014/main" id="{D0E2E291-9BC3-4321-9E00-D9A0A706AF7B}"/>
                </a:ext>
              </a:extLst>
            </p:cNvPr>
            <p:cNvSpPr>
              <a:spLocks noChangeArrowheads="1"/>
            </p:cNvSpPr>
            <p:nvPr/>
          </p:nvSpPr>
          <p:spPr bwMode="auto">
            <a:xfrm rot="16200000">
              <a:off x="7355181" y="5751618"/>
              <a:ext cx="542222" cy="773527"/>
            </a:xfrm>
            <a:prstGeom prst="rect">
              <a:avLst/>
            </a:prstGeom>
            <a:solidFill>
              <a:srgbClr val="FFFFFF"/>
            </a:solidFill>
            <a:ln w="22225">
              <a:solidFill>
                <a:srgbClr val="000000"/>
              </a:solidFill>
              <a:miter lim="800000"/>
              <a:headEnd/>
              <a:tailEnd/>
            </a:ln>
          </p:spPr>
          <p:txBody>
            <a:bodyPr vert="eaVert"/>
            <a:lstStyle/>
            <a:p>
              <a:pPr algn="ctr" eaLnBrk="1" hangingPunct="1">
                <a:defRPr/>
              </a:pPr>
              <a:r>
                <a:rPr lang="en-US" sz="1050"/>
                <a:t>LUT</a:t>
              </a:r>
              <a:endParaRPr lang="ru-RU" sz="1050"/>
            </a:p>
          </p:txBody>
        </p:sp>
        <p:sp>
          <p:nvSpPr>
            <p:cNvPr id="69825" name="Line 202">
              <a:extLst>
                <a:ext uri="{FF2B5EF4-FFF2-40B4-BE49-F238E27FC236}">
                  <a16:creationId xmlns:a16="http://schemas.microsoft.com/office/drawing/2014/main" id="{3FDB89FB-3544-4A2C-983A-CF11D97BDD3A}"/>
                </a:ext>
              </a:extLst>
            </p:cNvPr>
            <p:cNvSpPr>
              <a:spLocks noChangeShapeType="1"/>
            </p:cNvSpPr>
            <p:nvPr/>
          </p:nvSpPr>
          <p:spPr bwMode="auto">
            <a:xfrm rot="16200000">
              <a:off x="7602435" y="5445920"/>
              <a:ext cx="210112" cy="0"/>
            </a:xfrm>
            <a:prstGeom prst="line">
              <a:avLst/>
            </a:prstGeom>
            <a:noFill/>
            <a:ln w="22225">
              <a:solidFill>
                <a:srgbClr val="000000"/>
              </a:solidFill>
              <a:round/>
              <a:headEnd/>
              <a:tailEnd type="none" w="sm" len="sm"/>
            </a:ln>
          </p:spPr>
          <p:txBody>
            <a:bodyPr/>
            <a:lstStyle/>
            <a:p>
              <a:pPr eaLnBrk="1" hangingPunct="1">
                <a:defRPr/>
              </a:pPr>
              <a:endParaRPr lang="en-US" sz="1050"/>
            </a:p>
          </p:txBody>
        </p:sp>
        <p:sp>
          <p:nvSpPr>
            <p:cNvPr id="69826" name="Line 203">
              <a:extLst>
                <a:ext uri="{FF2B5EF4-FFF2-40B4-BE49-F238E27FC236}">
                  <a16:creationId xmlns:a16="http://schemas.microsoft.com/office/drawing/2014/main" id="{854D5B08-BC9D-4E62-B267-80A890930655}"/>
                </a:ext>
              </a:extLst>
            </p:cNvPr>
            <p:cNvSpPr>
              <a:spLocks noChangeShapeType="1"/>
            </p:cNvSpPr>
            <p:nvPr/>
          </p:nvSpPr>
          <p:spPr bwMode="auto">
            <a:xfrm rot="16200000">
              <a:off x="7752448" y="5486586"/>
              <a:ext cx="115221" cy="0"/>
            </a:xfrm>
            <a:prstGeom prst="line">
              <a:avLst/>
            </a:prstGeom>
            <a:noFill/>
            <a:ln w="22225">
              <a:solidFill>
                <a:srgbClr val="000000"/>
              </a:solidFill>
              <a:round/>
              <a:headEnd/>
              <a:tailEnd/>
            </a:ln>
          </p:spPr>
          <p:txBody>
            <a:bodyPr/>
            <a:lstStyle/>
            <a:p>
              <a:pPr eaLnBrk="1" hangingPunct="1">
                <a:defRPr/>
              </a:pPr>
              <a:endParaRPr lang="en-US" sz="1050"/>
            </a:p>
          </p:txBody>
        </p:sp>
        <p:sp>
          <p:nvSpPr>
            <p:cNvPr id="69827" name="Line 204">
              <a:extLst>
                <a:ext uri="{FF2B5EF4-FFF2-40B4-BE49-F238E27FC236}">
                  <a16:creationId xmlns:a16="http://schemas.microsoft.com/office/drawing/2014/main" id="{9F8EEB0F-5B98-46F7-9D5B-3530180C7929}"/>
                </a:ext>
              </a:extLst>
            </p:cNvPr>
            <p:cNvSpPr>
              <a:spLocks noChangeShapeType="1"/>
            </p:cNvSpPr>
            <p:nvPr/>
          </p:nvSpPr>
          <p:spPr bwMode="auto">
            <a:xfrm rot="16200000">
              <a:off x="7933993" y="5305040"/>
              <a:ext cx="0" cy="247870"/>
            </a:xfrm>
            <a:prstGeom prst="line">
              <a:avLst/>
            </a:prstGeom>
            <a:noFill/>
            <a:ln w="22225">
              <a:solidFill>
                <a:srgbClr val="000000"/>
              </a:solidFill>
              <a:round/>
              <a:headEnd/>
              <a:tailEnd/>
            </a:ln>
          </p:spPr>
          <p:txBody>
            <a:bodyPr/>
            <a:lstStyle/>
            <a:p>
              <a:pPr eaLnBrk="1" hangingPunct="1">
                <a:defRPr/>
              </a:pPr>
              <a:endParaRPr lang="en-US" sz="1050"/>
            </a:p>
          </p:txBody>
        </p:sp>
        <p:sp>
          <p:nvSpPr>
            <p:cNvPr id="69828" name="Line 205">
              <a:extLst>
                <a:ext uri="{FF2B5EF4-FFF2-40B4-BE49-F238E27FC236}">
                  <a16:creationId xmlns:a16="http://schemas.microsoft.com/office/drawing/2014/main" id="{13488176-16D9-488B-B311-C3A5B30BB8C8}"/>
                </a:ext>
              </a:extLst>
            </p:cNvPr>
            <p:cNvSpPr>
              <a:spLocks noChangeShapeType="1"/>
            </p:cNvSpPr>
            <p:nvPr/>
          </p:nvSpPr>
          <p:spPr bwMode="auto">
            <a:xfrm rot="16200000" flipH="1">
              <a:off x="7478550" y="6008475"/>
              <a:ext cx="1154481" cy="0"/>
            </a:xfrm>
            <a:prstGeom prst="line">
              <a:avLst/>
            </a:prstGeom>
            <a:noFill/>
            <a:ln w="22225">
              <a:solidFill>
                <a:srgbClr val="000000"/>
              </a:solidFill>
              <a:round/>
              <a:headEnd/>
              <a:tailEnd/>
            </a:ln>
          </p:spPr>
          <p:txBody>
            <a:bodyPr/>
            <a:lstStyle/>
            <a:p>
              <a:pPr eaLnBrk="1" hangingPunct="1">
                <a:defRPr/>
              </a:pPr>
              <a:endParaRPr lang="en-US" sz="1050"/>
            </a:p>
          </p:txBody>
        </p:sp>
        <p:sp>
          <p:nvSpPr>
            <p:cNvPr id="69829" name="Line 206">
              <a:extLst>
                <a:ext uri="{FF2B5EF4-FFF2-40B4-BE49-F238E27FC236}">
                  <a16:creationId xmlns:a16="http://schemas.microsoft.com/office/drawing/2014/main" id="{728D08FF-CB06-4B09-B69E-46933D352D1C}"/>
                </a:ext>
              </a:extLst>
            </p:cNvPr>
            <p:cNvSpPr>
              <a:spLocks noChangeShapeType="1"/>
            </p:cNvSpPr>
            <p:nvPr/>
          </p:nvSpPr>
          <p:spPr bwMode="auto">
            <a:xfrm rot="16200000">
              <a:off x="7629669" y="5798364"/>
              <a:ext cx="151369" cy="0"/>
            </a:xfrm>
            <a:prstGeom prst="line">
              <a:avLst/>
            </a:prstGeom>
            <a:noFill/>
            <a:ln w="22225">
              <a:solidFill>
                <a:srgbClr val="000000"/>
              </a:solidFill>
              <a:round/>
              <a:headEnd/>
              <a:tailEnd/>
            </a:ln>
          </p:spPr>
          <p:txBody>
            <a:bodyPr/>
            <a:lstStyle/>
            <a:p>
              <a:pPr eaLnBrk="1" hangingPunct="1">
                <a:defRPr/>
              </a:pPr>
              <a:endParaRPr lang="en-US" sz="1050"/>
            </a:p>
          </p:txBody>
        </p:sp>
        <p:sp>
          <p:nvSpPr>
            <p:cNvPr id="69830" name="Line 207">
              <a:extLst>
                <a:ext uri="{FF2B5EF4-FFF2-40B4-BE49-F238E27FC236}">
                  <a16:creationId xmlns:a16="http://schemas.microsoft.com/office/drawing/2014/main" id="{9CA525FF-71BB-458A-852C-D2E53B2998F5}"/>
                </a:ext>
              </a:extLst>
            </p:cNvPr>
            <p:cNvSpPr>
              <a:spLocks noChangeShapeType="1"/>
            </p:cNvSpPr>
            <p:nvPr/>
          </p:nvSpPr>
          <p:spPr bwMode="auto">
            <a:xfrm rot="16200000" flipV="1">
              <a:off x="7574348" y="5535161"/>
              <a:ext cx="655184" cy="0"/>
            </a:xfrm>
            <a:prstGeom prst="line">
              <a:avLst/>
            </a:prstGeom>
            <a:noFill/>
            <a:ln w="22225">
              <a:solidFill>
                <a:srgbClr val="000000"/>
              </a:solidFill>
              <a:round/>
              <a:headEnd/>
              <a:tailEnd/>
            </a:ln>
          </p:spPr>
          <p:txBody>
            <a:bodyPr/>
            <a:lstStyle/>
            <a:p>
              <a:pPr eaLnBrk="1" hangingPunct="1">
                <a:defRPr/>
              </a:pPr>
              <a:endParaRPr lang="en-US" sz="1050"/>
            </a:p>
          </p:txBody>
        </p:sp>
        <p:sp>
          <p:nvSpPr>
            <p:cNvPr id="69831" name="AutoShape 208">
              <a:extLst>
                <a:ext uri="{FF2B5EF4-FFF2-40B4-BE49-F238E27FC236}">
                  <a16:creationId xmlns:a16="http://schemas.microsoft.com/office/drawing/2014/main" id="{BF55EC0B-BDA7-456B-BC2D-F7C294357F0B}"/>
                </a:ext>
              </a:extLst>
            </p:cNvPr>
            <p:cNvSpPr>
              <a:spLocks noChangeArrowheads="1"/>
            </p:cNvSpPr>
            <p:nvPr/>
          </p:nvSpPr>
          <p:spPr bwMode="auto">
            <a:xfrm rot="10800000">
              <a:off x="5854872" y="3228460"/>
              <a:ext cx="348301" cy="164925"/>
            </a:xfrm>
            <a:custGeom>
              <a:avLst/>
              <a:gdLst>
                <a:gd name="T0" fmla="*/ 304205 w 21600"/>
                <a:gd name="T1" fmla="*/ 82550 h 21600"/>
                <a:gd name="T2" fmla="*/ 173832 w 21600"/>
                <a:gd name="T3" fmla="*/ 165100 h 21600"/>
                <a:gd name="T4" fmla="*/ 43458 w 21600"/>
                <a:gd name="T5" fmla="*/ 82550 h 21600"/>
                <a:gd name="T6" fmla="*/ 173832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832" name="Line 209">
              <a:extLst>
                <a:ext uri="{FF2B5EF4-FFF2-40B4-BE49-F238E27FC236}">
                  <a16:creationId xmlns:a16="http://schemas.microsoft.com/office/drawing/2014/main" id="{8F3EF2B6-6C3A-41A5-B7BD-E88C28C46BD1}"/>
                </a:ext>
              </a:extLst>
            </p:cNvPr>
            <p:cNvSpPr>
              <a:spLocks noChangeShapeType="1"/>
            </p:cNvSpPr>
            <p:nvPr/>
          </p:nvSpPr>
          <p:spPr bwMode="auto">
            <a:xfrm rot="16200000">
              <a:off x="5960912" y="3178756"/>
              <a:ext cx="108444" cy="0"/>
            </a:xfrm>
            <a:prstGeom prst="line">
              <a:avLst/>
            </a:prstGeom>
            <a:noFill/>
            <a:ln w="22225">
              <a:solidFill>
                <a:srgbClr val="000000"/>
              </a:solidFill>
              <a:round/>
              <a:headEnd/>
              <a:tailEnd/>
            </a:ln>
          </p:spPr>
          <p:txBody>
            <a:bodyPr/>
            <a:lstStyle/>
            <a:p>
              <a:pPr eaLnBrk="1" hangingPunct="1">
                <a:defRPr/>
              </a:pPr>
              <a:endParaRPr lang="en-US" sz="1050"/>
            </a:p>
          </p:txBody>
        </p:sp>
        <p:sp>
          <p:nvSpPr>
            <p:cNvPr id="69833" name="Line 210">
              <a:extLst>
                <a:ext uri="{FF2B5EF4-FFF2-40B4-BE49-F238E27FC236}">
                  <a16:creationId xmlns:a16="http://schemas.microsoft.com/office/drawing/2014/main" id="{09D07B80-3F68-404D-8A9C-C6407EF6ABAF}"/>
                </a:ext>
              </a:extLst>
            </p:cNvPr>
            <p:cNvSpPr>
              <a:spLocks noChangeShapeType="1"/>
            </p:cNvSpPr>
            <p:nvPr/>
          </p:nvSpPr>
          <p:spPr bwMode="auto">
            <a:xfrm rot="16200000">
              <a:off x="5942174" y="2420776"/>
              <a:ext cx="445073" cy="0"/>
            </a:xfrm>
            <a:prstGeom prst="line">
              <a:avLst/>
            </a:prstGeom>
            <a:noFill/>
            <a:ln w="22225">
              <a:solidFill>
                <a:srgbClr val="000000"/>
              </a:solidFill>
              <a:round/>
              <a:headEnd/>
              <a:tailEnd/>
            </a:ln>
          </p:spPr>
          <p:txBody>
            <a:bodyPr/>
            <a:lstStyle/>
            <a:p>
              <a:pPr eaLnBrk="1" hangingPunct="1">
                <a:defRPr/>
              </a:pPr>
              <a:endParaRPr lang="en-US" sz="1050"/>
            </a:p>
          </p:txBody>
        </p:sp>
        <p:sp>
          <p:nvSpPr>
            <p:cNvPr id="69834" name="AutoShape 211">
              <a:extLst>
                <a:ext uri="{FF2B5EF4-FFF2-40B4-BE49-F238E27FC236}">
                  <a16:creationId xmlns:a16="http://schemas.microsoft.com/office/drawing/2014/main" id="{2F614768-5410-48C7-A7B4-3B907282DFF7}"/>
                </a:ext>
              </a:extLst>
            </p:cNvPr>
            <p:cNvSpPr>
              <a:spLocks noChangeArrowheads="1"/>
            </p:cNvSpPr>
            <p:nvPr/>
          </p:nvSpPr>
          <p:spPr bwMode="auto">
            <a:xfrm rot="10800000">
              <a:off x="6455318" y="1796091"/>
              <a:ext cx="668822" cy="230444"/>
            </a:xfrm>
            <a:custGeom>
              <a:avLst/>
              <a:gdLst>
                <a:gd name="T0" fmla="*/ 615169 w 21600"/>
                <a:gd name="T1" fmla="*/ 114300 h 21600"/>
                <a:gd name="T2" fmla="*/ 333375 w 21600"/>
                <a:gd name="T3" fmla="*/ 228600 h 21600"/>
                <a:gd name="T4" fmla="*/ 51581 w 21600"/>
                <a:gd name="T5" fmla="*/ 114300 h 21600"/>
                <a:gd name="T6" fmla="*/ 333375 w 21600"/>
                <a:gd name="T7" fmla="*/ 0 h 21600"/>
                <a:gd name="T8" fmla="*/ 0 60000 65536"/>
                <a:gd name="T9" fmla="*/ 0 60000 65536"/>
                <a:gd name="T10" fmla="*/ 0 60000 65536"/>
                <a:gd name="T11" fmla="*/ 0 60000 65536"/>
                <a:gd name="T12" fmla="*/ 3471 w 21600"/>
                <a:gd name="T13" fmla="*/ 3471 h 21600"/>
                <a:gd name="T14" fmla="*/ 18129 w 21600"/>
                <a:gd name="T15" fmla="*/ 18129 h 21600"/>
              </a:gdLst>
              <a:ahLst/>
              <a:cxnLst>
                <a:cxn ang="T8">
                  <a:pos x="T0" y="T1"/>
                </a:cxn>
                <a:cxn ang="T9">
                  <a:pos x="T2" y="T3"/>
                </a:cxn>
                <a:cxn ang="T10">
                  <a:pos x="T4" y="T5"/>
                </a:cxn>
                <a:cxn ang="T11">
                  <a:pos x="T6" y="T7"/>
                </a:cxn>
              </a:cxnLst>
              <a:rect l="T12" t="T13" r="T14" b="T15"/>
              <a:pathLst>
                <a:path w="21600" h="21600">
                  <a:moveTo>
                    <a:pt x="0" y="0"/>
                  </a:moveTo>
                  <a:lnTo>
                    <a:pt x="3342" y="21600"/>
                  </a:lnTo>
                  <a:lnTo>
                    <a:pt x="18258"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835" name="Line 212">
              <a:extLst>
                <a:ext uri="{FF2B5EF4-FFF2-40B4-BE49-F238E27FC236}">
                  <a16:creationId xmlns:a16="http://schemas.microsoft.com/office/drawing/2014/main" id="{EAE4F32A-6E21-447A-81EB-CA4B049E6159}"/>
                </a:ext>
              </a:extLst>
            </p:cNvPr>
            <p:cNvSpPr>
              <a:spLocks noChangeShapeType="1"/>
            </p:cNvSpPr>
            <p:nvPr/>
          </p:nvSpPr>
          <p:spPr bwMode="auto">
            <a:xfrm rot="16200000">
              <a:off x="6477682" y="2115775"/>
              <a:ext cx="160407" cy="0"/>
            </a:xfrm>
            <a:prstGeom prst="line">
              <a:avLst/>
            </a:prstGeom>
            <a:noFill/>
            <a:ln w="22225">
              <a:solidFill>
                <a:srgbClr val="000000"/>
              </a:solidFill>
              <a:round/>
              <a:headEnd/>
              <a:tailEnd/>
            </a:ln>
          </p:spPr>
          <p:txBody>
            <a:bodyPr/>
            <a:lstStyle/>
            <a:p>
              <a:pPr eaLnBrk="1" hangingPunct="1">
                <a:defRPr/>
              </a:pPr>
              <a:endParaRPr lang="en-US" sz="1050"/>
            </a:p>
          </p:txBody>
        </p:sp>
        <p:sp>
          <p:nvSpPr>
            <p:cNvPr id="69836" name="Line 213">
              <a:extLst>
                <a:ext uri="{FF2B5EF4-FFF2-40B4-BE49-F238E27FC236}">
                  <a16:creationId xmlns:a16="http://schemas.microsoft.com/office/drawing/2014/main" id="{58DF47CE-6AE7-407D-A837-23411632FF78}"/>
                </a:ext>
              </a:extLst>
            </p:cNvPr>
            <p:cNvSpPr>
              <a:spLocks noChangeShapeType="1"/>
            </p:cNvSpPr>
            <p:nvPr/>
          </p:nvSpPr>
          <p:spPr bwMode="auto">
            <a:xfrm rot="16200000">
              <a:off x="6357024" y="2003665"/>
              <a:ext cx="0" cy="384627"/>
            </a:xfrm>
            <a:prstGeom prst="line">
              <a:avLst/>
            </a:prstGeom>
            <a:noFill/>
            <a:ln w="22225">
              <a:solidFill>
                <a:srgbClr val="000000"/>
              </a:solidFill>
              <a:round/>
              <a:headEnd/>
              <a:tailEnd/>
            </a:ln>
          </p:spPr>
          <p:txBody>
            <a:bodyPr/>
            <a:lstStyle/>
            <a:p>
              <a:pPr eaLnBrk="1" hangingPunct="1">
                <a:defRPr/>
              </a:pPr>
              <a:endParaRPr lang="en-US" sz="1050"/>
            </a:p>
          </p:txBody>
        </p:sp>
        <p:sp>
          <p:nvSpPr>
            <p:cNvPr id="69837" name="Line 214">
              <a:extLst>
                <a:ext uri="{FF2B5EF4-FFF2-40B4-BE49-F238E27FC236}">
                  <a16:creationId xmlns:a16="http://schemas.microsoft.com/office/drawing/2014/main" id="{A3317371-C5EE-4E29-8975-96B6AEDE1947}"/>
                </a:ext>
              </a:extLst>
            </p:cNvPr>
            <p:cNvSpPr>
              <a:spLocks noChangeShapeType="1"/>
            </p:cNvSpPr>
            <p:nvPr/>
          </p:nvSpPr>
          <p:spPr bwMode="auto">
            <a:xfrm rot="16200000" flipH="1" flipV="1">
              <a:off x="5779312" y="2890701"/>
              <a:ext cx="1723814" cy="0"/>
            </a:xfrm>
            <a:prstGeom prst="line">
              <a:avLst/>
            </a:prstGeom>
            <a:noFill/>
            <a:ln w="22225">
              <a:solidFill>
                <a:srgbClr val="000000"/>
              </a:solidFill>
              <a:round/>
              <a:headEnd/>
              <a:tailEnd/>
            </a:ln>
          </p:spPr>
          <p:txBody>
            <a:bodyPr/>
            <a:lstStyle/>
            <a:p>
              <a:pPr eaLnBrk="1" hangingPunct="1">
                <a:defRPr/>
              </a:pPr>
              <a:endParaRPr lang="en-US" sz="1050"/>
            </a:p>
          </p:txBody>
        </p:sp>
        <p:sp>
          <p:nvSpPr>
            <p:cNvPr id="69838" name="Line 215">
              <a:extLst>
                <a:ext uri="{FF2B5EF4-FFF2-40B4-BE49-F238E27FC236}">
                  <a16:creationId xmlns:a16="http://schemas.microsoft.com/office/drawing/2014/main" id="{BEF47DAD-2B56-4BB0-8038-F9780D408028}"/>
                </a:ext>
              </a:extLst>
            </p:cNvPr>
            <p:cNvSpPr>
              <a:spLocks noChangeShapeType="1"/>
            </p:cNvSpPr>
            <p:nvPr/>
          </p:nvSpPr>
          <p:spPr bwMode="auto">
            <a:xfrm rot="16200000" flipH="1">
              <a:off x="5838069" y="2927979"/>
              <a:ext cx="1802887" cy="0"/>
            </a:xfrm>
            <a:prstGeom prst="line">
              <a:avLst/>
            </a:prstGeom>
            <a:noFill/>
            <a:ln w="22225">
              <a:solidFill>
                <a:srgbClr val="000000"/>
              </a:solidFill>
              <a:round/>
              <a:headEnd/>
              <a:tailEnd/>
            </a:ln>
          </p:spPr>
          <p:txBody>
            <a:bodyPr/>
            <a:lstStyle/>
            <a:p>
              <a:pPr eaLnBrk="1" hangingPunct="1">
                <a:defRPr/>
              </a:pPr>
              <a:endParaRPr lang="en-US" sz="1050"/>
            </a:p>
          </p:txBody>
        </p:sp>
        <p:sp>
          <p:nvSpPr>
            <p:cNvPr id="69839" name="Line 216">
              <a:extLst>
                <a:ext uri="{FF2B5EF4-FFF2-40B4-BE49-F238E27FC236}">
                  <a16:creationId xmlns:a16="http://schemas.microsoft.com/office/drawing/2014/main" id="{2C8B3F3F-6C13-4312-9F40-CA67E1A07754}"/>
                </a:ext>
              </a:extLst>
            </p:cNvPr>
            <p:cNvSpPr>
              <a:spLocks noChangeShapeType="1"/>
            </p:cNvSpPr>
            <p:nvPr/>
          </p:nvSpPr>
          <p:spPr bwMode="auto">
            <a:xfrm rot="16200000" flipH="1">
              <a:off x="6711929" y="2174516"/>
              <a:ext cx="268851" cy="0"/>
            </a:xfrm>
            <a:prstGeom prst="line">
              <a:avLst/>
            </a:prstGeom>
            <a:noFill/>
            <a:ln w="22225">
              <a:solidFill>
                <a:srgbClr val="000000"/>
              </a:solidFill>
              <a:round/>
              <a:headEnd/>
              <a:tailEnd/>
            </a:ln>
          </p:spPr>
          <p:txBody>
            <a:bodyPr/>
            <a:lstStyle/>
            <a:p>
              <a:pPr eaLnBrk="1" hangingPunct="1">
                <a:defRPr/>
              </a:pPr>
              <a:endParaRPr lang="en-US" sz="1050"/>
            </a:p>
          </p:txBody>
        </p:sp>
        <p:sp>
          <p:nvSpPr>
            <p:cNvPr id="69840" name="Line 217">
              <a:extLst>
                <a:ext uri="{FF2B5EF4-FFF2-40B4-BE49-F238E27FC236}">
                  <a16:creationId xmlns:a16="http://schemas.microsoft.com/office/drawing/2014/main" id="{179BD72E-67E8-43BC-8C14-822DD8A20A30}"/>
                </a:ext>
              </a:extLst>
            </p:cNvPr>
            <p:cNvSpPr>
              <a:spLocks noChangeShapeType="1"/>
            </p:cNvSpPr>
            <p:nvPr/>
          </p:nvSpPr>
          <p:spPr bwMode="auto">
            <a:xfrm rot="16200000" flipH="1">
              <a:off x="6854400" y="2128202"/>
              <a:ext cx="176222" cy="0"/>
            </a:xfrm>
            <a:prstGeom prst="line">
              <a:avLst/>
            </a:prstGeom>
            <a:noFill/>
            <a:ln w="22225">
              <a:solidFill>
                <a:srgbClr val="000000"/>
              </a:solidFill>
              <a:round/>
              <a:headEnd/>
              <a:tailEnd/>
            </a:ln>
          </p:spPr>
          <p:txBody>
            <a:bodyPr/>
            <a:lstStyle/>
            <a:p>
              <a:pPr eaLnBrk="1" hangingPunct="1">
                <a:defRPr/>
              </a:pPr>
              <a:endParaRPr lang="en-US" sz="1050"/>
            </a:p>
          </p:txBody>
        </p:sp>
        <p:sp>
          <p:nvSpPr>
            <p:cNvPr id="69841" name="Line 218">
              <a:extLst>
                <a:ext uri="{FF2B5EF4-FFF2-40B4-BE49-F238E27FC236}">
                  <a16:creationId xmlns:a16="http://schemas.microsoft.com/office/drawing/2014/main" id="{3476DC2B-61A9-429F-9B20-5037C39FD8A9}"/>
                </a:ext>
              </a:extLst>
            </p:cNvPr>
            <p:cNvSpPr>
              <a:spLocks noChangeShapeType="1"/>
            </p:cNvSpPr>
            <p:nvPr/>
          </p:nvSpPr>
          <p:spPr bwMode="auto">
            <a:xfrm rot="16200000" flipH="1">
              <a:off x="6985698" y="2097701"/>
              <a:ext cx="101667" cy="0"/>
            </a:xfrm>
            <a:prstGeom prst="line">
              <a:avLst/>
            </a:prstGeom>
            <a:noFill/>
            <a:ln w="22225">
              <a:solidFill>
                <a:srgbClr val="000000"/>
              </a:solidFill>
              <a:round/>
              <a:headEnd/>
              <a:tailEnd/>
            </a:ln>
          </p:spPr>
          <p:txBody>
            <a:bodyPr/>
            <a:lstStyle/>
            <a:p>
              <a:pPr eaLnBrk="1" hangingPunct="1">
                <a:defRPr/>
              </a:pPr>
              <a:endParaRPr lang="en-US" sz="1050"/>
            </a:p>
          </p:txBody>
        </p:sp>
        <p:sp>
          <p:nvSpPr>
            <p:cNvPr id="69842" name="Line 219">
              <a:extLst>
                <a:ext uri="{FF2B5EF4-FFF2-40B4-BE49-F238E27FC236}">
                  <a16:creationId xmlns:a16="http://schemas.microsoft.com/office/drawing/2014/main" id="{FF1A5C7E-DC24-4115-BD58-317E5A265295}"/>
                </a:ext>
              </a:extLst>
            </p:cNvPr>
            <p:cNvSpPr>
              <a:spLocks noChangeShapeType="1"/>
            </p:cNvSpPr>
            <p:nvPr/>
          </p:nvSpPr>
          <p:spPr bwMode="auto">
            <a:xfrm rot="16200000">
              <a:off x="6434202" y="1445907"/>
              <a:ext cx="700370" cy="0"/>
            </a:xfrm>
            <a:prstGeom prst="line">
              <a:avLst/>
            </a:prstGeom>
            <a:noFill/>
            <a:ln w="22225">
              <a:solidFill>
                <a:srgbClr val="000000"/>
              </a:solidFill>
              <a:round/>
              <a:headEnd/>
              <a:tailEnd/>
            </a:ln>
          </p:spPr>
          <p:txBody>
            <a:bodyPr/>
            <a:lstStyle/>
            <a:p>
              <a:pPr eaLnBrk="1" hangingPunct="1">
                <a:defRPr/>
              </a:pPr>
              <a:endParaRPr lang="en-US" sz="1050"/>
            </a:p>
          </p:txBody>
        </p:sp>
        <p:sp>
          <p:nvSpPr>
            <p:cNvPr id="69843" name="AutoShape 220">
              <a:extLst>
                <a:ext uri="{FF2B5EF4-FFF2-40B4-BE49-F238E27FC236}">
                  <a16:creationId xmlns:a16="http://schemas.microsoft.com/office/drawing/2014/main" id="{C181D48D-1D15-4257-99FB-C2C46B0A4A88}"/>
                </a:ext>
              </a:extLst>
            </p:cNvPr>
            <p:cNvSpPr>
              <a:spLocks noChangeArrowheads="1"/>
            </p:cNvSpPr>
            <p:nvPr/>
          </p:nvSpPr>
          <p:spPr bwMode="auto">
            <a:xfrm rot="10800000">
              <a:off x="7239528" y="1796091"/>
              <a:ext cx="666686" cy="230444"/>
            </a:xfrm>
            <a:custGeom>
              <a:avLst/>
              <a:gdLst>
                <a:gd name="T0" fmla="*/ 615169 w 21600"/>
                <a:gd name="T1" fmla="*/ 114300 h 21600"/>
                <a:gd name="T2" fmla="*/ 333375 w 21600"/>
                <a:gd name="T3" fmla="*/ 228600 h 21600"/>
                <a:gd name="T4" fmla="*/ 51581 w 21600"/>
                <a:gd name="T5" fmla="*/ 114300 h 21600"/>
                <a:gd name="T6" fmla="*/ 333375 w 21600"/>
                <a:gd name="T7" fmla="*/ 0 h 21600"/>
                <a:gd name="T8" fmla="*/ 0 60000 65536"/>
                <a:gd name="T9" fmla="*/ 0 60000 65536"/>
                <a:gd name="T10" fmla="*/ 0 60000 65536"/>
                <a:gd name="T11" fmla="*/ 0 60000 65536"/>
                <a:gd name="T12" fmla="*/ 3471 w 21600"/>
                <a:gd name="T13" fmla="*/ 3471 h 21600"/>
                <a:gd name="T14" fmla="*/ 18129 w 21600"/>
                <a:gd name="T15" fmla="*/ 18129 h 21600"/>
              </a:gdLst>
              <a:ahLst/>
              <a:cxnLst>
                <a:cxn ang="T8">
                  <a:pos x="T0" y="T1"/>
                </a:cxn>
                <a:cxn ang="T9">
                  <a:pos x="T2" y="T3"/>
                </a:cxn>
                <a:cxn ang="T10">
                  <a:pos x="T4" y="T5"/>
                </a:cxn>
                <a:cxn ang="T11">
                  <a:pos x="T6" y="T7"/>
                </a:cxn>
              </a:cxnLst>
              <a:rect l="T12" t="T13" r="T14" b="T15"/>
              <a:pathLst>
                <a:path w="21600" h="21600">
                  <a:moveTo>
                    <a:pt x="0" y="0"/>
                  </a:moveTo>
                  <a:lnTo>
                    <a:pt x="3342" y="21600"/>
                  </a:lnTo>
                  <a:lnTo>
                    <a:pt x="18258"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844" name="Line 221">
              <a:extLst>
                <a:ext uri="{FF2B5EF4-FFF2-40B4-BE49-F238E27FC236}">
                  <a16:creationId xmlns:a16="http://schemas.microsoft.com/office/drawing/2014/main" id="{C36FD961-32F1-4BE7-A99E-77E6656DE9AB}"/>
                </a:ext>
              </a:extLst>
            </p:cNvPr>
            <p:cNvSpPr>
              <a:spLocks noChangeShapeType="1"/>
            </p:cNvSpPr>
            <p:nvPr/>
          </p:nvSpPr>
          <p:spPr bwMode="auto">
            <a:xfrm rot="16200000" flipH="1">
              <a:off x="7484966" y="2165479"/>
              <a:ext cx="286925" cy="0"/>
            </a:xfrm>
            <a:prstGeom prst="line">
              <a:avLst/>
            </a:prstGeom>
            <a:noFill/>
            <a:ln w="22225">
              <a:solidFill>
                <a:srgbClr val="000000"/>
              </a:solidFill>
              <a:round/>
              <a:headEnd/>
              <a:tailEnd/>
            </a:ln>
          </p:spPr>
          <p:txBody>
            <a:bodyPr/>
            <a:lstStyle/>
            <a:p>
              <a:pPr eaLnBrk="1" hangingPunct="1">
                <a:defRPr/>
              </a:pPr>
              <a:endParaRPr lang="en-US" sz="1050"/>
            </a:p>
          </p:txBody>
        </p:sp>
        <p:sp>
          <p:nvSpPr>
            <p:cNvPr id="69845" name="Line 222">
              <a:extLst>
                <a:ext uri="{FF2B5EF4-FFF2-40B4-BE49-F238E27FC236}">
                  <a16:creationId xmlns:a16="http://schemas.microsoft.com/office/drawing/2014/main" id="{0309A414-A100-4303-88C7-2FA43798DF3C}"/>
                </a:ext>
              </a:extLst>
            </p:cNvPr>
            <p:cNvSpPr>
              <a:spLocks noChangeShapeType="1"/>
            </p:cNvSpPr>
            <p:nvPr/>
          </p:nvSpPr>
          <p:spPr bwMode="auto">
            <a:xfrm rot="16200000" flipH="1">
              <a:off x="7533188" y="2230998"/>
              <a:ext cx="399888" cy="0"/>
            </a:xfrm>
            <a:prstGeom prst="line">
              <a:avLst/>
            </a:prstGeom>
            <a:noFill/>
            <a:ln w="22225">
              <a:solidFill>
                <a:srgbClr val="000000"/>
              </a:solidFill>
              <a:round/>
              <a:headEnd/>
              <a:tailEnd/>
            </a:ln>
          </p:spPr>
          <p:txBody>
            <a:bodyPr/>
            <a:lstStyle/>
            <a:p>
              <a:pPr eaLnBrk="1" hangingPunct="1">
                <a:defRPr/>
              </a:pPr>
              <a:endParaRPr lang="en-US" sz="1050"/>
            </a:p>
          </p:txBody>
        </p:sp>
        <p:sp>
          <p:nvSpPr>
            <p:cNvPr id="69846" name="Line 223">
              <a:extLst>
                <a:ext uri="{FF2B5EF4-FFF2-40B4-BE49-F238E27FC236}">
                  <a16:creationId xmlns:a16="http://schemas.microsoft.com/office/drawing/2014/main" id="{4355D86D-1337-4F33-B59E-5240D5CD5B03}"/>
                </a:ext>
              </a:extLst>
            </p:cNvPr>
            <p:cNvSpPr>
              <a:spLocks noChangeShapeType="1"/>
            </p:cNvSpPr>
            <p:nvPr/>
          </p:nvSpPr>
          <p:spPr bwMode="auto">
            <a:xfrm rot="16200000" flipH="1">
              <a:off x="7553142" y="2280702"/>
              <a:ext cx="530926" cy="0"/>
            </a:xfrm>
            <a:prstGeom prst="line">
              <a:avLst/>
            </a:prstGeom>
            <a:noFill/>
            <a:ln w="22225">
              <a:solidFill>
                <a:srgbClr val="000000"/>
              </a:solidFill>
              <a:round/>
              <a:headEnd/>
              <a:tailEnd/>
            </a:ln>
          </p:spPr>
          <p:txBody>
            <a:bodyPr/>
            <a:lstStyle/>
            <a:p>
              <a:pPr eaLnBrk="1" hangingPunct="1">
                <a:defRPr/>
              </a:pPr>
              <a:endParaRPr lang="en-US" sz="1050"/>
            </a:p>
          </p:txBody>
        </p:sp>
        <p:sp>
          <p:nvSpPr>
            <p:cNvPr id="69847" name="Line 224">
              <a:extLst>
                <a:ext uri="{FF2B5EF4-FFF2-40B4-BE49-F238E27FC236}">
                  <a16:creationId xmlns:a16="http://schemas.microsoft.com/office/drawing/2014/main" id="{1E733E8D-EB26-4152-A8AD-B189F11B864B}"/>
                </a:ext>
              </a:extLst>
            </p:cNvPr>
            <p:cNvSpPr>
              <a:spLocks noChangeShapeType="1"/>
            </p:cNvSpPr>
            <p:nvPr/>
          </p:nvSpPr>
          <p:spPr bwMode="auto">
            <a:xfrm rot="16200000">
              <a:off x="7377812" y="1607443"/>
              <a:ext cx="377297" cy="0"/>
            </a:xfrm>
            <a:prstGeom prst="line">
              <a:avLst/>
            </a:prstGeom>
            <a:noFill/>
            <a:ln w="22225">
              <a:solidFill>
                <a:srgbClr val="000000"/>
              </a:solidFill>
              <a:round/>
              <a:headEnd/>
              <a:tailEnd/>
            </a:ln>
          </p:spPr>
          <p:txBody>
            <a:bodyPr/>
            <a:lstStyle/>
            <a:p>
              <a:pPr eaLnBrk="1" hangingPunct="1">
                <a:defRPr/>
              </a:pPr>
              <a:endParaRPr lang="en-US" sz="1050"/>
            </a:p>
          </p:txBody>
        </p:sp>
        <p:sp>
          <p:nvSpPr>
            <p:cNvPr id="69848" name="Line 225">
              <a:extLst>
                <a:ext uri="{FF2B5EF4-FFF2-40B4-BE49-F238E27FC236}">
                  <a16:creationId xmlns:a16="http://schemas.microsoft.com/office/drawing/2014/main" id="{880A7109-A5B1-4C6C-B7C0-893484167B95}"/>
                </a:ext>
              </a:extLst>
            </p:cNvPr>
            <p:cNvSpPr>
              <a:spLocks noChangeShapeType="1"/>
            </p:cNvSpPr>
            <p:nvPr/>
          </p:nvSpPr>
          <p:spPr bwMode="auto">
            <a:xfrm rot="16200000">
              <a:off x="7194656" y="1990411"/>
              <a:ext cx="0" cy="316249"/>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849" name="Line 226">
              <a:extLst>
                <a:ext uri="{FF2B5EF4-FFF2-40B4-BE49-F238E27FC236}">
                  <a16:creationId xmlns:a16="http://schemas.microsoft.com/office/drawing/2014/main" id="{74B802CF-877E-464B-A2AF-B86CB9561C65}"/>
                </a:ext>
              </a:extLst>
            </p:cNvPr>
            <p:cNvSpPr>
              <a:spLocks noChangeShapeType="1"/>
            </p:cNvSpPr>
            <p:nvPr/>
          </p:nvSpPr>
          <p:spPr bwMode="auto">
            <a:xfrm rot="16200000">
              <a:off x="6664219" y="1626647"/>
              <a:ext cx="1043777"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850" name="Line 227">
              <a:extLst>
                <a:ext uri="{FF2B5EF4-FFF2-40B4-BE49-F238E27FC236}">
                  <a16:creationId xmlns:a16="http://schemas.microsoft.com/office/drawing/2014/main" id="{0A6EE004-642E-4E28-BDC0-F9FEDC04DD16}"/>
                </a:ext>
              </a:extLst>
            </p:cNvPr>
            <p:cNvSpPr>
              <a:spLocks noChangeShapeType="1"/>
            </p:cNvSpPr>
            <p:nvPr/>
          </p:nvSpPr>
          <p:spPr bwMode="auto">
            <a:xfrm rot="16200000">
              <a:off x="7183972" y="1983889"/>
              <a:ext cx="0" cy="482920"/>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851" name="Line 228">
              <a:extLst>
                <a:ext uri="{FF2B5EF4-FFF2-40B4-BE49-F238E27FC236}">
                  <a16:creationId xmlns:a16="http://schemas.microsoft.com/office/drawing/2014/main" id="{4677124C-B37B-43FD-9BB5-0E6813ADE5EF}"/>
                </a:ext>
              </a:extLst>
            </p:cNvPr>
            <p:cNvSpPr>
              <a:spLocks noChangeShapeType="1"/>
            </p:cNvSpPr>
            <p:nvPr/>
          </p:nvSpPr>
          <p:spPr bwMode="auto">
            <a:xfrm rot="16200000">
              <a:off x="7235254" y="1931338"/>
              <a:ext cx="0" cy="777801"/>
            </a:xfrm>
            <a:prstGeom prst="line">
              <a:avLst/>
            </a:prstGeom>
            <a:noFill/>
            <a:ln w="22225">
              <a:solidFill>
                <a:srgbClr val="000000"/>
              </a:solidFill>
              <a:round/>
              <a:headEnd/>
              <a:tailEnd type="none" w="sm" len="sm"/>
            </a:ln>
          </p:spPr>
          <p:txBody>
            <a:bodyPr/>
            <a:lstStyle/>
            <a:p>
              <a:pPr eaLnBrk="1" hangingPunct="1">
                <a:defRPr/>
              </a:pPr>
              <a:endParaRPr lang="en-US" sz="1050"/>
            </a:p>
          </p:txBody>
        </p:sp>
        <p:sp>
          <p:nvSpPr>
            <p:cNvPr id="69852" name="Line 229">
              <a:extLst>
                <a:ext uri="{FF2B5EF4-FFF2-40B4-BE49-F238E27FC236}">
                  <a16:creationId xmlns:a16="http://schemas.microsoft.com/office/drawing/2014/main" id="{DC0BFAA1-83E3-4CCC-8C24-435F1DA2E157}"/>
                </a:ext>
              </a:extLst>
            </p:cNvPr>
            <p:cNvSpPr>
              <a:spLocks noChangeShapeType="1"/>
            </p:cNvSpPr>
            <p:nvPr/>
          </p:nvSpPr>
          <p:spPr bwMode="auto">
            <a:xfrm rot="16200000">
              <a:off x="7235254" y="1935200"/>
              <a:ext cx="0" cy="991482"/>
            </a:xfrm>
            <a:prstGeom prst="line">
              <a:avLst/>
            </a:prstGeom>
            <a:noFill/>
            <a:ln w="22225">
              <a:solidFill>
                <a:srgbClr val="000000"/>
              </a:solidFill>
              <a:round/>
              <a:headEnd type="oval" w="sm" len="sm"/>
              <a:tailEnd type="none" w="sm" len="sm"/>
            </a:ln>
          </p:spPr>
          <p:txBody>
            <a:bodyPr/>
            <a:lstStyle/>
            <a:p>
              <a:pPr eaLnBrk="1" hangingPunct="1">
                <a:defRPr/>
              </a:pPr>
              <a:endParaRPr lang="en-US" sz="1050"/>
            </a:p>
          </p:txBody>
        </p:sp>
        <p:sp>
          <p:nvSpPr>
            <p:cNvPr id="69853" name="Line 230">
              <a:extLst>
                <a:ext uri="{FF2B5EF4-FFF2-40B4-BE49-F238E27FC236}">
                  <a16:creationId xmlns:a16="http://schemas.microsoft.com/office/drawing/2014/main" id="{58B36146-702C-4AEA-85A2-157E1A0870BF}"/>
                </a:ext>
              </a:extLst>
            </p:cNvPr>
            <p:cNvSpPr>
              <a:spLocks noChangeShapeType="1"/>
            </p:cNvSpPr>
            <p:nvPr/>
          </p:nvSpPr>
          <p:spPr bwMode="auto">
            <a:xfrm rot="16200000">
              <a:off x="7228845" y="1956524"/>
              <a:ext cx="0" cy="1183795"/>
            </a:xfrm>
            <a:prstGeom prst="line">
              <a:avLst/>
            </a:prstGeom>
            <a:noFill/>
            <a:ln w="22225">
              <a:solidFill>
                <a:srgbClr val="000000"/>
              </a:solidFill>
              <a:round/>
              <a:headEnd type="oval" w="sm" len="sm"/>
              <a:tailEnd type="none" w="sm" len="sm"/>
            </a:ln>
          </p:spPr>
          <p:txBody>
            <a:bodyPr/>
            <a:lstStyle/>
            <a:p>
              <a:pPr eaLnBrk="1" hangingPunct="1">
                <a:defRPr/>
              </a:pPr>
              <a:endParaRPr lang="en-US" sz="1050"/>
            </a:p>
          </p:txBody>
        </p:sp>
        <p:sp>
          <p:nvSpPr>
            <p:cNvPr id="88288" name="Rectangle 231">
              <a:extLst>
                <a:ext uri="{FF2B5EF4-FFF2-40B4-BE49-F238E27FC236}">
                  <a16:creationId xmlns:a16="http://schemas.microsoft.com/office/drawing/2014/main" id="{9AEBE04A-F0F6-BCCF-3966-D0A0F448BDAC}"/>
                </a:ext>
              </a:extLst>
            </p:cNvPr>
            <p:cNvSpPr>
              <a:spLocks noChangeArrowheads="1"/>
            </p:cNvSpPr>
            <p:nvPr/>
          </p:nvSpPr>
          <p:spPr bwMode="auto">
            <a:xfrm rot="-5400000">
              <a:off x="7355681" y="834232"/>
              <a:ext cx="471487" cy="673100"/>
            </a:xfrm>
            <a:prstGeom prst="rect">
              <a:avLst/>
            </a:prstGeom>
            <a:solidFill>
              <a:srgbClr val="FFFFFF"/>
            </a:solidFill>
            <a:ln w="22225">
              <a:solidFill>
                <a:srgbClr val="000000"/>
              </a:solidFill>
              <a:miter lim="800000"/>
              <a:headEnd/>
              <a:tailEnd/>
            </a:ln>
          </p:spPr>
          <p:txBody>
            <a:bodyPr vert="eaVert"/>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000" b="0"/>
                <a:t>FF</a:t>
              </a:r>
              <a:endParaRPr lang="ru-RU" altLang="en-US" sz="1000" b="0"/>
            </a:p>
          </p:txBody>
        </p:sp>
        <p:sp>
          <p:nvSpPr>
            <p:cNvPr id="69855" name="AutoShape 232">
              <a:extLst>
                <a:ext uri="{FF2B5EF4-FFF2-40B4-BE49-F238E27FC236}">
                  <a16:creationId xmlns:a16="http://schemas.microsoft.com/office/drawing/2014/main" id="{ECECD8A1-7FD1-4B3D-B769-8A89F3896175}"/>
                </a:ext>
              </a:extLst>
            </p:cNvPr>
            <p:cNvSpPr>
              <a:spLocks noChangeArrowheads="1"/>
            </p:cNvSpPr>
            <p:nvPr/>
          </p:nvSpPr>
          <p:spPr bwMode="auto">
            <a:xfrm rot="5400000">
              <a:off x="6922733" y="4340971"/>
              <a:ext cx="375037" cy="151715"/>
            </a:xfrm>
            <a:custGeom>
              <a:avLst/>
              <a:gdLst>
                <a:gd name="T0" fmla="*/ 329208 w 21600"/>
                <a:gd name="T1" fmla="*/ 76200 h 21600"/>
                <a:gd name="T2" fmla="*/ 188119 w 21600"/>
                <a:gd name="T3" fmla="*/ 152400 h 21600"/>
                <a:gd name="T4" fmla="*/ 47030 w 21600"/>
                <a:gd name="T5" fmla="*/ 76200 h 21600"/>
                <a:gd name="T6" fmla="*/ 188119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856" name="AutoShape 233">
              <a:extLst>
                <a:ext uri="{FF2B5EF4-FFF2-40B4-BE49-F238E27FC236}">
                  <a16:creationId xmlns:a16="http://schemas.microsoft.com/office/drawing/2014/main" id="{D1377C7E-DF3E-4DCD-98D6-8246A1E3712E}"/>
                </a:ext>
              </a:extLst>
            </p:cNvPr>
            <p:cNvSpPr>
              <a:spLocks noChangeArrowheads="1"/>
            </p:cNvSpPr>
            <p:nvPr/>
          </p:nvSpPr>
          <p:spPr bwMode="auto">
            <a:xfrm rot="5400000">
              <a:off x="6441828" y="4216711"/>
              <a:ext cx="379555" cy="151715"/>
            </a:xfrm>
            <a:custGeom>
              <a:avLst/>
              <a:gdLst>
                <a:gd name="T0" fmla="*/ 330597 w 21600"/>
                <a:gd name="T1" fmla="*/ 76200 h 21600"/>
                <a:gd name="T2" fmla="*/ 188913 w 21600"/>
                <a:gd name="T3" fmla="*/ 152400 h 21600"/>
                <a:gd name="T4" fmla="*/ 47228 w 21600"/>
                <a:gd name="T5" fmla="*/ 76200 h 21600"/>
                <a:gd name="T6" fmla="*/ 188913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grpSp>
          <p:nvGrpSpPr>
            <p:cNvPr id="88291" name="Group 234">
              <a:extLst>
                <a:ext uri="{FF2B5EF4-FFF2-40B4-BE49-F238E27FC236}">
                  <a16:creationId xmlns:a16="http://schemas.microsoft.com/office/drawing/2014/main" id="{7C4AD7C8-C076-5286-50C0-FCD4F10C8E97}"/>
                </a:ext>
              </a:extLst>
            </p:cNvPr>
            <p:cNvGrpSpPr>
              <a:grpSpLocks/>
            </p:cNvGrpSpPr>
            <p:nvPr/>
          </p:nvGrpSpPr>
          <p:grpSpPr bwMode="auto">
            <a:xfrm rot="-5400000">
              <a:off x="6788944" y="3736182"/>
              <a:ext cx="273050" cy="239712"/>
              <a:chOff x="10260" y="7044"/>
              <a:chExt cx="630" cy="601"/>
            </a:xfrm>
          </p:grpSpPr>
          <p:sp>
            <p:nvSpPr>
              <p:cNvPr id="12" name="AutoShape 235">
                <a:extLst>
                  <a:ext uri="{FF2B5EF4-FFF2-40B4-BE49-F238E27FC236}">
                    <a16:creationId xmlns:a16="http://schemas.microsoft.com/office/drawing/2014/main" id="{1D38A3E0-9229-4E0D-A843-6082CE715362}"/>
                  </a:ext>
                </a:extLst>
              </p:cNvPr>
              <p:cNvSpPr>
                <a:spLocks noChangeArrowheads="1"/>
              </p:cNvSpPr>
              <p:nvPr/>
            </p:nvSpPr>
            <p:spPr bwMode="auto">
              <a:xfrm flipH="1">
                <a:off x="10204" y="7044"/>
                <a:ext cx="542" cy="600"/>
              </a:xfrm>
              <a:prstGeom prst="moon">
                <a:avLst>
                  <a:gd name="adj" fmla="val 84819"/>
                </a:avLst>
              </a:prstGeom>
              <a:noFill/>
              <a:ln w="22225">
                <a:solidFill>
                  <a:srgbClr val="000000"/>
                </a:solidFill>
                <a:miter lim="800000"/>
                <a:headEnd/>
                <a:tailEnd/>
              </a:ln>
              <a:effectLst/>
            </p:spPr>
            <p:txBody>
              <a:bodyPr anchor="ctr"/>
              <a:lstStyle/>
              <a:p>
                <a:pPr eaLnBrk="1" hangingPunct="1">
                  <a:defRPr/>
                </a:pPr>
                <a:endParaRPr lang="en-US" sz="1050"/>
              </a:p>
            </p:txBody>
          </p:sp>
          <p:sp>
            <p:nvSpPr>
              <p:cNvPr id="13" name="AutoShape 236">
                <a:extLst>
                  <a:ext uri="{FF2B5EF4-FFF2-40B4-BE49-F238E27FC236}">
                    <a16:creationId xmlns:a16="http://schemas.microsoft.com/office/drawing/2014/main" id="{49B90E25-17BC-477B-A8A2-860C21B75C91}"/>
                  </a:ext>
                </a:extLst>
              </p:cNvPr>
              <p:cNvSpPr>
                <a:spLocks noChangeArrowheads="1"/>
              </p:cNvSpPr>
              <p:nvPr/>
            </p:nvSpPr>
            <p:spPr bwMode="auto">
              <a:xfrm flipH="1">
                <a:off x="10292" y="7044"/>
                <a:ext cx="542" cy="600"/>
              </a:xfrm>
              <a:prstGeom prst="moon">
                <a:avLst>
                  <a:gd name="adj" fmla="val 84819"/>
                </a:avLst>
              </a:prstGeom>
              <a:solidFill>
                <a:srgbClr val="FFFFFF"/>
              </a:solidFill>
              <a:ln w="22225">
                <a:solidFill>
                  <a:srgbClr val="000000"/>
                </a:solidFill>
                <a:miter lim="800000"/>
                <a:headEnd/>
                <a:tailEnd/>
              </a:ln>
              <a:effectLst/>
            </p:spPr>
            <p:txBody>
              <a:bodyPr anchor="ctr"/>
              <a:lstStyle/>
              <a:p>
                <a:pPr eaLnBrk="1" hangingPunct="1">
                  <a:defRPr/>
                </a:pPr>
                <a:endParaRPr lang="en-US" sz="1050"/>
              </a:p>
            </p:txBody>
          </p:sp>
        </p:grpSp>
        <p:sp>
          <p:nvSpPr>
            <p:cNvPr id="69858" name="Line 237">
              <a:extLst>
                <a:ext uri="{FF2B5EF4-FFF2-40B4-BE49-F238E27FC236}">
                  <a16:creationId xmlns:a16="http://schemas.microsoft.com/office/drawing/2014/main" id="{E8738B7C-B08C-40C0-A522-3D0F397B0B03}"/>
                </a:ext>
              </a:extLst>
            </p:cNvPr>
            <p:cNvSpPr>
              <a:spLocks noChangeShapeType="1"/>
            </p:cNvSpPr>
            <p:nvPr/>
          </p:nvSpPr>
          <p:spPr bwMode="auto">
            <a:xfrm rot="16200000" flipV="1">
              <a:off x="6229197" y="3018349"/>
              <a:ext cx="1405258" cy="0"/>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859" name="Line 238">
              <a:extLst>
                <a:ext uri="{FF2B5EF4-FFF2-40B4-BE49-F238E27FC236}">
                  <a16:creationId xmlns:a16="http://schemas.microsoft.com/office/drawing/2014/main" id="{C92AB11D-C328-4E75-BDF7-AAA52741B0C8}"/>
                </a:ext>
              </a:extLst>
            </p:cNvPr>
            <p:cNvSpPr>
              <a:spLocks noChangeShapeType="1"/>
            </p:cNvSpPr>
            <p:nvPr/>
          </p:nvSpPr>
          <p:spPr bwMode="auto">
            <a:xfrm rot="16200000">
              <a:off x="5823965" y="3497312"/>
              <a:ext cx="194296" cy="0"/>
            </a:xfrm>
            <a:prstGeom prst="line">
              <a:avLst/>
            </a:prstGeom>
            <a:noFill/>
            <a:ln w="22225">
              <a:solidFill>
                <a:srgbClr val="000000"/>
              </a:solidFill>
              <a:round/>
              <a:headEnd/>
              <a:tailEnd/>
            </a:ln>
          </p:spPr>
          <p:txBody>
            <a:bodyPr/>
            <a:lstStyle/>
            <a:p>
              <a:pPr eaLnBrk="1" hangingPunct="1">
                <a:defRPr/>
              </a:pPr>
              <a:endParaRPr lang="en-US" sz="1050"/>
            </a:p>
          </p:txBody>
        </p:sp>
        <p:sp>
          <p:nvSpPr>
            <p:cNvPr id="14" name="Line 239">
              <a:extLst>
                <a:ext uri="{FF2B5EF4-FFF2-40B4-BE49-F238E27FC236}">
                  <a16:creationId xmlns:a16="http://schemas.microsoft.com/office/drawing/2014/main" id="{722DEBB2-C309-4758-948E-CDA5DFFD31E2}"/>
                </a:ext>
              </a:extLst>
            </p:cNvPr>
            <p:cNvSpPr>
              <a:spLocks noChangeShapeType="1"/>
            </p:cNvSpPr>
            <p:nvPr/>
          </p:nvSpPr>
          <p:spPr bwMode="auto">
            <a:xfrm rot="16200000">
              <a:off x="6050140" y="3453255"/>
              <a:ext cx="88110" cy="0"/>
            </a:xfrm>
            <a:prstGeom prst="line">
              <a:avLst/>
            </a:prstGeom>
            <a:noFill/>
            <a:ln w="22225">
              <a:solidFill>
                <a:srgbClr val="000000"/>
              </a:solidFill>
              <a:round/>
              <a:headEnd/>
              <a:tailEnd/>
            </a:ln>
          </p:spPr>
          <p:txBody>
            <a:bodyPr/>
            <a:lstStyle/>
            <a:p>
              <a:pPr eaLnBrk="1" hangingPunct="1">
                <a:defRPr/>
              </a:pPr>
              <a:endParaRPr lang="en-US" sz="1050"/>
            </a:p>
          </p:txBody>
        </p:sp>
        <p:sp>
          <p:nvSpPr>
            <p:cNvPr id="69861" name="Line 240">
              <a:extLst>
                <a:ext uri="{FF2B5EF4-FFF2-40B4-BE49-F238E27FC236}">
                  <a16:creationId xmlns:a16="http://schemas.microsoft.com/office/drawing/2014/main" id="{EC72B0A0-C144-4C95-BD67-394D7643EBB7}"/>
                </a:ext>
              </a:extLst>
            </p:cNvPr>
            <p:cNvSpPr>
              <a:spLocks noChangeShapeType="1"/>
            </p:cNvSpPr>
            <p:nvPr/>
          </p:nvSpPr>
          <p:spPr bwMode="auto">
            <a:xfrm rot="16200000">
              <a:off x="6678615" y="2832195"/>
              <a:ext cx="0" cy="1506454"/>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862" name="Line 241">
              <a:extLst>
                <a:ext uri="{FF2B5EF4-FFF2-40B4-BE49-F238E27FC236}">
                  <a16:creationId xmlns:a16="http://schemas.microsoft.com/office/drawing/2014/main" id="{E36D6E47-FF51-4756-B325-73B8C000B95A}"/>
                </a:ext>
              </a:extLst>
            </p:cNvPr>
            <p:cNvSpPr>
              <a:spLocks noChangeShapeType="1"/>
            </p:cNvSpPr>
            <p:nvPr/>
          </p:nvSpPr>
          <p:spPr bwMode="auto">
            <a:xfrm rot="16200000">
              <a:off x="6803618" y="2790148"/>
              <a:ext cx="0" cy="1418845"/>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863" name="Line 242">
              <a:extLst>
                <a:ext uri="{FF2B5EF4-FFF2-40B4-BE49-F238E27FC236}">
                  <a16:creationId xmlns:a16="http://schemas.microsoft.com/office/drawing/2014/main" id="{CB11C8EF-39D9-422A-8EAF-83FAF92D4317}"/>
                </a:ext>
              </a:extLst>
            </p:cNvPr>
            <p:cNvSpPr>
              <a:spLocks noChangeShapeType="1"/>
            </p:cNvSpPr>
            <p:nvPr/>
          </p:nvSpPr>
          <p:spPr bwMode="auto">
            <a:xfrm rot="16200000">
              <a:off x="6911671" y="4021459"/>
              <a:ext cx="112963" cy="0"/>
            </a:xfrm>
            <a:prstGeom prst="line">
              <a:avLst/>
            </a:prstGeom>
            <a:noFill/>
            <a:ln w="22225">
              <a:solidFill>
                <a:srgbClr val="000000"/>
              </a:solidFill>
              <a:round/>
              <a:headEnd/>
              <a:tailEnd/>
            </a:ln>
          </p:spPr>
          <p:txBody>
            <a:bodyPr/>
            <a:lstStyle/>
            <a:p>
              <a:pPr eaLnBrk="1" hangingPunct="1">
                <a:defRPr/>
              </a:pPr>
              <a:endParaRPr lang="en-US" sz="1050"/>
            </a:p>
          </p:txBody>
        </p:sp>
        <p:sp>
          <p:nvSpPr>
            <p:cNvPr id="69864" name="Line 243">
              <a:extLst>
                <a:ext uri="{FF2B5EF4-FFF2-40B4-BE49-F238E27FC236}">
                  <a16:creationId xmlns:a16="http://schemas.microsoft.com/office/drawing/2014/main" id="{F2ED4EA1-820E-4F7E-B5F4-A36F0C2AB821}"/>
                </a:ext>
              </a:extLst>
            </p:cNvPr>
            <p:cNvSpPr>
              <a:spLocks noChangeShapeType="1"/>
            </p:cNvSpPr>
            <p:nvPr/>
          </p:nvSpPr>
          <p:spPr bwMode="auto">
            <a:xfrm rot="16200000">
              <a:off x="7161535" y="3884558"/>
              <a:ext cx="0" cy="386763"/>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865" name="Line 244">
              <a:extLst>
                <a:ext uri="{FF2B5EF4-FFF2-40B4-BE49-F238E27FC236}">
                  <a16:creationId xmlns:a16="http://schemas.microsoft.com/office/drawing/2014/main" id="{1F289C66-4480-4CCF-9E00-9FEC35ECD060}"/>
                </a:ext>
              </a:extLst>
            </p:cNvPr>
            <p:cNvSpPr>
              <a:spLocks noChangeShapeType="1"/>
            </p:cNvSpPr>
            <p:nvPr/>
          </p:nvSpPr>
          <p:spPr bwMode="auto">
            <a:xfrm rot="16200000">
              <a:off x="6750119" y="4091496"/>
              <a:ext cx="239481"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866" name="Line 245">
              <a:extLst>
                <a:ext uri="{FF2B5EF4-FFF2-40B4-BE49-F238E27FC236}">
                  <a16:creationId xmlns:a16="http://schemas.microsoft.com/office/drawing/2014/main" id="{964FFA2E-AEE9-4D14-A373-761286911FD4}"/>
                </a:ext>
              </a:extLst>
            </p:cNvPr>
            <p:cNvSpPr>
              <a:spLocks noChangeShapeType="1"/>
            </p:cNvSpPr>
            <p:nvPr/>
          </p:nvSpPr>
          <p:spPr bwMode="auto">
            <a:xfrm rot="16200000">
              <a:off x="7189313" y="3727247"/>
              <a:ext cx="0" cy="967978"/>
            </a:xfrm>
            <a:prstGeom prst="line">
              <a:avLst/>
            </a:prstGeom>
            <a:noFill/>
            <a:ln w="22225">
              <a:solidFill>
                <a:srgbClr val="000000"/>
              </a:solidFill>
              <a:round/>
              <a:headEnd/>
              <a:tailEnd/>
            </a:ln>
          </p:spPr>
          <p:txBody>
            <a:bodyPr/>
            <a:lstStyle/>
            <a:p>
              <a:pPr eaLnBrk="1" hangingPunct="1">
                <a:defRPr/>
              </a:pPr>
              <a:endParaRPr lang="en-US" sz="1050"/>
            </a:p>
          </p:txBody>
        </p:sp>
        <p:sp>
          <p:nvSpPr>
            <p:cNvPr id="69867" name="Line 246">
              <a:extLst>
                <a:ext uri="{FF2B5EF4-FFF2-40B4-BE49-F238E27FC236}">
                  <a16:creationId xmlns:a16="http://schemas.microsoft.com/office/drawing/2014/main" id="{2D6E0581-36A9-4BF2-A615-59DDDCE63FB0}"/>
                </a:ext>
              </a:extLst>
            </p:cNvPr>
            <p:cNvSpPr>
              <a:spLocks noChangeShapeType="1"/>
            </p:cNvSpPr>
            <p:nvPr/>
          </p:nvSpPr>
          <p:spPr bwMode="auto">
            <a:xfrm rot="16200000">
              <a:off x="6873065" y="4255255"/>
              <a:ext cx="0" cy="314111"/>
            </a:xfrm>
            <a:prstGeom prst="line">
              <a:avLst/>
            </a:prstGeom>
            <a:noFill/>
            <a:ln w="22225">
              <a:solidFill>
                <a:srgbClr val="000000"/>
              </a:solidFill>
              <a:round/>
              <a:headEnd/>
              <a:tailEnd/>
            </a:ln>
          </p:spPr>
          <p:txBody>
            <a:bodyPr/>
            <a:lstStyle/>
            <a:p>
              <a:pPr eaLnBrk="1" hangingPunct="1">
                <a:defRPr/>
              </a:pPr>
              <a:endParaRPr lang="en-US" sz="1050"/>
            </a:p>
          </p:txBody>
        </p:sp>
        <p:sp>
          <p:nvSpPr>
            <p:cNvPr id="69868" name="Line 247">
              <a:extLst>
                <a:ext uri="{FF2B5EF4-FFF2-40B4-BE49-F238E27FC236}">
                  <a16:creationId xmlns:a16="http://schemas.microsoft.com/office/drawing/2014/main" id="{E8DA5A47-71A3-4CA6-9749-2974F99A0F60}"/>
                </a:ext>
              </a:extLst>
            </p:cNvPr>
            <p:cNvSpPr>
              <a:spLocks noChangeShapeType="1"/>
            </p:cNvSpPr>
            <p:nvPr/>
          </p:nvSpPr>
          <p:spPr bwMode="auto">
            <a:xfrm rot="16200000">
              <a:off x="7308975" y="4212629"/>
              <a:ext cx="0" cy="245733"/>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869" name="Line 248">
              <a:extLst>
                <a:ext uri="{FF2B5EF4-FFF2-40B4-BE49-F238E27FC236}">
                  <a16:creationId xmlns:a16="http://schemas.microsoft.com/office/drawing/2014/main" id="{1C7B284E-8F20-4B41-93B4-DABB46E10B52}"/>
                </a:ext>
              </a:extLst>
            </p:cNvPr>
            <p:cNvSpPr>
              <a:spLocks noChangeShapeType="1"/>
            </p:cNvSpPr>
            <p:nvPr/>
          </p:nvSpPr>
          <p:spPr bwMode="auto">
            <a:xfrm rot="16200000">
              <a:off x="7351711" y="4388550"/>
              <a:ext cx="0" cy="314111"/>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88304" name="Rectangle 249">
              <a:extLst>
                <a:ext uri="{FF2B5EF4-FFF2-40B4-BE49-F238E27FC236}">
                  <a16:creationId xmlns:a16="http://schemas.microsoft.com/office/drawing/2014/main" id="{53C264EA-8745-223B-103B-40451E3241E3}"/>
                </a:ext>
              </a:extLst>
            </p:cNvPr>
            <p:cNvSpPr>
              <a:spLocks noChangeArrowheads="1"/>
            </p:cNvSpPr>
            <p:nvPr/>
          </p:nvSpPr>
          <p:spPr bwMode="auto">
            <a:xfrm rot="-5400000">
              <a:off x="5934076" y="2570162"/>
              <a:ext cx="487362" cy="620713"/>
            </a:xfrm>
            <a:prstGeom prst="rect">
              <a:avLst/>
            </a:prstGeom>
            <a:solidFill>
              <a:srgbClr val="FFFFFF"/>
            </a:solidFill>
            <a:ln w="22225">
              <a:solidFill>
                <a:srgbClr val="000000"/>
              </a:solidFill>
              <a:miter lim="800000"/>
              <a:headEnd/>
              <a:tailEnd/>
            </a:ln>
          </p:spPr>
          <p:txBody>
            <a:bodyPr vert="eaVert"/>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800" b="0" u="none"/>
                <a:t>FF or</a:t>
              </a:r>
              <a:br>
                <a:rPr lang="en-US" altLang="en-US" sz="800" b="0" u="none"/>
              </a:br>
              <a:r>
                <a:rPr lang="en-US" altLang="en-US" sz="800" b="0" u="none"/>
                <a:t>Latch</a:t>
              </a:r>
              <a:endParaRPr lang="ru-RU" altLang="en-US" sz="800" b="0" u="none"/>
            </a:p>
            <a:p>
              <a:pPr eaLnBrk="1" hangingPunct="1"/>
              <a:endParaRPr lang="ru-RU" altLang="en-US" sz="800" b="0"/>
            </a:p>
          </p:txBody>
        </p:sp>
        <p:sp>
          <p:nvSpPr>
            <p:cNvPr id="69871" name="AutoShape 250">
              <a:extLst>
                <a:ext uri="{FF2B5EF4-FFF2-40B4-BE49-F238E27FC236}">
                  <a16:creationId xmlns:a16="http://schemas.microsoft.com/office/drawing/2014/main" id="{844EEFAD-7554-4266-9EA2-A50A2B4A0D0C}"/>
                </a:ext>
              </a:extLst>
            </p:cNvPr>
            <p:cNvSpPr>
              <a:spLocks noChangeArrowheads="1"/>
            </p:cNvSpPr>
            <p:nvPr/>
          </p:nvSpPr>
          <p:spPr bwMode="auto">
            <a:xfrm rot="10800000">
              <a:off x="6252320" y="4728606"/>
              <a:ext cx="346164" cy="164925"/>
            </a:xfrm>
            <a:custGeom>
              <a:avLst/>
              <a:gdLst>
                <a:gd name="T0" fmla="*/ 302816 w 21600"/>
                <a:gd name="T1" fmla="*/ 82550 h 21600"/>
                <a:gd name="T2" fmla="*/ 173038 w 21600"/>
                <a:gd name="T3" fmla="*/ 165100 h 21600"/>
                <a:gd name="T4" fmla="*/ 43259 w 21600"/>
                <a:gd name="T5" fmla="*/ 82550 h 21600"/>
                <a:gd name="T6" fmla="*/ 173038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872" name="Line 251">
              <a:extLst>
                <a:ext uri="{FF2B5EF4-FFF2-40B4-BE49-F238E27FC236}">
                  <a16:creationId xmlns:a16="http://schemas.microsoft.com/office/drawing/2014/main" id="{3007D162-32CF-46EA-A634-02FD7FEA429A}"/>
                </a:ext>
              </a:extLst>
            </p:cNvPr>
            <p:cNvSpPr>
              <a:spLocks noChangeShapeType="1"/>
            </p:cNvSpPr>
            <p:nvPr/>
          </p:nvSpPr>
          <p:spPr bwMode="auto">
            <a:xfrm rot="16200000">
              <a:off x="5442332" y="3938996"/>
              <a:ext cx="3829441" cy="0"/>
            </a:xfrm>
            <a:prstGeom prst="line">
              <a:avLst/>
            </a:prstGeom>
            <a:noFill/>
            <a:ln w="22225">
              <a:solidFill>
                <a:srgbClr val="000000"/>
              </a:solidFill>
              <a:round/>
              <a:headEnd/>
              <a:tailEnd/>
            </a:ln>
          </p:spPr>
          <p:txBody>
            <a:bodyPr/>
            <a:lstStyle/>
            <a:p>
              <a:pPr eaLnBrk="1" hangingPunct="1">
                <a:defRPr/>
              </a:pPr>
              <a:endParaRPr lang="en-US" sz="1050"/>
            </a:p>
          </p:txBody>
        </p:sp>
        <p:sp>
          <p:nvSpPr>
            <p:cNvPr id="15" name="Line 252">
              <a:extLst>
                <a:ext uri="{FF2B5EF4-FFF2-40B4-BE49-F238E27FC236}">
                  <a16:creationId xmlns:a16="http://schemas.microsoft.com/office/drawing/2014/main" id="{92D9A7D6-0FB8-4CAC-A10B-8FC376A9CB1D}"/>
                </a:ext>
              </a:extLst>
            </p:cNvPr>
            <p:cNvSpPr>
              <a:spLocks noChangeShapeType="1"/>
            </p:cNvSpPr>
            <p:nvPr/>
          </p:nvSpPr>
          <p:spPr bwMode="auto">
            <a:xfrm rot="16200000">
              <a:off x="5514984" y="3943515"/>
              <a:ext cx="3829441" cy="0"/>
            </a:xfrm>
            <a:prstGeom prst="line">
              <a:avLst/>
            </a:prstGeom>
            <a:noFill/>
            <a:ln w="22225">
              <a:solidFill>
                <a:srgbClr val="000000"/>
              </a:solidFill>
              <a:round/>
              <a:headEnd/>
              <a:tailEnd/>
            </a:ln>
          </p:spPr>
          <p:txBody>
            <a:bodyPr/>
            <a:lstStyle/>
            <a:p>
              <a:pPr eaLnBrk="1" hangingPunct="1">
                <a:defRPr/>
              </a:pPr>
              <a:endParaRPr lang="en-US" sz="1050"/>
            </a:p>
          </p:txBody>
        </p:sp>
        <p:sp>
          <p:nvSpPr>
            <p:cNvPr id="69874" name="Line 253">
              <a:extLst>
                <a:ext uri="{FF2B5EF4-FFF2-40B4-BE49-F238E27FC236}">
                  <a16:creationId xmlns:a16="http://schemas.microsoft.com/office/drawing/2014/main" id="{1F788104-4BA4-4501-9232-5A550184583A}"/>
                </a:ext>
              </a:extLst>
            </p:cNvPr>
            <p:cNvSpPr>
              <a:spLocks noChangeShapeType="1"/>
            </p:cNvSpPr>
            <p:nvPr/>
          </p:nvSpPr>
          <p:spPr bwMode="auto">
            <a:xfrm rot="16200000">
              <a:off x="6125489" y="3425016"/>
              <a:ext cx="2787923" cy="0"/>
            </a:xfrm>
            <a:prstGeom prst="line">
              <a:avLst/>
            </a:prstGeom>
            <a:noFill/>
            <a:ln w="22225">
              <a:solidFill>
                <a:srgbClr val="000000"/>
              </a:solidFill>
              <a:round/>
              <a:headEnd/>
              <a:tailEnd/>
            </a:ln>
          </p:spPr>
          <p:txBody>
            <a:bodyPr/>
            <a:lstStyle/>
            <a:p>
              <a:pPr eaLnBrk="1" hangingPunct="1">
                <a:defRPr/>
              </a:pPr>
              <a:endParaRPr lang="en-US" sz="1050"/>
            </a:p>
          </p:txBody>
        </p:sp>
        <p:sp>
          <p:nvSpPr>
            <p:cNvPr id="69875" name="Line 254">
              <a:extLst>
                <a:ext uri="{FF2B5EF4-FFF2-40B4-BE49-F238E27FC236}">
                  <a16:creationId xmlns:a16="http://schemas.microsoft.com/office/drawing/2014/main" id="{91643375-EEF6-4768-AF10-9F7E0B72BF8A}"/>
                </a:ext>
              </a:extLst>
            </p:cNvPr>
            <p:cNvSpPr>
              <a:spLocks noChangeShapeType="1"/>
            </p:cNvSpPr>
            <p:nvPr/>
          </p:nvSpPr>
          <p:spPr bwMode="auto">
            <a:xfrm rot="16200000" flipV="1">
              <a:off x="6063905" y="4029366"/>
              <a:ext cx="526406"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876" name="Line 255">
              <a:extLst>
                <a:ext uri="{FF2B5EF4-FFF2-40B4-BE49-F238E27FC236}">
                  <a16:creationId xmlns:a16="http://schemas.microsoft.com/office/drawing/2014/main" id="{086D5787-1227-46B8-A99E-1A37ED81BEA4}"/>
                </a:ext>
              </a:extLst>
            </p:cNvPr>
            <p:cNvSpPr>
              <a:spLocks noChangeShapeType="1"/>
            </p:cNvSpPr>
            <p:nvPr/>
          </p:nvSpPr>
          <p:spPr bwMode="auto">
            <a:xfrm rot="16200000">
              <a:off x="6490576" y="3595550"/>
              <a:ext cx="0" cy="314112"/>
            </a:xfrm>
            <a:prstGeom prst="line">
              <a:avLst/>
            </a:prstGeom>
            <a:noFill/>
            <a:ln w="22225">
              <a:solidFill>
                <a:srgbClr val="000000"/>
              </a:solidFill>
              <a:round/>
              <a:headEnd/>
              <a:tailEnd/>
            </a:ln>
          </p:spPr>
          <p:txBody>
            <a:bodyPr/>
            <a:lstStyle/>
            <a:p>
              <a:pPr eaLnBrk="1" hangingPunct="1">
                <a:defRPr/>
              </a:pPr>
              <a:endParaRPr lang="en-US" sz="1050"/>
            </a:p>
          </p:txBody>
        </p:sp>
        <p:sp>
          <p:nvSpPr>
            <p:cNvPr id="69877" name="Line 256">
              <a:extLst>
                <a:ext uri="{FF2B5EF4-FFF2-40B4-BE49-F238E27FC236}">
                  <a16:creationId xmlns:a16="http://schemas.microsoft.com/office/drawing/2014/main" id="{7CFDE9FD-4363-431F-AAA4-2A0E26234D6B}"/>
                </a:ext>
              </a:extLst>
            </p:cNvPr>
            <p:cNvSpPr>
              <a:spLocks noChangeShapeType="1"/>
            </p:cNvSpPr>
            <p:nvPr/>
          </p:nvSpPr>
          <p:spPr bwMode="auto">
            <a:xfrm rot="16200000">
              <a:off x="6990590" y="4298392"/>
              <a:ext cx="0" cy="715834"/>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878" name="Line 257">
              <a:extLst>
                <a:ext uri="{FF2B5EF4-FFF2-40B4-BE49-F238E27FC236}">
                  <a16:creationId xmlns:a16="http://schemas.microsoft.com/office/drawing/2014/main" id="{5710C2FB-628C-40A8-B5F9-743AC92099DF}"/>
                </a:ext>
              </a:extLst>
            </p:cNvPr>
            <p:cNvSpPr>
              <a:spLocks noChangeShapeType="1"/>
            </p:cNvSpPr>
            <p:nvPr/>
          </p:nvSpPr>
          <p:spPr bwMode="auto">
            <a:xfrm rot="16200000">
              <a:off x="6513545" y="4547866"/>
              <a:ext cx="216889" cy="0"/>
            </a:xfrm>
            <a:prstGeom prst="line">
              <a:avLst/>
            </a:prstGeom>
            <a:noFill/>
            <a:ln w="22225">
              <a:solidFill>
                <a:srgbClr val="000000"/>
              </a:solidFill>
              <a:round/>
              <a:headEnd/>
              <a:tailEnd/>
            </a:ln>
          </p:spPr>
          <p:txBody>
            <a:bodyPr/>
            <a:lstStyle/>
            <a:p>
              <a:pPr eaLnBrk="1" hangingPunct="1">
                <a:defRPr/>
              </a:pPr>
              <a:endParaRPr lang="en-US" sz="1050"/>
            </a:p>
          </p:txBody>
        </p:sp>
        <p:sp>
          <p:nvSpPr>
            <p:cNvPr id="69879" name="Line 258">
              <a:extLst>
                <a:ext uri="{FF2B5EF4-FFF2-40B4-BE49-F238E27FC236}">
                  <a16:creationId xmlns:a16="http://schemas.microsoft.com/office/drawing/2014/main" id="{B5000250-2855-41B7-AA7C-6C644923CE90}"/>
                </a:ext>
              </a:extLst>
            </p:cNvPr>
            <p:cNvSpPr>
              <a:spLocks noChangeShapeType="1"/>
            </p:cNvSpPr>
            <p:nvPr/>
          </p:nvSpPr>
          <p:spPr bwMode="auto">
            <a:xfrm rot="16200000">
              <a:off x="5991256" y="4292570"/>
              <a:ext cx="881110" cy="0"/>
            </a:xfrm>
            <a:prstGeom prst="line">
              <a:avLst/>
            </a:prstGeom>
            <a:noFill/>
            <a:ln w="22225">
              <a:solidFill>
                <a:srgbClr val="000000"/>
              </a:solidFill>
              <a:round/>
              <a:headEnd/>
              <a:tailEnd/>
            </a:ln>
          </p:spPr>
          <p:txBody>
            <a:bodyPr/>
            <a:lstStyle/>
            <a:p>
              <a:pPr eaLnBrk="1" hangingPunct="1">
                <a:defRPr/>
              </a:pPr>
              <a:endParaRPr lang="en-US" sz="1050"/>
            </a:p>
          </p:txBody>
        </p:sp>
        <p:sp>
          <p:nvSpPr>
            <p:cNvPr id="69880" name="Line 259">
              <a:extLst>
                <a:ext uri="{FF2B5EF4-FFF2-40B4-BE49-F238E27FC236}">
                  <a16:creationId xmlns:a16="http://schemas.microsoft.com/office/drawing/2014/main" id="{C029857B-64AC-4C1B-A18C-71AB92F6BB8F}"/>
                </a:ext>
              </a:extLst>
            </p:cNvPr>
            <p:cNvSpPr>
              <a:spLocks noChangeShapeType="1"/>
            </p:cNvSpPr>
            <p:nvPr/>
          </p:nvSpPr>
          <p:spPr bwMode="auto">
            <a:xfrm rot="16200000">
              <a:off x="6588869" y="3681402"/>
              <a:ext cx="0" cy="314112"/>
            </a:xfrm>
            <a:prstGeom prst="line">
              <a:avLst/>
            </a:prstGeom>
            <a:noFill/>
            <a:ln w="22225">
              <a:solidFill>
                <a:srgbClr val="000000"/>
              </a:solidFill>
              <a:round/>
              <a:headEnd/>
              <a:tailEnd/>
            </a:ln>
          </p:spPr>
          <p:txBody>
            <a:bodyPr/>
            <a:lstStyle/>
            <a:p>
              <a:pPr eaLnBrk="1" hangingPunct="1">
                <a:defRPr/>
              </a:pPr>
              <a:endParaRPr lang="en-US" sz="1050"/>
            </a:p>
          </p:txBody>
        </p:sp>
        <p:sp>
          <p:nvSpPr>
            <p:cNvPr id="69881" name="Line 260">
              <a:extLst>
                <a:ext uri="{FF2B5EF4-FFF2-40B4-BE49-F238E27FC236}">
                  <a16:creationId xmlns:a16="http://schemas.microsoft.com/office/drawing/2014/main" id="{18AA11DA-B0DE-4485-A3E2-82C99CF7A576}"/>
                </a:ext>
              </a:extLst>
            </p:cNvPr>
            <p:cNvSpPr>
              <a:spLocks noChangeShapeType="1"/>
            </p:cNvSpPr>
            <p:nvPr/>
          </p:nvSpPr>
          <p:spPr bwMode="auto">
            <a:xfrm rot="16200000" flipV="1">
              <a:off x="7040805" y="4340330"/>
              <a:ext cx="0" cy="957293"/>
            </a:xfrm>
            <a:prstGeom prst="line">
              <a:avLst/>
            </a:prstGeom>
            <a:noFill/>
            <a:ln w="22225">
              <a:solidFill>
                <a:srgbClr val="000000"/>
              </a:solidFill>
              <a:round/>
              <a:headEnd/>
              <a:tailEnd/>
            </a:ln>
          </p:spPr>
          <p:txBody>
            <a:bodyPr/>
            <a:lstStyle/>
            <a:p>
              <a:pPr eaLnBrk="1" hangingPunct="1">
                <a:defRPr/>
              </a:pPr>
              <a:endParaRPr lang="en-US" sz="1050"/>
            </a:p>
          </p:txBody>
        </p:sp>
        <p:sp>
          <p:nvSpPr>
            <p:cNvPr id="69882" name="Line 261">
              <a:extLst>
                <a:ext uri="{FF2B5EF4-FFF2-40B4-BE49-F238E27FC236}">
                  <a16:creationId xmlns:a16="http://schemas.microsoft.com/office/drawing/2014/main" id="{9C3F1E2D-439B-401E-8975-A53F0237D978}"/>
                </a:ext>
              </a:extLst>
            </p:cNvPr>
            <p:cNvSpPr>
              <a:spLocks noChangeShapeType="1"/>
            </p:cNvSpPr>
            <p:nvPr/>
          </p:nvSpPr>
          <p:spPr bwMode="auto">
            <a:xfrm rot="16200000">
              <a:off x="6264761" y="4979383"/>
              <a:ext cx="171704" cy="0"/>
            </a:xfrm>
            <a:prstGeom prst="line">
              <a:avLst/>
            </a:prstGeom>
            <a:noFill/>
            <a:ln w="22225">
              <a:solidFill>
                <a:srgbClr val="000000"/>
              </a:solidFill>
              <a:round/>
              <a:headEnd/>
              <a:tailEnd/>
            </a:ln>
          </p:spPr>
          <p:txBody>
            <a:bodyPr/>
            <a:lstStyle/>
            <a:p>
              <a:pPr eaLnBrk="1" hangingPunct="1">
                <a:defRPr/>
              </a:pPr>
              <a:endParaRPr lang="en-US" sz="1050"/>
            </a:p>
          </p:txBody>
        </p:sp>
        <p:sp>
          <p:nvSpPr>
            <p:cNvPr id="69883" name="Line 262">
              <a:extLst>
                <a:ext uri="{FF2B5EF4-FFF2-40B4-BE49-F238E27FC236}">
                  <a16:creationId xmlns:a16="http://schemas.microsoft.com/office/drawing/2014/main" id="{445B4C5C-BCBD-4CC2-9D25-3421105EE138}"/>
                </a:ext>
              </a:extLst>
            </p:cNvPr>
            <p:cNvSpPr>
              <a:spLocks noChangeShapeType="1"/>
            </p:cNvSpPr>
            <p:nvPr/>
          </p:nvSpPr>
          <p:spPr bwMode="auto">
            <a:xfrm rot="16200000">
              <a:off x="6462300" y="4942106"/>
              <a:ext cx="97149" cy="0"/>
            </a:xfrm>
            <a:prstGeom prst="line">
              <a:avLst/>
            </a:prstGeom>
            <a:noFill/>
            <a:ln w="22225">
              <a:solidFill>
                <a:srgbClr val="000000"/>
              </a:solidFill>
              <a:round/>
              <a:headEnd/>
              <a:tailEnd/>
            </a:ln>
          </p:spPr>
          <p:txBody>
            <a:bodyPr/>
            <a:lstStyle/>
            <a:p>
              <a:pPr eaLnBrk="1" hangingPunct="1">
                <a:defRPr/>
              </a:pPr>
              <a:endParaRPr lang="en-US" sz="1050"/>
            </a:p>
          </p:txBody>
        </p:sp>
        <p:sp>
          <p:nvSpPr>
            <p:cNvPr id="69884" name="Line 263">
              <a:extLst>
                <a:ext uri="{FF2B5EF4-FFF2-40B4-BE49-F238E27FC236}">
                  <a16:creationId xmlns:a16="http://schemas.microsoft.com/office/drawing/2014/main" id="{6B694314-77B1-40F4-9520-0AD520EEA2FC}"/>
                </a:ext>
              </a:extLst>
            </p:cNvPr>
            <p:cNvSpPr>
              <a:spLocks noChangeShapeType="1"/>
            </p:cNvSpPr>
            <p:nvPr/>
          </p:nvSpPr>
          <p:spPr bwMode="auto">
            <a:xfrm rot="16200000">
              <a:off x="6936100" y="4589938"/>
              <a:ext cx="0" cy="837631"/>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885" name="Line 264">
              <a:extLst>
                <a:ext uri="{FF2B5EF4-FFF2-40B4-BE49-F238E27FC236}">
                  <a16:creationId xmlns:a16="http://schemas.microsoft.com/office/drawing/2014/main" id="{9CECC8D9-FA91-43EA-BD64-5439A3ED9B5C}"/>
                </a:ext>
              </a:extLst>
            </p:cNvPr>
            <p:cNvSpPr>
              <a:spLocks noChangeShapeType="1"/>
            </p:cNvSpPr>
            <p:nvPr/>
          </p:nvSpPr>
          <p:spPr bwMode="auto">
            <a:xfrm rot="16200000">
              <a:off x="6071902" y="4229311"/>
              <a:ext cx="112963" cy="0"/>
            </a:xfrm>
            <a:prstGeom prst="line">
              <a:avLst/>
            </a:prstGeom>
            <a:noFill/>
            <a:ln w="22225">
              <a:solidFill>
                <a:srgbClr val="000000"/>
              </a:solidFill>
              <a:round/>
              <a:headEnd/>
              <a:tailEnd/>
            </a:ln>
          </p:spPr>
          <p:txBody>
            <a:bodyPr/>
            <a:lstStyle/>
            <a:p>
              <a:pPr eaLnBrk="1" hangingPunct="1">
                <a:defRPr/>
              </a:pPr>
              <a:endParaRPr lang="en-US" sz="1050"/>
            </a:p>
          </p:txBody>
        </p:sp>
        <p:sp>
          <p:nvSpPr>
            <p:cNvPr id="69886" name="Line 265">
              <a:extLst>
                <a:ext uri="{FF2B5EF4-FFF2-40B4-BE49-F238E27FC236}">
                  <a16:creationId xmlns:a16="http://schemas.microsoft.com/office/drawing/2014/main" id="{2CA189B5-75C6-414C-9E54-FB86BCCBBF8D}"/>
                </a:ext>
              </a:extLst>
            </p:cNvPr>
            <p:cNvSpPr>
              <a:spLocks noChangeShapeType="1"/>
            </p:cNvSpPr>
            <p:nvPr/>
          </p:nvSpPr>
          <p:spPr bwMode="auto">
            <a:xfrm rot="16200000">
              <a:off x="6338861" y="4084352"/>
              <a:ext cx="0" cy="420953"/>
            </a:xfrm>
            <a:prstGeom prst="line">
              <a:avLst/>
            </a:prstGeom>
            <a:noFill/>
            <a:ln w="22225">
              <a:solidFill>
                <a:srgbClr val="000000"/>
              </a:solidFill>
              <a:round/>
              <a:headEnd/>
              <a:tailEnd/>
            </a:ln>
          </p:spPr>
          <p:txBody>
            <a:bodyPr/>
            <a:lstStyle/>
            <a:p>
              <a:pPr eaLnBrk="1" hangingPunct="1">
                <a:defRPr/>
              </a:pPr>
              <a:endParaRPr lang="en-US" sz="1050"/>
            </a:p>
          </p:txBody>
        </p:sp>
        <p:sp>
          <p:nvSpPr>
            <p:cNvPr id="69887" name="AutoShape 266">
              <a:extLst>
                <a:ext uri="{FF2B5EF4-FFF2-40B4-BE49-F238E27FC236}">
                  <a16:creationId xmlns:a16="http://schemas.microsoft.com/office/drawing/2014/main" id="{D3C2ED0E-5F71-4CC4-8BDF-9F9803E134A4}"/>
                </a:ext>
              </a:extLst>
            </p:cNvPr>
            <p:cNvSpPr>
              <a:spLocks noChangeArrowheads="1"/>
            </p:cNvSpPr>
            <p:nvPr/>
          </p:nvSpPr>
          <p:spPr bwMode="auto">
            <a:xfrm rot="5400000">
              <a:off x="7555230" y="4150214"/>
              <a:ext cx="375037" cy="117525"/>
            </a:xfrm>
            <a:custGeom>
              <a:avLst/>
              <a:gdLst>
                <a:gd name="T0" fmla="*/ 329207 w 21600"/>
                <a:gd name="T1" fmla="*/ 59532 h 21600"/>
                <a:gd name="T2" fmla="*/ 188119 w 21600"/>
                <a:gd name="T3" fmla="*/ 119063 h 21600"/>
                <a:gd name="T4" fmla="*/ 47030 w 21600"/>
                <a:gd name="T5" fmla="*/ 59532 h 21600"/>
                <a:gd name="T6" fmla="*/ 188119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endParaRPr lang="en-US" sz="1050"/>
            </a:p>
          </p:txBody>
        </p:sp>
        <p:sp>
          <p:nvSpPr>
            <p:cNvPr id="69888" name="Line 267">
              <a:extLst>
                <a:ext uri="{FF2B5EF4-FFF2-40B4-BE49-F238E27FC236}">
                  <a16:creationId xmlns:a16="http://schemas.microsoft.com/office/drawing/2014/main" id="{C7539B77-C5FC-409B-AEDC-160AB59B7E4C}"/>
                </a:ext>
              </a:extLst>
            </p:cNvPr>
            <p:cNvSpPr>
              <a:spLocks noChangeShapeType="1"/>
            </p:cNvSpPr>
            <p:nvPr/>
          </p:nvSpPr>
          <p:spPr bwMode="auto">
            <a:xfrm rot="16200000" flipH="1">
              <a:off x="4327322" y="1602055"/>
              <a:ext cx="29371" cy="7145508"/>
            </a:xfrm>
            <a:prstGeom prst="line">
              <a:avLst/>
            </a:prstGeom>
            <a:noFill/>
            <a:ln w="22225">
              <a:solidFill>
                <a:srgbClr val="000000"/>
              </a:solidFill>
              <a:round/>
              <a:headEnd/>
              <a:tailEnd/>
            </a:ln>
          </p:spPr>
          <p:txBody>
            <a:bodyPr/>
            <a:lstStyle/>
            <a:p>
              <a:pPr eaLnBrk="1" hangingPunct="1">
                <a:defRPr/>
              </a:pPr>
              <a:endParaRPr lang="en-US" sz="1050"/>
            </a:p>
          </p:txBody>
        </p:sp>
        <p:sp>
          <p:nvSpPr>
            <p:cNvPr id="69889" name="Line 268">
              <a:extLst>
                <a:ext uri="{FF2B5EF4-FFF2-40B4-BE49-F238E27FC236}">
                  <a16:creationId xmlns:a16="http://schemas.microsoft.com/office/drawing/2014/main" id="{21730298-C82B-4A54-A550-B32271F5CC2D}"/>
                </a:ext>
              </a:extLst>
            </p:cNvPr>
            <p:cNvSpPr>
              <a:spLocks noChangeShapeType="1"/>
            </p:cNvSpPr>
            <p:nvPr/>
          </p:nvSpPr>
          <p:spPr bwMode="auto">
            <a:xfrm rot="16200000">
              <a:off x="7718574" y="4495902"/>
              <a:ext cx="379555" cy="0"/>
            </a:xfrm>
            <a:prstGeom prst="line">
              <a:avLst/>
            </a:prstGeom>
            <a:noFill/>
            <a:ln w="22225">
              <a:solidFill>
                <a:srgbClr val="000000"/>
              </a:solidFill>
              <a:round/>
              <a:headEnd/>
              <a:tailEnd/>
            </a:ln>
          </p:spPr>
          <p:txBody>
            <a:bodyPr/>
            <a:lstStyle/>
            <a:p>
              <a:pPr eaLnBrk="1" hangingPunct="1">
                <a:defRPr/>
              </a:pPr>
              <a:endParaRPr lang="en-US" sz="1050"/>
            </a:p>
          </p:txBody>
        </p:sp>
        <p:sp>
          <p:nvSpPr>
            <p:cNvPr id="69890" name="Line 269">
              <a:extLst>
                <a:ext uri="{FF2B5EF4-FFF2-40B4-BE49-F238E27FC236}">
                  <a16:creationId xmlns:a16="http://schemas.microsoft.com/office/drawing/2014/main" id="{7C717AD6-DBF8-401C-A528-78DC45B3F8BB}"/>
                </a:ext>
              </a:extLst>
            </p:cNvPr>
            <p:cNvSpPr>
              <a:spLocks noChangeShapeType="1"/>
            </p:cNvSpPr>
            <p:nvPr/>
          </p:nvSpPr>
          <p:spPr bwMode="auto">
            <a:xfrm rot="16200000" flipV="1">
              <a:off x="7866684" y="4233439"/>
              <a:ext cx="0" cy="104703"/>
            </a:xfrm>
            <a:prstGeom prst="line">
              <a:avLst/>
            </a:prstGeom>
            <a:noFill/>
            <a:ln w="22225">
              <a:solidFill>
                <a:srgbClr val="000000"/>
              </a:solidFill>
              <a:round/>
              <a:headEnd/>
              <a:tailEnd/>
            </a:ln>
          </p:spPr>
          <p:txBody>
            <a:bodyPr/>
            <a:lstStyle/>
            <a:p>
              <a:pPr eaLnBrk="1" hangingPunct="1">
                <a:defRPr/>
              </a:pPr>
              <a:endParaRPr lang="en-US" sz="1050"/>
            </a:p>
          </p:txBody>
        </p:sp>
        <p:sp>
          <p:nvSpPr>
            <p:cNvPr id="69891" name="Line 270">
              <a:extLst>
                <a:ext uri="{FF2B5EF4-FFF2-40B4-BE49-F238E27FC236}">
                  <a16:creationId xmlns:a16="http://schemas.microsoft.com/office/drawing/2014/main" id="{4D74FEA7-8372-45F3-AB9E-E98BC1AD39CF}"/>
                </a:ext>
              </a:extLst>
            </p:cNvPr>
            <p:cNvSpPr>
              <a:spLocks noChangeShapeType="1"/>
            </p:cNvSpPr>
            <p:nvPr/>
          </p:nvSpPr>
          <p:spPr bwMode="auto">
            <a:xfrm rot="16200000">
              <a:off x="6320674" y="5870660"/>
              <a:ext cx="1538555" cy="0"/>
            </a:xfrm>
            <a:prstGeom prst="line">
              <a:avLst/>
            </a:prstGeom>
            <a:noFill/>
            <a:ln w="22225">
              <a:solidFill>
                <a:srgbClr val="000000"/>
              </a:solidFill>
              <a:round/>
              <a:headEnd/>
              <a:tailEnd/>
            </a:ln>
          </p:spPr>
          <p:txBody>
            <a:bodyPr/>
            <a:lstStyle/>
            <a:p>
              <a:pPr eaLnBrk="1" hangingPunct="1">
                <a:defRPr/>
              </a:pPr>
              <a:endParaRPr lang="en-US" sz="1050"/>
            </a:p>
          </p:txBody>
        </p:sp>
        <p:sp>
          <p:nvSpPr>
            <p:cNvPr id="69892" name="Line 271">
              <a:extLst>
                <a:ext uri="{FF2B5EF4-FFF2-40B4-BE49-F238E27FC236}">
                  <a16:creationId xmlns:a16="http://schemas.microsoft.com/office/drawing/2014/main" id="{E6459A29-1516-4673-A49F-D92DFBF497C9}"/>
                </a:ext>
              </a:extLst>
            </p:cNvPr>
            <p:cNvSpPr>
              <a:spLocks noChangeShapeType="1"/>
            </p:cNvSpPr>
            <p:nvPr/>
          </p:nvSpPr>
          <p:spPr bwMode="auto">
            <a:xfrm rot="16200000">
              <a:off x="7159398" y="6062157"/>
              <a:ext cx="0" cy="138894"/>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893" name="Line 272">
              <a:extLst>
                <a:ext uri="{FF2B5EF4-FFF2-40B4-BE49-F238E27FC236}">
                  <a16:creationId xmlns:a16="http://schemas.microsoft.com/office/drawing/2014/main" id="{1959B64E-E044-4EDA-8689-F81EEB4DFCE9}"/>
                </a:ext>
              </a:extLst>
            </p:cNvPr>
            <p:cNvSpPr>
              <a:spLocks noChangeShapeType="1"/>
            </p:cNvSpPr>
            <p:nvPr/>
          </p:nvSpPr>
          <p:spPr bwMode="auto">
            <a:xfrm rot="16200000" flipV="1">
              <a:off x="6782251" y="4635426"/>
              <a:ext cx="0" cy="1636800"/>
            </a:xfrm>
            <a:prstGeom prst="line">
              <a:avLst/>
            </a:prstGeom>
            <a:noFill/>
            <a:ln w="22225">
              <a:solidFill>
                <a:srgbClr val="000000"/>
              </a:solidFill>
              <a:round/>
              <a:headEnd/>
              <a:tailEnd/>
            </a:ln>
          </p:spPr>
          <p:txBody>
            <a:bodyPr/>
            <a:lstStyle/>
            <a:p>
              <a:pPr eaLnBrk="1" hangingPunct="1">
                <a:defRPr/>
              </a:pPr>
              <a:endParaRPr lang="en-US" sz="1050"/>
            </a:p>
          </p:txBody>
        </p:sp>
        <p:sp>
          <p:nvSpPr>
            <p:cNvPr id="69894" name="Line 273">
              <a:extLst>
                <a:ext uri="{FF2B5EF4-FFF2-40B4-BE49-F238E27FC236}">
                  <a16:creationId xmlns:a16="http://schemas.microsoft.com/office/drawing/2014/main" id="{4883B61A-CD83-41AA-8E6E-3E257CE0A99D}"/>
                </a:ext>
              </a:extLst>
            </p:cNvPr>
            <p:cNvSpPr>
              <a:spLocks noChangeShapeType="1"/>
            </p:cNvSpPr>
            <p:nvPr/>
          </p:nvSpPr>
          <p:spPr bwMode="auto">
            <a:xfrm rot="16200000">
              <a:off x="6024750" y="5494807"/>
              <a:ext cx="0" cy="523519"/>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895" name="Line 274">
              <a:extLst>
                <a:ext uri="{FF2B5EF4-FFF2-40B4-BE49-F238E27FC236}">
                  <a16:creationId xmlns:a16="http://schemas.microsoft.com/office/drawing/2014/main" id="{2F7162C2-9670-40DE-8245-146AA1ADC2F6}"/>
                </a:ext>
              </a:extLst>
            </p:cNvPr>
            <p:cNvSpPr>
              <a:spLocks noChangeShapeType="1"/>
            </p:cNvSpPr>
            <p:nvPr/>
          </p:nvSpPr>
          <p:spPr bwMode="auto">
            <a:xfrm rot="16200000">
              <a:off x="6084944" y="5546457"/>
              <a:ext cx="420222" cy="0"/>
            </a:xfrm>
            <a:prstGeom prst="line">
              <a:avLst/>
            </a:prstGeom>
            <a:noFill/>
            <a:ln w="22225">
              <a:solidFill>
                <a:srgbClr val="000000"/>
              </a:solidFill>
              <a:round/>
              <a:headEnd/>
              <a:tailEnd/>
            </a:ln>
          </p:spPr>
          <p:txBody>
            <a:bodyPr/>
            <a:lstStyle/>
            <a:p>
              <a:pPr eaLnBrk="1" hangingPunct="1">
                <a:defRPr/>
              </a:pPr>
              <a:endParaRPr lang="en-US" sz="1050"/>
            </a:p>
          </p:txBody>
        </p:sp>
        <p:sp>
          <p:nvSpPr>
            <p:cNvPr id="69896" name="Line 275">
              <a:extLst>
                <a:ext uri="{FF2B5EF4-FFF2-40B4-BE49-F238E27FC236}">
                  <a16:creationId xmlns:a16="http://schemas.microsoft.com/office/drawing/2014/main" id="{667E1D60-A065-4CA6-9AEC-5CCAB15421C4}"/>
                </a:ext>
              </a:extLst>
            </p:cNvPr>
            <p:cNvSpPr>
              <a:spLocks noChangeShapeType="1"/>
            </p:cNvSpPr>
            <p:nvPr/>
          </p:nvSpPr>
          <p:spPr bwMode="auto">
            <a:xfrm rot="16200000">
              <a:off x="7009821" y="4635136"/>
              <a:ext cx="0" cy="1429530"/>
            </a:xfrm>
            <a:prstGeom prst="line">
              <a:avLst/>
            </a:prstGeom>
            <a:noFill/>
            <a:ln w="22225">
              <a:solidFill>
                <a:srgbClr val="000000"/>
              </a:solidFill>
              <a:round/>
              <a:headEnd/>
              <a:tailEnd/>
            </a:ln>
          </p:spPr>
          <p:txBody>
            <a:bodyPr/>
            <a:lstStyle/>
            <a:p>
              <a:pPr eaLnBrk="1" hangingPunct="1">
                <a:defRPr/>
              </a:pPr>
              <a:endParaRPr lang="en-US" sz="1050"/>
            </a:p>
          </p:txBody>
        </p:sp>
        <p:sp>
          <p:nvSpPr>
            <p:cNvPr id="69897" name="Line 276">
              <a:extLst>
                <a:ext uri="{FF2B5EF4-FFF2-40B4-BE49-F238E27FC236}">
                  <a16:creationId xmlns:a16="http://schemas.microsoft.com/office/drawing/2014/main" id="{2BE3638C-48FE-4305-9EA7-7183D9302A26}"/>
                </a:ext>
              </a:extLst>
            </p:cNvPr>
            <p:cNvSpPr>
              <a:spLocks noChangeShapeType="1"/>
            </p:cNvSpPr>
            <p:nvPr/>
          </p:nvSpPr>
          <p:spPr bwMode="auto">
            <a:xfrm rot="16200000" flipV="1">
              <a:off x="5008695" y="4728033"/>
              <a:ext cx="0" cy="1320551"/>
            </a:xfrm>
            <a:prstGeom prst="line">
              <a:avLst/>
            </a:prstGeom>
            <a:noFill/>
            <a:ln w="22225">
              <a:solidFill>
                <a:srgbClr val="000000"/>
              </a:solidFill>
              <a:round/>
              <a:headEnd/>
              <a:tailEnd/>
            </a:ln>
          </p:spPr>
          <p:txBody>
            <a:bodyPr/>
            <a:lstStyle/>
            <a:p>
              <a:pPr eaLnBrk="1" hangingPunct="1">
                <a:defRPr/>
              </a:pPr>
              <a:endParaRPr lang="en-US" sz="1050"/>
            </a:p>
          </p:txBody>
        </p:sp>
        <p:sp>
          <p:nvSpPr>
            <p:cNvPr id="69898" name="Line 277">
              <a:extLst>
                <a:ext uri="{FF2B5EF4-FFF2-40B4-BE49-F238E27FC236}">
                  <a16:creationId xmlns:a16="http://schemas.microsoft.com/office/drawing/2014/main" id="{E0E6B5B0-4557-4C89-A468-93FD4D3DA444}"/>
                </a:ext>
              </a:extLst>
            </p:cNvPr>
            <p:cNvSpPr>
              <a:spLocks noChangeShapeType="1"/>
            </p:cNvSpPr>
            <p:nvPr/>
          </p:nvSpPr>
          <p:spPr bwMode="auto">
            <a:xfrm rot="16200000">
              <a:off x="4191363" y="5441362"/>
              <a:ext cx="0" cy="314112"/>
            </a:xfrm>
            <a:prstGeom prst="line">
              <a:avLst/>
            </a:prstGeom>
            <a:noFill/>
            <a:ln w="22225">
              <a:solidFill>
                <a:srgbClr val="000000"/>
              </a:solidFill>
              <a:round/>
              <a:headEnd/>
              <a:tailEnd/>
            </a:ln>
          </p:spPr>
          <p:txBody>
            <a:bodyPr/>
            <a:lstStyle/>
            <a:p>
              <a:pPr eaLnBrk="1" hangingPunct="1">
                <a:defRPr/>
              </a:pPr>
              <a:endParaRPr lang="en-US" sz="1050"/>
            </a:p>
          </p:txBody>
        </p:sp>
        <p:sp>
          <p:nvSpPr>
            <p:cNvPr id="69899" name="Line 278">
              <a:extLst>
                <a:ext uri="{FF2B5EF4-FFF2-40B4-BE49-F238E27FC236}">
                  <a16:creationId xmlns:a16="http://schemas.microsoft.com/office/drawing/2014/main" id="{867492C4-F938-4BC8-925D-FD7DC0C6328C}"/>
                </a:ext>
              </a:extLst>
            </p:cNvPr>
            <p:cNvSpPr>
              <a:spLocks noChangeShapeType="1"/>
            </p:cNvSpPr>
            <p:nvPr/>
          </p:nvSpPr>
          <p:spPr bwMode="auto">
            <a:xfrm rot="16200000">
              <a:off x="4239974" y="5489975"/>
              <a:ext cx="216889" cy="0"/>
            </a:xfrm>
            <a:prstGeom prst="line">
              <a:avLst/>
            </a:prstGeom>
            <a:noFill/>
            <a:ln w="22225">
              <a:solidFill>
                <a:srgbClr val="000000"/>
              </a:solidFill>
              <a:round/>
              <a:headEnd/>
              <a:tailEnd/>
            </a:ln>
          </p:spPr>
          <p:txBody>
            <a:bodyPr/>
            <a:lstStyle/>
            <a:p>
              <a:pPr eaLnBrk="1" hangingPunct="1">
                <a:defRPr/>
              </a:pPr>
              <a:endParaRPr lang="en-US" sz="1050"/>
            </a:p>
          </p:txBody>
        </p:sp>
        <p:sp>
          <p:nvSpPr>
            <p:cNvPr id="69900" name="Line 279">
              <a:extLst>
                <a:ext uri="{FF2B5EF4-FFF2-40B4-BE49-F238E27FC236}">
                  <a16:creationId xmlns:a16="http://schemas.microsoft.com/office/drawing/2014/main" id="{2B7606A3-44B7-4041-93BE-B33B6131B2DB}"/>
                </a:ext>
              </a:extLst>
            </p:cNvPr>
            <p:cNvSpPr>
              <a:spLocks noChangeShapeType="1"/>
            </p:cNvSpPr>
            <p:nvPr/>
          </p:nvSpPr>
          <p:spPr bwMode="auto">
            <a:xfrm rot="16200000">
              <a:off x="7698497" y="4956790"/>
              <a:ext cx="253037" cy="0"/>
            </a:xfrm>
            <a:prstGeom prst="line">
              <a:avLst/>
            </a:prstGeom>
            <a:noFill/>
            <a:ln w="22225">
              <a:solidFill>
                <a:srgbClr val="000000"/>
              </a:solidFill>
              <a:round/>
              <a:headEnd/>
              <a:tailEnd/>
            </a:ln>
          </p:spPr>
          <p:txBody>
            <a:bodyPr/>
            <a:lstStyle/>
            <a:p>
              <a:pPr eaLnBrk="1" hangingPunct="1">
                <a:defRPr/>
              </a:pPr>
              <a:endParaRPr lang="en-US" sz="1050"/>
            </a:p>
          </p:txBody>
        </p:sp>
        <p:sp>
          <p:nvSpPr>
            <p:cNvPr id="69901" name="Line 280">
              <a:extLst>
                <a:ext uri="{FF2B5EF4-FFF2-40B4-BE49-F238E27FC236}">
                  <a16:creationId xmlns:a16="http://schemas.microsoft.com/office/drawing/2014/main" id="{ED2EDFAB-C7D9-4A91-BB39-1FA60E9F91FE}"/>
                </a:ext>
              </a:extLst>
            </p:cNvPr>
            <p:cNvSpPr>
              <a:spLocks noChangeShapeType="1"/>
            </p:cNvSpPr>
            <p:nvPr/>
          </p:nvSpPr>
          <p:spPr bwMode="auto">
            <a:xfrm rot="16200000">
              <a:off x="7457483" y="4727074"/>
              <a:ext cx="0" cy="735064"/>
            </a:xfrm>
            <a:prstGeom prst="line">
              <a:avLst/>
            </a:prstGeom>
            <a:noFill/>
            <a:ln w="22225">
              <a:solidFill>
                <a:srgbClr val="000000"/>
              </a:solidFill>
              <a:round/>
              <a:headEnd/>
              <a:tailEnd/>
            </a:ln>
          </p:spPr>
          <p:txBody>
            <a:bodyPr/>
            <a:lstStyle/>
            <a:p>
              <a:pPr eaLnBrk="1" hangingPunct="1">
                <a:defRPr/>
              </a:pPr>
              <a:endParaRPr lang="en-US" sz="1050"/>
            </a:p>
          </p:txBody>
        </p:sp>
        <p:sp>
          <p:nvSpPr>
            <p:cNvPr id="69902" name="Line 281">
              <a:extLst>
                <a:ext uri="{FF2B5EF4-FFF2-40B4-BE49-F238E27FC236}">
                  <a16:creationId xmlns:a16="http://schemas.microsoft.com/office/drawing/2014/main" id="{019B7DF4-4A9B-4607-9862-E9827D483C81}"/>
                </a:ext>
              </a:extLst>
            </p:cNvPr>
            <p:cNvSpPr>
              <a:spLocks noChangeShapeType="1"/>
            </p:cNvSpPr>
            <p:nvPr/>
          </p:nvSpPr>
          <p:spPr bwMode="auto">
            <a:xfrm rot="16200000">
              <a:off x="5933177" y="4798642"/>
              <a:ext cx="343407" cy="0"/>
            </a:xfrm>
            <a:prstGeom prst="line">
              <a:avLst/>
            </a:prstGeom>
            <a:noFill/>
            <a:ln w="22225">
              <a:solidFill>
                <a:srgbClr val="000000"/>
              </a:solidFill>
              <a:round/>
              <a:headEnd/>
              <a:tailEnd/>
            </a:ln>
          </p:spPr>
          <p:txBody>
            <a:bodyPr/>
            <a:lstStyle/>
            <a:p>
              <a:pPr eaLnBrk="1" hangingPunct="1">
                <a:defRPr/>
              </a:pPr>
              <a:endParaRPr lang="en-US" sz="1050"/>
            </a:p>
          </p:txBody>
        </p:sp>
        <p:sp>
          <p:nvSpPr>
            <p:cNvPr id="69903" name="Line 282">
              <a:extLst>
                <a:ext uri="{FF2B5EF4-FFF2-40B4-BE49-F238E27FC236}">
                  <a16:creationId xmlns:a16="http://schemas.microsoft.com/office/drawing/2014/main" id="{0C711170-A989-450E-A66C-B3E573D67E57}"/>
                </a:ext>
              </a:extLst>
            </p:cNvPr>
            <p:cNvSpPr>
              <a:spLocks noChangeShapeType="1"/>
            </p:cNvSpPr>
            <p:nvPr/>
          </p:nvSpPr>
          <p:spPr bwMode="auto">
            <a:xfrm rot="16200000">
              <a:off x="6266209" y="4447536"/>
              <a:ext cx="0" cy="322658"/>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904" name="Line 283">
              <a:extLst>
                <a:ext uri="{FF2B5EF4-FFF2-40B4-BE49-F238E27FC236}">
                  <a16:creationId xmlns:a16="http://schemas.microsoft.com/office/drawing/2014/main" id="{375F0882-3E5E-4C53-BE28-D7D10E5A3E7F}"/>
                </a:ext>
              </a:extLst>
            </p:cNvPr>
            <p:cNvSpPr>
              <a:spLocks noChangeShapeType="1"/>
            </p:cNvSpPr>
            <p:nvPr/>
          </p:nvSpPr>
          <p:spPr bwMode="auto">
            <a:xfrm rot="16200000">
              <a:off x="5878378" y="4602035"/>
              <a:ext cx="0" cy="944472"/>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905" name="Line 284">
              <a:extLst>
                <a:ext uri="{FF2B5EF4-FFF2-40B4-BE49-F238E27FC236}">
                  <a16:creationId xmlns:a16="http://schemas.microsoft.com/office/drawing/2014/main" id="{09A31A99-A20C-4F6F-B705-EDF0788AE93F}"/>
                </a:ext>
              </a:extLst>
            </p:cNvPr>
            <p:cNvSpPr>
              <a:spLocks noChangeShapeType="1"/>
            </p:cNvSpPr>
            <p:nvPr/>
          </p:nvSpPr>
          <p:spPr bwMode="auto">
            <a:xfrm rot="16200000">
              <a:off x="7866911" y="4933069"/>
              <a:ext cx="228184" cy="0"/>
            </a:xfrm>
            <a:prstGeom prst="line">
              <a:avLst/>
            </a:prstGeom>
            <a:noFill/>
            <a:ln w="22225">
              <a:solidFill>
                <a:srgbClr val="000000"/>
              </a:solidFill>
              <a:round/>
              <a:headEnd/>
              <a:tailEnd/>
            </a:ln>
          </p:spPr>
          <p:txBody>
            <a:bodyPr/>
            <a:lstStyle/>
            <a:p>
              <a:pPr eaLnBrk="1" hangingPunct="1">
                <a:defRPr/>
              </a:pPr>
              <a:endParaRPr lang="en-US" sz="1050"/>
            </a:p>
          </p:txBody>
        </p:sp>
        <p:sp>
          <p:nvSpPr>
            <p:cNvPr id="69906" name="Line 285">
              <a:extLst>
                <a:ext uri="{FF2B5EF4-FFF2-40B4-BE49-F238E27FC236}">
                  <a16:creationId xmlns:a16="http://schemas.microsoft.com/office/drawing/2014/main" id="{3A506393-D8AE-4097-81F7-ACA3E3A62A22}"/>
                </a:ext>
              </a:extLst>
            </p:cNvPr>
            <p:cNvSpPr>
              <a:spLocks noChangeShapeType="1"/>
            </p:cNvSpPr>
            <p:nvPr/>
          </p:nvSpPr>
          <p:spPr bwMode="auto">
            <a:xfrm rot="16200000">
              <a:off x="7920104" y="4028649"/>
              <a:ext cx="0" cy="211544"/>
            </a:xfrm>
            <a:prstGeom prst="line">
              <a:avLst/>
            </a:prstGeom>
            <a:noFill/>
            <a:ln w="22225">
              <a:solidFill>
                <a:srgbClr val="000000"/>
              </a:solidFill>
              <a:round/>
              <a:headEnd/>
              <a:tailEnd/>
            </a:ln>
          </p:spPr>
          <p:txBody>
            <a:bodyPr/>
            <a:lstStyle/>
            <a:p>
              <a:pPr eaLnBrk="1" hangingPunct="1">
                <a:defRPr/>
              </a:pPr>
              <a:endParaRPr lang="en-US" sz="1050"/>
            </a:p>
          </p:txBody>
        </p:sp>
        <p:sp>
          <p:nvSpPr>
            <p:cNvPr id="69907" name="Line 286">
              <a:extLst>
                <a:ext uri="{FF2B5EF4-FFF2-40B4-BE49-F238E27FC236}">
                  <a16:creationId xmlns:a16="http://schemas.microsoft.com/office/drawing/2014/main" id="{24594376-F076-4210-B491-CA4B8BEC9938}"/>
                </a:ext>
              </a:extLst>
            </p:cNvPr>
            <p:cNvSpPr>
              <a:spLocks noChangeShapeType="1"/>
            </p:cNvSpPr>
            <p:nvPr/>
          </p:nvSpPr>
          <p:spPr bwMode="auto">
            <a:xfrm rot="16200000">
              <a:off x="7112642" y="4961310"/>
              <a:ext cx="266592" cy="0"/>
            </a:xfrm>
            <a:prstGeom prst="line">
              <a:avLst/>
            </a:prstGeom>
            <a:noFill/>
            <a:ln w="22225">
              <a:solidFill>
                <a:srgbClr val="000000"/>
              </a:solidFill>
              <a:round/>
              <a:headEnd type="oval" w="sm" len="sm"/>
              <a:tailEnd type="oval" w="sm" len="sm"/>
            </a:ln>
          </p:spPr>
          <p:txBody>
            <a:bodyPr/>
            <a:lstStyle/>
            <a:p>
              <a:pPr eaLnBrk="1" hangingPunct="1">
                <a:defRPr/>
              </a:pPr>
              <a:endParaRPr lang="en-US" sz="1050"/>
            </a:p>
          </p:txBody>
        </p:sp>
        <p:sp>
          <p:nvSpPr>
            <p:cNvPr id="69908" name="Line 287">
              <a:extLst>
                <a:ext uri="{FF2B5EF4-FFF2-40B4-BE49-F238E27FC236}">
                  <a16:creationId xmlns:a16="http://schemas.microsoft.com/office/drawing/2014/main" id="{CB846867-2050-4D71-BBC3-010D8927C68B}"/>
                </a:ext>
              </a:extLst>
            </p:cNvPr>
            <p:cNvSpPr>
              <a:spLocks noChangeShapeType="1"/>
            </p:cNvSpPr>
            <p:nvPr/>
          </p:nvSpPr>
          <p:spPr bwMode="auto">
            <a:xfrm rot="16200000">
              <a:off x="3334500" y="3951684"/>
              <a:ext cx="0" cy="1467991"/>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909" name="Line 288">
              <a:extLst>
                <a:ext uri="{FF2B5EF4-FFF2-40B4-BE49-F238E27FC236}">
                  <a16:creationId xmlns:a16="http://schemas.microsoft.com/office/drawing/2014/main" id="{101AA04B-6D81-4749-9ACE-BB62CC4A6FC6}"/>
                </a:ext>
              </a:extLst>
            </p:cNvPr>
            <p:cNvSpPr>
              <a:spLocks noChangeShapeType="1"/>
            </p:cNvSpPr>
            <p:nvPr/>
          </p:nvSpPr>
          <p:spPr bwMode="auto">
            <a:xfrm rot="16200000">
              <a:off x="3932450" y="4825753"/>
              <a:ext cx="289185" cy="0"/>
            </a:xfrm>
            <a:prstGeom prst="line">
              <a:avLst/>
            </a:prstGeom>
            <a:noFill/>
            <a:ln w="22225">
              <a:solidFill>
                <a:srgbClr val="000000"/>
              </a:solidFill>
              <a:round/>
              <a:headEnd/>
              <a:tailEnd/>
            </a:ln>
          </p:spPr>
          <p:txBody>
            <a:bodyPr/>
            <a:lstStyle/>
            <a:p>
              <a:pPr eaLnBrk="1" hangingPunct="1">
                <a:defRPr/>
              </a:pPr>
              <a:endParaRPr lang="en-US" sz="1050"/>
            </a:p>
          </p:txBody>
        </p:sp>
        <p:sp>
          <p:nvSpPr>
            <p:cNvPr id="69910" name="Line 289">
              <a:extLst>
                <a:ext uri="{FF2B5EF4-FFF2-40B4-BE49-F238E27FC236}">
                  <a16:creationId xmlns:a16="http://schemas.microsoft.com/office/drawing/2014/main" id="{44776486-FC37-4B69-B94D-A1D3C15A7760}"/>
                </a:ext>
              </a:extLst>
            </p:cNvPr>
            <p:cNvSpPr>
              <a:spLocks noChangeShapeType="1"/>
            </p:cNvSpPr>
            <p:nvPr/>
          </p:nvSpPr>
          <p:spPr bwMode="auto">
            <a:xfrm rot="16200000">
              <a:off x="4243714" y="4803674"/>
              <a:ext cx="0" cy="333343"/>
            </a:xfrm>
            <a:prstGeom prst="line">
              <a:avLst/>
            </a:prstGeom>
            <a:noFill/>
            <a:ln w="22225">
              <a:solidFill>
                <a:srgbClr val="000000"/>
              </a:solidFill>
              <a:round/>
              <a:headEnd/>
              <a:tailEnd/>
            </a:ln>
          </p:spPr>
          <p:txBody>
            <a:bodyPr/>
            <a:lstStyle/>
            <a:p>
              <a:pPr eaLnBrk="1" hangingPunct="1">
                <a:defRPr/>
              </a:pPr>
              <a:endParaRPr lang="en-US" sz="1050"/>
            </a:p>
          </p:txBody>
        </p:sp>
        <p:sp>
          <p:nvSpPr>
            <p:cNvPr id="69911" name="Line 290">
              <a:extLst>
                <a:ext uri="{FF2B5EF4-FFF2-40B4-BE49-F238E27FC236}">
                  <a16:creationId xmlns:a16="http://schemas.microsoft.com/office/drawing/2014/main" id="{C6D1852F-686C-4D65-A271-A9972B2C7899}"/>
                </a:ext>
              </a:extLst>
            </p:cNvPr>
            <p:cNvSpPr>
              <a:spLocks noChangeShapeType="1"/>
            </p:cNvSpPr>
            <p:nvPr/>
          </p:nvSpPr>
          <p:spPr bwMode="auto">
            <a:xfrm rot="16200000">
              <a:off x="1368857" y="6519067"/>
              <a:ext cx="228184" cy="0"/>
            </a:xfrm>
            <a:prstGeom prst="line">
              <a:avLst/>
            </a:prstGeom>
            <a:noFill/>
            <a:ln w="22225">
              <a:solidFill>
                <a:srgbClr val="000000"/>
              </a:solidFill>
              <a:round/>
              <a:headEnd/>
              <a:tailEnd/>
            </a:ln>
          </p:spPr>
          <p:txBody>
            <a:bodyPr/>
            <a:lstStyle/>
            <a:p>
              <a:pPr eaLnBrk="1" hangingPunct="1">
                <a:defRPr/>
              </a:pPr>
              <a:endParaRPr lang="en-US" sz="1050"/>
            </a:p>
          </p:txBody>
        </p:sp>
        <p:sp>
          <p:nvSpPr>
            <p:cNvPr id="69912" name="Line 291">
              <a:extLst>
                <a:ext uri="{FF2B5EF4-FFF2-40B4-BE49-F238E27FC236}">
                  <a16:creationId xmlns:a16="http://schemas.microsoft.com/office/drawing/2014/main" id="{9C959976-96EC-401F-9538-7E2B8CCD1A0B}"/>
                </a:ext>
              </a:extLst>
            </p:cNvPr>
            <p:cNvSpPr>
              <a:spLocks noChangeShapeType="1"/>
            </p:cNvSpPr>
            <p:nvPr/>
          </p:nvSpPr>
          <p:spPr bwMode="auto">
            <a:xfrm rot="16200000">
              <a:off x="3386010" y="6507770"/>
              <a:ext cx="228186" cy="0"/>
            </a:xfrm>
            <a:prstGeom prst="line">
              <a:avLst/>
            </a:prstGeom>
            <a:noFill/>
            <a:ln w="22225">
              <a:solidFill>
                <a:srgbClr val="000000"/>
              </a:solidFill>
              <a:round/>
              <a:headEnd/>
              <a:tailEnd/>
            </a:ln>
          </p:spPr>
          <p:txBody>
            <a:bodyPr/>
            <a:lstStyle/>
            <a:p>
              <a:pPr eaLnBrk="1" hangingPunct="1">
                <a:defRPr/>
              </a:pPr>
              <a:endParaRPr lang="en-US" sz="1050"/>
            </a:p>
          </p:txBody>
        </p:sp>
        <p:sp>
          <p:nvSpPr>
            <p:cNvPr id="69913" name="Line 292">
              <a:extLst>
                <a:ext uri="{FF2B5EF4-FFF2-40B4-BE49-F238E27FC236}">
                  <a16:creationId xmlns:a16="http://schemas.microsoft.com/office/drawing/2014/main" id="{D679C40F-1039-4DE9-A078-CC5FD2E8B9D1}"/>
                </a:ext>
              </a:extLst>
            </p:cNvPr>
            <p:cNvSpPr>
              <a:spLocks noChangeShapeType="1"/>
            </p:cNvSpPr>
            <p:nvPr/>
          </p:nvSpPr>
          <p:spPr bwMode="auto">
            <a:xfrm rot="16200000">
              <a:off x="5307007" y="6500993"/>
              <a:ext cx="228184" cy="0"/>
            </a:xfrm>
            <a:prstGeom prst="line">
              <a:avLst/>
            </a:prstGeom>
            <a:noFill/>
            <a:ln w="22225">
              <a:solidFill>
                <a:srgbClr val="000000"/>
              </a:solidFill>
              <a:round/>
              <a:headEnd/>
              <a:tailEnd/>
            </a:ln>
          </p:spPr>
          <p:txBody>
            <a:bodyPr/>
            <a:lstStyle/>
            <a:p>
              <a:pPr eaLnBrk="1" hangingPunct="1">
                <a:defRPr/>
              </a:pPr>
              <a:endParaRPr lang="en-US" sz="1050"/>
            </a:p>
          </p:txBody>
        </p:sp>
        <p:sp>
          <p:nvSpPr>
            <p:cNvPr id="69914" name="Line 293">
              <a:extLst>
                <a:ext uri="{FF2B5EF4-FFF2-40B4-BE49-F238E27FC236}">
                  <a16:creationId xmlns:a16="http://schemas.microsoft.com/office/drawing/2014/main" id="{8B3CD0B4-7536-4A1B-B74B-C6C460B48E4A}"/>
                </a:ext>
              </a:extLst>
            </p:cNvPr>
            <p:cNvSpPr>
              <a:spLocks noChangeShapeType="1"/>
            </p:cNvSpPr>
            <p:nvPr/>
          </p:nvSpPr>
          <p:spPr bwMode="auto">
            <a:xfrm rot="16200000">
              <a:off x="7248364" y="6526974"/>
              <a:ext cx="225926" cy="0"/>
            </a:xfrm>
            <a:prstGeom prst="line">
              <a:avLst/>
            </a:prstGeom>
            <a:noFill/>
            <a:ln w="22225">
              <a:solidFill>
                <a:srgbClr val="000000"/>
              </a:solidFill>
              <a:round/>
              <a:headEnd/>
              <a:tailEnd/>
            </a:ln>
          </p:spPr>
          <p:txBody>
            <a:bodyPr/>
            <a:lstStyle/>
            <a:p>
              <a:pPr eaLnBrk="1" hangingPunct="1">
                <a:defRPr/>
              </a:pPr>
              <a:endParaRPr lang="en-US" sz="1050"/>
            </a:p>
          </p:txBody>
        </p:sp>
        <p:sp>
          <p:nvSpPr>
            <p:cNvPr id="69915" name="Line 294">
              <a:extLst>
                <a:ext uri="{FF2B5EF4-FFF2-40B4-BE49-F238E27FC236}">
                  <a16:creationId xmlns:a16="http://schemas.microsoft.com/office/drawing/2014/main" id="{3C0332D8-899B-445D-B662-97174446118A}"/>
                </a:ext>
              </a:extLst>
            </p:cNvPr>
            <p:cNvSpPr>
              <a:spLocks noChangeShapeType="1"/>
            </p:cNvSpPr>
            <p:nvPr/>
          </p:nvSpPr>
          <p:spPr bwMode="auto">
            <a:xfrm rot="16200000">
              <a:off x="4470216" y="3512596"/>
              <a:ext cx="0" cy="5974534"/>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916" name="Line 295">
              <a:extLst>
                <a:ext uri="{FF2B5EF4-FFF2-40B4-BE49-F238E27FC236}">
                  <a16:creationId xmlns:a16="http://schemas.microsoft.com/office/drawing/2014/main" id="{5B6DE612-7607-48CE-AC94-F5E8FE66521C}"/>
                </a:ext>
              </a:extLst>
            </p:cNvPr>
            <p:cNvSpPr>
              <a:spLocks noChangeShapeType="1"/>
            </p:cNvSpPr>
            <p:nvPr/>
          </p:nvSpPr>
          <p:spPr bwMode="auto">
            <a:xfrm rot="16200000">
              <a:off x="3556872" y="6443383"/>
              <a:ext cx="112963"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917" name="Line 296">
              <a:extLst>
                <a:ext uri="{FF2B5EF4-FFF2-40B4-BE49-F238E27FC236}">
                  <a16:creationId xmlns:a16="http://schemas.microsoft.com/office/drawing/2014/main" id="{FA174AD9-F953-488A-A16C-BA7F48B37625}"/>
                </a:ext>
              </a:extLst>
            </p:cNvPr>
            <p:cNvSpPr>
              <a:spLocks noChangeShapeType="1"/>
            </p:cNvSpPr>
            <p:nvPr/>
          </p:nvSpPr>
          <p:spPr bwMode="auto">
            <a:xfrm rot="16200000">
              <a:off x="5469321" y="6443383"/>
              <a:ext cx="112963"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918" name="Line 297">
              <a:extLst>
                <a:ext uri="{FF2B5EF4-FFF2-40B4-BE49-F238E27FC236}">
                  <a16:creationId xmlns:a16="http://schemas.microsoft.com/office/drawing/2014/main" id="{8D5DF2C0-295D-43F9-89EE-A272DE7ADAA7}"/>
                </a:ext>
              </a:extLst>
            </p:cNvPr>
            <p:cNvSpPr>
              <a:spLocks noChangeShapeType="1"/>
            </p:cNvSpPr>
            <p:nvPr/>
          </p:nvSpPr>
          <p:spPr bwMode="auto">
            <a:xfrm rot="16200000">
              <a:off x="7423868" y="6458067"/>
              <a:ext cx="97147" cy="0"/>
            </a:xfrm>
            <a:prstGeom prst="line">
              <a:avLst/>
            </a:prstGeom>
            <a:noFill/>
            <a:ln w="22225">
              <a:solidFill>
                <a:srgbClr val="000000"/>
              </a:solidFill>
              <a:round/>
              <a:headEnd type="none" w="sm" len="sm"/>
              <a:tailEnd/>
            </a:ln>
          </p:spPr>
          <p:txBody>
            <a:bodyPr/>
            <a:lstStyle/>
            <a:p>
              <a:pPr eaLnBrk="1" hangingPunct="1">
                <a:defRPr/>
              </a:pPr>
              <a:endParaRPr lang="en-US" sz="1050"/>
            </a:p>
          </p:txBody>
        </p:sp>
        <p:sp>
          <p:nvSpPr>
            <p:cNvPr id="69919" name="Line 298">
              <a:extLst>
                <a:ext uri="{FF2B5EF4-FFF2-40B4-BE49-F238E27FC236}">
                  <a16:creationId xmlns:a16="http://schemas.microsoft.com/office/drawing/2014/main" id="{98936562-E4D8-464D-B473-D24944EB430C}"/>
                </a:ext>
              </a:extLst>
            </p:cNvPr>
            <p:cNvSpPr>
              <a:spLocks noChangeShapeType="1"/>
            </p:cNvSpPr>
            <p:nvPr/>
          </p:nvSpPr>
          <p:spPr bwMode="auto">
            <a:xfrm rot="16200000">
              <a:off x="1531172" y="6445641"/>
              <a:ext cx="112963"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920" name="Line 299">
              <a:extLst>
                <a:ext uri="{FF2B5EF4-FFF2-40B4-BE49-F238E27FC236}">
                  <a16:creationId xmlns:a16="http://schemas.microsoft.com/office/drawing/2014/main" id="{2533C1AE-3559-4DDD-80D1-7301FC7650D1}"/>
                </a:ext>
              </a:extLst>
            </p:cNvPr>
            <p:cNvSpPr>
              <a:spLocks noChangeShapeType="1"/>
            </p:cNvSpPr>
            <p:nvPr/>
          </p:nvSpPr>
          <p:spPr bwMode="auto">
            <a:xfrm rot="16200000">
              <a:off x="2317376" y="1054855"/>
              <a:ext cx="0" cy="190177"/>
            </a:xfrm>
            <a:prstGeom prst="line">
              <a:avLst/>
            </a:prstGeom>
            <a:noFill/>
            <a:ln w="22225">
              <a:solidFill>
                <a:srgbClr val="000000"/>
              </a:solidFill>
              <a:round/>
              <a:headEnd/>
              <a:tailEnd/>
            </a:ln>
          </p:spPr>
          <p:txBody>
            <a:bodyPr/>
            <a:lstStyle/>
            <a:p>
              <a:pPr eaLnBrk="1" hangingPunct="1">
                <a:defRPr/>
              </a:pPr>
              <a:endParaRPr lang="en-US" sz="1050"/>
            </a:p>
          </p:txBody>
        </p:sp>
        <p:sp>
          <p:nvSpPr>
            <p:cNvPr id="69921" name="Line 300">
              <a:extLst>
                <a:ext uri="{FF2B5EF4-FFF2-40B4-BE49-F238E27FC236}">
                  <a16:creationId xmlns:a16="http://schemas.microsoft.com/office/drawing/2014/main" id="{F657F223-1D02-448D-BB76-EC08D110DB4E}"/>
                </a:ext>
              </a:extLst>
            </p:cNvPr>
            <p:cNvSpPr>
              <a:spLocks noChangeShapeType="1"/>
            </p:cNvSpPr>
            <p:nvPr/>
          </p:nvSpPr>
          <p:spPr bwMode="auto">
            <a:xfrm rot="16200000">
              <a:off x="4195637" y="1066028"/>
              <a:ext cx="0" cy="185904"/>
            </a:xfrm>
            <a:prstGeom prst="line">
              <a:avLst/>
            </a:prstGeom>
            <a:noFill/>
            <a:ln w="22225">
              <a:solidFill>
                <a:srgbClr val="000000"/>
              </a:solidFill>
              <a:round/>
              <a:headEnd/>
              <a:tailEnd/>
            </a:ln>
          </p:spPr>
          <p:txBody>
            <a:bodyPr/>
            <a:lstStyle/>
            <a:p>
              <a:pPr eaLnBrk="1" hangingPunct="1">
                <a:defRPr/>
              </a:pPr>
              <a:endParaRPr lang="en-US" sz="1050"/>
            </a:p>
          </p:txBody>
        </p:sp>
        <p:sp>
          <p:nvSpPr>
            <p:cNvPr id="69922" name="Line 301">
              <a:extLst>
                <a:ext uri="{FF2B5EF4-FFF2-40B4-BE49-F238E27FC236}">
                  <a16:creationId xmlns:a16="http://schemas.microsoft.com/office/drawing/2014/main" id="{EBF13B7C-ED66-4C4D-AAEA-F53E5197319A}"/>
                </a:ext>
              </a:extLst>
            </p:cNvPr>
            <p:cNvSpPr>
              <a:spLocks noChangeShapeType="1"/>
            </p:cNvSpPr>
            <p:nvPr/>
          </p:nvSpPr>
          <p:spPr bwMode="auto">
            <a:xfrm rot="16200000">
              <a:off x="6072827" y="1073998"/>
              <a:ext cx="0" cy="188040"/>
            </a:xfrm>
            <a:prstGeom prst="line">
              <a:avLst/>
            </a:prstGeom>
            <a:noFill/>
            <a:ln w="22225">
              <a:solidFill>
                <a:srgbClr val="000000"/>
              </a:solidFill>
              <a:round/>
              <a:headEnd/>
              <a:tailEnd/>
            </a:ln>
          </p:spPr>
          <p:txBody>
            <a:bodyPr/>
            <a:lstStyle/>
            <a:p>
              <a:pPr eaLnBrk="1" hangingPunct="1">
                <a:defRPr/>
              </a:pPr>
              <a:endParaRPr lang="en-US" sz="1050"/>
            </a:p>
          </p:txBody>
        </p:sp>
        <p:sp>
          <p:nvSpPr>
            <p:cNvPr id="69923" name="Line 302">
              <a:extLst>
                <a:ext uri="{FF2B5EF4-FFF2-40B4-BE49-F238E27FC236}">
                  <a16:creationId xmlns:a16="http://schemas.microsoft.com/office/drawing/2014/main" id="{C69A8473-3613-4904-87BA-6B51971C4797}"/>
                </a:ext>
              </a:extLst>
            </p:cNvPr>
            <p:cNvSpPr>
              <a:spLocks noChangeShapeType="1"/>
            </p:cNvSpPr>
            <p:nvPr/>
          </p:nvSpPr>
          <p:spPr bwMode="auto">
            <a:xfrm rot="16200000">
              <a:off x="8023740" y="1103367"/>
              <a:ext cx="0" cy="188040"/>
            </a:xfrm>
            <a:prstGeom prst="line">
              <a:avLst/>
            </a:prstGeom>
            <a:noFill/>
            <a:ln w="22225">
              <a:solidFill>
                <a:srgbClr val="000000"/>
              </a:solidFill>
              <a:round/>
              <a:headEnd/>
              <a:tailEnd/>
            </a:ln>
          </p:spPr>
          <p:txBody>
            <a:bodyPr/>
            <a:lstStyle/>
            <a:p>
              <a:pPr eaLnBrk="1" hangingPunct="1">
                <a:defRPr/>
              </a:pPr>
              <a:endParaRPr lang="en-US" sz="1050"/>
            </a:p>
          </p:txBody>
        </p:sp>
        <p:sp>
          <p:nvSpPr>
            <p:cNvPr id="69924" name="Line 303">
              <a:extLst>
                <a:ext uri="{FF2B5EF4-FFF2-40B4-BE49-F238E27FC236}">
                  <a16:creationId xmlns:a16="http://schemas.microsoft.com/office/drawing/2014/main" id="{643845DD-7837-4DE4-83B4-CF40D1F3860A}"/>
                </a:ext>
              </a:extLst>
            </p:cNvPr>
            <p:cNvSpPr>
              <a:spLocks noChangeShapeType="1"/>
            </p:cNvSpPr>
            <p:nvPr/>
          </p:nvSpPr>
          <p:spPr bwMode="auto">
            <a:xfrm rot="16200000">
              <a:off x="5449972" y="3875737"/>
              <a:ext cx="5361216" cy="0"/>
            </a:xfrm>
            <a:prstGeom prst="line">
              <a:avLst/>
            </a:prstGeom>
            <a:noFill/>
            <a:ln w="22225">
              <a:solidFill>
                <a:srgbClr val="000000"/>
              </a:solidFill>
              <a:round/>
              <a:headEnd/>
              <a:tailEnd/>
            </a:ln>
          </p:spPr>
          <p:txBody>
            <a:bodyPr/>
            <a:lstStyle/>
            <a:p>
              <a:pPr eaLnBrk="1" hangingPunct="1">
                <a:defRPr/>
              </a:pPr>
              <a:endParaRPr lang="en-US" sz="1050"/>
            </a:p>
          </p:txBody>
        </p:sp>
        <p:sp>
          <p:nvSpPr>
            <p:cNvPr id="69925" name="Line 304">
              <a:extLst>
                <a:ext uri="{FF2B5EF4-FFF2-40B4-BE49-F238E27FC236}">
                  <a16:creationId xmlns:a16="http://schemas.microsoft.com/office/drawing/2014/main" id="{A0C705EA-CF78-41DE-B6A3-729084C28E7E}"/>
                </a:ext>
              </a:extLst>
            </p:cNvPr>
            <p:cNvSpPr>
              <a:spLocks noChangeShapeType="1"/>
            </p:cNvSpPr>
            <p:nvPr/>
          </p:nvSpPr>
          <p:spPr bwMode="auto">
            <a:xfrm rot="16200000">
              <a:off x="5260838" y="-1189241"/>
              <a:ext cx="0" cy="5726663"/>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926" name="Line 305">
              <a:extLst>
                <a:ext uri="{FF2B5EF4-FFF2-40B4-BE49-F238E27FC236}">
                  <a16:creationId xmlns:a16="http://schemas.microsoft.com/office/drawing/2014/main" id="{C5B5FE93-AB14-4D2A-B7BD-13F5B448642D}"/>
                </a:ext>
              </a:extLst>
            </p:cNvPr>
            <p:cNvSpPr>
              <a:spLocks noChangeShapeType="1"/>
            </p:cNvSpPr>
            <p:nvPr/>
          </p:nvSpPr>
          <p:spPr bwMode="auto">
            <a:xfrm rot="16200000">
              <a:off x="2150757" y="1407499"/>
              <a:ext cx="510592" cy="0"/>
            </a:xfrm>
            <a:prstGeom prst="line">
              <a:avLst/>
            </a:prstGeom>
            <a:noFill/>
            <a:ln w="22225">
              <a:solidFill>
                <a:srgbClr val="000000"/>
              </a:solidFill>
              <a:round/>
              <a:headEnd/>
              <a:tailEnd/>
            </a:ln>
          </p:spPr>
          <p:txBody>
            <a:bodyPr/>
            <a:lstStyle/>
            <a:p>
              <a:pPr eaLnBrk="1" hangingPunct="1">
                <a:defRPr/>
              </a:pPr>
              <a:endParaRPr lang="en-US" sz="1050"/>
            </a:p>
          </p:txBody>
        </p:sp>
        <p:sp>
          <p:nvSpPr>
            <p:cNvPr id="69927" name="Line 306">
              <a:extLst>
                <a:ext uri="{FF2B5EF4-FFF2-40B4-BE49-F238E27FC236}">
                  <a16:creationId xmlns:a16="http://schemas.microsoft.com/office/drawing/2014/main" id="{22271E91-9BFE-49B1-B8B6-FE17B5892B09}"/>
                </a:ext>
              </a:extLst>
            </p:cNvPr>
            <p:cNvSpPr>
              <a:spLocks noChangeShapeType="1"/>
            </p:cNvSpPr>
            <p:nvPr/>
          </p:nvSpPr>
          <p:spPr bwMode="auto">
            <a:xfrm rot="16200000">
              <a:off x="4036436" y="1428961"/>
              <a:ext cx="512851"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928" name="Line 307">
              <a:extLst>
                <a:ext uri="{FF2B5EF4-FFF2-40B4-BE49-F238E27FC236}">
                  <a16:creationId xmlns:a16="http://schemas.microsoft.com/office/drawing/2014/main" id="{64F8560F-734E-4A90-B62D-ED99359E0C52}"/>
                </a:ext>
              </a:extLst>
            </p:cNvPr>
            <p:cNvSpPr>
              <a:spLocks noChangeShapeType="1"/>
            </p:cNvSpPr>
            <p:nvPr/>
          </p:nvSpPr>
          <p:spPr bwMode="auto">
            <a:xfrm rot="16200000">
              <a:off x="5919091" y="1415406"/>
              <a:ext cx="508333"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929" name="Line 308">
              <a:extLst>
                <a:ext uri="{FF2B5EF4-FFF2-40B4-BE49-F238E27FC236}">
                  <a16:creationId xmlns:a16="http://schemas.microsoft.com/office/drawing/2014/main" id="{4210EA82-F1B6-485F-8E79-E0B9FED9ED64}"/>
                </a:ext>
              </a:extLst>
            </p:cNvPr>
            <p:cNvSpPr>
              <a:spLocks noChangeShapeType="1"/>
            </p:cNvSpPr>
            <p:nvPr/>
          </p:nvSpPr>
          <p:spPr bwMode="auto">
            <a:xfrm rot="16200000">
              <a:off x="5786890" y="4049699"/>
              <a:ext cx="4913883" cy="0"/>
            </a:xfrm>
            <a:prstGeom prst="line">
              <a:avLst/>
            </a:prstGeom>
            <a:noFill/>
            <a:ln w="22225">
              <a:solidFill>
                <a:srgbClr val="000000"/>
              </a:solidFill>
              <a:round/>
              <a:headEnd/>
              <a:tailEnd/>
            </a:ln>
          </p:spPr>
          <p:txBody>
            <a:bodyPr/>
            <a:lstStyle/>
            <a:p>
              <a:pPr eaLnBrk="1" hangingPunct="1">
                <a:defRPr/>
              </a:pPr>
              <a:endParaRPr lang="en-US" sz="1050"/>
            </a:p>
          </p:txBody>
        </p:sp>
        <p:sp>
          <p:nvSpPr>
            <p:cNvPr id="69930" name="Line 309">
              <a:extLst>
                <a:ext uri="{FF2B5EF4-FFF2-40B4-BE49-F238E27FC236}">
                  <a16:creationId xmlns:a16="http://schemas.microsoft.com/office/drawing/2014/main" id="{4483D850-31A4-40D1-B12B-94470AEB7D11}"/>
                </a:ext>
              </a:extLst>
            </p:cNvPr>
            <p:cNvSpPr>
              <a:spLocks noChangeShapeType="1"/>
            </p:cNvSpPr>
            <p:nvPr/>
          </p:nvSpPr>
          <p:spPr bwMode="auto">
            <a:xfrm rot="16200000">
              <a:off x="5845919" y="3995477"/>
              <a:ext cx="5022327" cy="0"/>
            </a:xfrm>
            <a:prstGeom prst="line">
              <a:avLst/>
            </a:prstGeom>
            <a:noFill/>
            <a:ln w="22225">
              <a:solidFill>
                <a:srgbClr val="000000"/>
              </a:solidFill>
              <a:round/>
              <a:headEnd/>
              <a:tailEnd/>
            </a:ln>
          </p:spPr>
          <p:txBody>
            <a:bodyPr/>
            <a:lstStyle/>
            <a:p>
              <a:pPr eaLnBrk="1" hangingPunct="1">
                <a:defRPr/>
              </a:pPr>
              <a:endParaRPr lang="en-US" sz="1050"/>
            </a:p>
          </p:txBody>
        </p:sp>
        <p:sp>
          <p:nvSpPr>
            <p:cNvPr id="69931" name="Line 310">
              <a:extLst>
                <a:ext uri="{FF2B5EF4-FFF2-40B4-BE49-F238E27FC236}">
                  <a16:creationId xmlns:a16="http://schemas.microsoft.com/office/drawing/2014/main" id="{5A2B147E-88F8-4D0F-9404-2C128889CB34}"/>
                </a:ext>
              </a:extLst>
            </p:cNvPr>
            <p:cNvSpPr>
              <a:spLocks noChangeShapeType="1"/>
            </p:cNvSpPr>
            <p:nvPr/>
          </p:nvSpPr>
          <p:spPr bwMode="auto">
            <a:xfrm rot="16200000" flipV="1">
              <a:off x="5110193" y="-1532334"/>
              <a:ext cx="0" cy="6250182"/>
            </a:xfrm>
            <a:prstGeom prst="line">
              <a:avLst/>
            </a:prstGeom>
            <a:noFill/>
            <a:ln w="22225">
              <a:solidFill>
                <a:srgbClr val="000000"/>
              </a:solidFill>
              <a:round/>
              <a:headEnd/>
              <a:tailEnd/>
            </a:ln>
          </p:spPr>
          <p:txBody>
            <a:bodyPr/>
            <a:lstStyle/>
            <a:p>
              <a:pPr eaLnBrk="1" hangingPunct="1">
                <a:defRPr/>
              </a:pPr>
              <a:endParaRPr lang="en-US" sz="1050"/>
            </a:p>
          </p:txBody>
        </p:sp>
        <p:sp>
          <p:nvSpPr>
            <p:cNvPr id="69932" name="Line 311">
              <a:extLst>
                <a:ext uri="{FF2B5EF4-FFF2-40B4-BE49-F238E27FC236}">
                  <a16:creationId xmlns:a16="http://schemas.microsoft.com/office/drawing/2014/main" id="{8D06682C-BA13-4217-912D-BDCF6C6AD880}"/>
                </a:ext>
              </a:extLst>
            </p:cNvPr>
            <p:cNvSpPr>
              <a:spLocks noChangeShapeType="1"/>
            </p:cNvSpPr>
            <p:nvPr/>
          </p:nvSpPr>
          <p:spPr bwMode="auto">
            <a:xfrm rot="16200000">
              <a:off x="7603931" y="1495610"/>
              <a:ext cx="194296"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933" name="Line 312">
              <a:extLst>
                <a:ext uri="{FF2B5EF4-FFF2-40B4-BE49-F238E27FC236}">
                  <a16:creationId xmlns:a16="http://schemas.microsoft.com/office/drawing/2014/main" id="{FD9769DF-541B-4858-A92E-955B093CCF83}"/>
                </a:ext>
              </a:extLst>
            </p:cNvPr>
            <p:cNvSpPr>
              <a:spLocks noChangeShapeType="1"/>
            </p:cNvSpPr>
            <p:nvPr/>
          </p:nvSpPr>
          <p:spPr bwMode="auto">
            <a:xfrm rot="16200000">
              <a:off x="5659430" y="1495610"/>
              <a:ext cx="194296"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934" name="Line 313">
              <a:extLst>
                <a:ext uri="{FF2B5EF4-FFF2-40B4-BE49-F238E27FC236}">
                  <a16:creationId xmlns:a16="http://schemas.microsoft.com/office/drawing/2014/main" id="{0DFC5EC3-CC1C-4BB3-8E69-5F361B2DD7B0}"/>
                </a:ext>
              </a:extLst>
            </p:cNvPr>
            <p:cNvSpPr>
              <a:spLocks noChangeShapeType="1"/>
            </p:cNvSpPr>
            <p:nvPr/>
          </p:nvSpPr>
          <p:spPr bwMode="auto">
            <a:xfrm rot="16200000">
              <a:off x="3764076" y="1495610"/>
              <a:ext cx="194296"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935" name="Line 314">
              <a:extLst>
                <a:ext uri="{FF2B5EF4-FFF2-40B4-BE49-F238E27FC236}">
                  <a16:creationId xmlns:a16="http://schemas.microsoft.com/office/drawing/2014/main" id="{1CB49079-BB8B-40A1-8B50-E573A3630861}"/>
                </a:ext>
              </a:extLst>
            </p:cNvPr>
            <p:cNvSpPr>
              <a:spLocks noChangeShapeType="1"/>
            </p:cNvSpPr>
            <p:nvPr/>
          </p:nvSpPr>
          <p:spPr bwMode="auto">
            <a:xfrm rot="16200000">
              <a:off x="1887953" y="1484313"/>
              <a:ext cx="194296" cy="0"/>
            </a:xfrm>
            <a:prstGeom prst="line">
              <a:avLst/>
            </a:prstGeom>
            <a:noFill/>
            <a:ln w="22225">
              <a:solidFill>
                <a:srgbClr val="000000"/>
              </a:solidFill>
              <a:round/>
              <a:headEnd/>
              <a:tailEnd/>
            </a:ln>
          </p:spPr>
          <p:txBody>
            <a:bodyPr/>
            <a:lstStyle/>
            <a:p>
              <a:pPr eaLnBrk="1" hangingPunct="1">
                <a:defRPr/>
              </a:pPr>
              <a:endParaRPr lang="en-US" sz="1050"/>
            </a:p>
          </p:txBody>
        </p:sp>
        <p:sp>
          <p:nvSpPr>
            <p:cNvPr id="69936" name="Line 315">
              <a:extLst>
                <a:ext uri="{FF2B5EF4-FFF2-40B4-BE49-F238E27FC236}">
                  <a16:creationId xmlns:a16="http://schemas.microsoft.com/office/drawing/2014/main" id="{F6382F2A-5FB2-4632-9B79-96AE4C9A3445}"/>
                </a:ext>
              </a:extLst>
            </p:cNvPr>
            <p:cNvSpPr>
              <a:spLocks noChangeShapeType="1"/>
            </p:cNvSpPr>
            <p:nvPr/>
          </p:nvSpPr>
          <p:spPr bwMode="auto">
            <a:xfrm rot="16200000" flipV="1">
              <a:off x="5213829" y="-1656683"/>
              <a:ext cx="0" cy="6286509"/>
            </a:xfrm>
            <a:prstGeom prst="line">
              <a:avLst/>
            </a:prstGeom>
            <a:noFill/>
            <a:ln w="22225">
              <a:solidFill>
                <a:srgbClr val="000000"/>
              </a:solidFill>
              <a:round/>
              <a:headEnd/>
              <a:tailEnd/>
            </a:ln>
          </p:spPr>
          <p:txBody>
            <a:bodyPr/>
            <a:lstStyle/>
            <a:p>
              <a:pPr eaLnBrk="1" hangingPunct="1">
                <a:defRPr/>
              </a:pPr>
              <a:endParaRPr lang="en-US" sz="1050"/>
            </a:p>
          </p:txBody>
        </p:sp>
        <p:sp>
          <p:nvSpPr>
            <p:cNvPr id="69937" name="Line 316">
              <a:extLst>
                <a:ext uri="{FF2B5EF4-FFF2-40B4-BE49-F238E27FC236}">
                  <a16:creationId xmlns:a16="http://schemas.microsoft.com/office/drawing/2014/main" id="{8CF265DC-3719-448D-8E54-E57DB1984ACB}"/>
                </a:ext>
              </a:extLst>
            </p:cNvPr>
            <p:cNvSpPr>
              <a:spLocks noChangeShapeType="1"/>
            </p:cNvSpPr>
            <p:nvPr/>
          </p:nvSpPr>
          <p:spPr bwMode="auto">
            <a:xfrm rot="16200000">
              <a:off x="2014092" y="1430091"/>
              <a:ext cx="112963" cy="0"/>
            </a:xfrm>
            <a:prstGeom prst="line">
              <a:avLst/>
            </a:prstGeom>
            <a:noFill/>
            <a:ln w="22225">
              <a:solidFill>
                <a:srgbClr val="000000"/>
              </a:solidFill>
              <a:round/>
              <a:headEnd/>
              <a:tailEnd/>
            </a:ln>
          </p:spPr>
          <p:txBody>
            <a:bodyPr/>
            <a:lstStyle/>
            <a:p>
              <a:pPr eaLnBrk="1" hangingPunct="1">
                <a:defRPr/>
              </a:pPr>
              <a:endParaRPr lang="en-US" sz="1050"/>
            </a:p>
          </p:txBody>
        </p:sp>
        <p:sp>
          <p:nvSpPr>
            <p:cNvPr id="69938" name="Line 317">
              <a:extLst>
                <a:ext uri="{FF2B5EF4-FFF2-40B4-BE49-F238E27FC236}">
                  <a16:creationId xmlns:a16="http://schemas.microsoft.com/office/drawing/2014/main" id="{D66B906A-09A7-4CD8-B86E-01D4963E0EF5}"/>
                </a:ext>
              </a:extLst>
            </p:cNvPr>
            <p:cNvSpPr>
              <a:spLocks noChangeShapeType="1"/>
            </p:cNvSpPr>
            <p:nvPr/>
          </p:nvSpPr>
          <p:spPr bwMode="auto">
            <a:xfrm rot="16200000">
              <a:off x="3937076" y="1456072"/>
              <a:ext cx="79073"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939" name="Line 318">
              <a:extLst>
                <a:ext uri="{FF2B5EF4-FFF2-40B4-BE49-F238E27FC236}">
                  <a16:creationId xmlns:a16="http://schemas.microsoft.com/office/drawing/2014/main" id="{A4081E42-BB4B-4929-8A2F-7CA10F5E0F7D}"/>
                </a:ext>
              </a:extLst>
            </p:cNvPr>
            <p:cNvSpPr>
              <a:spLocks noChangeShapeType="1"/>
            </p:cNvSpPr>
            <p:nvPr/>
          </p:nvSpPr>
          <p:spPr bwMode="auto">
            <a:xfrm rot="16200000">
              <a:off x="5830294" y="1437998"/>
              <a:ext cx="79073"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940" name="Line 319">
              <a:extLst>
                <a:ext uri="{FF2B5EF4-FFF2-40B4-BE49-F238E27FC236}">
                  <a16:creationId xmlns:a16="http://schemas.microsoft.com/office/drawing/2014/main" id="{D3C32895-754B-4174-A629-6681E1668A52}"/>
                </a:ext>
              </a:extLst>
            </p:cNvPr>
            <p:cNvSpPr>
              <a:spLocks noChangeShapeType="1"/>
            </p:cNvSpPr>
            <p:nvPr/>
          </p:nvSpPr>
          <p:spPr bwMode="auto">
            <a:xfrm rot="16200000">
              <a:off x="7774795" y="1447035"/>
              <a:ext cx="79073" cy="0"/>
            </a:xfrm>
            <a:prstGeom prst="line">
              <a:avLst/>
            </a:prstGeom>
            <a:noFill/>
            <a:ln w="22225">
              <a:solidFill>
                <a:srgbClr val="000000"/>
              </a:solidFill>
              <a:round/>
              <a:headEnd type="oval" w="sm" len="sm"/>
              <a:tailEnd/>
            </a:ln>
          </p:spPr>
          <p:txBody>
            <a:bodyPr/>
            <a:lstStyle/>
            <a:p>
              <a:pPr eaLnBrk="1" hangingPunct="1">
                <a:defRPr/>
              </a:pPr>
              <a:endParaRPr lang="en-US" sz="1050"/>
            </a:p>
          </p:txBody>
        </p:sp>
        <p:sp>
          <p:nvSpPr>
            <p:cNvPr id="69941" name="Line 320">
              <a:extLst>
                <a:ext uri="{FF2B5EF4-FFF2-40B4-BE49-F238E27FC236}">
                  <a16:creationId xmlns:a16="http://schemas.microsoft.com/office/drawing/2014/main" id="{8CB3CBD8-CCE4-4E0D-9BBF-16FBD1D04FED}"/>
                </a:ext>
              </a:extLst>
            </p:cNvPr>
            <p:cNvSpPr>
              <a:spLocks noChangeShapeType="1"/>
            </p:cNvSpPr>
            <p:nvPr/>
          </p:nvSpPr>
          <p:spPr bwMode="auto">
            <a:xfrm flipV="1">
              <a:off x="1869713" y="670981"/>
              <a:ext cx="0" cy="228184"/>
            </a:xfrm>
            <a:prstGeom prst="line">
              <a:avLst/>
            </a:prstGeom>
            <a:noFill/>
            <a:ln w="22225">
              <a:solidFill>
                <a:schemeClr val="tx1"/>
              </a:solidFill>
              <a:round/>
              <a:headEnd/>
              <a:tailEnd/>
            </a:ln>
            <a:effectLst/>
          </p:spPr>
          <p:txBody>
            <a:bodyPr/>
            <a:lstStyle/>
            <a:p>
              <a:pPr eaLnBrk="1" hangingPunct="1">
                <a:defRPr/>
              </a:pPr>
              <a:endParaRPr lang="en-US" sz="1050"/>
            </a:p>
          </p:txBody>
        </p:sp>
        <p:sp>
          <p:nvSpPr>
            <p:cNvPr id="69942" name="Line 321">
              <a:extLst>
                <a:ext uri="{FF2B5EF4-FFF2-40B4-BE49-F238E27FC236}">
                  <a16:creationId xmlns:a16="http://schemas.microsoft.com/office/drawing/2014/main" id="{80133AD1-762B-4040-9C68-D6D59F789D7B}"/>
                </a:ext>
              </a:extLst>
            </p:cNvPr>
            <p:cNvSpPr>
              <a:spLocks noChangeShapeType="1"/>
            </p:cNvSpPr>
            <p:nvPr/>
          </p:nvSpPr>
          <p:spPr bwMode="auto">
            <a:xfrm flipV="1">
              <a:off x="3741563" y="680018"/>
              <a:ext cx="0" cy="230444"/>
            </a:xfrm>
            <a:prstGeom prst="line">
              <a:avLst/>
            </a:prstGeom>
            <a:noFill/>
            <a:ln w="22225">
              <a:solidFill>
                <a:schemeClr val="tx1"/>
              </a:solidFill>
              <a:round/>
              <a:headEnd/>
              <a:tailEnd/>
            </a:ln>
            <a:effectLst/>
          </p:spPr>
          <p:txBody>
            <a:bodyPr/>
            <a:lstStyle/>
            <a:p>
              <a:pPr eaLnBrk="1" hangingPunct="1">
                <a:defRPr/>
              </a:pPr>
              <a:endParaRPr lang="en-US" sz="1050"/>
            </a:p>
          </p:txBody>
        </p:sp>
        <p:sp>
          <p:nvSpPr>
            <p:cNvPr id="69943" name="Line 322">
              <a:extLst>
                <a:ext uri="{FF2B5EF4-FFF2-40B4-BE49-F238E27FC236}">
                  <a16:creationId xmlns:a16="http://schemas.microsoft.com/office/drawing/2014/main" id="{0E3DC1DA-A488-4220-82BD-2E13F50C851D}"/>
                </a:ext>
              </a:extLst>
            </p:cNvPr>
            <p:cNvSpPr>
              <a:spLocks noChangeShapeType="1"/>
            </p:cNvSpPr>
            <p:nvPr/>
          </p:nvSpPr>
          <p:spPr bwMode="auto">
            <a:xfrm flipV="1">
              <a:off x="5641191" y="695832"/>
              <a:ext cx="0" cy="228186"/>
            </a:xfrm>
            <a:prstGeom prst="line">
              <a:avLst/>
            </a:prstGeom>
            <a:noFill/>
            <a:ln w="22225">
              <a:solidFill>
                <a:schemeClr val="tx1"/>
              </a:solidFill>
              <a:round/>
              <a:headEnd/>
              <a:tailEnd/>
            </a:ln>
            <a:effectLst/>
          </p:spPr>
          <p:txBody>
            <a:bodyPr/>
            <a:lstStyle/>
            <a:p>
              <a:pPr eaLnBrk="1" hangingPunct="1">
                <a:defRPr/>
              </a:pPr>
              <a:endParaRPr lang="en-US" sz="1050"/>
            </a:p>
          </p:txBody>
        </p:sp>
        <p:sp>
          <p:nvSpPr>
            <p:cNvPr id="69944" name="Line 323">
              <a:extLst>
                <a:ext uri="{FF2B5EF4-FFF2-40B4-BE49-F238E27FC236}">
                  <a16:creationId xmlns:a16="http://schemas.microsoft.com/office/drawing/2014/main" id="{B5C55788-C984-4097-8CB9-8FDCDF3FA564}"/>
                </a:ext>
              </a:extLst>
            </p:cNvPr>
            <p:cNvSpPr>
              <a:spLocks noChangeShapeType="1"/>
            </p:cNvSpPr>
            <p:nvPr/>
          </p:nvSpPr>
          <p:spPr bwMode="auto">
            <a:xfrm flipV="1">
              <a:off x="7542956" y="657425"/>
              <a:ext cx="0" cy="228184"/>
            </a:xfrm>
            <a:prstGeom prst="line">
              <a:avLst/>
            </a:prstGeom>
            <a:noFill/>
            <a:ln w="22225">
              <a:solidFill>
                <a:schemeClr val="tx1"/>
              </a:solidFill>
              <a:round/>
              <a:headEnd/>
              <a:tailEnd/>
            </a:ln>
            <a:effectLst/>
          </p:spPr>
          <p:txBody>
            <a:bodyPr/>
            <a:lstStyle/>
            <a:p>
              <a:pPr eaLnBrk="1" hangingPunct="1">
                <a:defRPr/>
              </a:pPr>
              <a:endParaRPr lang="en-US" sz="1050"/>
            </a:p>
          </p:txBody>
        </p:sp>
        <p:sp>
          <p:nvSpPr>
            <p:cNvPr id="69945" name="Line 324">
              <a:extLst>
                <a:ext uri="{FF2B5EF4-FFF2-40B4-BE49-F238E27FC236}">
                  <a16:creationId xmlns:a16="http://schemas.microsoft.com/office/drawing/2014/main" id="{32215E43-2C8A-4E7A-8F91-E21C278A3894}"/>
                </a:ext>
              </a:extLst>
            </p:cNvPr>
            <p:cNvSpPr>
              <a:spLocks noChangeShapeType="1"/>
            </p:cNvSpPr>
            <p:nvPr/>
          </p:nvSpPr>
          <p:spPr bwMode="auto">
            <a:xfrm rot="16200000" flipV="1">
              <a:off x="3236206" y="6012031"/>
              <a:ext cx="0" cy="202997"/>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946" name="Line 325">
              <a:extLst>
                <a:ext uri="{FF2B5EF4-FFF2-40B4-BE49-F238E27FC236}">
                  <a16:creationId xmlns:a16="http://schemas.microsoft.com/office/drawing/2014/main" id="{50384C20-C3C0-4389-A3B5-68546FE79889}"/>
                </a:ext>
              </a:extLst>
            </p:cNvPr>
            <p:cNvSpPr>
              <a:spLocks noChangeShapeType="1"/>
            </p:cNvSpPr>
            <p:nvPr/>
          </p:nvSpPr>
          <p:spPr bwMode="auto">
            <a:xfrm rot="16200000">
              <a:off x="2194978" y="5765606"/>
              <a:ext cx="1875183" cy="0"/>
            </a:xfrm>
            <a:prstGeom prst="line">
              <a:avLst/>
            </a:prstGeom>
            <a:noFill/>
            <a:ln w="22225">
              <a:solidFill>
                <a:srgbClr val="000000"/>
              </a:solidFill>
              <a:round/>
              <a:headEnd type="none" w="sm" len="sm"/>
              <a:tailEnd type="oval" w="sm" len="sm"/>
            </a:ln>
          </p:spPr>
          <p:txBody>
            <a:bodyPr/>
            <a:lstStyle/>
            <a:p>
              <a:pPr eaLnBrk="1" hangingPunct="1">
                <a:defRPr/>
              </a:pPr>
              <a:endParaRPr lang="en-US" sz="1050"/>
            </a:p>
          </p:txBody>
        </p:sp>
        <p:sp>
          <p:nvSpPr>
            <p:cNvPr id="69947" name="Text Box 326">
              <a:extLst>
                <a:ext uri="{FF2B5EF4-FFF2-40B4-BE49-F238E27FC236}">
                  <a16:creationId xmlns:a16="http://schemas.microsoft.com/office/drawing/2014/main" id="{4640CB42-EC6C-4FD5-B608-B70533C1C731}"/>
                </a:ext>
              </a:extLst>
            </p:cNvPr>
            <p:cNvSpPr txBox="1">
              <a:spLocks noChangeArrowheads="1"/>
            </p:cNvSpPr>
            <p:nvPr/>
          </p:nvSpPr>
          <p:spPr bwMode="auto">
            <a:xfrm>
              <a:off x="694465" y="6400456"/>
              <a:ext cx="685917" cy="372777"/>
            </a:xfrm>
            <a:prstGeom prst="rect">
              <a:avLst/>
            </a:prstGeom>
            <a:noFill/>
            <a:ln w="22225">
              <a:noFill/>
              <a:miter lim="800000"/>
              <a:headEnd/>
              <a:tailEnd/>
            </a:ln>
            <a:effectLst/>
          </p:spPr>
          <p:txBody>
            <a:bodyPr>
              <a:spAutoFit/>
            </a:bodyPr>
            <a:lstStyle/>
            <a:p>
              <a:pPr eaLnBrk="1" hangingPunct="1">
                <a:spcBef>
                  <a:spcPct val="50000"/>
                </a:spcBef>
                <a:defRPr/>
              </a:pPr>
              <a:r>
                <a:rPr lang="en-US" sz="1050"/>
                <a:t>DX</a:t>
              </a:r>
              <a:endParaRPr lang="ru-RU" sz="1050"/>
            </a:p>
          </p:txBody>
        </p:sp>
        <p:sp>
          <p:nvSpPr>
            <p:cNvPr id="69948" name="Text Box 327">
              <a:extLst>
                <a:ext uri="{FF2B5EF4-FFF2-40B4-BE49-F238E27FC236}">
                  <a16:creationId xmlns:a16="http://schemas.microsoft.com/office/drawing/2014/main" id="{A3935683-D55A-42FF-BB4F-07CDD1018483}"/>
                </a:ext>
              </a:extLst>
            </p:cNvPr>
            <p:cNvSpPr txBox="1">
              <a:spLocks noChangeArrowheads="1"/>
            </p:cNvSpPr>
            <p:nvPr/>
          </p:nvSpPr>
          <p:spPr bwMode="auto">
            <a:xfrm>
              <a:off x="1955186" y="6443381"/>
              <a:ext cx="685917" cy="372778"/>
            </a:xfrm>
            <a:prstGeom prst="rect">
              <a:avLst/>
            </a:prstGeom>
            <a:noFill/>
            <a:ln w="22225">
              <a:noFill/>
              <a:miter lim="800000"/>
              <a:headEnd/>
              <a:tailEnd/>
            </a:ln>
            <a:effectLst/>
          </p:spPr>
          <p:txBody>
            <a:bodyPr>
              <a:spAutoFit/>
            </a:bodyPr>
            <a:lstStyle/>
            <a:p>
              <a:pPr eaLnBrk="1" hangingPunct="1">
                <a:spcBef>
                  <a:spcPct val="50000"/>
                </a:spcBef>
                <a:defRPr/>
              </a:pPr>
              <a:r>
                <a:rPr lang="en-US" sz="1050"/>
                <a:t>DI</a:t>
              </a:r>
              <a:endParaRPr lang="ru-RU" sz="1050"/>
            </a:p>
          </p:txBody>
        </p:sp>
        <p:sp>
          <p:nvSpPr>
            <p:cNvPr id="69949" name="Text Box 328">
              <a:extLst>
                <a:ext uri="{FF2B5EF4-FFF2-40B4-BE49-F238E27FC236}">
                  <a16:creationId xmlns:a16="http://schemas.microsoft.com/office/drawing/2014/main" id="{5AA0BE8D-967D-4950-8D33-967854E32B8B}"/>
                </a:ext>
              </a:extLst>
            </p:cNvPr>
            <p:cNvSpPr txBox="1">
              <a:spLocks noChangeArrowheads="1"/>
            </p:cNvSpPr>
            <p:nvPr/>
          </p:nvSpPr>
          <p:spPr bwMode="auto">
            <a:xfrm>
              <a:off x="2675292" y="6443381"/>
              <a:ext cx="685918" cy="372778"/>
            </a:xfrm>
            <a:prstGeom prst="rect">
              <a:avLst/>
            </a:prstGeom>
            <a:noFill/>
            <a:ln w="22225">
              <a:noFill/>
              <a:miter lim="800000"/>
              <a:headEnd/>
              <a:tailEnd/>
            </a:ln>
            <a:effectLst/>
          </p:spPr>
          <p:txBody>
            <a:bodyPr>
              <a:spAutoFit/>
            </a:bodyPr>
            <a:lstStyle/>
            <a:p>
              <a:pPr eaLnBrk="1" hangingPunct="1">
                <a:spcBef>
                  <a:spcPct val="50000"/>
                </a:spcBef>
                <a:defRPr/>
              </a:pPr>
              <a:r>
                <a:rPr lang="en-US" sz="1050"/>
                <a:t>CX</a:t>
              </a:r>
              <a:endParaRPr lang="ru-RU" sz="1050"/>
            </a:p>
          </p:txBody>
        </p:sp>
        <p:sp>
          <p:nvSpPr>
            <p:cNvPr id="69950" name="Text Box 329">
              <a:extLst>
                <a:ext uri="{FF2B5EF4-FFF2-40B4-BE49-F238E27FC236}">
                  <a16:creationId xmlns:a16="http://schemas.microsoft.com/office/drawing/2014/main" id="{AEA0D0A2-DD6E-4688-A1C3-EAD27F530B83}"/>
                </a:ext>
              </a:extLst>
            </p:cNvPr>
            <p:cNvSpPr txBox="1">
              <a:spLocks noChangeArrowheads="1"/>
            </p:cNvSpPr>
            <p:nvPr/>
          </p:nvSpPr>
          <p:spPr bwMode="auto">
            <a:xfrm>
              <a:off x="4617657" y="6490826"/>
              <a:ext cx="685917" cy="372777"/>
            </a:xfrm>
            <a:prstGeom prst="rect">
              <a:avLst/>
            </a:prstGeom>
            <a:noFill/>
            <a:ln w="22225">
              <a:noFill/>
              <a:miter lim="800000"/>
              <a:headEnd/>
              <a:tailEnd/>
            </a:ln>
            <a:effectLst/>
          </p:spPr>
          <p:txBody>
            <a:bodyPr>
              <a:spAutoFit/>
            </a:bodyPr>
            <a:lstStyle/>
            <a:p>
              <a:pPr eaLnBrk="1" hangingPunct="1">
                <a:spcBef>
                  <a:spcPct val="50000"/>
                </a:spcBef>
                <a:defRPr/>
              </a:pPr>
              <a:r>
                <a:rPr lang="en-US" sz="1050"/>
                <a:t>BX</a:t>
              </a:r>
              <a:endParaRPr lang="ru-RU" sz="1050"/>
            </a:p>
          </p:txBody>
        </p:sp>
        <p:sp>
          <p:nvSpPr>
            <p:cNvPr id="69951" name="Text Box 330">
              <a:extLst>
                <a:ext uri="{FF2B5EF4-FFF2-40B4-BE49-F238E27FC236}">
                  <a16:creationId xmlns:a16="http://schemas.microsoft.com/office/drawing/2014/main" id="{7139C2C6-A364-4A2B-9761-36A90412FA4B}"/>
                </a:ext>
              </a:extLst>
            </p:cNvPr>
            <p:cNvSpPr txBox="1">
              <a:spLocks noChangeArrowheads="1"/>
            </p:cNvSpPr>
            <p:nvPr/>
          </p:nvSpPr>
          <p:spPr bwMode="auto">
            <a:xfrm>
              <a:off x="5737348" y="6472752"/>
              <a:ext cx="685917" cy="372777"/>
            </a:xfrm>
            <a:prstGeom prst="rect">
              <a:avLst/>
            </a:prstGeom>
            <a:noFill/>
            <a:ln w="22225">
              <a:noFill/>
              <a:miter lim="800000"/>
              <a:headEnd/>
              <a:tailEnd/>
            </a:ln>
            <a:effectLst/>
          </p:spPr>
          <p:txBody>
            <a:bodyPr>
              <a:spAutoFit/>
            </a:bodyPr>
            <a:lstStyle/>
            <a:p>
              <a:pPr eaLnBrk="1" hangingPunct="1">
                <a:spcBef>
                  <a:spcPct val="50000"/>
                </a:spcBef>
                <a:defRPr/>
              </a:pPr>
              <a:r>
                <a:rPr lang="en-US" sz="1050"/>
                <a:t>BI</a:t>
              </a:r>
              <a:endParaRPr lang="ru-RU" sz="1050"/>
            </a:p>
          </p:txBody>
        </p:sp>
        <p:sp>
          <p:nvSpPr>
            <p:cNvPr id="69952" name="Text Box 331">
              <a:extLst>
                <a:ext uri="{FF2B5EF4-FFF2-40B4-BE49-F238E27FC236}">
                  <a16:creationId xmlns:a16="http://schemas.microsoft.com/office/drawing/2014/main" id="{7712FD22-26D5-42EC-B14A-F7655B43EED1}"/>
                </a:ext>
              </a:extLst>
            </p:cNvPr>
            <p:cNvSpPr txBox="1">
              <a:spLocks noChangeArrowheads="1"/>
            </p:cNvSpPr>
            <p:nvPr/>
          </p:nvSpPr>
          <p:spPr bwMode="auto">
            <a:xfrm>
              <a:off x="3850540" y="6490826"/>
              <a:ext cx="685918" cy="372777"/>
            </a:xfrm>
            <a:prstGeom prst="rect">
              <a:avLst/>
            </a:prstGeom>
            <a:noFill/>
            <a:ln w="22225">
              <a:noFill/>
              <a:miter lim="800000"/>
              <a:headEnd/>
              <a:tailEnd/>
            </a:ln>
            <a:effectLst/>
          </p:spPr>
          <p:txBody>
            <a:bodyPr>
              <a:spAutoFit/>
            </a:bodyPr>
            <a:lstStyle/>
            <a:p>
              <a:pPr eaLnBrk="1" hangingPunct="1">
                <a:spcBef>
                  <a:spcPct val="50000"/>
                </a:spcBef>
                <a:defRPr/>
              </a:pPr>
              <a:r>
                <a:rPr lang="en-US" sz="1050"/>
                <a:t>CI</a:t>
              </a:r>
              <a:endParaRPr lang="ru-RU" sz="1050"/>
            </a:p>
          </p:txBody>
        </p:sp>
        <p:sp>
          <p:nvSpPr>
            <p:cNvPr id="69953" name="Line 332">
              <a:extLst>
                <a:ext uri="{FF2B5EF4-FFF2-40B4-BE49-F238E27FC236}">
                  <a16:creationId xmlns:a16="http://schemas.microsoft.com/office/drawing/2014/main" id="{1684204C-971D-460A-A42B-B563EC5E5BB6}"/>
                </a:ext>
              </a:extLst>
            </p:cNvPr>
            <p:cNvSpPr>
              <a:spLocks noChangeShapeType="1"/>
            </p:cNvSpPr>
            <p:nvPr/>
          </p:nvSpPr>
          <p:spPr bwMode="auto">
            <a:xfrm rot="16200000">
              <a:off x="4133070" y="5738495"/>
              <a:ext cx="1875183" cy="0"/>
            </a:xfrm>
            <a:prstGeom prst="line">
              <a:avLst/>
            </a:prstGeom>
            <a:noFill/>
            <a:ln w="22225">
              <a:solidFill>
                <a:srgbClr val="000000"/>
              </a:solidFill>
              <a:round/>
              <a:headEnd type="none" w="sm" len="sm"/>
              <a:tailEnd type="oval" w="sm" len="sm"/>
            </a:ln>
          </p:spPr>
          <p:txBody>
            <a:bodyPr/>
            <a:lstStyle/>
            <a:p>
              <a:pPr eaLnBrk="1" hangingPunct="1">
                <a:defRPr/>
              </a:pPr>
              <a:endParaRPr lang="en-US" sz="1050"/>
            </a:p>
          </p:txBody>
        </p:sp>
        <p:sp>
          <p:nvSpPr>
            <p:cNvPr id="69954" name="Line 333">
              <a:extLst>
                <a:ext uri="{FF2B5EF4-FFF2-40B4-BE49-F238E27FC236}">
                  <a16:creationId xmlns:a16="http://schemas.microsoft.com/office/drawing/2014/main" id="{18ED766C-EDE4-47A3-8A07-AEAB158FD765}"/>
                </a:ext>
              </a:extLst>
            </p:cNvPr>
            <p:cNvSpPr>
              <a:spLocks noChangeShapeType="1"/>
            </p:cNvSpPr>
            <p:nvPr/>
          </p:nvSpPr>
          <p:spPr bwMode="auto">
            <a:xfrm rot="16200000" flipV="1">
              <a:off x="5152930" y="5993956"/>
              <a:ext cx="0" cy="202998"/>
            </a:xfrm>
            <a:prstGeom prst="line">
              <a:avLst/>
            </a:prstGeom>
            <a:noFill/>
            <a:ln w="22225">
              <a:solidFill>
                <a:srgbClr val="000000"/>
              </a:solidFill>
              <a:round/>
              <a:headEnd/>
              <a:tailEnd type="oval" w="sm" len="sm"/>
            </a:ln>
          </p:spPr>
          <p:txBody>
            <a:bodyPr/>
            <a:lstStyle/>
            <a:p>
              <a:pPr eaLnBrk="1" hangingPunct="1">
                <a:defRPr/>
              </a:pPr>
              <a:endParaRPr lang="en-US" sz="1050"/>
            </a:p>
          </p:txBody>
        </p:sp>
        <p:sp>
          <p:nvSpPr>
            <p:cNvPr id="69955" name="Text Box 334">
              <a:extLst>
                <a:ext uri="{FF2B5EF4-FFF2-40B4-BE49-F238E27FC236}">
                  <a16:creationId xmlns:a16="http://schemas.microsoft.com/office/drawing/2014/main" id="{3FD312E8-0322-4754-8F05-A16858059D6A}"/>
                </a:ext>
              </a:extLst>
            </p:cNvPr>
            <p:cNvSpPr txBox="1">
              <a:spLocks noChangeArrowheads="1"/>
            </p:cNvSpPr>
            <p:nvPr/>
          </p:nvSpPr>
          <p:spPr bwMode="auto">
            <a:xfrm>
              <a:off x="6617716" y="6456937"/>
              <a:ext cx="685917" cy="372778"/>
            </a:xfrm>
            <a:prstGeom prst="rect">
              <a:avLst/>
            </a:prstGeom>
            <a:noFill/>
            <a:ln w="22225">
              <a:noFill/>
              <a:miter lim="800000"/>
              <a:headEnd/>
              <a:tailEnd/>
            </a:ln>
            <a:effectLst/>
          </p:spPr>
          <p:txBody>
            <a:bodyPr>
              <a:spAutoFit/>
            </a:bodyPr>
            <a:lstStyle/>
            <a:p>
              <a:pPr eaLnBrk="1" hangingPunct="1">
                <a:spcBef>
                  <a:spcPct val="50000"/>
                </a:spcBef>
                <a:defRPr/>
              </a:pPr>
              <a:r>
                <a:rPr lang="en-US" sz="1050"/>
                <a:t>AX</a:t>
              </a:r>
              <a:endParaRPr lang="ru-RU" sz="1050"/>
            </a:p>
          </p:txBody>
        </p:sp>
        <p:sp>
          <p:nvSpPr>
            <p:cNvPr id="69956" name="Text Box 335">
              <a:extLst>
                <a:ext uri="{FF2B5EF4-FFF2-40B4-BE49-F238E27FC236}">
                  <a16:creationId xmlns:a16="http://schemas.microsoft.com/office/drawing/2014/main" id="{BEE31F0D-A333-43AD-9D32-6372E3A0DC5F}"/>
                </a:ext>
              </a:extLst>
            </p:cNvPr>
            <p:cNvSpPr txBox="1">
              <a:spLocks noChangeArrowheads="1"/>
            </p:cNvSpPr>
            <p:nvPr/>
          </p:nvSpPr>
          <p:spPr bwMode="auto">
            <a:xfrm>
              <a:off x="7647660" y="6456937"/>
              <a:ext cx="685917" cy="372778"/>
            </a:xfrm>
            <a:prstGeom prst="rect">
              <a:avLst/>
            </a:prstGeom>
            <a:noFill/>
            <a:ln w="22225">
              <a:noFill/>
              <a:miter lim="800000"/>
              <a:headEnd/>
              <a:tailEnd/>
            </a:ln>
            <a:effectLst/>
          </p:spPr>
          <p:txBody>
            <a:bodyPr>
              <a:spAutoFit/>
            </a:bodyPr>
            <a:lstStyle/>
            <a:p>
              <a:pPr eaLnBrk="1" hangingPunct="1">
                <a:spcBef>
                  <a:spcPct val="50000"/>
                </a:spcBef>
                <a:defRPr/>
              </a:pPr>
              <a:r>
                <a:rPr lang="en-US" sz="1050"/>
                <a:t>AI</a:t>
              </a:r>
              <a:endParaRPr lang="ru-RU" sz="1050"/>
            </a:p>
          </p:txBody>
        </p:sp>
        <p:sp>
          <p:nvSpPr>
            <p:cNvPr id="88391" name="Text Box 336">
              <a:extLst>
                <a:ext uri="{FF2B5EF4-FFF2-40B4-BE49-F238E27FC236}">
                  <a16:creationId xmlns:a16="http://schemas.microsoft.com/office/drawing/2014/main" id="{194B1A8A-143E-9800-B5C8-78D3F5EA91B1}"/>
                </a:ext>
              </a:extLst>
            </p:cNvPr>
            <p:cNvSpPr txBox="1">
              <a:spLocks noChangeArrowheads="1"/>
            </p:cNvSpPr>
            <p:nvPr/>
          </p:nvSpPr>
          <p:spPr bwMode="auto">
            <a:xfrm>
              <a:off x="7880350" y="6515099"/>
              <a:ext cx="1042988" cy="306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800" b="0" u="none"/>
                <a:t>RS Clk CE</a:t>
              </a:r>
              <a:endParaRPr lang="ru-RU" altLang="en-US" sz="800" b="0" u="none"/>
            </a:p>
          </p:txBody>
        </p:sp>
        <p:sp>
          <p:nvSpPr>
            <p:cNvPr id="88392" name="Text Box 337">
              <a:extLst>
                <a:ext uri="{FF2B5EF4-FFF2-40B4-BE49-F238E27FC236}">
                  <a16:creationId xmlns:a16="http://schemas.microsoft.com/office/drawing/2014/main" id="{95A0FB21-58CA-FB70-8922-033E3D5AE0D0}"/>
                </a:ext>
              </a:extLst>
            </p:cNvPr>
            <p:cNvSpPr txBox="1">
              <a:spLocks noChangeArrowheads="1"/>
            </p:cNvSpPr>
            <p:nvPr/>
          </p:nvSpPr>
          <p:spPr bwMode="auto">
            <a:xfrm>
              <a:off x="617537" y="990600"/>
              <a:ext cx="685800" cy="328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900" b="0" u="none"/>
                <a:t>Dmux</a:t>
              </a:r>
              <a:endParaRPr lang="ru-RU" altLang="en-US" sz="900" b="0" u="none"/>
            </a:p>
          </p:txBody>
        </p:sp>
        <p:sp>
          <p:nvSpPr>
            <p:cNvPr id="88393" name="Text Box 338">
              <a:extLst>
                <a:ext uri="{FF2B5EF4-FFF2-40B4-BE49-F238E27FC236}">
                  <a16:creationId xmlns:a16="http://schemas.microsoft.com/office/drawing/2014/main" id="{FBA44790-8C64-3E07-5316-5B5637E7F669}"/>
                </a:ext>
              </a:extLst>
            </p:cNvPr>
            <p:cNvSpPr txBox="1">
              <a:spLocks noChangeArrowheads="1"/>
            </p:cNvSpPr>
            <p:nvPr/>
          </p:nvSpPr>
          <p:spPr bwMode="auto">
            <a:xfrm>
              <a:off x="1266826" y="933451"/>
              <a:ext cx="685800" cy="328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900" b="0" u="none"/>
                <a:t>D</a:t>
              </a:r>
              <a:endParaRPr lang="ru-RU" altLang="en-US" sz="900" b="0" u="none"/>
            </a:p>
          </p:txBody>
        </p:sp>
        <p:sp>
          <p:nvSpPr>
            <p:cNvPr id="88394" name="Text Box 339">
              <a:extLst>
                <a:ext uri="{FF2B5EF4-FFF2-40B4-BE49-F238E27FC236}">
                  <a16:creationId xmlns:a16="http://schemas.microsoft.com/office/drawing/2014/main" id="{7E4C1823-A8F9-81F2-95BC-BBF29FC1B300}"/>
                </a:ext>
              </a:extLst>
            </p:cNvPr>
            <p:cNvSpPr txBox="1">
              <a:spLocks noChangeArrowheads="1"/>
            </p:cNvSpPr>
            <p:nvPr/>
          </p:nvSpPr>
          <p:spPr bwMode="auto">
            <a:xfrm>
              <a:off x="1760537" y="381000"/>
              <a:ext cx="685800" cy="328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900" b="0" u="none"/>
                <a:t>DO</a:t>
              </a:r>
              <a:endParaRPr lang="ru-RU" altLang="en-US" sz="900" b="0" u="none"/>
            </a:p>
          </p:txBody>
        </p:sp>
        <p:sp>
          <p:nvSpPr>
            <p:cNvPr id="88395" name="Text Box 340">
              <a:extLst>
                <a:ext uri="{FF2B5EF4-FFF2-40B4-BE49-F238E27FC236}">
                  <a16:creationId xmlns:a16="http://schemas.microsoft.com/office/drawing/2014/main" id="{CCD72A73-9952-AE31-AF7B-41E5807F92B9}"/>
                </a:ext>
              </a:extLst>
            </p:cNvPr>
            <p:cNvSpPr txBox="1">
              <a:spLocks noChangeArrowheads="1"/>
            </p:cNvSpPr>
            <p:nvPr/>
          </p:nvSpPr>
          <p:spPr bwMode="auto">
            <a:xfrm>
              <a:off x="2598738" y="838199"/>
              <a:ext cx="685800" cy="328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900" b="0" u="none"/>
                <a:t>Cmux</a:t>
              </a:r>
              <a:endParaRPr lang="ru-RU" altLang="en-US" sz="900" b="0" u="none"/>
            </a:p>
          </p:txBody>
        </p:sp>
        <p:sp>
          <p:nvSpPr>
            <p:cNvPr id="88396" name="Text Box 341">
              <a:extLst>
                <a:ext uri="{FF2B5EF4-FFF2-40B4-BE49-F238E27FC236}">
                  <a16:creationId xmlns:a16="http://schemas.microsoft.com/office/drawing/2014/main" id="{57BAC392-68C4-A4E9-B14F-BE09887A0A5A}"/>
                </a:ext>
              </a:extLst>
            </p:cNvPr>
            <p:cNvSpPr txBox="1">
              <a:spLocks noChangeArrowheads="1"/>
            </p:cNvSpPr>
            <p:nvPr/>
          </p:nvSpPr>
          <p:spPr bwMode="auto">
            <a:xfrm>
              <a:off x="3127375" y="857250"/>
              <a:ext cx="685800" cy="328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900" b="0" u="none"/>
                <a:t>C</a:t>
              </a:r>
              <a:endParaRPr lang="ru-RU" altLang="en-US" sz="900" b="0" u="none"/>
            </a:p>
          </p:txBody>
        </p:sp>
        <p:sp>
          <p:nvSpPr>
            <p:cNvPr id="88397" name="Text Box 342">
              <a:extLst>
                <a:ext uri="{FF2B5EF4-FFF2-40B4-BE49-F238E27FC236}">
                  <a16:creationId xmlns:a16="http://schemas.microsoft.com/office/drawing/2014/main" id="{955C6F16-8310-6340-1B0E-08426A9AAFA7}"/>
                </a:ext>
              </a:extLst>
            </p:cNvPr>
            <p:cNvSpPr txBox="1">
              <a:spLocks noChangeArrowheads="1"/>
            </p:cNvSpPr>
            <p:nvPr/>
          </p:nvSpPr>
          <p:spPr bwMode="auto">
            <a:xfrm>
              <a:off x="3589338" y="381000"/>
              <a:ext cx="685800" cy="328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900" b="0" u="none"/>
                <a:t>CO</a:t>
              </a:r>
              <a:endParaRPr lang="ru-RU" altLang="en-US" sz="900" b="0" u="none"/>
            </a:p>
          </p:txBody>
        </p:sp>
        <p:sp>
          <p:nvSpPr>
            <p:cNvPr id="88398" name="Text Box 343">
              <a:extLst>
                <a:ext uri="{FF2B5EF4-FFF2-40B4-BE49-F238E27FC236}">
                  <a16:creationId xmlns:a16="http://schemas.microsoft.com/office/drawing/2014/main" id="{0B20D6DD-79D8-361B-76D5-E7B46DEE828D}"/>
                </a:ext>
              </a:extLst>
            </p:cNvPr>
            <p:cNvSpPr txBox="1">
              <a:spLocks noChangeArrowheads="1"/>
            </p:cNvSpPr>
            <p:nvPr/>
          </p:nvSpPr>
          <p:spPr bwMode="auto">
            <a:xfrm>
              <a:off x="4503738" y="838199"/>
              <a:ext cx="685800" cy="328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900" b="0" u="none"/>
                <a:t>Bmux</a:t>
              </a:r>
              <a:endParaRPr lang="ru-RU" altLang="en-US" sz="900" b="0" u="none"/>
            </a:p>
          </p:txBody>
        </p:sp>
        <p:sp>
          <p:nvSpPr>
            <p:cNvPr id="88399" name="Text Box 344">
              <a:extLst>
                <a:ext uri="{FF2B5EF4-FFF2-40B4-BE49-F238E27FC236}">
                  <a16:creationId xmlns:a16="http://schemas.microsoft.com/office/drawing/2014/main" id="{6182FAF2-8133-C9FC-4E06-AFDAC4E6AA47}"/>
                </a:ext>
              </a:extLst>
            </p:cNvPr>
            <p:cNvSpPr txBox="1">
              <a:spLocks noChangeArrowheads="1"/>
            </p:cNvSpPr>
            <p:nvPr/>
          </p:nvSpPr>
          <p:spPr bwMode="auto">
            <a:xfrm>
              <a:off x="5056188" y="800099"/>
              <a:ext cx="685800" cy="328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900" b="0" u="none"/>
                <a:t>B</a:t>
              </a:r>
              <a:endParaRPr lang="ru-RU" altLang="en-US" sz="900" b="0" u="none"/>
            </a:p>
          </p:txBody>
        </p:sp>
        <p:sp>
          <p:nvSpPr>
            <p:cNvPr id="88400" name="Text Box 345">
              <a:extLst>
                <a:ext uri="{FF2B5EF4-FFF2-40B4-BE49-F238E27FC236}">
                  <a16:creationId xmlns:a16="http://schemas.microsoft.com/office/drawing/2014/main" id="{C2B71B49-754D-0ADC-CCDB-A9171D7C6842}"/>
                </a:ext>
              </a:extLst>
            </p:cNvPr>
            <p:cNvSpPr txBox="1">
              <a:spLocks noChangeArrowheads="1"/>
            </p:cNvSpPr>
            <p:nvPr/>
          </p:nvSpPr>
          <p:spPr bwMode="auto">
            <a:xfrm>
              <a:off x="5432426" y="352425"/>
              <a:ext cx="685800" cy="328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900" b="0" u="none"/>
                <a:t>BO</a:t>
              </a:r>
              <a:endParaRPr lang="ru-RU" altLang="en-US" sz="900" b="0" u="none"/>
            </a:p>
          </p:txBody>
        </p:sp>
        <p:sp>
          <p:nvSpPr>
            <p:cNvPr id="88401" name="Text Box 346">
              <a:extLst>
                <a:ext uri="{FF2B5EF4-FFF2-40B4-BE49-F238E27FC236}">
                  <a16:creationId xmlns:a16="http://schemas.microsoft.com/office/drawing/2014/main" id="{12D097F9-41B5-A365-87AB-DC1C3C63A6C9}"/>
                </a:ext>
              </a:extLst>
            </p:cNvPr>
            <p:cNvSpPr txBox="1">
              <a:spLocks noChangeArrowheads="1"/>
            </p:cNvSpPr>
            <p:nvPr/>
          </p:nvSpPr>
          <p:spPr bwMode="auto">
            <a:xfrm>
              <a:off x="7304087" y="381000"/>
              <a:ext cx="685800" cy="328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900" b="0" u="none"/>
                <a:t>AO</a:t>
              </a:r>
              <a:endParaRPr lang="ru-RU" altLang="en-US" sz="900" b="0" u="none"/>
            </a:p>
          </p:txBody>
        </p:sp>
        <p:sp>
          <p:nvSpPr>
            <p:cNvPr id="88402" name="Text Box 347">
              <a:extLst>
                <a:ext uri="{FF2B5EF4-FFF2-40B4-BE49-F238E27FC236}">
                  <a16:creationId xmlns:a16="http://schemas.microsoft.com/office/drawing/2014/main" id="{382EF32C-A7C1-2EA5-820F-81EDE039E0C9}"/>
                </a:ext>
              </a:extLst>
            </p:cNvPr>
            <p:cNvSpPr txBox="1">
              <a:spLocks noChangeArrowheads="1"/>
            </p:cNvSpPr>
            <p:nvPr/>
          </p:nvSpPr>
          <p:spPr bwMode="auto">
            <a:xfrm>
              <a:off x="6432548" y="846137"/>
              <a:ext cx="685800" cy="328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900" b="0" u="none"/>
                <a:t>Amux</a:t>
              </a:r>
              <a:endParaRPr lang="ru-RU" altLang="en-US" sz="900" b="0" u="none"/>
            </a:p>
          </p:txBody>
        </p:sp>
        <p:sp>
          <p:nvSpPr>
            <p:cNvPr id="88403" name="Text Box 348">
              <a:extLst>
                <a:ext uri="{FF2B5EF4-FFF2-40B4-BE49-F238E27FC236}">
                  <a16:creationId xmlns:a16="http://schemas.microsoft.com/office/drawing/2014/main" id="{22E79173-050B-BCA6-C86E-40570A3F5FBB}"/>
                </a:ext>
              </a:extLst>
            </p:cNvPr>
            <p:cNvSpPr txBox="1">
              <a:spLocks noChangeArrowheads="1"/>
            </p:cNvSpPr>
            <p:nvPr/>
          </p:nvSpPr>
          <p:spPr bwMode="auto">
            <a:xfrm>
              <a:off x="6970713" y="761999"/>
              <a:ext cx="685800" cy="328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900" b="0" u="none"/>
                <a:t>A</a:t>
              </a:r>
              <a:endParaRPr lang="ru-RU" altLang="en-US" sz="900" b="0" u="none"/>
            </a:p>
          </p:txBody>
        </p:sp>
      </p:grpSp>
      <p:sp>
        <p:nvSpPr>
          <p:cNvPr id="88067" name="Rectangle 350">
            <a:extLst>
              <a:ext uri="{FF2B5EF4-FFF2-40B4-BE49-F238E27FC236}">
                <a16:creationId xmlns:a16="http://schemas.microsoft.com/office/drawing/2014/main" id="{BFCBFD28-F762-074A-A74B-F1372CF09357}"/>
              </a:ext>
            </a:extLst>
          </p:cNvPr>
          <p:cNvSpPr>
            <a:spLocks noGrp="1" noChangeArrowheads="1"/>
          </p:cNvSpPr>
          <p:nvPr>
            <p:ph type="title"/>
          </p:nvPr>
        </p:nvSpPr>
        <p:spPr>
          <a:xfrm>
            <a:off x="0" y="183401"/>
            <a:ext cx="11612880" cy="704088"/>
          </a:xfrm>
        </p:spPr>
        <p:txBody>
          <a:bodyPr/>
          <a:lstStyle/>
          <a:p>
            <a:r>
              <a:rPr lang="en-US" altLang="en-US"/>
              <a:t>SLICEM</a:t>
            </a:r>
            <a:endParaRPr lang="ru-RU"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4">
            <a:extLst>
              <a:ext uri="{FF2B5EF4-FFF2-40B4-BE49-F238E27FC236}">
                <a16:creationId xmlns:a16="http://schemas.microsoft.com/office/drawing/2014/main" id="{56C22AF9-8072-8B5E-BFD4-718766AA7A71}"/>
              </a:ext>
            </a:extLst>
          </p:cNvPr>
          <p:cNvSpPr>
            <a:spLocks noGrp="1" noChangeArrowheads="1"/>
          </p:cNvSpPr>
          <p:nvPr>
            <p:ph type="title"/>
          </p:nvPr>
        </p:nvSpPr>
        <p:spPr>
          <a:xfrm>
            <a:off x="0" y="183401"/>
            <a:ext cx="11612880" cy="704088"/>
          </a:xfrm>
        </p:spPr>
        <p:txBody>
          <a:bodyPr/>
          <a:lstStyle/>
          <a:p>
            <a:r>
              <a:rPr lang="en-US" altLang="en-US"/>
              <a:t>Logic Resources in One CLB</a:t>
            </a:r>
            <a:endParaRPr lang="ru-RU" altLang="en-US"/>
          </a:p>
        </p:txBody>
      </p:sp>
      <p:grpSp>
        <p:nvGrpSpPr>
          <p:cNvPr id="89091" name="Group 104">
            <a:extLst>
              <a:ext uri="{FF2B5EF4-FFF2-40B4-BE49-F238E27FC236}">
                <a16:creationId xmlns:a16="http://schemas.microsoft.com/office/drawing/2014/main" id="{D3372B12-9248-FCD6-1CD3-0CEBB39AE3FE}"/>
              </a:ext>
            </a:extLst>
          </p:cNvPr>
          <p:cNvGrpSpPr>
            <a:grpSpLocks/>
          </p:cNvGrpSpPr>
          <p:nvPr/>
        </p:nvGrpSpPr>
        <p:grpSpPr bwMode="auto">
          <a:xfrm>
            <a:off x="2552701" y="2514600"/>
            <a:ext cx="6010275" cy="2743200"/>
            <a:chOff x="604" y="1392"/>
            <a:chExt cx="4377" cy="1920"/>
          </a:xfrm>
        </p:grpSpPr>
        <p:sp>
          <p:nvSpPr>
            <p:cNvPr id="69675" name="Rectangle 105">
              <a:extLst>
                <a:ext uri="{FF2B5EF4-FFF2-40B4-BE49-F238E27FC236}">
                  <a16:creationId xmlns:a16="http://schemas.microsoft.com/office/drawing/2014/main" id="{29226924-D5B8-4692-B8F0-66E7046176C2}"/>
                </a:ext>
              </a:extLst>
            </p:cNvPr>
            <p:cNvSpPr>
              <a:spLocks noChangeArrowheads="1"/>
            </p:cNvSpPr>
            <p:nvPr/>
          </p:nvSpPr>
          <p:spPr bwMode="auto">
            <a:xfrm>
              <a:off x="1248" y="1716"/>
              <a:ext cx="1058" cy="1578"/>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en-US" sz="1600">
                <a:latin typeface="Arial" charset="0"/>
                <a:cs typeface="Arial" charset="0"/>
              </a:endParaRPr>
            </a:p>
          </p:txBody>
        </p:sp>
        <p:sp>
          <p:nvSpPr>
            <p:cNvPr id="89133" name="Line 106">
              <a:extLst>
                <a:ext uri="{FF2B5EF4-FFF2-40B4-BE49-F238E27FC236}">
                  <a16:creationId xmlns:a16="http://schemas.microsoft.com/office/drawing/2014/main" id="{0B1A3889-A3D0-7DCE-83C8-F47FABC59D7F}"/>
                </a:ext>
              </a:extLst>
            </p:cNvPr>
            <p:cNvSpPr>
              <a:spLocks noChangeShapeType="1"/>
            </p:cNvSpPr>
            <p:nvPr/>
          </p:nvSpPr>
          <p:spPr bwMode="auto">
            <a:xfrm>
              <a:off x="1815" y="1392"/>
              <a:ext cx="0" cy="3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34" name="Line 107">
              <a:extLst>
                <a:ext uri="{FF2B5EF4-FFF2-40B4-BE49-F238E27FC236}">
                  <a16:creationId xmlns:a16="http://schemas.microsoft.com/office/drawing/2014/main" id="{391998C2-A664-5466-3F54-EE0BF0955D4E}"/>
                </a:ext>
              </a:extLst>
            </p:cNvPr>
            <p:cNvSpPr>
              <a:spLocks noChangeShapeType="1"/>
            </p:cNvSpPr>
            <p:nvPr/>
          </p:nvSpPr>
          <p:spPr bwMode="auto">
            <a:xfrm>
              <a:off x="862" y="1984"/>
              <a:ext cx="3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35" name="Line 108">
              <a:extLst>
                <a:ext uri="{FF2B5EF4-FFF2-40B4-BE49-F238E27FC236}">
                  <a16:creationId xmlns:a16="http://schemas.microsoft.com/office/drawing/2014/main" id="{0AFC1CBF-0CFD-59D6-7AE5-78BB72A16F2B}"/>
                </a:ext>
              </a:extLst>
            </p:cNvPr>
            <p:cNvSpPr>
              <a:spLocks noChangeShapeType="1"/>
            </p:cNvSpPr>
            <p:nvPr/>
          </p:nvSpPr>
          <p:spPr bwMode="auto">
            <a:xfrm>
              <a:off x="604" y="1917"/>
              <a:ext cx="0" cy="1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36" name="Line 109">
              <a:extLst>
                <a:ext uri="{FF2B5EF4-FFF2-40B4-BE49-F238E27FC236}">
                  <a16:creationId xmlns:a16="http://schemas.microsoft.com/office/drawing/2014/main" id="{C4C5001C-CC51-10AF-4FA1-74B2F70C11D8}"/>
                </a:ext>
              </a:extLst>
            </p:cNvPr>
            <p:cNvSpPr>
              <a:spLocks noChangeShapeType="1"/>
            </p:cNvSpPr>
            <p:nvPr/>
          </p:nvSpPr>
          <p:spPr bwMode="auto">
            <a:xfrm>
              <a:off x="604" y="1917"/>
              <a:ext cx="19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37" name="Line 110">
              <a:extLst>
                <a:ext uri="{FF2B5EF4-FFF2-40B4-BE49-F238E27FC236}">
                  <a16:creationId xmlns:a16="http://schemas.microsoft.com/office/drawing/2014/main" id="{0BD3306D-0DE2-9248-C603-29284C455326}"/>
                </a:ext>
              </a:extLst>
            </p:cNvPr>
            <p:cNvSpPr>
              <a:spLocks noChangeShapeType="1"/>
            </p:cNvSpPr>
            <p:nvPr/>
          </p:nvSpPr>
          <p:spPr bwMode="auto">
            <a:xfrm>
              <a:off x="607" y="2051"/>
              <a:ext cx="19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9138" name="Group 111">
              <a:extLst>
                <a:ext uri="{FF2B5EF4-FFF2-40B4-BE49-F238E27FC236}">
                  <a16:creationId xmlns:a16="http://schemas.microsoft.com/office/drawing/2014/main" id="{05DC8646-2137-AB30-702E-B95B18F5DAEA}"/>
                </a:ext>
              </a:extLst>
            </p:cNvPr>
            <p:cNvGrpSpPr>
              <a:grpSpLocks/>
            </p:cNvGrpSpPr>
            <p:nvPr/>
          </p:nvGrpSpPr>
          <p:grpSpPr bwMode="auto">
            <a:xfrm>
              <a:off x="795" y="1917"/>
              <a:ext cx="61" cy="130"/>
              <a:chOff x="4863" y="7074"/>
              <a:chExt cx="88" cy="175"/>
            </a:xfrm>
          </p:grpSpPr>
          <p:sp>
            <p:nvSpPr>
              <p:cNvPr id="89156" name="Line 112">
                <a:extLst>
                  <a:ext uri="{FF2B5EF4-FFF2-40B4-BE49-F238E27FC236}">
                    <a16:creationId xmlns:a16="http://schemas.microsoft.com/office/drawing/2014/main" id="{E12FC254-E836-95B2-E217-B3DD375C2422}"/>
                  </a:ext>
                </a:extLst>
              </p:cNvPr>
              <p:cNvSpPr>
                <a:spLocks noChangeShapeType="1"/>
              </p:cNvSpPr>
              <p:nvPr/>
            </p:nvSpPr>
            <p:spPr bwMode="auto">
              <a:xfrm>
                <a:off x="4863" y="7074"/>
                <a:ext cx="85" cy="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57" name="Line 113">
                <a:extLst>
                  <a:ext uri="{FF2B5EF4-FFF2-40B4-BE49-F238E27FC236}">
                    <a16:creationId xmlns:a16="http://schemas.microsoft.com/office/drawing/2014/main" id="{F453F702-030E-D00E-DDF3-246936A52844}"/>
                  </a:ext>
                </a:extLst>
              </p:cNvPr>
              <p:cNvSpPr>
                <a:spLocks noChangeShapeType="1"/>
              </p:cNvSpPr>
              <p:nvPr/>
            </p:nvSpPr>
            <p:spPr bwMode="auto">
              <a:xfrm flipH="1">
                <a:off x="4866" y="7164"/>
                <a:ext cx="85" cy="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9139" name="Line 114">
              <a:extLst>
                <a:ext uri="{FF2B5EF4-FFF2-40B4-BE49-F238E27FC236}">
                  <a16:creationId xmlns:a16="http://schemas.microsoft.com/office/drawing/2014/main" id="{2D9719B3-C6A1-AE43-A810-D8F6A6F7CD9C}"/>
                </a:ext>
              </a:extLst>
            </p:cNvPr>
            <p:cNvSpPr>
              <a:spLocks noChangeShapeType="1"/>
            </p:cNvSpPr>
            <p:nvPr/>
          </p:nvSpPr>
          <p:spPr bwMode="auto">
            <a:xfrm>
              <a:off x="2310" y="2296"/>
              <a:ext cx="3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40" name="Line 115">
              <a:extLst>
                <a:ext uri="{FF2B5EF4-FFF2-40B4-BE49-F238E27FC236}">
                  <a16:creationId xmlns:a16="http://schemas.microsoft.com/office/drawing/2014/main" id="{996E8F84-835C-699C-8A8A-88C60C8CD91B}"/>
                </a:ext>
              </a:extLst>
            </p:cNvPr>
            <p:cNvSpPr>
              <a:spLocks noChangeShapeType="1"/>
            </p:cNvSpPr>
            <p:nvPr/>
          </p:nvSpPr>
          <p:spPr bwMode="auto">
            <a:xfrm>
              <a:off x="2310" y="2475"/>
              <a:ext cx="3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41" name="Line 116">
              <a:extLst>
                <a:ext uri="{FF2B5EF4-FFF2-40B4-BE49-F238E27FC236}">
                  <a16:creationId xmlns:a16="http://schemas.microsoft.com/office/drawing/2014/main" id="{D27A1B0B-6FFB-2C4F-3AAA-2CB452B0BE14}"/>
                </a:ext>
              </a:extLst>
            </p:cNvPr>
            <p:cNvSpPr>
              <a:spLocks noChangeShapeType="1"/>
            </p:cNvSpPr>
            <p:nvPr/>
          </p:nvSpPr>
          <p:spPr bwMode="auto">
            <a:xfrm>
              <a:off x="2310" y="2832"/>
              <a:ext cx="3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42" name="Line 117">
              <a:extLst>
                <a:ext uri="{FF2B5EF4-FFF2-40B4-BE49-F238E27FC236}">
                  <a16:creationId xmlns:a16="http://schemas.microsoft.com/office/drawing/2014/main" id="{22CF258D-46B9-25C4-3FE2-56E8C1079DBF}"/>
                </a:ext>
              </a:extLst>
            </p:cNvPr>
            <p:cNvSpPr>
              <a:spLocks noChangeShapeType="1"/>
            </p:cNvSpPr>
            <p:nvPr/>
          </p:nvSpPr>
          <p:spPr bwMode="auto">
            <a:xfrm>
              <a:off x="2305" y="3060"/>
              <a:ext cx="37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43" name="Line 118">
              <a:extLst>
                <a:ext uri="{FF2B5EF4-FFF2-40B4-BE49-F238E27FC236}">
                  <a16:creationId xmlns:a16="http://schemas.microsoft.com/office/drawing/2014/main" id="{73613FEF-D5F4-AA3B-AC38-3B93ACFBED45}"/>
                </a:ext>
              </a:extLst>
            </p:cNvPr>
            <p:cNvSpPr>
              <a:spLocks noChangeShapeType="1"/>
            </p:cNvSpPr>
            <p:nvPr/>
          </p:nvSpPr>
          <p:spPr bwMode="auto">
            <a:xfrm>
              <a:off x="988" y="2252"/>
              <a:ext cx="25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44" name="Text Box 119">
              <a:extLst>
                <a:ext uri="{FF2B5EF4-FFF2-40B4-BE49-F238E27FC236}">
                  <a16:creationId xmlns:a16="http://schemas.microsoft.com/office/drawing/2014/main" id="{13945747-FFE3-51E0-3054-FDCFE7323797}"/>
                </a:ext>
              </a:extLst>
            </p:cNvPr>
            <p:cNvSpPr txBox="1">
              <a:spLocks noChangeArrowheads="1"/>
            </p:cNvSpPr>
            <p:nvPr/>
          </p:nvSpPr>
          <p:spPr bwMode="auto">
            <a:xfrm>
              <a:off x="1240" y="1857"/>
              <a:ext cx="631"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А6:А1</a:t>
              </a:r>
              <a:endParaRPr lang="ru-RU" altLang="en-US" sz="1600" b="0" u="none"/>
            </a:p>
          </p:txBody>
        </p:sp>
        <p:sp>
          <p:nvSpPr>
            <p:cNvPr id="89145" name="Text Box 120">
              <a:extLst>
                <a:ext uri="{FF2B5EF4-FFF2-40B4-BE49-F238E27FC236}">
                  <a16:creationId xmlns:a16="http://schemas.microsoft.com/office/drawing/2014/main" id="{B7ED5FAA-A86E-330D-AC4F-7B7A417F00B9}"/>
                </a:ext>
              </a:extLst>
            </p:cNvPr>
            <p:cNvSpPr txBox="1">
              <a:spLocks noChangeArrowheads="1"/>
            </p:cNvSpPr>
            <p:nvPr/>
          </p:nvSpPr>
          <p:spPr bwMode="auto">
            <a:xfrm>
              <a:off x="1233" y="2109"/>
              <a:ext cx="96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WA6:WA1</a:t>
              </a:r>
              <a:endParaRPr lang="ru-RU" altLang="en-US" sz="1600" b="0" u="none"/>
            </a:p>
          </p:txBody>
        </p:sp>
        <p:sp>
          <p:nvSpPr>
            <p:cNvPr id="89146" name="Text Box 121">
              <a:extLst>
                <a:ext uri="{FF2B5EF4-FFF2-40B4-BE49-F238E27FC236}">
                  <a16:creationId xmlns:a16="http://schemas.microsoft.com/office/drawing/2014/main" id="{453B9FF4-212C-85A8-C286-1743088A0805}"/>
                </a:ext>
              </a:extLst>
            </p:cNvPr>
            <p:cNvSpPr txBox="1">
              <a:spLocks noChangeArrowheads="1"/>
            </p:cNvSpPr>
            <p:nvPr/>
          </p:nvSpPr>
          <p:spPr bwMode="auto">
            <a:xfrm>
              <a:off x="1993" y="2158"/>
              <a:ext cx="662"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O6</a:t>
              </a:r>
              <a:endParaRPr lang="ru-RU" altLang="en-US" sz="1600" b="0" u="none"/>
            </a:p>
          </p:txBody>
        </p:sp>
        <p:sp>
          <p:nvSpPr>
            <p:cNvPr id="89147" name="Text Box 122">
              <a:extLst>
                <a:ext uri="{FF2B5EF4-FFF2-40B4-BE49-F238E27FC236}">
                  <a16:creationId xmlns:a16="http://schemas.microsoft.com/office/drawing/2014/main" id="{8315EF2A-517B-E7D1-322B-0684E1ABA2A4}"/>
                </a:ext>
              </a:extLst>
            </p:cNvPr>
            <p:cNvSpPr txBox="1">
              <a:spLocks noChangeArrowheads="1"/>
            </p:cNvSpPr>
            <p:nvPr/>
          </p:nvSpPr>
          <p:spPr bwMode="auto">
            <a:xfrm>
              <a:off x="1987" y="2332"/>
              <a:ext cx="662"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O5</a:t>
              </a:r>
              <a:endParaRPr lang="ru-RU" altLang="en-US" sz="1600" b="0" u="none"/>
            </a:p>
          </p:txBody>
        </p:sp>
        <p:sp>
          <p:nvSpPr>
            <p:cNvPr id="89148" name="Text Box 123">
              <a:extLst>
                <a:ext uri="{FF2B5EF4-FFF2-40B4-BE49-F238E27FC236}">
                  <a16:creationId xmlns:a16="http://schemas.microsoft.com/office/drawing/2014/main" id="{30D3EEAC-0781-FB96-86EF-E870A23763EC}"/>
                </a:ext>
              </a:extLst>
            </p:cNvPr>
            <p:cNvSpPr txBox="1">
              <a:spLocks noChangeArrowheads="1"/>
            </p:cNvSpPr>
            <p:nvPr/>
          </p:nvSpPr>
          <p:spPr bwMode="auto">
            <a:xfrm>
              <a:off x="1601" y="1691"/>
              <a:ext cx="631"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DI2</a:t>
              </a:r>
              <a:endParaRPr lang="ru-RU" altLang="en-US" sz="1600" b="0" u="none"/>
            </a:p>
          </p:txBody>
        </p:sp>
        <p:sp>
          <p:nvSpPr>
            <p:cNvPr id="89149" name="Text Box 124">
              <a:extLst>
                <a:ext uri="{FF2B5EF4-FFF2-40B4-BE49-F238E27FC236}">
                  <a16:creationId xmlns:a16="http://schemas.microsoft.com/office/drawing/2014/main" id="{B7B59719-E760-1AD7-B32D-8B0F975F029A}"/>
                </a:ext>
              </a:extLst>
            </p:cNvPr>
            <p:cNvSpPr txBox="1">
              <a:spLocks noChangeArrowheads="1"/>
            </p:cNvSpPr>
            <p:nvPr/>
          </p:nvSpPr>
          <p:spPr bwMode="auto">
            <a:xfrm>
              <a:off x="1921" y="2687"/>
              <a:ext cx="630"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DI1</a:t>
              </a:r>
              <a:endParaRPr lang="ru-RU" altLang="en-US" sz="1600" b="0" u="none"/>
            </a:p>
          </p:txBody>
        </p:sp>
        <p:sp>
          <p:nvSpPr>
            <p:cNvPr id="89150" name="Text Box 125">
              <a:extLst>
                <a:ext uri="{FF2B5EF4-FFF2-40B4-BE49-F238E27FC236}">
                  <a16:creationId xmlns:a16="http://schemas.microsoft.com/office/drawing/2014/main" id="{B250175A-FE90-0686-6DD2-3BCAE90B3E80}"/>
                </a:ext>
              </a:extLst>
            </p:cNvPr>
            <p:cNvSpPr txBox="1">
              <a:spLocks noChangeArrowheads="1"/>
            </p:cNvSpPr>
            <p:nvPr/>
          </p:nvSpPr>
          <p:spPr bwMode="auto">
            <a:xfrm>
              <a:off x="1815" y="2910"/>
              <a:ext cx="631"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MC31</a:t>
              </a:r>
              <a:endParaRPr lang="ru-RU" altLang="en-US" sz="1600" b="0" u="none"/>
            </a:p>
          </p:txBody>
        </p:sp>
        <p:sp>
          <p:nvSpPr>
            <p:cNvPr id="89151" name="Text Box 126">
              <a:extLst>
                <a:ext uri="{FF2B5EF4-FFF2-40B4-BE49-F238E27FC236}">
                  <a16:creationId xmlns:a16="http://schemas.microsoft.com/office/drawing/2014/main" id="{61FA625D-C13A-C3B7-4079-13815C847F91}"/>
                </a:ext>
              </a:extLst>
            </p:cNvPr>
            <p:cNvSpPr txBox="1">
              <a:spLocks noChangeArrowheads="1"/>
            </p:cNvSpPr>
            <p:nvPr/>
          </p:nvSpPr>
          <p:spPr bwMode="auto">
            <a:xfrm>
              <a:off x="1240" y="2687"/>
              <a:ext cx="663"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CK</a:t>
              </a:r>
              <a:endParaRPr lang="ru-RU" altLang="en-US" sz="1600" b="0" u="none"/>
            </a:p>
          </p:txBody>
        </p:sp>
        <p:sp>
          <p:nvSpPr>
            <p:cNvPr id="89152" name="Text Box 127">
              <a:extLst>
                <a:ext uri="{FF2B5EF4-FFF2-40B4-BE49-F238E27FC236}">
                  <a16:creationId xmlns:a16="http://schemas.microsoft.com/office/drawing/2014/main" id="{C830F7CF-7551-DB75-A75D-3B36621060EF}"/>
                </a:ext>
              </a:extLst>
            </p:cNvPr>
            <p:cNvSpPr txBox="1">
              <a:spLocks noChangeArrowheads="1"/>
            </p:cNvSpPr>
            <p:nvPr/>
          </p:nvSpPr>
          <p:spPr bwMode="auto">
            <a:xfrm>
              <a:off x="1229" y="2899"/>
              <a:ext cx="663"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WEN</a:t>
              </a:r>
              <a:endParaRPr lang="ru-RU" altLang="en-US" sz="1600" b="0" u="none"/>
            </a:p>
          </p:txBody>
        </p:sp>
        <p:sp>
          <p:nvSpPr>
            <p:cNvPr id="89153" name="Line 128">
              <a:extLst>
                <a:ext uri="{FF2B5EF4-FFF2-40B4-BE49-F238E27FC236}">
                  <a16:creationId xmlns:a16="http://schemas.microsoft.com/office/drawing/2014/main" id="{0C6B9C08-E7BF-8FF0-517F-941AA9ABF574}"/>
                </a:ext>
              </a:extLst>
            </p:cNvPr>
            <p:cNvSpPr>
              <a:spLocks noChangeShapeType="1"/>
            </p:cNvSpPr>
            <p:nvPr/>
          </p:nvSpPr>
          <p:spPr bwMode="auto">
            <a:xfrm>
              <a:off x="997" y="2792"/>
              <a:ext cx="25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54" name="Line 129">
              <a:extLst>
                <a:ext uri="{FF2B5EF4-FFF2-40B4-BE49-F238E27FC236}">
                  <a16:creationId xmlns:a16="http://schemas.microsoft.com/office/drawing/2014/main" id="{79E6754D-E399-33F5-40CB-ABE121ED9684}"/>
                </a:ext>
              </a:extLst>
            </p:cNvPr>
            <p:cNvSpPr>
              <a:spLocks noChangeShapeType="1"/>
            </p:cNvSpPr>
            <p:nvPr/>
          </p:nvSpPr>
          <p:spPr bwMode="auto">
            <a:xfrm>
              <a:off x="988" y="3029"/>
              <a:ext cx="25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55" name="Text Box 123">
              <a:extLst>
                <a:ext uri="{FF2B5EF4-FFF2-40B4-BE49-F238E27FC236}">
                  <a16:creationId xmlns:a16="http://schemas.microsoft.com/office/drawing/2014/main" id="{6846C6C5-E133-EA8A-D3EE-1A5D082616B7}"/>
                </a:ext>
              </a:extLst>
            </p:cNvPr>
            <p:cNvSpPr txBox="1">
              <a:spLocks noChangeArrowheads="1"/>
            </p:cNvSpPr>
            <p:nvPr/>
          </p:nvSpPr>
          <p:spPr bwMode="auto">
            <a:xfrm>
              <a:off x="4350" y="1712"/>
              <a:ext cx="631"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DI1</a:t>
              </a:r>
              <a:endParaRPr lang="ru-RU" altLang="en-US" sz="1600" b="0" u="none"/>
            </a:p>
          </p:txBody>
        </p:sp>
      </p:grpSp>
      <p:sp>
        <p:nvSpPr>
          <p:cNvPr id="89092" name="Text Box 146">
            <a:extLst>
              <a:ext uri="{FF2B5EF4-FFF2-40B4-BE49-F238E27FC236}">
                <a16:creationId xmlns:a16="http://schemas.microsoft.com/office/drawing/2014/main" id="{0B546B54-2DAC-415B-8F8E-D676918FDF53}"/>
              </a:ext>
            </a:extLst>
          </p:cNvPr>
          <p:cNvSpPr txBox="1">
            <a:spLocks noChangeArrowheads="1"/>
          </p:cNvSpPr>
          <p:nvPr/>
        </p:nvSpPr>
        <p:spPr bwMode="auto">
          <a:xfrm>
            <a:off x="3244851" y="5281613"/>
            <a:ext cx="218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LUT in SLICEM</a:t>
            </a:r>
            <a:endParaRPr lang="ru-RU" altLang="en-US" sz="2000" b="0" u="none"/>
          </a:p>
        </p:txBody>
      </p:sp>
      <p:grpSp>
        <p:nvGrpSpPr>
          <p:cNvPr id="89093" name="Group 49">
            <a:extLst>
              <a:ext uri="{FF2B5EF4-FFF2-40B4-BE49-F238E27FC236}">
                <a16:creationId xmlns:a16="http://schemas.microsoft.com/office/drawing/2014/main" id="{818FC40F-31B4-E951-AA5B-F3BC81212F49}"/>
              </a:ext>
            </a:extLst>
          </p:cNvPr>
          <p:cNvGrpSpPr>
            <a:grpSpLocks/>
          </p:cNvGrpSpPr>
          <p:nvPr/>
        </p:nvGrpSpPr>
        <p:grpSpPr bwMode="auto">
          <a:xfrm>
            <a:off x="6478589" y="2978151"/>
            <a:ext cx="2911475" cy="2652713"/>
            <a:chOff x="4937125" y="3000375"/>
            <a:chExt cx="2911475" cy="2652713"/>
          </a:xfrm>
        </p:grpSpPr>
        <p:grpSp>
          <p:nvGrpSpPr>
            <p:cNvPr id="89117" name="Group 132">
              <a:extLst>
                <a:ext uri="{FF2B5EF4-FFF2-40B4-BE49-F238E27FC236}">
                  <a16:creationId xmlns:a16="http://schemas.microsoft.com/office/drawing/2014/main" id="{42DE62E0-5CA2-45C9-C1C3-6093133590DD}"/>
                </a:ext>
              </a:extLst>
            </p:cNvPr>
            <p:cNvGrpSpPr>
              <a:grpSpLocks/>
            </p:cNvGrpSpPr>
            <p:nvPr/>
          </p:nvGrpSpPr>
          <p:grpSpPr bwMode="auto">
            <a:xfrm>
              <a:off x="4937125" y="3000375"/>
              <a:ext cx="2820988" cy="2193925"/>
              <a:chOff x="595" y="1716"/>
              <a:chExt cx="2093" cy="1673"/>
            </a:xfrm>
          </p:grpSpPr>
          <p:sp>
            <p:nvSpPr>
              <p:cNvPr id="69662" name="Rectangle 133">
                <a:extLst>
                  <a:ext uri="{FF2B5EF4-FFF2-40B4-BE49-F238E27FC236}">
                    <a16:creationId xmlns:a16="http://schemas.microsoft.com/office/drawing/2014/main" id="{164E07E9-89BC-4F33-A410-FA92E0AA9B34}"/>
                  </a:ext>
                </a:extLst>
              </p:cNvPr>
              <p:cNvSpPr>
                <a:spLocks noChangeArrowheads="1"/>
              </p:cNvSpPr>
              <p:nvPr/>
            </p:nvSpPr>
            <p:spPr bwMode="auto">
              <a:xfrm>
                <a:off x="1248" y="1716"/>
                <a:ext cx="1060" cy="1673"/>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en-US" sz="1600">
                  <a:latin typeface="Arial" charset="0"/>
                  <a:cs typeface="Arial" charset="0"/>
                </a:endParaRPr>
              </a:p>
            </p:txBody>
          </p:sp>
          <p:sp>
            <p:nvSpPr>
              <p:cNvPr id="89120" name="Line 134">
                <a:extLst>
                  <a:ext uri="{FF2B5EF4-FFF2-40B4-BE49-F238E27FC236}">
                    <a16:creationId xmlns:a16="http://schemas.microsoft.com/office/drawing/2014/main" id="{9CBD036B-D2B8-FD3D-0390-85E2B03BDE8C}"/>
                  </a:ext>
                </a:extLst>
              </p:cNvPr>
              <p:cNvSpPr>
                <a:spLocks noChangeShapeType="1"/>
              </p:cNvSpPr>
              <p:nvPr/>
            </p:nvSpPr>
            <p:spPr bwMode="auto">
              <a:xfrm>
                <a:off x="862" y="2288"/>
                <a:ext cx="3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21" name="Line 135">
                <a:extLst>
                  <a:ext uri="{FF2B5EF4-FFF2-40B4-BE49-F238E27FC236}">
                    <a16:creationId xmlns:a16="http://schemas.microsoft.com/office/drawing/2014/main" id="{21592BD9-E171-E464-5018-2B8F1B73DA79}"/>
                  </a:ext>
                </a:extLst>
              </p:cNvPr>
              <p:cNvSpPr>
                <a:spLocks noChangeShapeType="1"/>
              </p:cNvSpPr>
              <p:nvPr/>
            </p:nvSpPr>
            <p:spPr bwMode="auto">
              <a:xfrm>
                <a:off x="595" y="2221"/>
                <a:ext cx="0" cy="13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22" name="Line 136">
                <a:extLst>
                  <a:ext uri="{FF2B5EF4-FFF2-40B4-BE49-F238E27FC236}">
                    <a16:creationId xmlns:a16="http://schemas.microsoft.com/office/drawing/2014/main" id="{6308D2A0-AC3E-0131-7A90-FC3E15038162}"/>
                  </a:ext>
                </a:extLst>
              </p:cNvPr>
              <p:cNvSpPr>
                <a:spLocks noChangeShapeType="1"/>
              </p:cNvSpPr>
              <p:nvPr/>
            </p:nvSpPr>
            <p:spPr bwMode="auto">
              <a:xfrm>
                <a:off x="595" y="2221"/>
                <a:ext cx="19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23" name="Line 137">
                <a:extLst>
                  <a:ext uri="{FF2B5EF4-FFF2-40B4-BE49-F238E27FC236}">
                    <a16:creationId xmlns:a16="http://schemas.microsoft.com/office/drawing/2014/main" id="{F57F57F1-71B3-7956-D563-70DBD791A17A}"/>
                  </a:ext>
                </a:extLst>
              </p:cNvPr>
              <p:cNvSpPr>
                <a:spLocks noChangeShapeType="1"/>
              </p:cNvSpPr>
              <p:nvPr/>
            </p:nvSpPr>
            <p:spPr bwMode="auto">
              <a:xfrm>
                <a:off x="608" y="2355"/>
                <a:ext cx="19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9124" name="Group 138">
                <a:extLst>
                  <a:ext uri="{FF2B5EF4-FFF2-40B4-BE49-F238E27FC236}">
                    <a16:creationId xmlns:a16="http://schemas.microsoft.com/office/drawing/2014/main" id="{6770EC03-8CDE-F286-779B-BDB0F2EBBD02}"/>
                  </a:ext>
                </a:extLst>
              </p:cNvPr>
              <p:cNvGrpSpPr>
                <a:grpSpLocks/>
              </p:cNvGrpSpPr>
              <p:nvPr/>
            </p:nvGrpSpPr>
            <p:grpSpPr bwMode="auto">
              <a:xfrm>
                <a:off x="795" y="2221"/>
                <a:ext cx="61" cy="130"/>
                <a:chOff x="4863" y="7074"/>
                <a:chExt cx="88" cy="175"/>
              </a:xfrm>
            </p:grpSpPr>
            <p:sp>
              <p:nvSpPr>
                <p:cNvPr id="89130" name="Line 139">
                  <a:extLst>
                    <a:ext uri="{FF2B5EF4-FFF2-40B4-BE49-F238E27FC236}">
                      <a16:creationId xmlns:a16="http://schemas.microsoft.com/office/drawing/2014/main" id="{BB094629-D30D-A15C-4669-A93CF5B3A6EF}"/>
                    </a:ext>
                  </a:extLst>
                </p:cNvPr>
                <p:cNvSpPr>
                  <a:spLocks noChangeShapeType="1"/>
                </p:cNvSpPr>
                <p:nvPr/>
              </p:nvSpPr>
              <p:spPr bwMode="auto">
                <a:xfrm>
                  <a:off x="4863" y="7074"/>
                  <a:ext cx="85" cy="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31" name="Line 140">
                  <a:extLst>
                    <a:ext uri="{FF2B5EF4-FFF2-40B4-BE49-F238E27FC236}">
                      <a16:creationId xmlns:a16="http://schemas.microsoft.com/office/drawing/2014/main" id="{D3C71BE7-5807-4027-271E-58287FB307A3}"/>
                    </a:ext>
                  </a:extLst>
                </p:cNvPr>
                <p:cNvSpPr>
                  <a:spLocks noChangeShapeType="1"/>
                </p:cNvSpPr>
                <p:nvPr/>
              </p:nvSpPr>
              <p:spPr bwMode="auto">
                <a:xfrm flipH="1">
                  <a:off x="4866" y="7164"/>
                  <a:ext cx="85" cy="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9125" name="Line 141">
                <a:extLst>
                  <a:ext uri="{FF2B5EF4-FFF2-40B4-BE49-F238E27FC236}">
                    <a16:creationId xmlns:a16="http://schemas.microsoft.com/office/drawing/2014/main" id="{8EEB0E73-B725-2AF4-A535-EB8A6CF39AC3}"/>
                  </a:ext>
                </a:extLst>
              </p:cNvPr>
              <p:cNvSpPr>
                <a:spLocks noChangeShapeType="1"/>
              </p:cNvSpPr>
              <p:nvPr/>
            </p:nvSpPr>
            <p:spPr bwMode="auto">
              <a:xfrm>
                <a:off x="2310" y="2296"/>
                <a:ext cx="3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26" name="Line 142">
                <a:extLst>
                  <a:ext uri="{FF2B5EF4-FFF2-40B4-BE49-F238E27FC236}">
                    <a16:creationId xmlns:a16="http://schemas.microsoft.com/office/drawing/2014/main" id="{2078E2B0-E021-355E-427D-23EF5DCC82E3}"/>
                  </a:ext>
                </a:extLst>
              </p:cNvPr>
              <p:cNvSpPr>
                <a:spLocks noChangeShapeType="1"/>
              </p:cNvSpPr>
              <p:nvPr/>
            </p:nvSpPr>
            <p:spPr bwMode="auto">
              <a:xfrm>
                <a:off x="2310" y="2475"/>
                <a:ext cx="3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27" name="Text Box 143">
                <a:extLst>
                  <a:ext uri="{FF2B5EF4-FFF2-40B4-BE49-F238E27FC236}">
                    <a16:creationId xmlns:a16="http://schemas.microsoft.com/office/drawing/2014/main" id="{24B7FF91-501B-A8FD-820A-52469C199E00}"/>
                  </a:ext>
                </a:extLst>
              </p:cNvPr>
              <p:cNvSpPr txBox="1">
                <a:spLocks noChangeArrowheads="1"/>
              </p:cNvSpPr>
              <p:nvPr/>
            </p:nvSpPr>
            <p:spPr bwMode="auto">
              <a:xfrm>
                <a:off x="1238" y="2143"/>
                <a:ext cx="631"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А6:А1</a:t>
                </a:r>
                <a:endParaRPr lang="ru-RU" altLang="en-US" sz="1600" b="0" u="none"/>
              </a:p>
            </p:txBody>
          </p:sp>
          <p:sp>
            <p:nvSpPr>
              <p:cNvPr id="89128" name="Text Box 144">
                <a:extLst>
                  <a:ext uri="{FF2B5EF4-FFF2-40B4-BE49-F238E27FC236}">
                    <a16:creationId xmlns:a16="http://schemas.microsoft.com/office/drawing/2014/main" id="{51EA9E33-7EA7-D5B8-05EB-3DB147B260DD}"/>
                  </a:ext>
                </a:extLst>
              </p:cNvPr>
              <p:cNvSpPr txBox="1">
                <a:spLocks noChangeArrowheads="1"/>
              </p:cNvSpPr>
              <p:nvPr/>
            </p:nvSpPr>
            <p:spPr bwMode="auto">
              <a:xfrm>
                <a:off x="1984" y="2140"/>
                <a:ext cx="662"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O6</a:t>
                </a:r>
                <a:endParaRPr lang="ru-RU" altLang="en-US" sz="1600" b="0" u="none"/>
              </a:p>
            </p:txBody>
          </p:sp>
          <p:sp>
            <p:nvSpPr>
              <p:cNvPr id="89129" name="Text Box 145">
                <a:extLst>
                  <a:ext uri="{FF2B5EF4-FFF2-40B4-BE49-F238E27FC236}">
                    <a16:creationId xmlns:a16="http://schemas.microsoft.com/office/drawing/2014/main" id="{EF7B93B7-E32A-5CC6-37C3-DDE60C157CAD}"/>
                  </a:ext>
                </a:extLst>
              </p:cNvPr>
              <p:cNvSpPr txBox="1">
                <a:spLocks noChangeArrowheads="1"/>
              </p:cNvSpPr>
              <p:nvPr/>
            </p:nvSpPr>
            <p:spPr bwMode="auto">
              <a:xfrm>
                <a:off x="1988" y="2352"/>
                <a:ext cx="662"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O5</a:t>
                </a:r>
                <a:endParaRPr lang="ru-RU" altLang="en-US" sz="1600" b="0" u="none"/>
              </a:p>
            </p:txBody>
          </p:sp>
        </p:grpSp>
        <p:sp>
          <p:nvSpPr>
            <p:cNvPr id="89118" name="Text Box 147">
              <a:extLst>
                <a:ext uri="{FF2B5EF4-FFF2-40B4-BE49-F238E27FC236}">
                  <a16:creationId xmlns:a16="http://schemas.microsoft.com/office/drawing/2014/main" id="{EB9E179C-6360-3C44-0876-DA26BA850CF3}"/>
                </a:ext>
              </a:extLst>
            </p:cNvPr>
            <p:cNvSpPr txBox="1">
              <a:spLocks noChangeArrowheads="1"/>
            </p:cNvSpPr>
            <p:nvPr/>
          </p:nvSpPr>
          <p:spPr bwMode="auto">
            <a:xfrm>
              <a:off x="5659438" y="5253038"/>
              <a:ext cx="21891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LUT in SLICEL</a:t>
              </a:r>
              <a:endParaRPr lang="ru-RU" altLang="en-US" sz="2000" b="0" u="none"/>
            </a:p>
          </p:txBody>
        </p:sp>
      </p:grpSp>
      <p:graphicFrame>
        <p:nvGraphicFramePr>
          <p:cNvPr id="47" name="Table 46">
            <a:extLst>
              <a:ext uri="{FF2B5EF4-FFF2-40B4-BE49-F238E27FC236}">
                <a16:creationId xmlns:a16="http://schemas.microsoft.com/office/drawing/2014/main" id="{57F9E6A6-792B-4CBD-BC99-032D4825BDF1}"/>
              </a:ext>
            </a:extLst>
          </p:cNvPr>
          <p:cNvGraphicFramePr>
            <a:graphicFrameLocks noGrp="1"/>
          </p:cNvGraphicFramePr>
          <p:nvPr>
            <p:extLst>
              <p:ext uri="{D42A27DB-BD31-4B8C-83A1-F6EECF244321}">
                <p14:modId xmlns:p14="http://schemas.microsoft.com/office/powerpoint/2010/main" val="1931620311"/>
              </p:ext>
            </p:extLst>
          </p:nvPr>
        </p:nvGraphicFramePr>
        <p:xfrm>
          <a:off x="1981200" y="1549400"/>
          <a:ext cx="8534400" cy="1144854"/>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422400">
                  <a:extLst>
                    <a:ext uri="{9D8B030D-6E8A-4147-A177-3AD203B41FA5}">
                      <a16:colId xmlns:a16="http://schemas.microsoft.com/office/drawing/2014/main" val="20002"/>
                    </a:ext>
                  </a:extLst>
                </a:gridCol>
                <a:gridCol w="1422400">
                  <a:extLst>
                    <a:ext uri="{9D8B030D-6E8A-4147-A177-3AD203B41FA5}">
                      <a16:colId xmlns:a16="http://schemas.microsoft.com/office/drawing/2014/main" val="20003"/>
                    </a:ext>
                  </a:extLst>
                </a:gridCol>
                <a:gridCol w="1422400">
                  <a:extLst>
                    <a:ext uri="{9D8B030D-6E8A-4147-A177-3AD203B41FA5}">
                      <a16:colId xmlns:a16="http://schemas.microsoft.com/office/drawing/2014/main" val="20004"/>
                    </a:ext>
                  </a:extLst>
                </a:gridCol>
                <a:gridCol w="1422400">
                  <a:extLst>
                    <a:ext uri="{9D8B030D-6E8A-4147-A177-3AD203B41FA5}">
                      <a16:colId xmlns:a16="http://schemas.microsoft.com/office/drawing/2014/main" val="20005"/>
                    </a:ext>
                  </a:extLst>
                </a:gridCol>
              </a:tblGrid>
              <a:tr h="77389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bg2"/>
                          </a:solidFill>
                          <a:effectLst/>
                          <a:latin typeface="Arial" pitchFamily="34" charset="0"/>
                          <a:cs typeface="Arial" pitchFamily="34" charset="0"/>
                        </a:rPr>
                        <a:t>Slices</a:t>
                      </a:r>
                      <a:endParaRPr kumimoji="0" lang="ru-RU" sz="1400" b="0" i="0" u="none" strike="noStrike" cap="none" normalizeH="0" baseline="0" dirty="0">
                        <a:ln>
                          <a:noFill/>
                        </a:ln>
                        <a:solidFill>
                          <a:schemeClr val="bg2"/>
                        </a:solidFill>
                        <a:effectLst/>
                        <a:latin typeface="Arial" pitchFamily="34" charset="0"/>
                        <a:cs typeface="Arial" pitchFamily="34" charset="0"/>
                      </a:endParaRPr>
                    </a:p>
                  </a:txBody>
                  <a:tcPr marT="45702" marB="45702"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bg2"/>
                          </a:solidFill>
                          <a:effectLst/>
                          <a:latin typeface="Arial" pitchFamily="34" charset="0"/>
                          <a:cs typeface="Arial" pitchFamily="34" charset="0"/>
                        </a:rPr>
                        <a:t>LUTs</a:t>
                      </a:r>
                      <a:endParaRPr kumimoji="0" lang="ru-RU" sz="1400" b="0" i="0" u="none" strike="noStrike" cap="none" normalizeH="0" baseline="0">
                        <a:ln>
                          <a:noFill/>
                        </a:ln>
                        <a:solidFill>
                          <a:schemeClr val="bg2"/>
                        </a:solidFill>
                        <a:effectLst/>
                        <a:latin typeface="Arial" pitchFamily="34" charset="0"/>
                        <a:cs typeface="Arial" pitchFamily="34" charset="0"/>
                      </a:endParaRPr>
                    </a:p>
                  </a:txBody>
                  <a:tcPr marT="45702" marB="45702"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err="1">
                          <a:ln>
                            <a:noFill/>
                          </a:ln>
                          <a:solidFill>
                            <a:schemeClr val="bg2"/>
                          </a:solidFill>
                          <a:effectLst/>
                          <a:latin typeface="Arial" pitchFamily="34" charset="0"/>
                          <a:cs typeface="Arial" pitchFamily="34" charset="0"/>
                        </a:rPr>
                        <a:t>Fliip</a:t>
                      </a:r>
                      <a:r>
                        <a:rPr kumimoji="0" lang="en-US" sz="1400" b="0" i="0" u="none" strike="noStrike" cap="none" normalizeH="0" baseline="0" dirty="0">
                          <a:ln>
                            <a:noFill/>
                          </a:ln>
                          <a:solidFill>
                            <a:schemeClr val="bg2"/>
                          </a:solidFill>
                          <a:effectLst/>
                          <a:latin typeface="Arial" pitchFamily="34" charset="0"/>
                          <a:cs typeface="Arial" pitchFamily="34" charset="0"/>
                        </a:rPr>
                        <a:t>/flops</a:t>
                      </a:r>
                      <a:endParaRPr kumimoji="0" lang="ru-RU" sz="1400" b="0" i="0" u="none" strike="noStrike" cap="none" normalizeH="0" baseline="0" dirty="0">
                        <a:ln>
                          <a:noFill/>
                        </a:ln>
                        <a:solidFill>
                          <a:schemeClr val="bg2"/>
                        </a:solidFill>
                        <a:effectLst/>
                        <a:latin typeface="Arial" pitchFamily="34" charset="0"/>
                        <a:cs typeface="Arial" pitchFamily="34" charset="0"/>
                      </a:endParaRPr>
                    </a:p>
                  </a:txBody>
                  <a:tcPr marT="45702" marB="45702" horzOverflow="overflow"/>
                </a:tc>
                <a:tc>
                  <a:txBody>
                    <a:bodyPr/>
                    <a:lstStyle/>
                    <a:p>
                      <a:pPr marL="342900" marR="0" lvl="0" indent="-342900" algn="ctr" defTabSz="914400" rtl="0" eaLnBrk="1" fontAlgn="base" latinLnBrk="0" hangingPunct="1">
                        <a:lnSpc>
                          <a:spcPct val="100000"/>
                        </a:lnSpc>
                        <a:spcBef>
                          <a:spcPct val="20000"/>
                        </a:spcBef>
                        <a:spcAft>
                          <a:spcPct val="0"/>
                        </a:spcAft>
                        <a:buClrTx/>
                        <a:buSzTx/>
                        <a:buFontTx/>
                        <a:buNone/>
                        <a:tabLst/>
                      </a:pPr>
                      <a:r>
                        <a:rPr kumimoji="0" lang="ru-RU" sz="1400" b="0" i="0" u="none" strike="noStrike" cap="none" normalizeH="0" baseline="0">
                          <a:ln>
                            <a:noFill/>
                          </a:ln>
                          <a:solidFill>
                            <a:schemeClr val="bg2"/>
                          </a:solidFill>
                          <a:effectLst/>
                          <a:latin typeface="Arial" pitchFamily="34" charset="0"/>
                          <a:cs typeface="Arial" pitchFamily="34" charset="0"/>
                        </a:rPr>
                        <a:t>Arithmetic </a:t>
                      </a:r>
                      <a:endParaRPr kumimoji="0" lang="en-US" sz="1400" b="0" i="0" u="none" strike="noStrike" cap="none" normalizeH="0" baseline="0">
                        <a:ln>
                          <a:noFill/>
                        </a:ln>
                        <a:solidFill>
                          <a:schemeClr val="bg2"/>
                        </a:solidFill>
                        <a:effectLst/>
                        <a:latin typeface="Arial" pitchFamily="34" charset="0"/>
                        <a:cs typeface="Arial" pitchFamily="34" charset="0"/>
                      </a:endParaRPr>
                    </a:p>
                    <a:p>
                      <a:pPr marL="342900" marR="0" lvl="0" indent="-342900" algn="ctr" defTabSz="914400" rtl="0" eaLnBrk="1" fontAlgn="base" latinLnBrk="0" hangingPunct="1">
                        <a:lnSpc>
                          <a:spcPct val="100000"/>
                        </a:lnSpc>
                        <a:spcBef>
                          <a:spcPct val="20000"/>
                        </a:spcBef>
                        <a:spcAft>
                          <a:spcPct val="0"/>
                        </a:spcAft>
                        <a:buClrTx/>
                        <a:buSzTx/>
                        <a:buFontTx/>
                        <a:buNone/>
                        <a:tabLst/>
                      </a:pPr>
                      <a:r>
                        <a:rPr kumimoji="0" lang="ru-RU" sz="1400" b="0" i="0" u="none" strike="noStrike" cap="none" normalizeH="0" baseline="0">
                          <a:ln>
                            <a:noFill/>
                          </a:ln>
                          <a:solidFill>
                            <a:schemeClr val="bg2"/>
                          </a:solidFill>
                          <a:effectLst/>
                          <a:latin typeface="Arial" pitchFamily="34" charset="0"/>
                          <a:cs typeface="Arial" pitchFamily="34" charset="0"/>
                        </a:rPr>
                        <a:t>and</a:t>
                      </a:r>
                      <a:r>
                        <a:rPr kumimoji="0" lang="en-US" sz="1400" b="0" i="0" u="none" strike="noStrike" cap="none" normalizeH="0" baseline="0">
                          <a:ln>
                            <a:noFill/>
                          </a:ln>
                          <a:solidFill>
                            <a:schemeClr val="bg2"/>
                          </a:solidFill>
                          <a:effectLst/>
                          <a:latin typeface="Arial" pitchFamily="34" charset="0"/>
                          <a:cs typeface="Arial" pitchFamily="34" charset="0"/>
                        </a:rPr>
                        <a:t>  </a:t>
                      </a:r>
                      <a:r>
                        <a:rPr kumimoji="0" lang="ru-RU" sz="1400" b="0" i="0" u="none" strike="noStrike" cap="none" normalizeH="0" baseline="0">
                          <a:ln>
                            <a:noFill/>
                          </a:ln>
                          <a:solidFill>
                            <a:schemeClr val="bg2"/>
                          </a:solidFill>
                          <a:effectLst/>
                          <a:latin typeface="Arial" pitchFamily="34" charset="0"/>
                          <a:cs typeface="Arial" pitchFamily="34" charset="0"/>
                        </a:rPr>
                        <a:t>Carry Chains</a:t>
                      </a:r>
                    </a:p>
                  </a:txBody>
                  <a:tcPr marT="45702" marB="45702"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bg2"/>
                          </a:solidFill>
                          <a:effectLst/>
                          <a:latin typeface="Arial" pitchFamily="34" charset="0"/>
                          <a:cs typeface="Arial" pitchFamily="34" charset="0"/>
                        </a:rPr>
                        <a:t>Distributed RAM</a:t>
                      </a:r>
                      <a:endParaRPr kumimoji="0" lang="ru-RU" sz="1400" b="0" i="0" u="none" strike="noStrike" cap="none" normalizeH="0" baseline="0">
                        <a:ln>
                          <a:noFill/>
                        </a:ln>
                        <a:solidFill>
                          <a:schemeClr val="bg2"/>
                        </a:solidFill>
                        <a:effectLst/>
                        <a:latin typeface="Arial" pitchFamily="34" charset="0"/>
                        <a:cs typeface="Arial" pitchFamily="34" charset="0"/>
                      </a:endParaRPr>
                    </a:p>
                  </a:txBody>
                  <a:tcPr marT="45702" marB="45702"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bg2"/>
                          </a:solidFill>
                          <a:effectLst/>
                          <a:latin typeface="Arial" pitchFamily="34" charset="0"/>
                          <a:cs typeface="Arial" pitchFamily="34" charset="0"/>
                        </a:rPr>
                        <a:t>Shift</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bg2"/>
                          </a:solidFill>
                          <a:effectLst/>
                          <a:latin typeface="Arial" pitchFamily="34" charset="0"/>
                          <a:cs typeface="Arial" pitchFamily="34" charset="0"/>
                        </a:rPr>
                        <a:t>Register</a:t>
                      </a:r>
                      <a:endParaRPr kumimoji="0" lang="ru-RU" sz="1400" b="0" i="0" u="none" strike="noStrike" cap="none" normalizeH="0" baseline="0" dirty="0">
                        <a:ln>
                          <a:noFill/>
                        </a:ln>
                        <a:solidFill>
                          <a:schemeClr val="bg2"/>
                        </a:solidFill>
                        <a:effectLst/>
                        <a:latin typeface="Arial" pitchFamily="34" charset="0"/>
                        <a:cs typeface="Arial" pitchFamily="34" charset="0"/>
                      </a:endParaRPr>
                    </a:p>
                  </a:txBody>
                  <a:tcPr marT="45702" marB="45702" horzOverflow="overflow"/>
                </a:tc>
                <a:extLst>
                  <a:ext uri="{0D108BD9-81ED-4DB2-BD59-A6C34878D82A}">
                    <a16:rowId xmlns:a16="http://schemas.microsoft.com/office/drawing/2014/main" val="10000"/>
                  </a:ext>
                </a:extLst>
              </a:tr>
              <a:tr h="37069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2</a:t>
                      </a:r>
                      <a:endParaRPr kumimoji="0" lang="ru-RU" sz="1400" b="0" i="0" u="none" strike="noStrike" cap="none" normalizeH="0" baseline="0" dirty="0">
                        <a:ln>
                          <a:noFill/>
                        </a:ln>
                        <a:solidFill>
                          <a:schemeClr val="tx1"/>
                        </a:solidFill>
                        <a:effectLst/>
                        <a:latin typeface="Arial" pitchFamily="34" charset="0"/>
                        <a:cs typeface="Arial" pitchFamily="34" charset="0"/>
                      </a:endParaRPr>
                    </a:p>
                  </a:txBody>
                  <a:tcPr marT="45702" marB="45702"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8</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02" marB="45702"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16</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02" marB="45702"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2</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02" marB="45702"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256 bits</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02" marB="45702"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128 bits</a:t>
                      </a:r>
                      <a:endParaRPr kumimoji="0" lang="ru-RU" sz="1600" b="0" i="0" u="none" strike="noStrike" cap="none" normalizeH="0" baseline="0" dirty="0">
                        <a:ln>
                          <a:noFill/>
                        </a:ln>
                        <a:solidFill>
                          <a:schemeClr val="tx1"/>
                        </a:solidFill>
                        <a:effectLst/>
                        <a:latin typeface="Arial" pitchFamily="34" charset="0"/>
                        <a:cs typeface="Arial" pitchFamily="34" charset="0"/>
                      </a:endParaRPr>
                    </a:p>
                  </a:txBody>
                  <a:tcPr marT="45702" marB="45702" horzOverflow="overflow"/>
                </a:tc>
                <a:extLst>
                  <a:ext uri="{0D108BD9-81ED-4DB2-BD59-A6C34878D82A}">
                    <a16:rowId xmlns:a16="http://schemas.microsoft.com/office/drawing/2014/main" val="10001"/>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a:extLst>
              <a:ext uri="{FF2B5EF4-FFF2-40B4-BE49-F238E27FC236}">
                <a16:creationId xmlns:a16="http://schemas.microsoft.com/office/drawing/2014/main" id="{B8A380B3-1E69-ED90-2FFB-1EED62F5C8F8}"/>
              </a:ext>
            </a:extLst>
          </p:cNvPr>
          <p:cNvSpPr>
            <a:spLocks noGrp="1" noChangeArrowheads="1"/>
          </p:cNvSpPr>
          <p:nvPr>
            <p:ph type="title"/>
          </p:nvPr>
        </p:nvSpPr>
        <p:spPr/>
        <p:txBody>
          <a:bodyPr/>
          <a:lstStyle/>
          <a:p>
            <a:r>
              <a:rPr lang="en-GB" altLang="en-US"/>
              <a:t>Look-up  Table (LUT)</a:t>
            </a:r>
          </a:p>
        </p:txBody>
      </p:sp>
      <p:sp>
        <p:nvSpPr>
          <p:cNvPr id="3" name="Text Placeholder 2">
            <a:extLst>
              <a:ext uri="{FF2B5EF4-FFF2-40B4-BE49-F238E27FC236}">
                <a16:creationId xmlns:a16="http://schemas.microsoft.com/office/drawing/2014/main" id="{6AFA0318-B3F9-6302-53AA-B69310FF13EF}"/>
              </a:ext>
            </a:extLst>
          </p:cNvPr>
          <p:cNvSpPr>
            <a:spLocks noGrp="1"/>
          </p:cNvSpPr>
          <p:nvPr>
            <p:ph type="body" sz="quarter" idx="10"/>
          </p:nvPr>
        </p:nvSpPr>
        <p:spPr/>
        <p:txBody>
          <a:bodyPr/>
          <a:lstStyle/>
          <a:p>
            <a:r>
              <a:rPr lang="en-US" dirty="0"/>
              <a:t>The function generators are implemented as six-input LUTs  </a:t>
            </a:r>
          </a:p>
          <a:p>
            <a:r>
              <a:rPr lang="en-US" dirty="0"/>
              <a:t>LUT can implement:</a:t>
            </a:r>
          </a:p>
          <a:p>
            <a:r>
              <a:rPr lang="en-US" dirty="0"/>
              <a:t> Any arbitrarily defined six-input Boolean function</a:t>
            </a:r>
          </a:p>
          <a:p>
            <a:pPr lvl="1"/>
            <a:r>
              <a:rPr lang="en-US" dirty="0"/>
              <a:t>Two arbitrarily defined five-input Boolean functions</a:t>
            </a:r>
          </a:p>
          <a:p>
            <a:endParaRPr lang="en-US" dirty="0"/>
          </a:p>
          <a:p>
            <a:r>
              <a:rPr lang="en-US" dirty="0"/>
              <a:t>A six-input function uses:</a:t>
            </a:r>
          </a:p>
          <a:p>
            <a:pPr lvl="1"/>
            <a:r>
              <a:rPr lang="en-US" dirty="0"/>
              <a:t>A1-A6 inputs</a:t>
            </a:r>
          </a:p>
          <a:p>
            <a:pPr lvl="1"/>
            <a:r>
              <a:rPr lang="en-US" dirty="0"/>
              <a:t>O6 output</a:t>
            </a:r>
          </a:p>
          <a:p>
            <a:pPr marL="365760" marR="0" lvl="0" indent="-365760" algn="l" defTabSz="914400" rtl="0" eaLnBrk="1" fontAlgn="auto" latinLnBrk="0" hangingPunct="1">
              <a:lnSpc>
                <a:spcPct val="100000"/>
              </a:lnSpc>
              <a:spcBef>
                <a:spcPts val="600"/>
              </a:spcBef>
              <a:spcAft>
                <a:spcPts val="600"/>
              </a:spcAft>
              <a:buClr>
                <a:srgbClr val="00638A"/>
              </a:buClr>
              <a:buSzPct val="75000"/>
              <a:buFont typeface="Wingdings" panose="05000000000000000000" pitchFamily="2" charset="2"/>
              <a:buChar char=""/>
              <a:tabLst/>
              <a:defRPr/>
            </a:pPr>
            <a:r>
              <a:rPr lang="en-US" dirty="0">
                <a:solidFill>
                  <a:prstClr val="black"/>
                </a:solidFill>
                <a:latin typeface="Arial" panose="020B0604020202020204"/>
              </a:rPr>
              <a:t>T</a:t>
            </a:r>
            <a:r>
              <a:rPr lang="en-US" dirty="0"/>
              <a:t>wo five-input or less functions use:</a:t>
            </a:r>
          </a:p>
          <a:p>
            <a:pPr lvl="1"/>
            <a:r>
              <a:rPr lang="en-US" dirty="0"/>
              <a:t>A1-A5 inputs</a:t>
            </a:r>
          </a:p>
          <a:p>
            <a:pPr lvl="1"/>
            <a:r>
              <a:rPr lang="en-US" dirty="0"/>
              <a:t>A6 driven High</a:t>
            </a:r>
          </a:p>
          <a:p>
            <a:pPr lvl="1"/>
            <a:r>
              <a:rPr lang="en-US" dirty="0"/>
              <a:t>O5 and O6 outputs</a:t>
            </a:r>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a:extLst>
              <a:ext uri="{FF2B5EF4-FFF2-40B4-BE49-F238E27FC236}">
                <a16:creationId xmlns:a16="http://schemas.microsoft.com/office/drawing/2014/main" id="{241D0A1C-AC3A-BD50-5A18-2CC3B5A80991}"/>
              </a:ext>
            </a:extLst>
          </p:cNvPr>
          <p:cNvSpPr>
            <a:spLocks noGrp="1" noChangeArrowheads="1"/>
          </p:cNvSpPr>
          <p:nvPr>
            <p:ph type="title"/>
          </p:nvPr>
        </p:nvSpPr>
        <p:spPr/>
        <p:txBody>
          <a:bodyPr/>
          <a:lstStyle/>
          <a:p>
            <a:r>
              <a:rPr lang="en-US" altLang="en-US"/>
              <a:t>Distributed RAM</a:t>
            </a:r>
            <a:endParaRPr lang="ru-RU" altLang="en-US"/>
          </a:p>
        </p:txBody>
      </p:sp>
      <p:sp>
        <p:nvSpPr>
          <p:cNvPr id="91139" name="Content Placeholder 3">
            <a:extLst>
              <a:ext uri="{FF2B5EF4-FFF2-40B4-BE49-F238E27FC236}">
                <a16:creationId xmlns:a16="http://schemas.microsoft.com/office/drawing/2014/main" id="{F16331AB-3621-A694-1779-0A694B7089A4}"/>
              </a:ext>
            </a:extLst>
          </p:cNvPr>
          <p:cNvSpPr>
            <a:spLocks noGrp="1" noChangeArrowheads="1"/>
          </p:cNvSpPr>
          <p:nvPr>
            <p:ph type="body" sz="quarter" idx="10"/>
          </p:nvPr>
        </p:nvSpPr>
        <p:spPr/>
        <p:txBody>
          <a:bodyPr/>
          <a:lstStyle/>
          <a:p>
            <a:r>
              <a:rPr lang="ru-RU" altLang="en-US" dirty="0"/>
              <a:t>The function generators (LUTs) in SLICEMs can be implemented as a synchronous RAM</a:t>
            </a:r>
            <a:r>
              <a:rPr lang="en-US" altLang="en-US" dirty="0"/>
              <a:t> (</a:t>
            </a:r>
            <a:r>
              <a:rPr lang="ru-RU" altLang="en-US" dirty="0"/>
              <a:t> distributed RAM element</a:t>
            </a:r>
            <a:r>
              <a:rPr lang="en-US" altLang="en-US" dirty="0"/>
              <a:t>s)</a:t>
            </a:r>
            <a:r>
              <a:rPr lang="ru-RU" altLang="en-US" dirty="0"/>
              <a:t>.</a:t>
            </a:r>
            <a:endParaRPr lang="en-US" altLang="en-US" dirty="0"/>
          </a:p>
          <a:p>
            <a:pPr lvl="1"/>
            <a:r>
              <a:rPr lang="fr-FR" altLang="en-US" dirty="0"/>
              <a:t>Single-Port 32 x 1-bit RAM</a:t>
            </a:r>
            <a:r>
              <a:rPr lang="en-US" altLang="en-US" dirty="0"/>
              <a:t>		 (1 LUT)</a:t>
            </a:r>
            <a:endParaRPr lang="ru-RU" altLang="en-US" dirty="0"/>
          </a:p>
          <a:p>
            <a:pPr lvl="1"/>
            <a:r>
              <a:rPr lang="fr-FR" altLang="en-US" dirty="0"/>
              <a:t>Dual-Port 32 x 1-bit RAM                           </a:t>
            </a:r>
            <a:r>
              <a:rPr lang="en-US" altLang="en-US" dirty="0"/>
              <a:t> (2LUT)</a:t>
            </a:r>
            <a:endParaRPr lang="fr-FR" altLang="en-US" dirty="0"/>
          </a:p>
          <a:p>
            <a:pPr lvl="1"/>
            <a:r>
              <a:rPr lang="fr-FR" altLang="en-US" dirty="0"/>
              <a:t>Quad-Port 32 x 2-bit RAM</a:t>
            </a:r>
            <a:r>
              <a:rPr lang="en-US" altLang="en-US" dirty="0"/>
              <a:t>	</a:t>
            </a:r>
            <a:r>
              <a:rPr lang="fr-FR" altLang="en-US" dirty="0"/>
              <a:t>                </a:t>
            </a:r>
            <a:r>
              <a:rPr lang="en-US" altLang="en-US" dirty="0"/>
              <a:t>(4LUT)</a:t>
            </a:r>
            <a:endParaRPr lang="ru-RU" altLang="en-US" dirty="0"/>
          </a:p>
          <a:p>
            <a:pPr lvl="1"/>
            <a:r>
              <a:rPr lang="fr-FR" altLang="en-US" dirty="0"/>
              <a:t>Simple Dual-Port 32 x 6-bit RAM </a:t>
            </a:r>
            <a:r>
              <a:rPr lang="en-US" altLang="en-US" dirty="0"/>
              <a:t>	  (4 LUT)</a:t>
            </a:r>
            <a:endParaRPr lang="ru-RU" altLang="en-US" dirty="0"/>
          </a:p>
          <a:p>
            <a:pPr lvl="1"/>
            <a:r>
              <a:rPr lang="fr-FR" altLang="en-US" dirty="0"/>
              <a:t>Single-Port 64 x 1-bit RAM </a:t>
            </a:r>
            <a:r>
              <a:rPr lang="en-US" altLang="en-US" dirty="0"/>
              <a:t>		  (1 LUT)</a:t>
            </a:r>
            <a:endParaRPr lang="ru-RU" altLang="en-US" dirty="0"/>
          </a:p>
          <a:p>
            <a:pPr lvl="1"/>
            <a:r>
              <a:rPr lang="fr-FR" altLang="en-US" dirty="0"/>
              <a:t>Dual-Port 64 x 1-bit RAM</a:t>
            </a:r>
            <a:r>
              <a:rPr lang="en-US" altLang="en-US" dirty="0"/>
              <a:t>		  (2 LUT)</a:t>
            </a:r>
            <a:endParaRPr lang="ru-RU" altLang="en-US" dirty="0"/>
          </a:p>
          <a:p>
            <a:pPr lvl="1"/>
            <a:r>
              <a:rPr lang="fr-FR" altLang="en-US" dirty="0"/>
              <a:t>Quad-Port 64 x 1-bit RAM</a:t>
            </a:r>
            <a:r>
              <a:rPr lang="en-US" altLang="en-US" dirty="0"/>
              <a:t> 		  (4 LUT)</a:t>
            </a:r>
            <a:endParaRPr lang="ru-RU" altLang="en-US" dirty="0"/>
          </a:p>
          <a:p>
            <a:pPr lvl="1"/>
            <a:r>
              <a:rPr lang="fr-FR" altLang="en-US" dirty="0"/>
              <a:t>Simple Dual-Port 64 x 3-bit RAM</a:t>
            </a:r>
            <a:r>
              <a:rPr lang="en-US" altLang="en-US" dirty="0"/>
              <a:t> 	  (4 LUT)</a:t>
            </a:r>
            <a:endParaRPr lang="ru-RU" altLang="en-US" dirty="0"/>
          </a:p>
          <a:p>
            <a:pPr lvl="1"/>
            <a:r>
              <a:rPr lang="fr-FR" altLang="en-US" dirty="0"/>
              <a:t>Quad-Port 64 x 1-bit RAM </a:t>
            </a:r>
            <a:r>
              <a:rPr lang="en-US" altLang="en-US" dirty="0"/>
              <a:t>		  (4 LUT)</a:t>
            </a:r>
            <a:endParaRPr lang="ru-RU" altLang="en-US" dirty="0"/>
          </a:p>
          <a:p>
            <a:pPr lvl="1"/>
            <a:r>
              <a:rPr lang="fr-FR" altLang="en-US" dirty="0"/>
              <a:t>Single-Port 128 x 1-bit RAM                        </a:t>
            </a:r>
            <a:r>
              <a:rPr lang="en-US" altLang="en-US" dirty="0"/>
              <a:t>(2 LUT)</a:t>
            </a:r>
            <a:endParaRPr lang="fr-FR" altLang="en-US" dirty="0"/>
          </a:p>
          <a:p>
            <a:pPr lvl="1"/>
            <a:r>
              <a:rPr lang="fr-FR" altLang="en-US" dirty="0"/>
              <a:t>Single-Port 256 x 1-bit RAM </a:t>
            </a:r>
            <a:r>
              <a:rPr lang="en-US" altLang="en-US" dirty="0"/>
              <a:t>		  (4LUT)</a:t>
            </a:r>
          </a:p>
          <a:p>
            <a:pPr lvl="1"/>
            <a:endParaRPr lang="ru-RU" altLang="en-US" dirty="0"/>
          </a:p>
          <a:p>
            <a:endParaRPr lang="en-US"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4">
            <a:extLst>
              <a:ext uri="{FF2B5EF4-FFF2-40B4-BE49-F238E27FC236}">
                <a16:creationId xmlns:a16="http://schemas.microsoft.com/office/drawing/2014/main" id="{5DAABAD8-EBCB-48FB-B2C0-D44038B78336}"/>
              </a:ext>
            </a:extLst>
          </p:cNvPr>
          <p:cNvSpPr>
            <a:spLocks noGrp="1" noChangeArrowheads="1"/>
          </p:cNvSpPr>
          <p:nvPr>
            <p:ph type="title"/>
          </p:nvPr>
        </p:nvSpPr>
        <p:spPr/>
        <p:txBody>
          <a:bodyPr/>
          <a:lstStyle/>
          <a:p>
            <a:r>
              <a:rPr lang="en-US" altLang="en-US"/>
              <a:t>ROM</a:t>
            </a:r>
            <a:r>
              <a:rPr lang="ru-RU" altLang="en-US"/>
              <a:t> </a:t>
            </a:r>
            <a:r>
              <a:rPr lang="en-US" altLang="en-US"/>
              <a:t>-Memory</a:t>
            </a:r>
            <a:endParaRPr lang="ru-RU" altLang="en-US"/>
          </a:p>
        </p:txBody>
      </p:sp>
      <p:sp>
        <p:nvSpPr>
          <p:cNvPr id="92163" name="Content Placeholder 3">
            <a:extLst>
              <a:ext uri="{FF2B5EF4-FFF2-40B4-BE49-F238E27FC236}">
                <a16:creationId xmlns:a16="http://schemas.microsoft.com/office/drawing/2014/main" id="{1E3E69A9-26D7-BA78-0D9B-4D085A1E1562}"/>
              </a:ext>
            </a:extLst>
          </p:cNvPr>
          <p:cNvSpPr>
            <a:spLocks noGrp="1" noChangeArrowheads="1"/>
          </p:cNvSpPr>
          <p:nvPr>
            <p:ph type="body" sz="quarter" idx="10"/>
          </p:nvPr>
        </p:nvSpPr>
        <p:spPr/>
        <p:txBody>
          <a:bodyPr/>
          <a:lstStyle/>
          <a:p>
            <a:r>
              <a:rPr lang="ru-RU" altLang="en-US" dirty="0"/>
              <a:t>Each function generator in SLICEMs and SLICELs can implement a 64 x 1-bit ROM. Three</a:t>
            </a:r>
            <a:r>
              <a:rPr lang="en-US" altLang="en-US" dirty="0"/>
              <a:t> </a:t>
            </a:r>
            <a:r>
              <a:rPr lang="ru-RU" altLang="en-US" dirty="0"/>
              <a:t>configurations are available: ROM64x1, ROM128x1, and ROM256x1. ROM contents are</a:t>
            </a:r>
          </a:p>
          <a:p>
            <a:pPr lvl="1"/>
            <a:r>
              <a:rPr lang="en-US" altLang="en-US" dirty="0"/>
              <a:t>L</a:t>
            </a:r>
            <a:r>
              <a:rPr lang="ru-RU" altLang="en-US" dirty="0"/>
              <a:t>oaded at each device configuration.</a:t>
            </a:r>
            <a:r>
              <a:rPr lang="en-US" altLang="en-US" dirty="0"/>
              <a:t> </a:t>
            </a:r>
          </a:p>
          <a:p>
            <a:pPr lvl="1"/>
            <a:r>
              <a:rPr lang="en-US" altLang="en-US" dirty="0"/>
              <a:t>ROM 64</a:t>
            </a:r>
            <a:r>
              <a:rPr lang="en-US" altLang="en-US" dirty="0">
                <a:sym typeface="Symbol" panose="05050102010706020507" pitchFamily="18" charset="2"/>
              </a:rPr>
              <a:t></a:t>
            </a:r>
            <a:r>
              <a:rPr lang="en-US" altLang="en-US" dirty="0"/>
              <a:t>1  (1 LUT)</a:t>
            </a:r>
          </a:p>
          <a:p>
            <a:pPr lvl="1"/>
            <a:r>
              <a:rPr lang="en-US" altLang="en-US" dirty="0"/>
              <a:t>ROM 128</a:t>
            </a:r>
            <a:r>
              <a:rPr lang="en-US" altLang="en-US" dirty="0">
                <a:sym typeface="Symbol" panose="05050102010706020507" pitchFamily="18" charset="2"/>
              </a:rPr>
              <a:t></a:t>
            </a:r>
            <a:r>
              <a:rPr lang="en-US" altLang="en-US" dirty="0"/>
              <a:t>1 (2 LUT)</a:t>
            </a:r>
          </a:p>
          <a:p>
            <a:pPr lvl="1"/>
            <a:r>
              <a:rPr lang="en-US" altLang="en-US" dirty="0"/>
              <a:t>ROM 256</a:t>
            </a:r>
            <a:r>
              <a:rPr lang="en-US" altLang="en-US" dirty="0">
                <a:sym typeface="Symbol" panose="05050102010706020507" pitchFamily="18" charset="2"/>
              </a:rPr>
              <a:t></a:t>
            </a:r>
            <a:r>
              <a:rPr lang="en-US" altLang="en-US" dirty="0"/>
              <a:t>1 (4LUT)</a:t>
            </a:r>
            <a:endParaRPr lang="ru-RU" altLang="en-US" dirty="0"/>
          </a:p>
          <a:p>
            <a:endParaRPr lang="en-US"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4">
            <a:extLst>
              <a:ext uri="{FF2B5EF4-FFF2-40B4-BE49-F238E27FC236}">
                <a16:creationId xmlns:a16="http://schemas.microsoft.com/office/drawing/2014/main" id="{83451292-C81E-7CFB-041C-51BB5BF83FF7}"/>
              </a:ext>
            </a:extLst>
          </p:cNvPr>
          <p:cNvSpPr>
            <a:spLocks noGrp="1" noChangeArrowheads="1"/>
          </p:cNvSpPr>
          <p:nvPr>
            <p:ph type="title"/>
          </p:nvPr>
        </p:nvSpPr>
        <p:spPr>
          <a:xfrm>
            <a:off x="0" y="183401"/>
            <a:ext cx="11612880" cy="704088"/>
          </a:xfrm>
        </p:spPr>
        <p:txBody>
          <a:bodyPr/>
          <a:lstStyle/>
          <a:p>
            <a:r>
              <a:rPr lang="en-GB" altLang="en-US"/>
              <a:t>Block Diagram of a Dual-Port Distributed Memory</a:t>
            </a:r>
            <a:endParaRPr lang="ru-RU" altLang="en-US"/>
          </a:p>
        </p:txBody>
      </p:sp>
      <p:sp>
        <p:nvSpPr>
          <p:cNvPr id="93187" name="Text Box 94">
            <a:extLst>
              <a:ext uri="{FF2B5EF4-FFF2-40B4-BE49-F238E27FC236}">
                <a16:creationId xmlns:a16="http://schemas.microsoft.com/office/drawing/2014/main" id="{C3C88AFE-40EC-35BF-493A-5B2258AA99A2}"/>
              </a:ext>
            </a:extLst>
          </p:cNvPr>
          <p:cNvSpPr txBox="1">
            <a:spLocks noChangeArrowheads="1"/>
          </p:cNvSpPr>
          <p:nvPr/>
        </p:nvSpPr>
        <p:spPr bwMode="auto">
          <a:xfrm>
            <a:off x="2880200" y="5617353"/>
            <a:ext cx="1033463"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A[5:0]</a:t>
            </a:r>
            <a:endParaRPr lang="ru-RU" altLang="en-US" sz="1600" u="none"/>
          </a:p>
        </p:txBody>
      </p:sp>
      <p:grpSp>
        <p:nvGrpSpPr>
          <p:cNvPr id="93188" name="Group 112">
            <a:extLst>
              <a:ext uri="{FF2B5EF4-FFF2-40B4-BE49-F238E27FC236}">
                <a16:creationId xmlns:a16="http://schemas.microsoft.com/office/drawing/2014/main" id="{5B620EB0-536B-65E7-201C-411EEBE40AEC}"/>
              </a:ext>
            </a:extLst>
          </p:cNvPr>
          <p:cNvGrpSpPr>
            <a:grpSpLocks/>
          </p:cNvGrpSpPr>
          <p:nvPr/>
        </p:nvGrpSpPr>
        <p:grpSpPr bwMode="auto">
          <a:xfrm>
            <a:off x="2566989" y="1785939"/>
            <a:ext cx="7196137" cy="3894137"/>
            <a:chOff x="1042316" y="1785938"/>
            <a:chExt cx="7197444" cy="3893820"/>
          </a:xfrm>
        </p:grpSpPr>
        <p:sp>
          <p:nvSpPr>
            <p:cNvPr id="151557" name="Rectangle 6">
              <a:extLst>
                <a:ext uri="{FF2B5EF4-FFF2-40B4-BE49-F238E27FC236}">
                  <a16:creationId xmlns:a16="http://schemas.microsoft.com/office/drawing/2014/main" id="{B344128A-8A7E-4007-987A-4455BA4C8100}"/>
                </a:ext>
              </a:extLst>
            </p:cNvPr>
            <p:cNvSpPr>
              <a:spLocks noChangeArrowheads="1"/>
            </p:cNvSpPr>
            <p:nvPr/>
          </p:nvSpPr>
          <p:spPr bwMode="auto">
            <a:xfrm>
              <a:off x="4184549" y="2325644"/>
              <a:ext cx="641466" cy="809559"/>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3190" name="Text Box 7">
              <a:extLst>
                <a:ext uri="{FF2B5EF4-FFF2-40B4-BE49-F238E27FC236}">
                  <a16:creationId xmlns:a16="http://schemas.microsoft.com/office/drawing/2014/main" id="{326E2D64-65AE-9803-3700-8016C865569B}"/>
                </a:ext>
              </a:extLst>
            </p:cNvPr>
            <p:cNvSpPr txBox="1">
              <a:spLocks noChangeArrowheads="1"/>
            </p:cNvSpPr>
            <p:nvPr/>
          </p:nvSpPr>
          <p:spPr bwMode="auto">
            <a:xfrm>
              <a:off x="4143059" y="2377233"/>
              <a:ext cx="394852"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a:t>
              </a:r>
              <a:endParaRPr lang="ru-RU" altLang="en-US" sz="1400" u="none"/>
            </a:p>
          </p:txBody>
        </p:sp>
        <p:grpSp>
          <p:nvGrpSpPr>
            <p:cNvPr id="93191" name="Group 8">
              <a:extLst>
                <a:ext uri="{FF2B5EF4-FFF2-40B4-BE49-F238E27FC236}">
                  <a16:creationId xmlns:a16="http://schemas.microsoft.com/office/drawing/2014/main" id="{56BE22D2-EE74-1E5A-31F5-06C86FE0A7F0}"/>
                </a:ext>
              </a:extLst>
            </p:cNvPr>
            <p:cNvGrpSpPr>
              <a:grpSpLocks/>
            </p:cNvGrpSpPr>
            <p:nvPr/>
          </p:nvGrpSpPr>
          <p:grpSpPr bwMode="auto">
            <a:xfrm>
              <a:off x="4185032" y="2730501"/>
              <a:ext cx="137160" cy="137160"/>
              <a:chOff x="7187" y="13254"/>
              <a:chExt cx="119" cy="117"/>
            </a:xfrm>
          </p:grpSpPr>
          <p:sp>
            <p:nvSpPr>
              <p:cNvPr id="93280" name="Line 9">
                <a:extLst>
                  <a:ext uri="{FF2B5EF4-FFF2-40B4-BE49-F238E27FC236}">
                    <a16:creationId xmlns:a16="http://schemas.microsoft.com/office/drawing/2014/main" id="{4129E79D-F6D9-8C96-8AFE-407E7CA65383}"/>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81" name="Line 10">
                <a:extLst>
                  <a:ext uri="{FF2B5EF4-FFF2-40B4-BE49-F238E27FC236}">
                    <a16:creationId xmlns:a16="http://schemas.microsoft.com/office/drawing/2014/main" id="{90C790C4-A83A-0274-DBE9-BA70052A6FA0}"/>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82" name="Line 11">
                <a:extLst>
                  <a:ext uri="{FF2B5EF4-FFF2-40B4-BE49-F238E27FC236}">
                    <a16:creationId xmlns:a16="http://schemas.microsoft.com/office/drawing/2014/main" id="{54EFC25F-7F58-CEEB-4DB7-AA0A8E4652BB}"/>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83" name="Line 12">
                <a:extLst>
                  <a:ext uri="{FF2B5EF4-FFF2-40B4-BE49-F238E27FC236}">
                    <a16:creationId xmlns:a16="http://schemas.microsoft.com/office/drawing/2014/main" id="{A8DA5FEF-C007-98E8-417B-21ADD3326443}"/>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84" name="Line 13">
                <a:extLst>
                  <a:ext uri="{FF2B5EF4-FFF2-40B4-BE49-F238E27FC236}">
                    <a16:creationId xmlns:a16="http://schemas.microsoft.com/office/drawing/2014/main" id="{865A9736-9EF7-58B2-5147-976DF32553A1}"/>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3192" name="Line 14">
              <a:extLst>
                <a:ext uri="{FF2B5EF4-FFF2-40B4-BE49-F238E27FC236}">
                  <a16:creationId xmlns:a16="http://schemas.microsoft.com/office/drawing/2014/main" id="{68B70A54-EBD2-74B1-4F98-9FA277C4CD53}"/>
                </a:ext>
              </a:extLst>
            </p:cNvPr>
            <p:cNvSpPr>
              <a:spLocks noChangeShapeType="1"/>
            </p:cNvSpPr>
            <p:nvPr/>
          </p:nvSpPr>
          <p:spPr bwMode="auto">
            <a:xfrm flipV="1">
              <a:off x="1859710" y="2099784"/>
              <a:ext cx="45641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3" name="Line 15">
              <a:extLst>
                <a:ext uri="{FF2B5EF4-FFF2-40B4-BE49-F238E27FC236}">
                  <a16:creationId xmlns:a16="http://schemas.microsoft.com/office/drawing/2014/main" id="{2C25222F-32D5-A36A-46FD-A213238A279D}"/>
                </a:ext>
              </a:extLst>
            </p:cNvPr>
            <p:cNvSpPr>
              <a:spLocks noChangeShapeType="1"/>
            </p:cNvSpPr>
            <p:nvPr/>
          </p:nvSpPr>
          <p:spPr bwMode="auto">
            <a:xfrm>
              <a:off x="4825500" y="2557134"/>
              <a:ext cx="10788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4" name="Line 16">
              <a:extLst>
                <a:ext uri="{FF2B5EF4-FFF2-40B4-BE49-F238E27FC236}">
                  <a16:creationId xmlns:a16="http://schemas.microsoft.com/office/drawing/2014/main" id="{0536BD3F-38EA-16C1-13E2-B7456A9E698D}"/>
                </a:ext>
              </a:extLst>
            </p:cNvPr>
            <p:cNvSpPr>
              <a:spLocks noChangeShapeType="1"/>
            </p:cNvSpPr>
            <p:nvPr/>
          </p:nvSpPr>
          <p:spPr bwMode="auto">
            <a:xfrm>
              <a:off x="3939415" y="2807216"/>
              <a:ext cx="2502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5" name="Line 17">
              <a:extLst>
                <a:ext uri="{FF2B5EF4-FFF2-40B4-BE49-F238E27FC236}">
                  <a16:creationId xmlns:a16="http://schemas.microsoft.com/office/drawing/2014/main" id="{EBBB7512-1FEC-C97D-23C2-1023049226BD}"/>
                </a:ext>
              </a:extLst>
            </p:cNvPr>
            <p:cNvSpPr>
              <a:spLocks noChangeShapeType="1"/>
            </p:cNvSpPr>
            <p:nvPr/>
          </p:nvSpPr>
          <p:spPr bwMode="auto">
            <a:xfrm>
              <a:off x="3511918" y="2973501"/>
              <a:ext cx="6637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6" name="Text Box 18">
              <a:extLst>
                <a:ext uri="{FF2B5EF4-FFF2-40B4-BE49-F238E27FC236}">
                  <a16:creationId xmlns:a16="http://schemas.microsoft.com/office/drawing/2014/main" id="{53AA49C3-0402-53EE-2E76-B89B894EC0B0}"/>
                </a:ext>
              </a:extLst>
            </p:cNvPr>
            <p:cNvSpPr txBox="1">
              <a:spLocks noChangeArrowheads="1"/>
            </p:cNvSpPr>
            <p:nvPr/>
          </p:nvSpPr>
          <p:spPr bwMode="auto">
            <a:xfrm>
              <a:off x="4153941" y="2856970"/>
              <a:ext cx="511442"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CE</a:t>
              </a:r>
              <a:endParaRPr lang="ru-RU" altLang="en-US" sz="1400" u="none"/>
            </a:p>
          </p:txBody>
        </p:sp>
        <p:sp>
          <p:nvSpPr>
            <p:cNvPr id="151565" name="Rectangle 19">
              <a:extLst>
                <a:ext uri="{FF2B5EF4-FFF2-40B4-BE49-F238E27FC236}">
                  <a16:creationId xmlns:a16="http://schemas.microsoft.com/office/drawing/2014/main" id="{DFA733BA-768B-4ABD-AE49-B44621F3A617}"/>
                </a:ext>
              </a:extLst>
            </p:cNvPr>
            <p:cNvSpPr>
              <a:spLocks noChangeArrowheads="1"/>
            </p:cNvSpPr>
            <p:nvPr/>
          </p:nvSpPr>
          <p:spPr bwMode="auto">
            <a:xfrm>
              <a:off x="4184549" y="3301877"/>
              <a:ext cx="641466" cy="811147"/>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3198" name="Text Box 20">
              <a:extLst>
                <a:ext uri="{FF2B5EF4-FFF2-40B4-BE49-F238E27FC236}">
                  <a16:creationId xmlns:a16="http://schemas.microsoft.com/office/drawing/2014/main" id="{BEABF169-674C-435D-84EF-920D754566D4}"/>
                </a:ext>
              </a:extLst>
            </p:cNvPr>
            <p:cNvSpPr txBox="1">
              <a:spLocks noChangeArrowheads="1"/>
            </p:cNvSpPr>
            <p:nvPr/>
          </p:nvSpPr>
          <p:spPr bwMode="auto">
            <a:xfrm>
              <a:off x="4143059" y="3379393"/>
              <a:ext cx="394852"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a:t>
              </a:r>
              <a:endParaRPr lang="ru-RU" altLang="en-US" sz="1400" u="none"/>
            </a:p>
          </p:txBody>
        </p:sp>
        <p:sp>
          <p:nvSpPr>
            <p:cNvPr id="93199" name="Line 27">
              <a:extLst>
                <a:ext uri="{FF2B5EF4-FFF2-40B4-BE49-F238E27FC236}">
                  <a16:creationId xmlns:a16="http://schemas.microsoft.com/office/drawing/2014/main" id="{56FBD548-1263-DE01-9EBC-B414504109D3}"/>
                </a:ext>
              </a:extLst>
            </p:cNvPr>
            <p:cNvSpPr>
              <a:spLocks noChangeShapeType="1"/>
            </p:cNvSpPr>
            <p:nvPr/>
          </p:nvSpPr>
          <p:spPr bwMode="auto">
            <a:xfrm>
              <a:off x="3799507" y="3503780"/>
              <a:ext cx="387079" cy="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3200" name="Line 28">
              <a:extLst>
                <a:ext uri="{FF2B5EF4-FFF2-40B4-BE49-F238E27FC236}">
                  <a16:creationId xmlns:a16="http://schemas.microsoft.com/office/drawing/2014/main" id="{CCC52A6C-188F-047A-8631-F53CD8E91E6C}"/>
                </a:ext>
              </a:extLst>
            </p:cNvPr>
            <p:cNvSpPr>
              <a:spLocks noChangeShapeType="1"/>
            </p:cNvSpPr>
            <p:nvPr/>
          </p:nvSpPr>
          <p:spPr bwMode="auto">
            <a:xfrm>
              <a:off x="4825500" y="3535204"/>
              <a:ext cx="876758" cy="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3201" name="Line 29">
              <a:extLst>
                <a:ext uri="{FF2B5EF4-FFF2-40B4-BE49-F238E27FC236}">
                  <a16:creationId xmlns:a16="http://schemas.microsoft.com/office/drawing/2014/main" id="{A33D78D7-52D6-CD04-754B-9D7C8EFEAF8B}"/>
                </a:ext>
              </a:extLst>
            </p:cNvPr>
            <p:cNvSpPr>
              <a:spLocks noChangeShapeType="1"/>
            </p:cNvSpPr>
            <p:nvPr/>
          </p:nvSpPr>
          <p:spPr bwMode="auto">
            <a:xfrm>
              <a:off x="3939415" y="3785286"/>
              <a:ext cx="250280" cy="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3202" name="Line 30">
              <a:extLst>
                <a:ext uri="{FF2B5EF4-FFF2-40B4-BE49-F238E27FC236}">
                  <a16:creationId xmlns:a16="http://schemas.microsoft.com/office/drawing/2014/main" id="{5217AB9F-2F89-0461-5AB8-8FDBB17D611A}"/>
                </a:ext>
              </a:extLst>
            </p:cNvPr>
            <p:cNvSpPr>
              <a:spLocks noChangeShapeType="1"/>
            </p:cNvSpPr>
            <p:nvPr/>
          </p:nvSpPr>
          <p:spPr bwMode="auto">
            <a:xfrm>
              <a:off x="3639390" y="3951571"/>
              <a:ext cx="54875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3" name="Text Box 31">
              <a:extLst>
                <a:ext uri="{FF2B5EF4-FFF2-40B4-BE49-F238E27FC236}">
                  <a16:creationId xmlns:a16="http://schemas.microsoft.com/office/drawing/2014/main" id="{6D9A865C-7813-8178-A258-8529C36C7B98}"/>
                </a:ext>
              </a:extLst>
            </p:cNvPr>
            <p:cNvSpPr txBox="1">
              <a:spLocks noChangeArrowheads="1"/>
            </p:cNvSpPr>
            <p:nvPr/>
          </p:nvSpPr>
          <p:spPr bwMode="auto">
            <a:xfrm>
              <a:off x="4153941" y="3835040"/>
              <a:ext cx="511442"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CE</a:t>
              </a:r>
              <a:endParaRPr lang="ru-RU" altLang="en-US" sz="1400" u="none"/>
            </a:p>
          </p:txBody>
        </p:sp>
        <p:sp>
          <p:nvSpPr>
            <p:cNvPr id="93204" name="Line 32">
              <a:extLst>
                <a:ext uri="{FF2B5EF4-FFF2-40B4-BE49-F238E27FC236}">
                  <a16:creationId xmlns:a16="http://schemas.microsoft.com/office/drawing/2014/main" id="{2B60F868-E5C9-6BA3-A585-4E43E920E077}"/>
                </a:ext>
              </a:extLst>
            </p:cNvPr>
            <p:cNvSpPr>
              <a:spLocks noChangeShapeType="1"/>
            </p:cNvSpPr>
            <p:nvPr/>
          </p:nvSpPr>
          <p:spPr bwMode="auto">
            <a:xfrm>
              <a:off x="4408885" y="4251408"/>
              <a:ext cx="0" cy="307693"/>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51574" name="Rectangle 33">
              <a:extLst>
                <a:ext uri="{FF2B5EF4-FFF2-40B4-BE49-F238E27FC236}">
                  <a16:creationId xmlns:a16="http://schemas.microsoft.com/office/drawing/2014/main" id="{4600A3F4-CA51-4B9E-956D-D6D02632CEC6}"/>
                </a:ext>
              </a:extLst>
            </p:cNvPr>
            <p:cNvSpPr>
              <a:spLocks noChangeArrowheads="1"/>
            </p:cNvSpPr>
            <p:nvPr/>
          </p:nvSpPr>
          <p:spPr bwMode="auto">
            <a:xfrm>
              <a:off x="4184549" y="4647967"/>
              <a:ext cx="641466" cy="811147"/>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3206" name="Text Box 34">
              <a:extLst>
                <a:ext uri="{FF2B5EF4-FFF2-40B4-BE49-F238E27FC236}">
                  <a16:creationId xmlns:a16="http://schemas.microsoft.com/office/drawing/2014/main" id="{B937E4FB-86DF-7CDC-0016-C79CA856E6CD}"/>
                </a:ext>
              </a:extLst>
            </p:cNvPr>
            <p:cNvSpPr txBox="1">
              <a:spLocks noChangeArrowheads="1"/>
            </p:cNvSpPr>
            <p:nvPr/>
          </p:nvSpPr>
          <p:spPr bwMode="auto">
            <a:xfrm>
              <a:off x="4143059" y="4725385"/>
              <a:ext cx="394852"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a:t>
              </a:r>
              <a:endParaRPr lang="ru-RU" altLang="en-US" sz="1400" u="none"/>
            </a:p>
          </p:txBody>
        </p:sp>
        <p:sp>
          <p:nvSpPr>
            <p:cNvPr id="93207" name="Line 41">
              <a:extLst>
                <a:ext uri="{FF2B5EF4-FFF2-40B4-BE49-F238E27FC236}">
                  <a16:creationId xmlns:a16="http://schemas.microsoft.com/office/drawing/2014/main" id="{128C2D61-98D1-2315-0931-73203A41A2C4}"/>
                </a:ext>
              </a:extLst>
            </p:cNvPr>
            <p:cNvSpPr>
              <a:spLocks noChangeShapeType="1"/>
            </p:cNvSpPr>
            <p:nvPr/>
          </p:nvSpPr>
          <p:spPr bwMode="auto">
            <a:xfrm>
              <a:off x="3799507" y="4858937"/>
              <a:ext cx="38707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08" name="Line 42">
              <a:extLst>
                <a:ext uri="{FF2B5EF4-FFF2-40B4-BE49-F238E27FC236}">
                  <a16:creationId xmlns:a16="http://schemas.microsoft.com/office/drawing/2014/main" id="{95C9E192-3FBC-514A-A6C4-997092CD61AF}"/>
                </a:ext>
              </a:extLst>
            </p:cNvPr>
            <p:cNvSpPr>
              <a:spLocks noChangeShapeType="1"/>
            </p:cNvSpPr>
            <p:nvPr/>
          </p:nvSpPr>
          <p:spPr bwMode="auto">
            <a:xfrm>
              <a:off x="4825500" y="4881196"/>
              <a:ext cx="687105" cy="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3209" name="Line 43">
              <a:extLst>
                <a:ext uri="{FF2B5EF4-FFF2-40B4-BE49-F238E27FC236}">
                  <a16:creationId xmlns:a16="http://schemas.microsoft.com/office/drawing/2014/main" id="{0D04B68E-94FA-7832-29F3-AE79441B2B1A}"/>
                </a:ext>
              </a:extLst>
            </p:cNvPr>
            <p:cNvSpPr>
              <a:spLocks noChangeShapeType="1"/>
            </p:cNvSpPr>
            <p:nvPr/>
          </p:nvSpPr>
          <p:spPr bwMode="auto">
            <a:xfrm>
              <a:off x="3566327" y="5315893"/>
              <a:ext cx="60471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10" name="Line 44">
              <a:extLst>
                <a:ext uri="{FF2B5EF4-FFF2-40B4-BE49-F238E27FC236}">
                  <a16:creationId xmlns:a16="http://schemas.microsoft.com/office/drawing/2014/main" id="{790D0F35-5186-6506-406C-FFCA48E1FAA0}"/>
                </a:ext>
              </a:extLst>
            </p:cNvPr>
            <p:cNvSpPr>
              <a:spLocks noChangeShapeType="1"/>
            </p:cNvSpPr>
            <p:nvPr/>
          </p:nvSpPr>
          <p:spPr bwMode="auto">
            <a:xfrm>
              <a:off x="1974482" y="5132587"/>
              <a:ext cx="220122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11" name="Text Box 45">
              <a:extLst>
                <a:ext uri="{FF2B5EF4-FFF2-40B4-BE49-F238E27FC236}">
                  <a16:creationId xmlns:a16="http://schemas.microsoft.com/office/drawing/2014/main" id="{53D7B69E-DC6C-DE1C-6497-59D0DF5080CF}"/>
                </a:ext>
              </a:extLst>
            </p:cNvPr>
            <p:cNvSpPr txBox="1">
              <a:spLocks noChangeArrowheads="1"/>
            </p:cNvSpPr>
            <p:nvPr/>
          </p:nvSpPr>
          <p:spPr bwMode="auto">
            <a:xfrm>
              <a:off x="4153941" y="5181032"/>
              <a:ext cx="511442"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CE</a:t>
              </a:r>
              <a:endParaRPr lang="ru-RU" altLang="en-US" sz="1400" u="none"/>
            </a:p>
          </p:txBody>
        </p:sp>
        <p:sp>
          <p:nvSpPr>
            <p:cNvPr id="151582" name="AutoShape 46">
              <a:extLst>
                <a:ext uri="{FF2B5EF4-FFF2-40B4-BE49-F238E27FC236}">
                  <a16:creationId xmlns:a16="http://schemas.microsoft.com/office/drawing/2014/main" id="{7D8A251D-EBE8-4B51-B0F1-929295769A0B}"/>
                </a:ext>
              </a:extLst>
            </p:cNvPr>
            <p:cNvSpPr>
              <a:spLocks noChangeArrowheads="1"/>
            </p:cNvSpPr>
            <p:nvPr/>
          </p:nvSpPr>
          <p:spPr bwMode="auto">
            <a:xfrm rot="16200000">
              <a:off x="5930459" y="3105772"/>
              <a:ext cx="1046078" cy="4922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433 w 21600"/>
                <a:gd name="T13" fmla="*/ 3407 h 21600"/>
                <a:gd name="T14" fmla="*/ 18167 w 21600"/>
                <a:gd name="T15" fmla="*/ 18193 h 21600"/>
              </a:gdLst>
              <a:ahLst/>
              <a:cxnLst>
                <a:cxn ang="T8">
                  <a:pos x="T0" y="T1"/>
                </a:cxn>
                <a:cxn ang="T9">
                  <a:pos x="T2" y="T3"/>
                </a:cxn>
                <a:cxn ang="T10">
                  <a:pos x="T4" y="T5"/>
                </a:cxn>
                <a:cxn ang="T11">
                  <a:pos x="T6" y="T7"/>
                </a:cxn>
              </a:cxnLst>
              <a:rect l="T12" t="T13" r="T14" b="T15"/>
              <a:pathLst>
                <a:path w="21600" h="21600">
                  <a:moveTo>
                    <a:pt x="0" y="0"/>
                  </a:moveTo>
                  <a:lnTo>
                    <a:pt x="3240" y="21600"/>
                  </a:lnTo>
                  <a:lnTo>
                    <a:pt x="18360" y="21600"/>
                  </a:lnTo>
                  <a:lnTo>
                    <a:pt x="21600" y="0"/>
                  </a:lnTo>
                  <a:close/>
                </a:path>
              </a:pathLst>
            </a:cu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151583" name="AutoShape 47">
              <a:extLst>
                <a:ext uri="{FF2B5EF4-FFF2-40B4-BE49-F238E27FC236}">
                  <a16:creationId xmlns:a16="http://schemas.microsoft.com/office/drawing/2014/main" id="{2F45C82B-19DF-4B79-BD81-82226E264D15}"/>
                </a:ext>
              </a:extLst>
            </p:cNvPr>
            <p:cNvSpPr>
              <a:spLocks noChangeArrowheads="1"/>
            </p:cNvSpPr>
            <p:nvPr/>
          </p:nvSpPr>
          <p:spPr bwMode="auto">
            <a:xfrm rot="16200000">
              <a:off x="5920139" y="4728858"/>
              <a:ext cx="1046077" cy="49380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433 w 21600"/>
                <a:gd name="T13" fmla="*/ 3407 h 21600"/>
                <a:gd name="T14" fmla="*/ 18167 w 21600"/>
                <a:gd name="T15" fmla="*/ 18193 h 21600"/>
              </a:gdLst>
              <a:ahLst/>
              <a:cxnLst>
                <a:cxn ang="T8">
                  <a:pos x="T0" y="T1"/>
                </a:cxn>
                <a:cxn ang="T9">
                  <a:pos x="T2" y="T3"/>
                </a:cxn>
                <a:cxn ang="T10">
                  <a:pos x="T4" y="T5"/>
                </a:cxn>
                <a:cxn ang="T11">
                  <a:pos x="T6" y="T7"/>
                </a:cxn>
              </a:cxnLst>
              <a:rect l="T12" t="T13" r="T14" b="T15"/>
              <a:pathLst>
                <a:path w="21600" h="21600">
                  <a:moveTo>
                    <a:pt x="0" y="0"/>
                  </a:moveTo>
                  <a:lnTo>
                    <a:pt x="3240" y="21600"/>
                  </a:lnTo>
                  <a:lnTo>
                    <a:pt x="18360" y="21600"/>
                  </a:lnTo>
                  <a:lnTo>
                    <a:pt x="21600" y="0"/>
                  </a:lnTo>
                  <a:close/>
                </a:path>
              </a:pathLst>
            </a:cu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3214" name="Line 48">
              <a:extLst>
                <a:ext uri="{FF2B5EF4-FFF2-40B4-BE49-F238E27FC236}">
                  <a16:creationId xmlns:a16="http://schemas.microsoft.com/office/drawing/2014/main" id="{E9FEB4DC-001C-6275-2E28-CA6425DE51C3}"/>
                </a:ext>
              </a:extLst>
            </p:cNvPr>
            <p:cNvSpPr>
              <a:spLocks noChangeShapeType="1"/>
            </p:cNvSpPr>
            <p:nvPr/>
          </p:nvSpPr>
          <p:spPr bwMode="auto">
            <a:xfrm>
              <a:off x="5918339" y="2944696"/>
              <a:ext cx="270489"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93215" name="Line 49">
              <a:extLst>
                <a:ext uri="{FF2B5EF4-FFF2-40B4-BE49-F238E27FC236}">
                  <a16:creationId xmlns:a16="http://schemas.microsoft.com/office/drawing/2014/main" id="{DA85F1FD-053D-EC47-BB7E-DD5AA31A6981}"/>
                </a:ext>
              </a:extLst>
            </p:cNvPr>
            <p:cNvSpPr>
              <a:spLocks noChangeShapeType="1"/>
            </p:cNvSpPr>
            <p:nvPr/>
          </p:nvSpPr>
          <p:spPr bwMode="auto">
            <a:xfrm>
              <a:off x="5918339" y="4591834"/>
              <a:ext cx="27048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16" name="Line 50">
              <a:extLst>
                <a:ext uri="{FF2B5EF4-FFF2-40B4-BE49-F238E27FC236}">
                  <a16:creationId xmlns:a16="http://schemas.microsoft.com/office/drawing/2014/main" id="{1FBC187F-24BA-7B9F-E255-46EC0445659D}"/>
                </a:ext>
              </a:extLst>
            </p:cNvPr>
            <p:cNvSpPr>
              <a:spLocks noChangeShapeType="1"/>
            </p:cNvSpPr>
            <p:nvPr/>
          </p:nvSpPr>
          <p:spPr bwMode="auto">
            <a:xfrm>
              <a:off x="5918339" y="2557134"/>
              <a:ext cx="0" cy="20307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17" name="Line 51">
              <a:extLst>
                <a:ext uri="{FF2B5EF4-FFF2-40B4-BE49-F238E27FC236}">
                  <a16:creationId xmlns:a16="http://schemas.microsoft.com/office/drawing/2014/main" id="{0D69F8B4-FAED-D7E7-2D4D-DA15E6E0E112}"/>
                </a:ext>
              </a:extLst>
            </p:cNvPr>
            <p:cNvSpPr>
              <a:spLocks noChangeShapeType="1"/>
            </p:cNvSpPr>
            <p:nvPr/>
          </p:nvSpPr>
          <p:spPr bwMode="auto">
            <a:xfrm>
              <a:off x="5702258" y="3099197"/>
              <a:ext cx="0" cy="162880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18" name="Line 52">
              <a:extLst>
                <a:ext uri="{FF2B5EF4-FFF2-40B4-BE49-F238E27FC236}">
                  <a16:creationId xmlns:a16="http://schemas.microsoft.com/office/drawing/2014/main" id="{95BA4C93-7991-AF78-8D15-638095BC50F8}"/>
                </a:ext>
              </a:extLst>
            </p:cNvPr>
            <p:cNvSpPr>
              <a:spLocks noChangeShapeType="1"/>
            </p:cNvSpPr>
            <p:nvPr/>
          </p:nvSpPr>
          <p:spPr bwMode="auto">
            <a:xfrm>
              <a:off x="5716249" y="3099197"/>
              <a:ext cx="4710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19" name="Line 53">
              <a:extLst>
                <a:ext uri="{FF2B5EF4-FFF2-40B4-BE49-F238E27FC236}">
                  <a16:creationId xmlns:a16="http://schemas.microsoft.com/office/drawing/2014/main" id="{AF0B9A45-2260-7EAF-CF87-CE5B99C6DFB3}"/>
                </a:ext>
              </a:extLst>
            </p:cNvPr>
            <p:cNvSpPr>
              <a:spLocks noChangeShapeType="1"/>
            </p:cNvSpPr>
            <p:nvPr/>
          </p:nvSpPr>
          <p:spPr bwMode="auto">
            <a:xfrm>
              <a:off x="5716249" y="4725385"/>
              <a:ext cx="4710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20" name="Text Box 54">
              <a:extLst>
                <a:ext uri="{FF2B5EF4-FFF2-40B4-BE49-F238E27FC236}">
                  <a16:creationId xmlns:a16="http://schemas.microsoft.com/office/drawing/2014/main" id="{AD31946D-1807-FF22-A96C-25735F7173ED}"/>
                </a:ext>
              </a:extLst>
            </p:cNvPr>
            <p:cNvSpPr txBox="1">
              <a:spLocks noChangeArrowheads="1"/>
            </p:cNvSpPr>
            <p:nvPr/>
          </p:nvSpPr>
          <p:spPr bwMode="auto">
            <a:xfrm>
              <a:off x="6142192" y="2828165"/>
              <a:ext cx="394852"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0</a:t>
              </a:r>
              <a:endParaRPr lang="ru-RU" altLang="en-US" sz="1400" u="none"/>
            </a:p>
          </p:txBody>
        </p:sp>
        <p:sp>
          <p:nvSpPr>
            <p:cNvPr id="93221" name="Text Box 55">
              <a:extLst>
                <a:ext uri="{FF2B5EF4-FFF2-40B4-BE49-F238E27FC236}">
                  <a16:creationId xmlns:a16="http://schemas.microsoft.com/office/drawing/2014/main" id="{A56FCA97-E3AA-B231-5280-26F64260DBC7}"/>
                </a:ext>
              </a:extLst>
            </p:cNvPr>
            <p:cNvSpPr txBox="1">
              <a:spLocks noChangeArrowheads="1"/>
            </p:cNvSpPr>
            <p:nvPr/>
          </p:nvSpPr>
          <p:spPr bwMode="auto">
            <a:xfrm>
              <a:off x="6142192" y="2993141"/>
              <a:ext cx="394852"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1</a:t>
              </a:r>
              <a:endParaRPr lang="ru-RU" altLang="en-US" sz="1400" u="none"/>
            </a:p>
          </p:txBody>
        </p:sp>
        <p:sp>
          <p:nvSpPr>
            <p:cNvPr id="93222" name="Text Box 56">
              <a:extLst>
                <a:ext uri="{FF2B5EF4-FFF2-40B4-BE49-F238E27FC236}">
                  <a16:creationId xmlns:a16="http://schemas.microsoft.com/office/drawing/2014/main" id="{C446F039-5F29-1B83-25E1-B58AE84D6700}"/>
                </a:ext>
              </a:extLst>
            </p:cNvPr>
            <p:cNvSpPr txBox="1">
              <a:spLocks noChangeArrowheads="1"/>
            </p:cNvSpPr>
            <p:nvPr/>
          </p:nvSpPr>
          <p:spPr bwMode="auto">
            <a:xfrm>
              <a:off x="6142192" y="3529444"/>
              <a:ext cx="483461"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63</a:t>
              </a:r>
              <a:endParaRPr lang="ru-RU" altLang="en-US" sz="1400" u="none"/>
            </a:p>
          </p:txBody>
        </p:sp>
        <p:sp>
          <p:nvSpPr>
            <p:cNvPr id="93223" name="Text Box 57">
              <a:extLst>
                <a:ext uri="{FF2B5EF4-FFF2-40B4-BE49-F238E27FC236}">
                  <a16:creationId xmlns:a16="http://schemas.microsoft.com/office/drawing/2014/main" id="{97F40E33-0EF2-9511-171F-DC07AEEF983C}"/>
                </a:ext>
              </a:extLst>
            </p:cNvPr>
            <p:cNvSpPr txBox="1">
              <a:spLocks noChangeArrowheads="1"/>
            </p:cNvSpPr>
            <p:nvPr/>
          </p:nvSpPr>
          <p:spPr bwMode="auto">
            <a:xfrm>
              <a:off x="6131310" y="5171738"/>
              <a:ext cx="494342"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63</a:t>
              </a:r>
              <a:endParaRPr lang="ru-RU" altLang="en-US" sz="1400" u="none"/>
            </a:p>
          </p:txBody>
        </p:sp>
        <p:sp>
          <p:nvSpPr>
            <p:cNvPr id="93224" name="Text Box 58">
              <a:extLst>
                <a:ext uri="{FF2B5EF4-FFF2-40B4-BE49-F238E27FC236}">
                  <a16:creationId xmlns:a16="http://schemas.microsoft.com/office/drawing/2014/main" id="{C1E80066-5E55-9A28-AD7B-A5C827661E04}"/>
                </a:ext>
              </a:extLst>
            </p:cNvPr>
            <p:cNvSpPr txBox="1">
              <a:spLocks noChangeArrowheads="1"/>
            </p:cNvSpPr>
            <p:nvPr/>
          </p:nvSpPr>
          <p:spPr bwMode="auto">
            <a:xfrm>
              <a:off x="6142192" y="4473994"/>
              <a:ext cx="394852"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0</a:t>
              </a:r>
              <a:endParaRPr lang="ru-RU" altLang="en-US" sz="1400" u="none"/>
            </a:p>
          </p:txBody>
        </p:sp>
        <p:sp>
          <p:nvSpPr>
            <p:cNvPr id="93225" name="Text Box 59">
              <a:extLst>
                <a:ext uri="{FF2B5EF4-FFF2-40B4-BE49-F238E27FC236}">
                  <a16:creationId xmlns:a16="http://schemas.microsoft.com/office/drawing/2014/main" id="{3E84E8E3-90F3-4A16-9BD0-3A73C6325FF8}"/>
                </a:ext>
              </a:extLst>
            </p:cNvPr>
            <p:cNvSpPr txBox="1">
              <a:spLocks noChangeArrowheads="1"/>
            </p:cNvSpPr>
            <p:nvPr/>
          </p:nvSpPr>
          <p:spPr bwMode="auto">
            <a:xfrm>
              <a:off x="6142192" y="4610164"/>
              <a:ext cx="394852"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1</a:t>
              </a:r>
              <a:endParaRPr lang="ru-RU" altLang="en-US" sz="1400" u="none"/>
            </a:p>
          </p:txBody>
        </p:sp>
        <p:sp>
          <p:nvSpPr>
            <p:cNvPr id="93226" name="Line 60">
              <a:extLst>
                <a:ext uri="{FF2B5EF4-FFF2-40B4-BE49-F238E27FC236}">
                  <a16:creationId xmlns:a16="http://schemas.microsoft.com/office/drawing/2014/main" id="{7FE3A7DB-F0A5-2A55-C3E1-59927B1C03CF}"/>
                </a:ext>
              </a:extLst>
            </p:cNvPr>
            <p:cNvSpPr>
              <a:spLocks noChangeShapeType="1"/>
            </p:cNvSpPr>
            <p:nvPr/>
          </p:nvSpPr>
          <p:spPr bwMode="auto">
            <a:xfrm>
              <a:off x="5523487" y="3698870"/>
              <a:ext cx="68244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27" name="Line 61">
              <a:extLst>
                <a:ext uri="{FF2B5EF4-FFF2-40B4-BE49-F238E27FC236}">
                  <a16:creationId xmlns:a16="http://schemas.microsoft.com/office/drawing/2014/main" id="{6A90E947-6984-9C41-C0B4-E9996CA9DA49}"/>
                </a:ext>
              </a:extLst>
            </p:cNvPr>
            <p:cNvSpPr>
              <a:spLocks noChangeShapeType="1"/>
            </p:cNvSpPr>
            <p:nvPr/>
          </p:nvSpPr>
          <p:spPr bwMode="auto">
            <a:xfrm>
              <a:off x="5512605" y="3698870"/>
              <a:ext cx="0" cy="16274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28" name="Line 62">
              <a:extLst>
                <a:ext uri="{FF2B5EF4-FFF2-40B4-BE49-F238E27FC236}">
                  <a16:creationId xmlns:a16="http://schemas.microsoft.com/office/drawing/2014/main" id="{8CFCAC43-F40A-8BF5-FEE7-F8C9A884540A}"/>
                </a:ext>
              </a:extLst>
            </p:cNvPr>
            <p:cNvSpPr>
              <a:spLocks noChangeShapeType="1"/>
            </p:cNvSpPr>
            <p:nvPr/>
          </p:nvSpPr>
          <p:spPr bwMode="auto">
            <a:xfrm>
              <a:off x="5511050" y="5335533"/>
              <a:ext cx="6808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29" name="Line 63">
              <a:extLst>
                <a:ext uri="{FF2B5EF4-FFF2-40B4-BE49-F238E27FC236}">
                  <a16:creationId xmlns:a16="http://schemas.microsoft.com/office/drawing/2014/main" id="{90681C9C-954B-C2B9-65C1-2BC2DE92CF61}"/>
                </a:ext>
              </a:extLst>
            </p:cNvPr>
            <p:cNvSpPr>
              <a:spLocks noChangeShapeType="1"/>
            </p:cNvSpPr>
            <p:nvPr/>
          </p:nvSpPr>
          <p:spPr bwMode="auto">
            <a:xfrm>
              <a:off x="6689388" y="3321783"/>
              <a:ext cx="3839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30" name="Line 64">
              <a:extLst>
                <a:ext uri="{FF2B5EF4-FFF2-40B4-BE49-F238E27FC236}">
                  <a16:creationId xmlns:a16="http://schemas.microsoft.com/office/drawing/2014/main" id="{3507E24C-EF05-E314-3D30-FF039B399FEC}"/>
                </a:ext>
              </a:extLst>
            </p:cNvPr>
            <p:cNvSpPr>
              <a:spLocks noChangeShapeType="1"/>
            </p:cNvSpPr>
            <p:nvPr/>
          </p:nvSpPr>
          <p:spPr bwMode="auto">
            <a:xfrm>
              <a:off x="6678507" y="4947972"/>
              <a:ext cx="38397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1601" name="Rectangle 65">
              <a:extLst>
                <a:ext uri="{FF2B5EF4-FFF2-40B4-BE49-F238E27FC236}">
                  <a16:creationId xmlns:a16="http://schemas.microsoft.com/office/drawing/2014/main" id="{D72A6782-F237-4697-8F49-410D43A65288}"/>
                </a:ext>
              </a:extLst>
            </p:cNvPr>
            <p:cNvSpPr>
              <a:spLocks noChangeArrowheads="1"/>
            </p:cNvSpPr>
            <p:nvPr/>
          </p:nvSpPr>
          <p:spPr bwMode="auto">
            <a:xfrm>
              <a:off x="2552302" y="3476487"/>
              <a:ext cx="704978" cy="1003218"/>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3232" name="Line 66">
              <a:extLst>
                <a:ext uri="{FF2B5EF4-FFF2-40B4-BE49-F238E27FC236}">
                  <a16:creationId xmlns:a16="http://schemas.microsoft.com/office/drawing/2014/main" id="{4341FE60-F3D6-8533-0A5A-18029B8F5EFE}"/>
                </a:ext>
              </a:extLst>
            </p:cNvPr>
            <p:cNvSpPr>
              <a:spLocks noChangeShapeType="1"/>
            </p:cNvSpPr>
            <p:nvPr/>
          </p:nvSpPr>
          <p:spPr bwMode="auto">
            <a:xfrm>
              <a:off x="3939415" y="2808525"/>
              <a:ext cx="0" cy="2324062"/>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3233" name="Line 67">
              <a:extLst>
                <a:ext uri="{FF2B5EF4-FFF2-40B4-BE49-F238E27FC236}">
                  <a16:creationId xmlns:a16="http://schemas.microsoft.com/office/drawing/2014/main" id="{ECDB9105-0C85-9869-5772-A95E0DC274CD}"/>
                </a:ext>
              </a:extLst>
            </p:cNvPr>
            <p:cNvSpPr>
              <a:spLocks noChangeShapeType="1"/>
            </p:cNvSpPr>
            <p:nvPr/>
          </p:nvSpPr>
          <p:spPr bwMode="auto">
            <a:xfrm>
              <a:off x="3267856" y="3660900"/>
              <a:ext cx="2331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34" name="Line 68">
              <a:extLst>
                <a:ext uri="{FF2B5EF4-FFF2-40B4-BE49-F238E27FC236}">
                  <a16:creationId xmlns:a16="http://schemas.microsoft.com/office/drawing/2014/main" id="{A539DD39-B33A-56D5-7922-E699304B3446}"/>
                </a:ext>
              </a:extLst>
            </p:cNvPr>
            <p:cNvSpPr>
              <a:spLocks noChangeShapeType="1"/>
            </p:cNvSpPr>
            <p:nvPr/>
          </p:nvSpPr>
          <p:spPr bwMode="auto">
            <a:xfrm>
              <a:off x="3511918" y="2973501"/>
              <a:ext cx="0" cy="68347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35" name="Text Box 69">
              <a:extLst>
                <a:ext uri="{FF2B5EF4-FFF2-40B4-BE49-F238E27FC236}">
                  <a16:creationId xmlns:a16="http://schemas.microsoft.com/office/drawing/2014/main" id="{462B1292-81EE-4BF1-6C21-22E5711B7BDC}"/>
                </a:ext>
              </a:extLst>
            </p:cNvPr>
            <p:cNvSpPr txBox="1">
              <a:spLocks noChangeArrowheads="1"/>
            </p:cNvSpPr>
            <p:nvPr/>
          </p:nvSpPr>
          <p:spPr bwMode="auto">
            <a:xfrm>
              <a:off x="4858146" y="2276937"/>
              <a:ext cx="900076" cy="235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Bit 0</a:t>
              </a:r>
              <a:endParaRPr lang="ru-RU" altLang="en-US" sz="1600" u="none"/>
            </a:p>
          </p:txBody>
        </p:sp>
        <p:sp>
          <p:nvSpPr>
            <p:cNvPr id="93236" name="Text Box 70">
              <a:extLst>
                <a:ext uri="{FF2B5EF4-FFF2-40B4-BE49-F238E27FC236}">
                  <a16:creationId xmlns:a16="http://schemas.microsoft.com/office/drawing/2014/main" id="{AC9A7AE6-9B62-F209-603D-CAFCB91F6E2E}"/>
                </a:ext>
              </a:extLst>
            </p:cNvPr>
            <p:cNvSpPr txBox="1">
              <a:spLocks noChangeArrowheads="1"/>
            </p:cNvSpPr>
            <p:nvPr/>
          </p:nvSpPr>
          <p:spPr bwMode="auto">
            <a:xfrm>
              <a:off x="4862809" y="3235367"/>
              <a:ext cx="889194" cy="19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Bit 1</a:t>
              </a:r>
              <a:endParaRPr lang="ru-RU" altLang="en-US" sz="1600" u="none"/>
            </a:p>
          </p:txBody>
        </p:sp>
        <p:sp>
          <p:nvSpPr>
            <p:cNvPr id="93237" name="Text Box 71">
              <a:extLst>
                <a:ext uri="{FF2B5EF4-FFF2-40B4-BE49-F238E27FC236}">
                  <a16:creationId xmlns:a16="http://schemas.microsoft.com/office/drawing/2014/main" id="{8C326E94-81F1-E102-79B3-1D710BF86C20}"/>
                </a:ext>
              </a:extLst>
            </p:cNvPr>
            <p:cNvSpPr txBox="1">
              <a:spLocks noChangeArrowheads="1"/>
            </p:cNvSpPr>
            <p:nvPr/>
          </p:nvSpPr>
          <p:spPr bwMode="auto">
            <a:xfrm>
              <a:off x="4764873" y="4548626"/>
              <a:ext cx="1007339" cy="218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Bit 63</a:t>
              </a:r>
              <a:endParaRPr lang="ru-RU" altLang="en-US" sz="1600" u="none"/>
            </a:p>
          </p:txBody>
        </p:sp>
        <p:sp>
          <p:nvSpPr>
            <p:cNvPr id="93238" name="Line 72">
              <a:extLst>
                <a:ext uri="{FF2B5EF4-FFF2-40B4-BE49-F238E27FC236}">
                  <a16:creationId xmlns:a16="http://schemas.microsoft.com/office/drawing/2014/main" id="{665CAFCE-ECFB-3C48-C372-8010E1D34F9B}"/>
                </a:ext>
              </a:extLst>
            </p:cNvPr>
            <p:cNvSpPr>
              <a:spLocks noChangeShapeType="1"/>
            </p:cNvSpPr>
            <p:nvPr/>
          </p:nvSpPr>
          <p:spPr bwMode="auto">
            <a:xfrm>
              <a:off x="6056692" y="4870721"/>
              <a:ext cx="0" cy="307693"/>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239" name="Line 73">
              <a:extLst>
                <a:ext uri="{FF2B5EF4-FFF2-40B4-BE49-F238E27FC236}">
                  <a16:creationId xmlns:a16="http://schemas.microsoft.com/office/drawing/2014/main" id="{4B233254-CF86-39ED-EB82-03D91473D481}"/>
                </a:ext>
              </a:extLst>
            </p:cNvPr>
            <p:cNvSpPr>
              <a:spLocks noChangeShapeType="1"/>
            </p:cNvSpPr>
            <p:nvPr/>
          </p:nvSpPr>
          <p:spPr bwMode="auto">
            <a:xfrm>
              <a:off x="6067574" y="3244532"/>
              <a:ext cx="0" cy="307693"/>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3240" name="Text Box 74">
              <a:extLst>
                <a:ext uri="{FF2B5EF4-FFF2-40B4-BE49-F238E27FC236}">
                  <a16:creationId xmlns:a16="http://schemas.microsoft.com/office/drawing/2014/main" id="{6EC8419D-0905-54DE-98AF-7834F80604BD}"/>
                </a:ext>
              </a:extLst>
            </p:cNvPr>
            <p:cNvSpPr txBox="1">
              <a:spLocks noChangeArrowheads="1"/>
            </p:cNvSpPr>
            <p:nvPr/>
          </p:nvSpPr>
          <p:spPr bwMode="auto">
            <a:xfrm>
              <a:off x="3000476" y="3544369"/>
              <a:ext cx="394852"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0</a:t>
              </a:r>
              <a:endParaRPr lang="ru-RU" altLang="en-US" sz="1400" u="none"/>
            </a:p>
          </p:txBody>
        </p:sp>
        <p:sp>
          <p:nvSpPr>
            <p:cNvPr id="93241" name="Text Box 75">
              <a:extLst>
                <a:ext uri="{FF2B5EF4-FFF2-40B4-BE49-F238E27FC236}">
                  <a16:creationId xmlns:a16="http://schemas.microsoft.com/office/drawing/2014/main" id="{222873AD-2872-6D3F-EB47-28838276E68F}"/>
                </a:ext>
              </a:extLst>
            </p:cNvPr>
            <p:cNvSpPr txBox="1">
              <a:spLocks noChangeArrowheads="1"/>
            </p:cNvSpPr>
            <p:nvPr/>
          </p:nvSpPr>
          <p:spPr bwMode="auto">
            <a:xfrm>
              <a:off x="3000476" y="3718510"/>
              <a:ext cx="394852"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1</a:t>
              </a:r>
              <a:endParaRPr lang="ru-RU" altLang="en-US" sz="1400" u="none"/>
            </a:p>
          </p:txBody>
        </p:sp>
        <p:sp>
          <p:nvSpPr>
            <p:cNvPr id="93242" name="Text Box 76">
              <a:extLst>
                <a:ext uri="{FF2B5EF4-FFF2-40B4-BE49-F238E27FC236}">
                  <a16:creationId xmlns:a16="http://schemas.microsoft.com/office/drawing/2014/main" id="{6411AC09-B3AA-0546-7972-1D484AA47ED1}"/>
                </a:ext>
              </a:extLst>
            </p:cNvPr>
            <p:cNvSpPr txBox="1">
              <a:spLocks noChangeArrowheads="1"/>
            </p:cNvSpPr>
            <p:nvPr/>
          </p:nvSpPr>
          <p:spPr bwMode="auto">
            <a:xfrm>
              <a:off x="2925858" y="4166042"/>
              <a:ext cx="503142"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63</a:t>
              </a:r>
              <a:endParaRPr lang="ru-RU" altLang="en-US" sz="1400" u="none"/>
            </a:p>
          </p:txBody>
        </p:sp>
        <p:sp>
          <p:nvSpPr>
            <p:cNvPr id="93243" name="Line 77">
              <a:extLst>
                <a:ext uri="{FF2B5EF4-FFF2-40B4-BE49-F238E27FC236}">
                  <a16:creationId xmlns:a16="http://schemas.microsoft.com/office/drawing/2014/main" id="{4E74B1A0-B1E1-354C-4B48-A713F1E95D29}"/>
                </a:ext>
              </a:extLst>
            </p:cNvPr>
            <p:cNvSpPr>
              <a:spLocks noChangeShapeType="1"/>
            </p:cNvSpPr>
            <p:nvPr/>
          </p:nvSpPr>
          <p:spPr bwMode="auto">
            <a:xfrm>
              <a:off x="3270965" y="3815401"/>
              <a:ext cx="3715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44" name="Line 78">
              <a:extLst>
                <a:ext uri="{FF2B5EF4-FFF2-40B4-BE49-F238E27FC236}">
                  <a16:creationId xmlns:a16="http://schemas.microsoft.com/office/drawing/2014/main" id="{A316DC7B-D8C1-0F2E-6AE1-0E6DF10218EB}"/>
                </a:ext>
              </a:extLst>
            </p:cNvPr>
            <p:cNvSpPr>
              <a:spLocks noChangeShapeType="1"/>
            </p:cNvSpPr>
            <p:nvPr/>
          </p:nvSpPr>
          <p:spPr bwMode="auto">
            <a:xfrm flipH="1">
              <a:off x="3566327" y="4361391"/>
              <a:ext cx="0" cy="9466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45" name="Line 79">
              <a:extLst>
                <a:ext uri="{FF2B5EF4-FFF2-40B4-BE49-F238E27FC236}">
                  <a16:creationId xmlns:a16="http://schemas.microsoft.com/office/drawing/2014/main" id="{83B033D4-BF14-CF87-724F-EE68DFF20D02}"/>
                </a:ext>
              </a:extLst>
            </p:cNvPr>
            <p:cNvSpPr>
              <a:spLocks noChangeShapeType="1"/>
            </p:cNvSpPr>
            <p:nvPr/>
          </p:nvSpPr>
          <p:spPr bwMode="auto">
            <a:xfrm>
              <a:off x="3267856" y="4367938"/>
              <a:ext cx="28914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46" name="Line 80">
              <a:extLst>
                <a:ext uri="{FF2B5EF4-FFF2-40B4-BE49-F238E27FC236}">
                  <a16:creationId xmlns:a16="http://schemas.microsoft.com/office/drawing/2014/main" id="{40C98D7C-4CC7-1C03-9628-66A5456DECA8}"/>
                </a:ext>
              </a:extLst>
            </p:cNvPr>
            <p:cNvSpPr>
              <a:spLocks noChangeShapeType="1"/>
            </p:cNvSpPr>
            <p:nvPr/>
          </p:nvSpPr>
          <p:spPr bwMode="auto">
            <a:xfrm>
              <a:off x="3630063" y="3815401"/>
              <a:ext cx="0" cy="1400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47" name="Text Box 81">
              <a:extLst>
                <a:ext uri="{FF2B5EF4-FFF2-40B4-BE49-F238E27FC236}">
                  <a16:creationId xmlns:a16="http://schemas.microsoft.com/office/drawing/2014/main" id="{D6596805-7E98-9E48-2274-0ADE3B2B165B}"/>
                </a:ext>
              </a:extLst>
            </p:cNvPr>
            <p:cNvSpPr txBox="1">
              <a:spLocks noChangeArrowheads="1"/>
            </p:cNvSpPr>
            <p:nvPr/>
          </p:nvSpPr>
          <p:spPr bwMode="auto">
            <a:xfrm>
              <a:off x="2506106" y="3554844"/>
              <a:ext cx="638914"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DC</a:t>
              </a:r>
              <a:endParaRPr lang="ru-RU" altLang="en-US" sz="1600" u="none"/>
            </a:p>
          </p:txBody>
        </p:sp>
        <p:sp>
          <p:nvSpPr>
            <p:cNvPr id="93248" name="Line 82">
              <a:extLst>
                <a:ext uri="{FF2B5EF4-FFF2-40B4-BE49-F238E27FC236}">
                  <a16:creationId xmlns:a16="http://schemas.microsoft.com/office/drawing/2014/main" id="{1B1D6531-053C-6D6F-173A-B76F717219C0}"/>
                </a:ext>
              </a:extLst>
            </p:cNvPr>
            <p:cNvSpPr>
              <a:spLocks noChangeShapeType="1"/>
            </p:cNvSpPr>
            <p:nvPr/>
          </p:nvSpPr>
          <p:spPr bwMode="auto">
            <a:xfrm>
              <a:off x="2171908" y="2083156"/>
              <a:ext cx="0" cy="16576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49" name="Line 83">
              <a:extLst>
                <a:ext uri="{FF2B5EF4-FFF2-40B4-BE49-F238E27FC236}">
                  <a16:creationId xmlns:a16="http://schemas.microsoft.com/office/drawing/2014/main" id="{21746954-31BB-EF85-8BA2-F1E475CD3047}"/>
                </a:ext>
              </a:extLst>
            </p:cNvPr>
            <p:cNvSpPr>
              <a:spLocks noChangeShapeType="1"/>
            </p:cNvSpPr>
            <p:nvPr/>
          </p:nvSpPr>
          <p:spPr bwMode="auto">
            <a:xfrm>
              <a:off x="2161026" y="3747315"/>
              <a:ext cx="3855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50" name="Line 84">
              <a:extLst>
                <a:ext uri="{FF2B5EF4-FFF2-40B4-BE49-F238E27FC236}">
                  <a16:creationId xmlns:a16="http://schemas.microsoft.com/office/drawing/2014/main" id="{0FE8BC33-C237-8495-ECFA-F28434A2C4C4}"/>
                </a:ext>
              </a:extLst>
            </p:cNvPr>
            <p:cNvSpPr>
              <a:spLocks noChangeShapeType="1"/>
            </p:cNvSpPr>
            <p:nvPr/>
          </p:nvSpPr>
          <p:spPr bwMode="auto">
            <a:xfrm flipV="1">
              <a:off x="1902974" y="2024236"/>
              <a:ext cx="121254" cy="1099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51" name="Text Box 85">
              <a:extLst>
                <a:ext uri="{FF2B5EF4-FFF2-40B4-BE49-F238E27FC236}">
                  <a16:creationId xmlns:a16="http://schemas.microsoft.com/office/drawing/2014/main" id="{85D894E7-0BD5-C6B5-7DF7-0DA27B634B50}"/>
                </a:ext>
              </a:extLst>
            </p:cNvPr>
            <p:cNvSpPr txBox="1">
              <a:spLocks noChangeArrowheads="1"/>
            </p:cNvSpPr>
            <p:nvPr/>
          </p:nvSpPr>
          <p:spPr bwMode="auto">
            <a:xfrm>
              <a:off x="1042316" y="1927346"/>
              <a:ext cx="788150" cy="396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A[5:0]</a:t>
              </a:r>
              <a:endParaRPr lang="ru-RU" altLang="en-US" sz="1600" u="none"/>
            </a:p>
          </p:txBody>
        </p:sp>
        <p:sp>
          <p:nvSpPr>
            <p:cNvPr id="93252" name="Line 86">
              <a:extLst>
                <a:ext uri="{FF2B5EF4-FFF2-40B4-BE49-F238E27FC236}">
                  <a16:creationId xmlns:a16="http://schemas.microsoft.com/office/drawing/2014/main" id="{1C7F6E10-132E-528A-C8AC-0A5826CD1237}"/>
                </a:ext>
              </a:extLst>
            </p:cNvPr>
            <p:cNvSpPr>
              <a:spLocks noChangeShapeType="1"/>
            </p:cNvSpPr>
            <p:nvPr/>
          </p:nvSpPr>
          <p:spPr bwMode="auto">
            <a:xfrm>
              <a:off x="6420454" y="2092321"/>
              <a:ext cx="0" cy="81309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53" name="Text Box 87">
              <a:extLst>
                <a:ext uri="{FF2B5EF4-FFF2-40B4-BE49-F238E27FC236}">
                  <a16:creationId xmlns:a16="http://schemas.microsoft.com/office/drawing/2014/main" id="{796C72EF-46B3-4884-DAEF-059A0685F867}"/>
                </a:ext>
              </a:extLst>
            </p:cNvPr>
            <p:cNvSpPr txBox="1">
              <a:spLocks noChangeArrowheads="1"/>
            </p:cNvSpPr>
            <p:nvPr/>
          </p:nvSpPr>
          <p:spPr bwMode="auto">
            <a:xfrm>
              <a:off x="2515350" y="1785938"/>
              <a:ext cx="3418424" cy="251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GB" altLang="en-US" sz="1600" u="none"/>
                <a:t> Read /write shared address</a:t>
              </a:r>
              <a:endParaRPr lang="ru-RU" altLang="en-US" sz="1600" u="none"/>
            </a:p>
          </p:txBody>
        </p:sp>
        <p:sp>
          <p:nvSpPr>
            <p:cNvPr id="93254" name="Text Box 88">
              <a:extLst>
                <a:ext uri="{FF2B5EF4-FFF2-40B4-BE49-F238E27FC236}">
                  <a16:creationId xmlns:a16="http://schemas.microsoft.com/office/drawing/2014/main" id="{491C9C31-495A-2D3C-ACD3-D380C242E0F3}"/>
                </a:ext>
              </a:extLst>
            </p:cNvPr>
            <p:cNvSpPr txBox="1">
              <a:spLocks noChangeArrowheads="1"/>
            </p:cNvSpPr>
            <p:nvPr/>
          </p:nvSpPr>
          <p:spPr bwMode="auto">
            <a:xfrm>
              <a:off x="1130300" y="5302671"/>
              <a:ext cx="2313149" cy="37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Address read-only </a:t>
              </a:r>
              <a:endParaRPr lang="ru-RU" altLang="en-US" sz="1600" u="none"/>
            </a:p>
          </p:txBody>
        </p:sp>
        <p:sp>
          <p:nvSpPr>
            <p:cNvPr id="93255" name="Text Box 89">
              <a:extLst>
                <a:ext uri="{FF2B5EF4-FFF2-40B4-BE49-F238E27FC236}">
                  <a16:creationId xmlns:a16="http://schemas.microsoft.com/office/drawing/2014/main" id="{A03DB57D-9C28-2DBD-2B63-3C636C2F1D82}"/>
                </a:ext>
              </a:extLst>
            </p:cNvPr>
            <p:cNvSpPr txBox="1">
              <a:spLocks noChangeArrowheads="1"/>
            </p:cNvSpPr>
            <p:nvPr/>
          </p:nvSpPr>
          <p:spPr bwMode="auto">
            <a:xfrm>
              <a:off x="7009623" y="3090031"/>
              <a:ext cx="1024439" cy="46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Single Port</a:t>
              </a:r>
            </a:p>
            <a:p>
              <a:pPr eaLnBrk="1" hangingPunct="1"/>
              <a:r>
                <a:rPr lang="en-US" altLang="en-US" sz="1600" u="none"/>
                <a:t>Output</a:t>
              </a:r>
              <a:endParaRPr lang="ru-RU" altLang="en-US" sz="1600" u="none"/>
            </a:p>
          </p:txBody>
        </p:sp>
        <p:sp>
          <p:nvSpPr>
            <p:cNvPr id="93256" name="Text Box 90">
              <a:extLst>
                <a:ext uri="{FF2B5EF4-FFF2-40B4-BE49-F238E27FC236}">
                  <a16:creationId xmlns:a16="http://schemas.microsoft.com/office/drawing/2014/main" id="{380FF8A8-E2DB-0BB4-766F-3FC69A87830A}"/>
                </a:ext>
              </a:extLst>
            </p:cNvPr>
            <p:cNvSpPr txBox="1">
              <a:spLocks noChangeArrowheads="1"/>
            </p:cNvSpPr>
            <p:nvPr/>
          </p:nvSpPr>
          <p:spPr bwMode="auto">
            <a:xfrm>
              <a:off x="7086295" y="4716220"/>
              <a:ext cx="1153465" cy="46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Double Port</a:t>
              </a:r>
            </a:p>
            <a:p>
              <a:pPr eaLnBrk="1" hangingPunct="1"/>
              <a:r>
                <a:rPr lang="en-US" altLang="en-US" sz="1600" u="none"/>
                <a:t>Output</a:t>
              </a:r>
              <a:endParaRPr lang="ru-RU" altLang="en-US" sz="1600" u="none"/>
            </a:p>
          </p:txBody>
        </p:sp>
        <p:sp>
          <p:nvSpPr>
            <p:cNvPr id="93257" name="Line 91">
              <a:extLst>
                <a:ext uri="{FF2B5EF4-FFF2-40B4-BE49-F238E27FC236}">
                  <a16:creationId xmlns:a16="http://schemas.microsoft.com/office/drawing/2014/main" id="{4BC24FBA-DC49-9036-CA87-63AB671E0BB1}"/>
                </a:ext>
              </a:extLst>
            </p:cNvPr>
            <p:cNvSpPr>
              <a:spLocks noChangeShapeType="1"/>
            </p:cNvSpPr>
            <p:nvPr/>
          </p:nvSpPr>
          <p:spPr bwMode="auto">
            <a:xfrm>
              <a:off x="1872410" y="2508689"/>
              <a:ext cx="230693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58" name="Text Box 92">
              <a:extLst>
                <a:ext uri="{FF2B5EF4-FFF2-40B4-BE49-F238E27FC236}">
                  <a16:creationId xmlns:a16="http://schemas.microsoft.com/office/drawing/2014/main" id="{DB182B9E-B1BF-0459-D99B-78C75A1532B7}"/>
                </a:ext>
              </a:extLst>
            </p:cNvPr>
            <p:cNvSpPr txBox="1">
              <a:spLocks noChangeArrowheads="1"/>
            </p:cNvSpPr>
            <p:nvPr/>
          </p:nvSpPr>
          <p:spPr bwMode="auto">
            <a:xfrm>
              <a:off x="1187388" y="2392158"/>
              <a:ext cx="640469" cy="233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Din</a:t>
              </a:r>
              <a:endParaRPr lang="ru-RU" altLang="en-US" sz="1600" u="none"/>
            </a:p>
          </p:txBody>
        </p:sp>
        <p:sp>
          <p:nvSpPr>
            <p:cNvPr id="93259" name="Line 93">
              <a:extLst>
                <a:ext uri="{FF2B5EF4-FFF2-40B4-BE49-F238E27FC236}">
                  <a16:creationId xmlns:a16="http://schemas.microsoft.com/office/drawing/2014/main" id="{85BD0C97-68B6-3BFC-2AE2-077D72B40827}"/>
                </a:ext>
              </a:extLst>
            </p:cNvPr>
            <p:cNvSpPr>
              <a:spLocks noChangeShapeType="1"/>
            </p:cNvSpPr>
            <p:nvPr/>
          </p:nvSpPr>
          <p:spPr bwMode="auto">
            <a:xfrm flipV="1">
              <a:off x="3801061" y="2508689"/>
              <a:ext cx="0" cy="2345011"/>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3260" name="Line 95">
              <a:extLst>
                <a:ext uri="{FF2B5EF4-FFF2-40B4-BE49-F238E27FC236}">
                  <a16:creationId xmlns:a16="http://schemas.microsoft.com/office/drawing/2014/main" id="{FF881094-91EE-C478-6027-A8AF2C309F03}"/>
                </a:ext>
              </a:extLst>
            </p:cNvPr>
            <p:cNvSpPr>
              <a:spLocks noChangeShapeType="1"/>
            </p:cNvSpPr>
            <p:nvPr/>
          </p:nvSpPr>
          <p:spPr bwMode="auto">
            <a:xfrm flipV="1">
              <a:off x="2698896" y="5564666"/>
              <a:ext cx="121254" cy="1099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61" name="Line 98">
              <a:extLst>
                <a:ext uri="{FF2B5EF4-FFF2-40B4-BE49-F238E27FC236}">
                  <a16:creationId xmlns:a16="http://schemas.microsoft.com/office/drawing/2014/main" id="{CDC9C38D-5D06-A53F-DBEA-5BE349DAB858}"/>
                </a:ext>
              </a:extLst>
            </p:cNvPr>
            <p:cNvSpPr>
              <a:spLocks noChangeShapeType="1"/>
            </p:cNvSpPr>
            <p:nvPr/>
          </p:nvSpPr>
          <p:spPr bwMode="auto">
            <a:xfrm flipV="1">
              <a:off x="2101954" y="2638312"/>
              <a:ext cx="121254" cy="1099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62" name="Line 100">
              <a:extLst>
                <a:ext uri="{FF2B5EF4-FFF2-40B4-BE49-F238E27FC236}">
                  <a16:creationId xmlns:a16="http://schemas.microsoft.com/office/drawing/2014/main" id="{7A8A5C6B-05D0-D1EE-FCC8-A1F1078240DB}"/>
                </a:ext>
              </a:extLst>
            </p:cNvPr>
            <p:cNvSpPr>
              <a:spLocks noChangeShapeType="1"/>
            </p:cNvSpPr>
            <p:nvPr/>
          </p:nvSpPr>
          <p:spPr bwMode="auto">
            <a:xfrm>
              <a:off x="1649584" y="4193797"/>
              <a:ext cx="8954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63" name="Text Box 101">
              <a:extLst>
                <a:ext uri="{FF2B5EF4-FFF2-40B4-BE49-F238E27FC236}">
                  <a16:creationId xmlns:a16="http://schemas.microsoft.com/office/drawing/2014/main" id="{40310916-8921-CC76-2330-06AD6298D737}"/>
                </a:ext>
              </a:extLst>
            </p:cNvPr>
            <p:cNvSpPr txBox="1">
              <a:spLocks noChangeArrowheads="1"/>
            </p:cNvSpPr>
            <p:nvPr/>
          </p:nvSpPr>
          <p:spPr bwMode="auto">
            <a:xfrm>
              <a:off x="2498860" y="4040605"/>
              <a:ext cx="638914"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EN</a:t>
              </a:r>
              <a:endParaRPr lang="ru-RU" altLang="en-US" sz="1600" u="none"/>
            </a:p>
          </p:txBody>
        </p:sp>
        <p:sp>
          <p:nvSpPr>
            <p:cNvPr id="93264" name="Text Box 102">
              <a:extLst>
                <a:ext uri="{FF2B5EF4-FFF2-40B4-BE49-F238E27FC236}">
                  <a16:creationId xmlns:a16="http://schemas.microsoft.com/office/drawing/2014/main" id="{ED3089F8-A91C-5A87-03C5-9D7E39D03999}"/>
                </a:ext>
              </a:extLst>
            </p:cNvPr>
            <p:cNvSpPr txBox="1">
              <a:spLocks noChangeArrowheads="1"/>
            </p:cNvSpPr>
            <p:nvPr/>
          </p:nvSpPr>
          <p:spPr bwMode="auto">
            <a:xfrm>
              <a:off x="1179351" y="4030917"/>
              <a:ext cx="638914"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WE</a:t>
              </a:r>
              <a:endParaRPr lang="ru-RU" altLang="en-US" sz="1600" u="none"/>
            </a:p>
          </p:txBody>
        </p:sp>
        <p:sp>
          <p:nvSpPr>
            <p:cNvPr id="93265" name="Line 103">
              <a:extLst>
                <a:ext uri="{FF2B5EF4-FFF2-40B4-BE49-F238E27FC236}">
                  <a16:creationId xmlns:a16="http://schemas.microsoft.com/office/drawing/2014/main" id="{354FA45F-5B95-ED53-4CB0-DA8FC0B3B442}"/>
                </a:ext>
              </a:extLst>
            </p:cNvPr>
            <p:cNvSpPr>
              <a:spLocks noChangeShapeType="1"/>
            </p:cNvSpPr>
            <p:nvPr/>
          </p:nvSpPr>
          <p:spPr bwMode="auto">
            <a:xfrm>
              <a:off x="1966710" y="5615730"/>
              <a:ext cx="44770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66" name="Line 104">
              <a:extLst>
                <a:ext uri="{FF2B5EF4-FFF2-40B4-BE49-F238E27FC236}">
                  <a16:creationId xmlns:a16="http://schemas.microsoft.com/office/drawing/2014/main" id="{E91CC42A-04CD-F005-DD72-092C43A53644}"/>
                </a:ext>
              </a:extLst>
            </p:cNvPr>
            <p:cNvSpPr>
              <a:spLocks noChangeShapeType="1"/>
            </p:cNvSpPr>
            <p:nvPr/>
          </p:nvSpPr>
          <p:spPr bwMode="auto">
            <a:xfrm flipV="1">
              <a:off x="6443772" y="5431115"/>
              <a:ext cx="0" cy="18461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67" name="Text Box 105">
              <a:extLst>
                <a:ext uri="{FF2B5EF4-FFF2-40B4-BE49-F238E27FC236}">
                  <a16:creationId xmlns:a16="http://schemas.microsoft.com/office/drawing/2014/main" id="{E517DC7D-69E1-64E9-F8A8-87562216B7B0}"/>
                </a:ext>
              </a:extLst>
            </p:cNvPr>
            <p:cNvSpPr txBox="1">
              <a:spLocks noChangeArrowheads="1"/>
            </p:cNvSpPr>
            <p:nvPr/>
          </p:nvSpPr>
          <p:spPr bwMode="auto">
            <a:xfrm>
              <a:off x="1271041" y="4971540"/>
              <a:ext cx="638914" cy="319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CLK</a:t>
              </a:r>
              <a:endParaRPr lang="ru-RU" altLang="en-US" sz="1600" u="none"/>
            </a:p>
          </p:txBody>
        </p:sp>
        <p:grpSp>
          <p:nvGrpSpPr>
            <p:cNvPr id="93268" name="Group 8">
              <a:extLst>
                <a:ext uri="{FF2B5EF4-FFF2-40B4-BE49-F238E27FC236}">
                  <a16:creationId xmlns:a16="http://schemas.microsoft.com/office/drawing/2014/main" id="{F5EEDE7D-79B9-F342-20FA-D04A921CF4C8}"/>
                </a:ext>
              </a:extLst>
            </p:cNvPr>
            <p:cNvGrpSpPr>
              <a:grpSpLocks/>
            </p:cNvGrpSpPr>
            <p:nvPr/>
          </p:nvGrpSpPr>
          <p:grpSpPr bwMode="auto">
            <a:xfrm>
              <a:off x="4172332" y="5029201"/>
              <a:ext cx="137160" cy="137160"/>
              <a:chOff x="7187" y="13254"/>
              <a:chExt cx="119" cy="117"/>
            </a:xfrm>
          </p:grpSpPr>
          <p:sp>
            <p:nvSpPr>
              <p:cNvPr id="93275" name="Line 9">
                <a:extLst>
                  <a:ext uri="{FF2B5EF4-FFF2-40B4-BE49-F238E27FC236}">
                    <a16:creationId xmlns:a16="http://schemas.microsoft.com/office/drawing/2014/main" id="{63D414B1-0E5F-6FC4-62B9-28F2E43F6501}"/>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76" name="Line 10">
                <a:extLst>
                  <a:ext uri="{FF2B5EF4-FFF2-40B4-BE49-F238E27FC236}">
                    <a16:creationId xmlns:a16="http://schemas.microsoft.com/office/drawing/2014/main" id="{379D4F5E-C3E8-BFC5-7E86-56DAB59FD866}"/>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77" name="Line 11">
                <a:extLst>
                  <a:ext uri="{FF2B5EF4-FFF2-40B4-BE49-F238E27FC236}">
                    <a16:creationId xmlns:a16="http://schemas.microsoft.com/office/drawing/2014/main" id="{E1E8DDEA-F33D-7D29-D368-F2A03A7646B4}"/>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78" name="Line 12">
                <a:extLst>
                  <a:ext uri="{FF2B5EF4-FFF2-40B4-BE49-F238E27FC236}">
                    <a16:creationId xmlns:a16="http://schemas.microsoft.com/office/drawing/2014/main" id="{4AEE56EC-10A1-2B97-6281-EF627A1CEB5C}"/>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79" name="Line 13">
                <a:extLst>
                  <a:ext uri="{FF2B5EF4-FFF2-40B4-BE49-F238E27FC236}">
                    <a16:creationId xmlns:a16="http://schemas.microsoft.com/office/drawing/2014/main" id="{6885A5A2-518E-5C9F-6432-E44C6DB7C811}"/>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3269" name="Group 8">
              <a:extLst>
                <a:ext uri="{FF2B5EF4-FFF2-40B4-BE49-F238E27FC236}">
                  <a16:creationId xmlns:a16="http://schemas.microsoft.com/office/drawing/2014/main" id="{1EF07D12-4B57-9A64-8BF3-CC3F7CC8322E}"/>
                </a:ext>
              </a:extLst>
            </p:cNvPr>
            <p:cNvGrpSpPr>
              <a:grpSpLocks/>
            </p:cNvGrpSpPr>
            <p:nvPr/>
          </p:nvGrpSpPr>
          <p:grpSpPr bwMode="auto">
            <a:xfrm>
              <a:off x="4191000" y="3733800"/>
              <a:ext cx="137160" cy="137160"/>
              <a:chOff x="7187" y="13254"/>
              <a:chExt cx="119" cy="117"/>
            </a:xfrm>
          </p:grpSpPr>
          <p:sp>
            <p:nvSpPr>
              <p:cNvPr id="93270" name="Line 9">
                <a:extLst>
                  <a:ext uri="{FF2B5EF4-FFF2-40B4-BE49-F238E27FC236}">
                    <a16:creationId xmlns:a16="http://schemas.microsoft.com/office/drawing/2014/main" id="{8753D45F-7832-66FA-BE0D-2B2F9405D933}"/>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71" name="Line 10">
                <a:extLst>
                  <a:ext uri="{FF2B5EF4-FFF2-40B4-BE49-F238E27FC236}">
                    <a16:creationId xmlns:a16="http://schemas.microsoft.com/office/drawing/2014/main" id="{465DD0EA-2B16-3B74-B55C-ABF619FB1FE1}"/>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72" name="Line 11">
                <a:extLst>
                  <a:ext uri="{FF2B5EF4-FFF2-40B4-BE49-F238E27FC236}">
                    <a16:creationId xmlns:a16="http://schemas.microsoft.com/office/drawing/2014/main" id="{3FAF0B74-40E8-47F6-D5E7-56339159AA67}"/>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73" name="Line 12">
                <a:extLst>
                  <a:ext uri="{FF2B5EF4-FFF2-40B4-BE49-F238E27FC236}">
                    <a16:creationId xmlns:a16="http://schemas.microsoft.com/office/drawing/2014/main" id="{FB69694D-0B28-D823-E254-6361EFC159A1}"/>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274" name="Line 13">
                <a:extLst>
                  <a:ext uri="{FF2B5EF4-FFF2-40B4-BE49-F238E27FC236}">
                    <a16:creationId xmlns:a16="http://schemas.microsoft.com/office/drawing/2014/main" id="{18203368-66F2-CBCF-AB18-73D3080F9B3F}"/>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FDF4F2CD-C8B9-FEB1-A41E-62A733BF080D}"/>
              </a:ext>
            </a:extLst>
          </p:cNvPr>
          <p:cNvSpPr>
            <a:spLocks noGrp="1" noChangeArrowheads="1"/>
          </p:cNvSpPr>
          <p:nvPr>
            <p:ph type="title"/>
          </p:nvPr>
        </p:nvSpPr>
        <p:spPr/>
        <p:txBody>
          <a:bodyPr/>
          <a:lstStyle/>
          <a:p>
            <a:r>
              <a:rPr lang="en-US" altLang="en-US"/>
              <a:t>Dual-Port RAM in Verilog (64x16)</a:t>
            </a:r>
            <a:endParaRPr lang="ru-RU" altLang="en-US"/>
          </a:p>
        </p:txBody>
      </p:sp>
      <p:sp>
        <p:nvSpPr>
          <p:cNvPr id="94211" name="Content Placeholder 3">
            <a:extLst>
              <a:ext uri="{FF2B5EF4-FFF2-40B4-BE49-F238E27FC236}">
                <a16:creationId xmlns:a16="http://schemas.microsoft.com/office/drawing/2014/main" id="{2566D4F3-8E32-ACED-DA28-3A8533CA1C41}"/>
              </a:ext>
            </a:extLst>
          </p:cNvPr>
          <p:cNvSpPr>
            <a:spLocks noGrp="1" noChangeArrowheads="1"/>
          </p:cNvSpPr>
          <p:nvPr>
            <p:ph type="body" sz="quarter" idx="10"/>
          </p:nvPr>
        </p:nvSpPr>
        <p:spPr/>
        <p:txBody>
          <a:bodyPr/>
          <a:lstStyle/>
          <a:p>
            <a:pPr marL="0" indent="0">
              <a:buNone/>
            </a:pPr>
            <a:r>
              <a:rPr lang="en-US" altLang="en-US" sz="1400" dirty="0"/>
              <a:t>module </a:t>
            </a:r>
            <a:r>
              <a:rPr lang="en-US" altLang="en-US" sz="1400" dirty="0" err="1"/>
              <a:t>dual_port_ram</a:t>
            </a:r>
            <a:r>
              <a:rPr lang="en-US" altLang="en-US" sz="1400" dirty="0"/>
              <a:t> (</a:t>
            </a:r>
            <a:r>
              <a:rPr lang="en-US" altLang="en-US" sz="1400" dirty="0" err="1"/>
              <a:t>clk</a:t>
            </a:r>
            <a:r>
              <a:rPr lang="en-US" altLang="en-US" sz="1400" dirty="0"/>
              <a:t>, we, a, dpa, din, </a:t>
            </a:r>
            <a:r>
              <a:rPr lang="en-US" altLang="en-US" sz="1400" dirty="0" err="1"/>
              <a:t>spo</a:t>
            </a:r>
            <a:r>
              <a:rPr lang="en-US" altLang="en-US" sz="1400" dirty="0"/>
              <a:t>, </a:t>
            </a:r>
            <a:r>
              <a:rPr lang="en-US" altLang="en-US" sz="1400" dirty="0" err="1"/>
              <a:t>dpo</a:t>
            </a:r>
            <a:r>
              <a:rPr lang="en-US" altLang="en-US" sz="1400" dirty="0"/>
              <a:t>);</a:t>
            </a:r>
          </a:p>
          <a:p>
            <a:pPr marL="0" indent="0">
              <a:buNone/>
            </a:pPr>
            <a:r>
              <a:rPr lang="en-US" altLang="en-US" sz="1400" dirty="0"/>
              <a:t>input </a:t>
            </a:r>
            <a:r>
              <a:rPr lang="en-US" altLang="en-US" sz="1400" dirty="0" err="1"/>
              <a:t>clk,we</a:t>
            </a:r>
            <a:r>
              <a:rPr lang="en-US" altLang="en-US" sz="1400" dirty="0"/>
              <a:t>;</a:t>
            </a:r>
            <a:endParaRPr lang="it-IT" altLang="en-US" sz="1400" dirty="0"/>
          </a:p>
          <a:p>
            <a:pPr marL="0" indent="0">
              <a:buNone/>
            </a:pPr>
            <a:r>
              <a:rPr lang="it-IT" altLang="en-US" sz="1400" dirty="0"/>
              <a:t>input [5:0] a, dpa;</a:t>
            </a:r>
          </a:p>
          <a:p>
            <a:pPr marL="0" indent="0">
              <a:buNone/>
            </a:pPr>
            <a:r>
              <a:rPr lang="it-IT" altLang="en-US" sz="1400" dirty="0"/>
              <a:t>input [15:0] din;</a:t>
            </a:r>
            <a:endParaRPr lang="en-US" altLang="en-US" sz="1400" dirty="0"/>
          </a:p>
          <a:p>
            <a:pPr marL="0" indent="0">
              <a:buNone/>
            </a:pPr>
            <a:r>
              <a:rPr lang="en-US" altLang="en-US" sz="1400" dirty="0"/>
              <a:t>output [15:0] </a:t>
            </a:r>
            <a:r>
              <a:rPr lang="en-US" altLang="en-US" sz="1400" dirty="0" err="1"/>
              <a:t>spo</a:t>
            </a:r>
            <a:r>
              <a:rPr lang="en-US" altLang="en-US" sz="1400" dirty="0"/>
              <a:t>;</a:t>
            </a:r>
          </a:p>
          <a:p>
            <a:pPr marL="0" indent="0">
              <a:buNone/>
            </a:pPr>
            <a:r>
              <a:rPr lang="en-US" altLang="en-US" sz="1400" dirty="0"/>
              <a:t>output [15:0] </a:t>
            </a:r>
            <a:r>
              <a:rPr lang="en-US" altLang="en-US" sz="1400" dirty="0" err="1"/>
              <a:t>dpo</a:t>
            </a:r>
            <a:r>
              <a:rPr lang="en-US" altLang="en-US" sz="1400" dirty="0"/>
              <a:t>;</a:t>
            </a:r>
          </a:p>
          <a:p>
            <a:pPr marL="0" indent="0">
              <a:buNone/>
            </a:pPr>
            <a:r>
              <a:rPr lang="en-US" altLang="en-US" sz="1400" dirty="0"/>
              <a:t>reg [15:0] ram [63:0];</a:t>
            </a:r>
          </a:p>
          <a:p>
            <a:pPr marL="0" indent="0">
              <a:buNone/>
            </a:pPr>
            <a:r>
              <a:rPr lang="en-US" altLang="en-US" sz="1400" dirty="0"/>
              <a:t>	always @(posedge </a:t>
            </a:r>
            <a:r>
              <a:rPr lang="en-US" altLang="en-US" sz="1400" dirty="0" err="1"/>
              <a:t>clk</a:t>
            </a:r>
            <a:r>
              <a:rPr lang="en-US" altLang="en-US" sz="1400" dirty="0"/>
              <a:t>)</a:t>
            </a:r>
          </a:p>
          <a:p>
            <a:pPr marL="0" indent="0">
              <a:buNone/>
            </a:pPr>
            <a:r>
              <a:rPr lang="en-US" altLang="en-US" sz="1400" dirty="0"/>
              <a:t>	 begin</a:t>
            </a:r>
          </a:p>
          <a:p>
            <a:pPr marL="0" indent="0">
              <a:buNone/>
            </a:pPr>
            <a:r>
              <a:rPr lang="en-US" altLang="en-US" sz="1400" dirty="0"/>
              <a:t>	if (we)</a:t>
            </a:r>
          </a:p>
          <a:p>
            <a:pPr marL="0" indent="0">
              <a:buNone/>
            </a:pPr>
            <a:r>
              <a:rPr lang="en-US" altLang="en-US" sz="1400" dirty="0"/>
              <a:t>ram[a] &lt;= din;</a:t>
            </a:r>
          </a:p>
          <a:p>
            <a:pPr marL="0" indent="0">
              <a:buNone/>
            </a:pPr>
            <a:r>
              <a:rPr lang="en-US" altLang="en-US" sz="1400" dirty="0"/>
              <a:t>end</a:t>
            </a:r>
          </a:p>
          <a:p>
            <a:pPr marL="0" indent="0">
              <a:buNone/>
            </a:pPr>
            <a:r>
              <a:rPr lang="en-US" altLang="en-US" sz="1400" dirty="0"/>
              <a:t>	assign </a:t>
            </a:r>
            <a:r>
              <a:rPr lang="en-US" altLang="en-US" sz="1400" dirty="0" err="1"/>
              <a:t>spo</a:t>
            </a:r>
            <a:r>
              <a:rPr lang="en-US" altLang="en-US" sz="1400" dirty="0"/>
              <a:t> = ram[a];</a:t>
            </a:r>
          </a:p>
          <a:p>
            <a:pPr marL="0" indent="0">
              <a:buNone/>
            </a:pPr>
            <a:r>
              <a:rPr lang="en-US" altLang="en-US" sz="1400" dirty="0"/>
              <a:t>	assign </a:t>
            </a:r>
            <a:r>
              <a:rPr lang="en-US" altLang="en-US" sz="1400" dirty="0" err="1"/>
              <a:t>dpo</a:t>
            </a:r>
            <a:r>
              <a:rPr lang="en-US" altLang="en-US" sz="1400" dirty="0"/>
              <a:t> = ram[dpa];</a:t>
            </a:r>
          </a:p>
          <a:p>
            <a:pPr marL="0" indent="0">
              <a:buNone/>
            </a:pPr>
            <a:r>
              <a:rPr lang="en-US" altLang="en-US" sz="1400" dirty="0" err="1"/>
              <a:t>endmodule</a:t>
            </a:r>
            <a:endParaRPr lang="ru-RU" altLang="en-US" sz="1400" dirty="0"/>
          </a:p>
          <a:p>
            <a:pPr marL="0" indent="0">
              <a:buNone/>
            </a:pPr>
            <a:endParaRPr lang="en-US" altLang="en-US" sz="1400" dirty="0"/>
          </a:p>
        </p:txBody>
      </p:sp>
      <p:grpSp>
        <p:nvGrpSpPr>
          <p:cNvPr id="94212" name="Group 3">
            <a:extLst>
              <a:ext uri="{FF2B5EF4-FFF2-40B4-BE49-F238E27FC236}">
                <a16:creationId xmlns:a16="http://schemas.microsoft.com/office/drawing/2014/main" id="{37317A5D-1C7F-8B61-8571-712A38FC65CB}"/>
              </a:ext>
            </a:extLst>
          </p:cNvPr>
          <p:cNvGrpSpPr>
            <a:grpSpLocks/>
          </p:cNvGrpSpPr>
          <p:nvPr/>
        </p:nvGrpSpPr>
        <p:grpSpPr bwMode="auto">
          <a:xfrm>
            <a:off x="4687251" y="1715868"/>
            <a:ext cx="2238375" cy="3932238"/>
            <a:chOff x="2100991" y="1828800"/>
            <a:chExt cx="2470125" cy="4465320"/>
          </a:xfrm>
        </p:grpSpPr>
        <p:sp>
          <p:nvSpPr>
            <p:cNvPr id="94213" name="Rectangle 4">
              <a:extLst>
                <a:ext uri="{FF2B5EF4-FFF2-40B4-BE49-F238E27FC236}">
                  <a16:creationId xmlns:a16="http://schemas.microsoft.com/office/drawing/2014/main" id="{8253D78E-AD8C-B255-F312-0F723788CD18}"/>
                </a:ext>
              </a:extLst>
            </p:cNvPr>
            <p:cNvSpPr>
              <a:spLocks noChangeArrowheads="1"/>
            </p:cNvSpPr>
            <p:nvPr/>
          </p:nvSpPr>
          <p:spPr bwMode="auto">
            <a:xfrm>
              <a:off x="2528171" y="1828800"/>
              <a:ext cx="1613993" cy="4465320"/>
            </a:xfrm>
            <a:prstGeom prst="rect">
              <a:avLst/>
            </a:prstGeom>
            <a:solidFill>
              <a:schemeClr val="accent1"/>
            </a:solidFill>
            <a:ln w="28575" algn="ctr">
              <a:solidFill>
                <a:schemeClr val="tx1"/>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a:p>
          </p:txBody>
        </p:sp>
        <p:cxnSp>
          <p:nvCxnSpPr>
            <p:cNvPr id="94214" name="Straight Connector 5">
              <a:extLst>
                <a:ext uri="{FF2B5EF4-FFF2-40B4-BE49-F238E27FC236}">
                  <a16:creationId xmlns:a16="http://schemas.microsoft.com/office/drawing/2014/main" id="{A016F5B4-C979-1C7C-98D4-B9B23EB8C9B4}"/>
                </a:ext>
              </a:extLst>
            </p:cNvPr>
            <p:cNvCxnSpPr>
              <a:cxnSpLocks noChangeShapeType="1"/>
            </p:cNvCxnSpPr>
            <p:nvPr/>
          </p:nvCxnSpPr>
          <p:spPr bwMode="auto">
            <a:xfrm>
              <a:off x="2102754" y="2094594"/>
              <a:ext cx="403497"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15" name="Straight Connector 6">
              <a:extLst>
                <a:ext uri="{FF2B5EF4-FFF2-40B4-BE49-F238E27FC236}">
                  <a16:creationId xmlns:a16="http://schemas.microsoft.com/office/drawing/2014/main" id="{7F0B4979-9540-AB69-78B7-D810438439B4}"/>
                </a:ext>
              </a:extLst>
            </p:cNvPr>
            <p:cNvCxnSpPr>
              <a:cxnSpLocks noChangeShapeType="1"/>
            </p:cNvCxnSpPr>
            <p:nvPr/>
          </p:nvCxnSpPr>
          <p:spPr bwMode="auto">
            <a:xfrm>
              <a:off x="2104355" y="2383208"/>
              <a:ext cx="403497"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16" name="Straight Connector 7">
              <a:extLst>
                <a:ext uri="{FF2B5EF4-FFF2-40B4-BE49-F238E27FC236}">
                  <a16:creationId xmlns:a16="http://schemas.microsoft.com/office/drawing/2014/main" id="{A9869FE2-376B-7850-ABE6-807B63B602D4}"/>
                </a:ext>
              </a:extLst>
            </p:cNvPr>
            <p:cNvCxnSpPr>
              <a:cxnSpLocks noChangeShapeType="1"/>
            </p:cNvCxnSpPr>
            <p:nvPr/>
          </p:nvCxnSpPr>
          <p:spPr bwMode="auto">
            <a:xfrm>
              <a:off x="2107469" y="2669136"/>
              <a:ext cx="403497"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17" name="Straight Connector 8">
              <a:extLst>
                <a:ext uri="{FF2B5EF4-FFF2-40B4-BE49-F238E27FC236}">
                  <a16:creationId xmlns:a16="http://schemas.microsoft.com/office/drawing/2014/main" id="{1B17ED11-4397-4AEA-80B5-DA0733AC87D1}"/>
                </a:ext>
              </a:extLst>
            </p:cNvPr>
            <p:cNvCxnSpPr>
              <a:cxnSpLocks noChangeShapeType="1"/>
            </p:cNvCxnSpPr>
            <p:nvPr/>
          </p:nvCxnSpPr>
          <p:spPr bwMode="auto">
            <a:xfrm>
              <a:off x="2122280" y="2960436"/>
              <a:ext cx="403497"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18" name="Straight Connector 9">
              <a:extLst>
                <a:ext uri="{FF2B5EF4-FFF2-40B4-BE49-F238E27FC236}">
                  <a16:creationId xmlns:a16="http://schemas.microsoft.com/office/drawing/2014/main" id="{13CE90B0-78C5-0AF9-B63F-33A0E08450EA}"/>
                </a:ext>
              </a:extLst>
            </p:cNvPr>
            <p:cNvCxnSpPr>
              <a:cxnSpLocks noChangeShapeType="1"/>
            </p:cNvCxnSpPr>
            <p:nvPr/>
          </p:nvCxnSpPr>
          <p:spPr bwMode="auto">
            <a:xfrm>
              <a:off x="2124172" y="3248706"/>
              <a:ext cx="403497"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19" name="Straight Connector 10">
              <a:extLst>
                <a:ext uri="{FF2B5EF4-FFF2-40B4-BE49-F238E27FC236}">
                  <a16:creationId xmlns:a16="http://schemas.microsoft.com/office/drawing/2014/main" id="{CC675359-12C1-EE0D-F02F-6E429A9C1893}"/>
                </a:ext>
              </a:extLst>
            </p:cNvPr>
            <p:cNvCxnSpPr>
              <a:cxnSpLocks noChangeShapeType="1"/>
            </p:cNvCxnSpPr>
            <p:nvPr/>
          </p:nvCxnSpPr>
          <p:spPr bwMode="auto">
            <a:xfrm>
              <a:off x="2115001" y="3522556"/>
              <a:ext cx="403497"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20" name="Straight Connector 11">
              <a:extLst>
                <a:ext uri="{FF2B5EF4-FFF2-40B4-BE49-F238E27FC236}">
                  <a16:creationId xmlns:a16="http://schemas.microsoft.com/office/drawing/2014/main" id="{1CFB3C1A-246D-7F80-742A-3ABBEEAD6CD3}"/>
                </a:ext>
              </a:extLst>
            </p:cNvPr>
            <p:cNvCxnSpPr>
              <a:cxnSpLocks noChangeShapeType="1"/>
            </p:cNvCxnSpPr>
            <p:nvPr/>
          </p:nvCxnSpPr>
          <p:spPr bwMode="auto">
            <a:xfrm>
              <a:off x="2129012" y="3769900"/>
              <a:ext cx="403497"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21" name="Straight Connector 12">
              <a:extLst>
                <a:ext uri="{FF2B5EF4-FFF2-40B4-BE49-F238E27FC236}">
                  <a16:creationId xmlns:a16="http://schemas.microsoft.com/office/drawing/2014/main" id="{BC87BD94-1BA5-4EE1-F497-452BBC79A46A}"/>
                </a:ext>
              </a:extLst>
            </p:cNvPr>
            <p:cNvCxnSpPr>
              <a:cxnSpLocks noChangeShapeType="1"/>
            </p:cNvCxnSpPr>
            <p:nvPr/>
          </p:nvCxnSpPr>
          <p:spPr bwMode="auto">
            <a:xfrm>
              <a:off x="2102884" y="4048431"/>
              <a:ext cx="403497"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22" name="Straight Connector 13">
              <a:extLst>
                <a:ext uri="{FF2B5EF4-FFF2-40B4-BE49-F238E27FC236}">
                  <a16:creationId xmlns:a16="http://schemas.microsoft.com/office/drawing/2014/main" id="{586E4C15-5A39-0F72-70BF-7735EA2E58FB}"/>
                </a:ext>
              </a:extLst>
            </p:cNvPr>
            <p:cNvCxnSpPr>
              <a:cxnSpLocks noChangeShapeType="1"/>
            </p:cNvCxnSpPr>
            <p:nvPr/>
          </p:nvCxnSpPr>
          <p:spPr bwMode="auto">
            <a:xfrm>
              <a:off x="2115001" y="4305515"/>
              <a:ext cx="403497"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23" name="Straight Connector 14">
              <a:extLst>
                <a:ext uri="{FF2B5EF4-FFF2-40B4-BE49-F238E27FC236}">
                  <a16:creationId xmlns:a16="http://schemas.microsoft.com/office/drawing/2014/main" id="{D6A6556A-8445-F76F-6086-2508B720CA2B}"/>
                </a:ext>
              </a:extLst>
            </p:cNvPr>
            <p:cNvCxnSpPr>
              <a:cxnSpLocks noChangeShapeType="1"/>
            </p:cNvCxnSpPr>
            <p:nvPr/>
          </p:nvCxnSpPr>
          <p:spPr bwMode="auto">
            <a:xfrm>
              <a:off x="2122280" y="4592436"/>
              <a:ext cx="403497"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24" name="Straight Connector 15">
              <a:extLst>
                <a:ext uri="{FF2B5EF4-FFF2-40B4-BE49-F238E27FC236}">
                  <a16:creationId xmlns:a16="http://schemas.microsoft.com/office/drawing/2014/main" id="{232E9EE4-E2F2-22A2-BFB7-E66DEE5A95FC}"/>
                </a:ext>
              </a:extLst>
            </p:cNvPr>
            <p:cNvCxnSpPr>
              <a:cxnSpLocks noChangeShapeType="1"/>
            </p:cNvCxnSpPr>
            <p:nvPr/>
          </p:nvCxnSpPr>
          <p:spPr bwMode="auto">
            <a:xfrm>
              <a:off x="2110162" y="4866284"/>
              <a:ext cx="403497"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25" name="Straight Connector 16">
              <a:extLst>
                <a:ext uri="{FF2B5EF4-FFF2-40B4-BE49-F238E27FC236}">
                  <a16:creationId xmlns:a16="http://schemas.microsoft.com/office/drawing/2014/main" id="{E997F646-5E69-E358-06D0-F167A0440227}"/>
                </a:ext>
              </a:extLst>
            </p:cNvPr>
            <p:cNvCxnSpPr>
              <a:cxnSpLocks noChangeShapeType="1"/>
            </p:cNvCxnSpPr>
            <p:nvPr/>
          </p:nvCxnSpPr>
          <p:spPr bwMode="auto">
            <a:xfrm>
              <a:off x="2129012" y="5154554"/>
              <a:ext cx="403497"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26" name="Straight Connector 17">
              <a:extLst>
                <a:ext uri="{FF2B5EF4-FFF2-40B4-BE49-F238E27FC236}">
                  <a16:creationId xmlns:a16="http://schemas.microsoft.com/office/drawing/2014/main" id="{4DAF155B-8564-B795-2F47-03E48075861B}"/>
                </a:ext>
              </a:extLst>
            </p:cNvPr>
            <p:cNvCxnSpPr>
              <a:cxnSpLocks noChangeShapeType="1"/>
            </p:cNvCxnSpPr>
            <p:nvPr/>
          </p:nvCxnSpPr>
          <p:spPr bwMode="auto">
            <a:xfrm>
              <a:off x="2100991" y="5416322"/>
              <a:ext cx="403497"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27" name="Straight Connector 18">
              <a:extLst>
                <a:ext uri="{FF2B5EF4-FFF2-40B4-BE49-F238E27FC236}">
                  <a16:creationId xmlns:a16="http://schemas.microsoft.com/office/drawing/2014/main" id="{86FFD199-168E-90D1-A227-BDC5EDB79D3B}"/>
                </a:ext>
              </a:extLst>
            </p:cNvPr>
            <p:cNvCxnSpPr>
              <a:cxnSpLocks noChangeShapeType="1"/>
            </p:cNvCxnSpPr>
            <p:nvPr/>
          </p:nvCxnSpPr>
          <p:spPr bwMode="auto">
            <a:xfrm>
              <a:off x="2102884" y="5666007"/>
              <a:ext cx="403497"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28" name="Straight Connector 19">
              <a:extLst>
                <a:ext uri="{FF2B5EF4-FFF2-40B4-BE49-F238E27FC236}">
                  <a16:creationId xmlns:a16="http://schemas.microsoft.com/office/drawing/2014/main" id="{4AEABFA9-71E0-304A-CFD2-A36CCF7FF930}"/>
                </a:ext>
              </a:extLst>
            </p:cNvPr>
            <p:cNvCxnSpPr>
              <a:cxnSpLocks noChangeShapeType="1"/>
            </p:cNvCxnSpPr>
            <p:nvPr/>
          </p:nvCxnSpPr>
          <p:spPr bwMode="auto">
            <a:xfrm>
              <a:off x="2115010" y="5937515"/>
              <a:ext cx="403498"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29" name="Straight Connector 20">
              <a:extLst>
                <a:ext uri="{FF2B5EF4-FFF2-40B4-BE49-F238E27FC236}">
                  <a16:creationId xmlns:a16="http://schemas.microsoft.com/office/drawing/2014/main" id="{96610467-C1FB-2B75-A5B1-C8D591A5F77A}"/>
                </a:ext>
              </a:extLst>
            </p:cNvPr>
            <p:cNvCxnSpPr>
              <a:cxnSpLocks noChangeShapeType="1"/>
            </p:cNvCxnSpPr>
            <p:nvPr/>
          </p:nvCxnSpPr>
          <p:spPr bwMode="auto">
            <a:xfrm>
              <a:off x="4143383" y="3176881"/>
              <a:ext cx="403498"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4230" name="Straight Connector 21">
              <a:extLst>
                <a:ext uri="{FF2B5EF4-FFF2-40B4-BE49-F238E27FC236}">
                  <a16:creationId xmlns:a16="http://schemas.microsoft.com/office/drawing/2014/main" id="{C802003A-BCAF-E794-005E-9D28C51820B3}"/>
                </a:ext>
              </a:extLst>
            </p:cNvPr>
            <p:cNvCxnSpPr>
              <a:cxnSpLocks noChangeShapeType="1"/>
            </p:cNvCxnSpPr>
            <p:nvPr/>
          </p:nvCxnSpPr>
          <p:spPr bwMode="auto">
            <a:xfrm>
              <a:off x="4167618" y="4003460"/>
              <a:ext cx="403498" cy="161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94231" name="TextBox 22">
              <a:extLst>
                <a:ext uri="{FF2B5EF4-FFF2-40B4-BE49-F238E27FC236}">
                  <a16:creationId xmlns:a16="http://schemas.microsoft.com/office/drawing/2014/main" id="{14074737-37AB-C754-BBF5-55B76641AF5B}"/>
                </a:ext>
              </a:extLst>
            </p:cNvPr>
            <p:cNvSpPr txBox="1">
              <a:spLocks noChangeArrowheads="1"/>
            </p:cNvSpPr>
            <p:nvPr/>
          </p:nvSpPr>
          <p:spPr bwMode="auto">
            <a:xfrm>
              <a:off x="2605918" y="1923440"/>
              <a:ext cx="622051"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dirty="0">
                  <a:solidFill>
                    <a:schemeClr val="bg1"/>
                  </a:solidFill>
                </a:rPr>
                <a:t>WE</a:t>
              </a:r>
              <a:endParaRPr lang="en-GB" altLang="en-US" b="0" u="none" dirty="0">
                <a:solidFill>
                  <a:schemeClr val="bg1"/>
                </a:solidFill>
              </a:endParaRPr>
            </a:p>
          </p:txBody>
        </p:sp>
        <p:sp>
          <p:nvSpPr>
            <p:cNvPr id="94232" name="TextBox 23">
              <a:extLst>
                <a:ext uri="{FF2B5EF4-FFF2-40B4-BE49-F238E27FC236}">
                  <a16:creationId xmlns:a16="http://schemas.microsoft.com/office/drawing/2014/main" id="{03FBABA0-8E64-136C-C6E9-549A605342D3}"/>
                </a:ext>
              </a:extLst>
            </p:cNvPr>
            <p:cNvSpPr txBox="1">
              <a:spLocks noChangeArrowheads="1"/>
            </p:cNvSpPr>
            <p:nvPr/>
          </p:nvSpPr>
          <p:spPr bwMode="auto">
            <a:xfrm>
              <a:off x="2662104" y="2216414"/>
              <a:ext cx="622051"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dirty="0">
                  <a:solidFill>
                    <a:schemeClr val="bg1"/>
                  </a:solidFill>
                </a:rPr>
                <a:t>D</a:t>
              </a:r>
              <a:endParaRPr lang="en-GB" altLang="en-US" b="0" u="none" dirty="0">
                <a:solidFill>
                  <a:schemeClr val="bg1"/>
                </a:solidFill>
              </a:endParaRPr>
            </a:p>
          </p:txBody>
        </p:sp>
        <p:sp>
          <p:nvSpPr>
            <p:cNvPr id="94233" name="TextBox 24">
              <a:extLst>
                <a:ext uri="{FF2B5EF4-FFF2-40B4-BE49-F238E27FC236}">
                  <a16:creationId xmlns:a16="http://schemas.microsoft.com/office/drawing/2014/main" id="{4D9670F0-240A-158A-56E8-4D11DAB03BA2}"/>
                </a:ext>
              </a:extLst>
            </p:cNvPr>
            <p:cNvSpPr txBox="1">
              <a:spLocks noChangeArrowheads="1"/>
            </p:cNvSpPr>
            <p:nvPr/>
          </p:nvSpPr>
          <p:spPr bwMode="auto">
            <a:xfrm>
              <a:off x="2605918" y="2448983"/>
              <a:ext cx="1010832"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solidFill>
                    <a:schemeClr val="bg1"/>
                  </a:solidFill>
                </a:rPr>
                <a:t>WCLK</a:t>
              </a:r>
              <a:endParaRPr lang="en-GB" altLang="en-US" b="0" u="none">
                <a:solidFill>
                  <a:schemeClr val="bg1"/>
                </a:solidFill>
              </a:endParaRPr>
            </a:p>
          </p:txBody>
        </p:sp>
        <p:sp>
          <p:nvSpPr>
            <p:cNvPr id="94234" name="TextBox 25">
              <a:extLst>
                <a:ext uri="{FF2B5EF4-FFF2-40B4-BE49-F238E27FC236}">
                  <a16:creationId xmlns:a16="http://schemas.microsoft.com/office/drawing/2014/main" id="{6FC1A51C-7EC2-88F5-8EB0-913CDA4A8B0E}"/>
                </a:ext>
              </a:extLst>
            </p:cNvPr>
            <p:cNvSpPr txBox="1">
              <a:spLocks noChangeArrowheads="1"/>
            </p:cNvSpPr>
            <p:nvPr/>
          </p:nvSpPr>
          <p:spPr bwMode="auto">
            <a:xfrm>
              <a:off x="2605918" y="2759075"/>
              <a:ext cx="777563"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solidFill>
                    <a:schemeClr val="bg1"/>
                  </a:solidFill>
                </a:rPr>
                <a:t>A0</a:t>
              </a:r>
              <a:endParaRPr lang="en-GB" altLang="en-US" b="0" u="none">
                <a:solidFill>
                  <a:schemeClr val="bg1"/>
                </a:solidFill>
              </a:endParaRPr>
            </a:p>
          </p:txBody>
        </p:sp>
        <p:sp>
          <p:nvSpPr>
            <p:cNvPr id="94235" name="TextBox 26">
              <a:extLst>
                <a:ext uri="{FF2B5EF4-FFF2-40B4-BE49-F238E27FC236}">
                  <a16:creationId xmlns:a16="http://schemas.microsoft.com/office/drawing/2014/main" id="{E408DCBD-1137-0817-3A14-64C0E129B6AD}"/>
                </a:ext>
              </a:extLst>
            </p:cNvPr>
            <p:cNvSpPr txBox="1">
              <a:spLocks noChangeArrowheads="1"/>
            </p:cNvSpPr>
            <p:nvPr/>
          </p:nvSpPr>
          <p:spPr bwMode="auto">
            <a:xfrm>
              <a:off x="2612985" y="4076965"/>
              <a:ext cx="777563"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solidFill>
                    <a:schemeClr val="bg1"/>
                  </a:solidFill>
                </a:rPr>
                <a:t>A5</a:t>
              </a:r>
              <a:endParaRPr lang="en-GB" altLang="en-US" b="0" u="none">
                <a:solidFill>
                  <a:schemeClr val="bg1"/>
                </a:solidFill>
              </a:endParaRPr>
            </a:p>
          </p:txBody>
        </p:sp>
        <p:sp>
          <p:nvSpPr>
            <p:cNvPr id="94236" name="TextBox 27">
              <a:extLst>
                <a:ext uri="{FF2B5EF4-FFF2-40B4-BE49-F238E27FC236}">
                  <a16:creationId xmlns:a16="http://schemas.microsoft.com/office/drawing/2014/main" id="{DB5BA9AA-5134-4280-546F-879461565414}"/>
                </a:ext>
              </a:extLst>
            </p:cNvPr>
            <p:cNvSpPr txBox="1">
              <a:spLocks noChangeArrowheads="1"/>
            </p:cNvSpPr>
            <p:nvPr/>
          </p:nvSpPr>
          <p:spPr bwMode="auto">
            <a:xfrm>
              <a:off x="2528162" y="4387055"/>
              <a:ext cx="933075"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solidFill>
                    <a:schemeClr val="bg1"/>
                  </a:solidFill>
                </a:rPr>
                <a:t>DPA0</a:t>
              </a:r>
              <a:endParaRPr lang="en-GB" altLang="en-US" b="0" u="none">
                <a:solidFill>
                  <a:schemeClr val="bg1"/>
                </a:solidFill>
              </a:endParaRPr>
            </a:p>
          </p:txBody>
        </p:sp>
        <p:sp>
          <p:nvSpPr>
            <p:cNvPr id="94237" name="TextBox 28">
              <a:extLst>
                <a:ext uri="{FF2B5EF4-FFF2-40B4-BE49-F238E27FC236}">
                  <a16:creationId xmlns:a16="http://schemas.microsoft.com/office/drawing/2014/main" id="{45C15DFE-832D-E3EC-8168-DEBAC024C1AB}"/>
                </a:ext>
              </a:extLst>
            </p:cNvPr>
            <p:cNvSpPr txBox="1">
              <a:spLocks noChangeArrowheads="1"/>
            </p:cNvSpPr>
            <p:nvPr/>
          </p:nvSpPr>
          <p:spPr bwMode="auto">
            <a:xfrm>
              <a:off x="2605918" y="3020842"/>
              <a:ext cx="777563"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solidFill>
                    <a:schemeClr val="bg1"/>
                  </a:solidFill>
                </a:rPr>
                <a:t>A1</a:t>
              </a:r>
              <a:endParaRPr lang="en-GB" altLang="en-US" b="0" u="none">
                <a:solidFill>
                  <a:schemeClr val="bg1"/>
                </a:solidFill>
              </a:endParaRPr>
            </a:p>
          </p:txBody>
        </p:sp>
        <p:sp>
          <p:nvSpPr>
            <p:cNvPr id="94238" name="TextBox 29">
              <a:extLst>
                <a:ext uri="{FF2B5EF4-FFF2-40B4-BE49-F238E27FC236}">
                  <a16:creationId xmlns:a16="http://schemas.microsoft.com/office/drawing/2014/main" id="{928CD7CA-0235-A1AA-53D6-0D5BD56C39B8}"/>
                </a:ext>
              </a:extLst>
            </p:cNvPr>
            <p:cNvSpPr txBox="1">
              <a:spLocks noChangeArrowheads="1"/>
            </p:cNvSpPr>
            <p:nvPr/>
          </p:nvSpPr>
          <p:spPr bwMode="auto">
            <a:xfrm>
              <a:off x="2605918" y="3301735"/>
              <a:ext cx="777563"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solidFill>
                    <a:schemeClr val="bg1"/>
                  </a:solidFill>
                </a:rPr>
                <a:t>A2</a:t>
              </a:r>
              <a:endParaRPr lang="en-GB" altLang="en-US" b="0" u="none">
                <a:solidFill>
                  <a:schemeClr val="bg1"/>
                </a:solidFill>
              </a:endParaRPr>
            </a:p>
          </p:txBody>
        </p:sp>
        <p:sp>
          <p:nvSpPr>
            <p:cNvPr id="94239" name="TextBox 30">
              <a:extLst>
                <a:ext uri="{FF2B5EF4-FFF2-40B4-BE49-F238E27FC236}">
                  <a16:creationId xmlns:a16="http://schemas.microsoft.com/office/drawing/2014/main" id="{BE2FF133-589A-2924-F1F8-82006C65E812}"/>
                </a:ext>
              </a:extLst>
            </p:cNvPr>
            <p:cNvSpPr txBox="1">
              <a:spLocks noChangeArrowheads="1"/>
            </p:cNvSpPr>
            <p:nvPr/>
          </p:nvSpPr>
          <p:spPr bwMode="auto">
            <a:xfrm>
              <a:off x="2605918" y="3575584"/>
              <a:ext cx="777563"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solidFill>
                    <a:schemeClr val="bg1"/>
                  </a:solidFill>
                </a:rPr>
                <a:t>A3</a:t>
              </a:r>
              <a:endParaRPr lang="en-GB" altLang="en-US" b="0" u="none">
                <a:solidFill>
                  <a:schemeClr val="bg1"/>
                </a:solidFill>
              </a:endParaRPr>
            </a:p>
          </p:txBody>
        </p:sp>
        <p:sp>
          <p:nvSpPr>
            <p:cNvPr id="94240" name="TextBox 31">
              <a:extLst>
                <a:ext uri="{FF2B5EF4-FFF2-40B4-BE49-F238E27FC236}">
                  <a16:creationId xmlns:a16="http://schemas.microsoft.com/office/drawing/2014/main" id="{36F9165D-32EC-CBAF-C59A-FA90AF2360EE}"/>
                </a:ext>
              </a:extLst>
            </p:cNvPr>
            <p:cNvSpPr txBox="1">
              <a:spLocks noChangeArrowheads="1"/>
            </p:cNvSpPr>
            <p:nvPr/>
          </p:nvSpPr>
          <p:spPr bwMode="auto">
            <a:xfrm>
              <a:off x="2662104" y="3844396"/>
              <a:ext cx="777563"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solidFill>
                    <a:schemeClr val="bg1"/>
                  </a:solidFill>
                </a:rPr>
                <a:t>A4</a:t>
              </a:r>
              <a:endParaRPr lang="en-GB" altLang="en-US" b="0" u="none">
                <a:solidFill>
                  <a:schemeClr val="bg1"/>
                </a:solidFill>
              </a:endParaRPr>
            </a:p>
          </p:txBody>
        </p:sp>
        <p:sp>
          <p:nvSpPr>
            <p:cNvPr id="94241" name="TextBox 32">
              <a:extLst>
                <a:ext uri="{FF2B5EF4-FFF2-40B4-BE49-F238E27FC236}">
                  <a16:creationId xmlns:a16="http://schemas.microsoft.com/office/drawing/2014/main" id="{B4A0A5AD-AB89-7BAD-BF59-A3A659C85B10}"/>
                </a:ext>
              </a:extLst>
            </p:cNvPr>
            <p:cNvSpPr txBox="1">
              <a:spLocks noChangeArrowheads="1"/>
            </p:cNvSpPr>
            <p:nvPr/>
          </p:nvSpPr>
          <p:spPr bwMode="auto">
            <a:xfrm>
              <a:off x="2528162" y="4672986"/>
              <a:ext cx="933075"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dirty="0">
                  <a:solidFill>
                    <a:schemeClr val="bg1"/>
                  </a:solidFill>
                </a:rPr>
                <a:t>DPA1</a:t>
              </a:r>
              <a:endParaRPr lang="en-GB" altLang="en-US" b="0" u="none" dirty="0">
                <a:solidFill>
                  <a:schemeClr val="bg1"/>
                </a:solidFill>
              </a:endParaRPr>
            </a:p>
          </p:txBody>
        </p:sp>
        <p:sp>
          <p:nvSpPr>
            <p:cNvPr id="94242" name="TextBox 33">
              <a:extLst>
                <a:ext uri="{FF2B5EF4-FFF2-40B4-BE49-F238E27FC236}">
                  <a16:creationId xmlns:a16="http://schemas.microsoft.com/office/drawing/2014/main" id="{483258EB-1C65-5634-9EB8-175DA895D084}"/>
                </a:ext>
              </a:extLst>
            </p:cNvPr>
            <p:cNvSpPr txBox="1">
              <a:spLocks noChangeArrowheads="1"/>
            </p:cNvSpPr>
            <p:nvPr/>
          </p:nvSpPr>
          <p:spPr bwMode="auto">
            <a:xfrm>
              <a:off x="2528162" y="4929717"/>
              <a:ext cx="933075"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solidFill>
                    <a:schemeClr val="bg1"/>
                  </a:solidFill>
                </a:rPr>
                <a:t>DPA2</a:t>
              </a:r>
              <a:endParaRPr lang="en-GB" altLang="en-US" b="0" u="none">
                <a:solidFill>
                  <a:schemeClr val="bg1"/>
                </a:solidFill>
              </a:endParaRPr>
            </a:p>
          </p:txBody>
        </p:sp>
        <p:sp>
          <p:nvSpPr>
            <p:cNvPr id="94243" name="TextBox 34">
              <a:extLst>
                <a:ext uri="{FF2B5EF4-FFF2-40B4-BE49-F238E27FC236}">
                  <a16:creationId xmlns:a16="http://schemas.microsoft.com/office/drawing/2014/main" id="{D9A75D37-F707-E260-7398-AAC5C1AAADAB}"/>
                </a:ext>
              </a:extLst>
            </p:cNvPr>
            <p:cNvSpPr txBox="1">
              <a:spLocks noChangeArrowheads="1"/>
            </p:cNvSpPr>
            <p:nvPr/>
          </p:nvSpPr>
          <p:spPr bwMode="auto">
            <a:xfrm>
              <a:off x="2528162" y="5162286"/>
              <a:ext cx="933075"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solidFill>
                    <a:schemeClr val="bg1"/>
                  </a:solidFill>
                </a:rPr>
                <a:t>DPA3</a:t>
              </a:r>
              <a:endParaRPr lang="en-GB" altLang="en-US" b="0" u="none">
                <a:solidFill>
                  <a:schemeClr val="bg1"/>
                </a:solidFill>
              </a:endParaRPr>
            </a:p>
          </p:txBody>
        </p:sp>
        <p:sp>
          <p:nvSpPr>
            <p:cNvPr id="94244" name="TextBox 35">
              <a:extLst>
                <a:ext uri="{FF2B5EF4-FFF2-40B4-BE49-F238E27FC236}">
                  <a16:creationId xmlns:a16="http://schemas.microsoft.com/office/drawing/2014/main" id="{2ACFE03D-E69E-759A-C316-F47413486DF7}"/>
                </a:ext>
              </a:extLst>
            </p:cNvPr>
            <p:cNvSpPr txBox="1">
              <a:spLocks noChangeArrowheads="1"/>
            </p:cNvSpPr>
            <p:nvPr/>
          </p:nvSpPr>
          <p:spPr bwMode="auto">
            <a:xfrm>
              <a:off x="2528162" y="5431098"/>
              <a:ext cx="933075"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solidFill>
                    <a:schemeClr val="bg1"/>
                  </a:solidFill>
                </a:rPr>
                <a:t>DPA4</a:t>
              </a:r>
              <a:endParaRPr lang="en-GB" altLang="en-US" b="0" u="none">
                <a:solidFill>
                  <a:schemeClr val="bg1"/>
                </a:solidFill>
              </a:endParaRPr>
            </a:p>
          </p:txBody>
        </p:sp>
        <p:sp>
          <p:nvSpPr>
            <p:cNvPr id="94245" name="TextBox 36">
              <a:extLst>
                <a:ext uri="{FF2B5EF4-FFF2-40B4-BE49-F238E27FC236}">
                  <a16:creationId xmlns:a16="http://schemas.microsoft.com/office/drawing/2014/main" id="{8CE77250-52F8-BB74-3F05-941D8F2A4688}"/>
                </a:ext>
              </a:extLst>
            </p:cNvPr>
            <p:cNvSpPr txBox="1">
              <a:spLocks noChangeArrowheads="1"/>
            </p:cNvSpPr>
            <p:nvPr/>
          </p:nvSpPr>
          <p:spPr bwMode="auto">
            <a:xfrm>
              <a:off x="2528162" y="5729108"/>
              <a:ext cx="933075"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dirty="0">
                  <a:solidFill>
                    <a:schemeClr val="bg1"/>
                  </a:solidFill>
                </a:rPr>
                <a:t>DPA5</a:t>
              </a:r>
              <a:endParaRPr lang="en-GB" altLang="en-US" b="0" u="none" dirty="0">
                <a:solidFill>
                  <a:schemeClr val="bg1"/>
                </a:solidFill>
              </a:endParaRPr>
            </a:p>
          </p:txBody>
        </p:sp>
        <p:sp>
          <p:nvSpPr>
            <p:cNvPr id="94246" name="TextBox 37">
              <a:extLst>
                <a:ext uri="{FF2B5EF4-FFF2-40B4-BE49-F238E27FC236}">
                  <a16:creationId xmlns:a16="http://schemas.microsoft.com/office/drawing/2014/main" id="{5C769789-85B4-2DBC-2C5B-3DC580087C62}"/>
                </a:ext>
              </a:extLst>
            </p:cNvPr>
            <p:cNvSpPr txBox="1">
              <a:spLocks noChangeArrowheads="1"/>
            </p:cNvSpPr>
            <p:nvPr/>
          </p:nvSpPr>
          <p:spPr bwMode="auto">
            <a:xfrm>
              <a:off x="3476019" y="2991645"/>
              <a:ext cx="777564"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solidFill>
                    <a:schemeClr val="bg1"/>
                  </a:solidFill>
                </a:rPr>
                <a:t>SPO</a:t>
              </a:r>
              <a:endParaRPr lang="en-GB" altLang="en-US" b="0" u="none">
                <a:solidFill>
                  <a:schemeClr val="bg1"/>
                </a:solidFill>
              </a:endParaRPr>
            </a:p>
          </p:txBody>
        </p:sp>
        <p:sp>
          <p:nvSpPr>
            <p:cNvPr id="94247" name="TextBox 38">
              <a:extLst>
                <a:ext uri="{FF2B5EF4-FFF2-40B4-BE49-F238E27FC236}">
                  <a16:creationId xmlns:a16="http://schemas.microsoft.com/office/drawing/2014/main" id="{E0FED5BF-C836-14E5-CD10-D4832E3143E3}"/>
                </a:ext>
              </a:extLst>
            </p:cNvPr>
            <p:cNvSpPr txBox="1">
              <a:spLocks noChangeArrowheads="1"/>
            </p:cNvSpPr>
            <p:nvPr/>
          </p:nvSpPr>
          <p:spPr bwMode="auto">
            <a:xfrm>
              <a:off x="3439667" y="3820234"/>
              <a:ext cx="777564" cy="41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solidFill>
                    <a:schemeClr val="bg1"/>
                  </a:solidFill>
                </a:rPr>
                <a:t>DPO</a:t>
              </a:r>
              <a:endParaRPr lang="en-GB" altLang="en-US" b="0" u="none">
                <a:solidFill>
                  <a:schemeClr val="bg1"/>
                </a:solidFill>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4">
            <a:extLst>
              <a:ext uri="{FF2B5EF4-FFF2-40B4-BE49-F238E27FC236}">
                <a16:creationId xmlns:a16="http://schemas.microsoft.com/office/drawing/2014/main" id="{488E79CC-6BA3-FA4C-5F70-A879FBBA7D06}"/>
              </a:ext>
            </a:extLst>
          </p:cNvPr>
          <p:cNvSpPr>
            <a:spLocks noGrp="1" noChangeArrowheads="1"/>
          </p:cNvSpPr>
          <p:nvPr>
            <p:ph type="title"/>
          </p:nvPr>
        </p:nvSpPr>
        <p:spPr>
          <a:xfrm>
            <a:off x="0" y="183401"/>
            <a:ext cx="11612880" cy="704088"/>
          </a:xfrm>
        </p:spPr>
        <p:txBody>
          <a:bodyPr/>
          <a:lstStyle/>
          <a:p>
            <a:r>
              <a:rPr lang="en-US" altLang="en-US"/>
              <a:t>RAM</a:t>
            </a:r>
            <a:r>
              <a:rPr lang="ru-RU" altLang="en-US"/>
              <a:t> 64</a:t>
            </a:r>
            <a:r>
              <a:rPr lang="ru-RU" altLang="en-US">
                <a:sym typeface="Symbol" panose="05050102010706020507" pitchFamily="18" charset="2"/>
              </a:rPr>
              <a:t></a:t>
            </a:r>
            <a:r>
              <a:rPr lang="ru-RU" altLang="en-US"/>
              <a:t>1</a:t>
            </a:r>
            <a:r>
              <a:rPr lang="en-US" altLang="en-US"/>
              <a:t>S </a:t>
            </a:r>
            <a:endParaRPr lang="ru-RU" altLang="en-US"/>
          </a:p>
        </p:txBody>
      </p:sp>
      <p:sp>
        <p:nvSpPr>
          <p:cNvPr id="95235" name="Text Box 5">
            <a:extLst>
              <a:ext uri="{FF2B5EF4-FFF2-40B4-BE49-F238E27FC236}">
                <a16:creationId xmlns:a16="http://schemas.microsoft.com/office/drawing/2014/main" id="{385FAE91-A373-9490-3232-8DD43D8BDA9D}"/>
              </a:ext>
            </a:extLst>
          </p:cNvPr>
          <p:cNvSpPr txBox="1">
            <a:spLocks noChangeArrowheads="1"/>
          </p:cNvSpPr>
          <p:nvPr/>
        </p:nvSpPr>
        <p:spPr bwMode="auto">
          <a:xfrm>
            <a:off x="3124200" y="1295401"/>
            <a:ext cx="457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en-US" b="0" u="none"/>
          </a:p>
        </p:txBody>
      </p:sp>
      <p:grpSp>
        <p:nvGrpSpPr>
          <p:cNvPr id="95236" name="Group 40">
            <a:extLst>
              <a:ext uri="{FF2B5EF4-FFF2-40B4-BE49-F238E27FC236}">
                <a16:creationId xmlns:a16="http://schemas.microsoft.com/office/drawing/2014/main" id="{70D42C67-2BDA-F164-367A-DA7C7836C570}"/>
              </a:ext>
            </a:extLst>
          </p:cNvPr>
          <p:cNvGrpSpPr>
            <a:grpSpLocks/>
          </p:cNvGrpSpPr>
          <p:nvPr/>
        </p:nvGrpSpPr>
        <p:grpSpPr bwMode="auto">
          <a:xfrm>
            <a:off x="1828800" y="1828800"/>
            <a:ext cx="7310438" cy="3276600"/>
            <a:chOff x="1262063" y="2057400"/>
            <a:chExt cx="7310437" cy="3276600"/>
          </a:xfrm>
        </p:grpSpPr>
        <p:sp>
          <p:nvSpPr>
            <p:cNvPr id="74757" name="Rectangle 7">
              <a:extLst>
                <a:ext uri="{FF2B5EF4-FFF2-40B4-BE49-F238E27FC236}">
                  <a16:creationId xmlns:a16="http://schemas.microsoft.com/office/drawing/2014/main" id="{8E8C713F-ACF2-4D91-8B7C-DAD68A834DFF}"/>
                </a:ext>
              </a:extLst>
            </p:cNvPr>
            <p:cNvSpPr>
              <a:spLocks noChangeArrowheads="1"/>
            </p:cNvSpPr>
            <p:nvPr/>
          </p:nvSpPr>
          <p:spPr bwMode="auto">
            <a:xfrm>
              <a:off x="3270251" y="2057400"/>
              <a:ext cx="1463675" cy="2949575"/>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5240" name="Line 8">
              <a:extLst>
                <a:ext uri="{FF2B5EF4-FFF2-40B4-BE49-F238E27FC236}">
                  <a16:creationId xmlns:a16="http://schemas.microsoft.com/office/drawing/2014/main" id="{C05060E5-0486-8C4A-B777-F6AA046106B2}"/>
                </a:ext>
              </a:extLst>
            </p:cNvPr>
            <p:cNvSpPr>
              <a:spLocks noChangeShapeType="1"/>
            </p:cNvSpPr>
            <p:nvPr/>
          </p:nvSpPr>
          <p:spPr bwMode="auto">
            <a:xfrm>
              <a:off x="2178050" y="3060700"/>
              <a:ext cx="10747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1" name="Line 9">
              <a:extLst>
                <a:ext uri="{FF2B5EF4-FFF2-40B4-BE49-F238E27FC236}">
                  <a16:creationId xmlns:a16="http://schemas.microsoft.com/office/drawing/2014/main" id="{03DE321D-5FA4-9A94-CEF7-380355095299}"/>
                </a:ext>
              </a:extLst>
            </p:cNvPr>
            <p:cNvSpPr>
              <a:spLocks noChangeShapeType="1"/>
            </p:cNvSpPr>
            <p:nvPr/>
          </p:nvSpPr>
          <p:spPr bwMode="auto">
            <a:xfrm>
              <a:off x="4738688" y="2692400"/>
              <a:ext cx="2293937"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5242" name="Line 10">
              <a:extLst>
                <a:ext uri="{FF2B5EF4-FFF2-40B4-BE49-F238E27FC236}">
                  <a16:creationId xmlns:a16="http://schemas.microsoft.com/office/drawing/2014/main" id="{3F98FEF2-D5C9-B76C-3C07-EE18660D96A2}"/>
                </a:ext>
              </a:extLst>
            </p:cNvPr>
            <p:cNvSpPr>
              <a:spLocks noChangeShapeType="1"/>
            </p:cNvSpPr>
            <p:nvPr/>
          </p:nvSpPr>
          <p:spPr bwMode="auto">
            <a:xfrm>
              <a:off x="2900363" y="3552825"/>
              <a:ext cx="3698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3" name="Text Box 11">
              <a:extLst>
                <a:ext uri="{FF2B5EF4-FFF2-40B4-BE49-F238E27FC236}">
                  <a16:creationId xmlns:a16="http://schemas.microsoft.com/office/drawing/2014/main" id="{4182C717-C6FC-BCCF-F24C-5FCBCC95A713}"/>
                </a:ext>
              </a:extLst>
            </p:cNvPr>
            <p:cNvSpPr txBox="1">
              <a:spLocks noChangeArrowheads="1"/>
            </p:cNvSpPr>
            <p:nvPr/>
          </p:nvSpPr>
          <p:spPr bwMode="auto">
            <a:xfrm>
              <a:off x="3322638" y="2894013"/>
              <a:ext cx="922337"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А6:А1</a:t>
              </a:r>
              <a:endParaRPr lang="ru-RU" altLang="en-US" sz="1600" b="0" u="none"/>
            </a:p>
          </p:txBody>
        </p:sp>
        <p:sp>
          <p:nvSpPr>
            <p:cNvPr id="95244" name="Text Box 12">
              <a:extLst>
                <a:ext uri="{FF2B5EF4-FFF2-40B4-BE49-F238E27FC236}">
                  <a16:creationId xmlns:a16="http://schemas.microsoft.com/office/drawing/2014/main" id="{C99F163C-DD06-D52D-B502-1C2D1723675C}"/>
                </a:ext>
              </a:extLst>
            </p:cNvPr>
            <p:cNvSpPr txBox="1">
              <a:spLocks noChangeArrowheads="1"/>
            </p:cNvSpPr>
            <p:nvPr/>
          </p:nvSpPr>
          <p:spPr bwMode="auto">
            <a:xfrm>
              <a:off x="3284538" y="3400425"/>
              <a:ext cx="1404937"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WA6:WA1</a:t>
              </a:r>
              <a:endParaRPr lang="ru-RU" altLang="en-US" sz="1600" b="0" u="none"/>
            </a:p>
          </p:txBody>
        </p:sp>
        <p:sp>
          <p:nvSpPr>
            <p:cNvPr id="95245" name="Text Box 13">
              <a:extLst>
                <a:ext uri="{FF2B5EF4-FFF2-40B4-BE49-F238E27FC236}">
                  <a16:creationId xmlns:a16="http://schemas.microsoft.com/office/drawing/2014/main" id="{FC06EEE8-8239-2B80-BECD-D4AF917480D7}"/>
                </a:ext>
              </a:extLst>
            </p:cNvPr>
            <p:cNvSpPr txBox="1">
              <a:spLocks noChangeArrowheads="1"/>
            </p:cNvSpPr>
            <p:nvPr/>
          </p:nvSpPr>
          <p:spPr bwMode="auto">
            <a:xfrm>
              <a:off x="4170363" y="2405063"/>
              <a:ext cx="7842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O6</a:t>
              </a:r>
              <a:endParaRPr lang="ru-RU" altLang="en-US" sz="1600" b="0" u="none"/>
            </a:p>
          </p:txBody>
        </p:sp>
        <p:sp>
          <p:nvSpPr>
            <p:cNvPr id="95246" name="Text Box 14">
              <a:extLst>
                <a:ext uri="{FF2B5EF4-FFF2-40B4-BE49-F238E27FC236}">
                  <a16:creationId xmlns:a16="http://schemas.microsoft.com/office/drawing/2014/main" id="{364B7BDF-02FE-D49E-1B7E-0BE41C34219A}"/>
                </a:ext>
              </a:extLst>
            </p:cNvPr>
            <p:cNvSpPr txBox="1">
              <a:spLocks noChangeArrowheads="1"/>
            </p:cNvSpPr>
            <p:nvPr/>
          </p:nvSpPr>
          <p:spPr bwMode="auto">
            <a:xfrm>
              <a:off x="3273425" y="2303463"/>
              <a:ext cx="922338"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DI1</a:t>
              </a:r>
              <a:endParaRPr lang="ru-RU" altLang="en-US" sz="1600" b="0" u="none"/>
            </a:p>
          </p:txBody>
        </p:sp>
        <p:sp>
          <p:nvSpPr>
            <p:cNvPr id="95247" name="Text Box 15">
              <a:extLst>
                <a:ext uri="{FF2B5EF4-FFF2-40B4-BE49-F238E27FC236}">
                  <a16:creationId xmlns:a16="http://schemas.microsoft.com/office/drawing/2014/main" id="{A9B139D1-B0FD-D365-1C28-216EBB746CDF}"/>
                </a:ext>
              </a:extLst>
            </p:cNvPr>
            <p:cNvSpPr txBox="1">
              <a:spLocks noChangeArrowheads="1"/>
            </p:cNvSpPr>
            <p:nvPr/>
          </p:nvSpPr>
          <p:spPr bwMode="auto">
            <a:xfrm>
              <a:off x="3422650" y="3849688"/>
              <a:ext cx="968375"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CK</a:t>
              </a:r>
              <a:endParaRPr lang="ru-RU" altLang="en-US" sz="1600" b="0" u="none"/>
            </a:p>
          </p:txBody>
        </p:sp>
        <p:sp>
          <p:nvSpPr>
            <p:cNvPr id="95248" name="Text Box 16">
              <a:extLst>
                <a:ext uri="{FF2B5EF4-FFF2-40B4-BE49-F238E27FC236}">
                  <a16:creationId xmlns:a16="http://schemas.microsoft.com/office/drawing/2014/main" id="{1ABB5B8E-3EBE-C423-0386-BCA5DA5B7D57}"/>
                </a:ext>
              </a:extLst>
            </p:cNvPr>
            <p:cNvSpPr txBox="1">
              <a:spLocks noChangeArrowheads="1"/>
            </p:cNvSpPr>
            <p:nvPr/>
          </p:nvSpPr>
          <p:spPr bwMode="auto">
            <a:xfrm>
              <a:off x="3333750" y="4468813"/>
              <a:ext cx="96837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WEN</a:t>
              </a:r>
              <a:endParaRPr lang="ru-RU" altLang="en-US" sz="1600" b="0" u="none"/>
            </a:p>
          </p:txBody>
        </p:sp>
        <p:sp>
          <p:nvSpPr>
            <p:cNvPr id="95249" name="Line 17">
              <a:extLst>
                <a:ext uri="{FF2B5EF4-FFF2-40B4-BE49-F238E27FC236}">
                  <a16:creationId xmlns:a16="http://schemas.microsoft.com/office/drawing/2014/main" id="{EC6926DD-9497-4047-357E-2BD92874A368}"/>
                </a:ext>
              </a:extLst>
            </p:cNvPr>
            <p:cNvSpPr>
              <a:spLocks noChangeShapeType="1"/>
            </p:cNvSpPr>
            <p:nvPr/>
          </p:nvSpPr>
          <p:spPr bwMode="auto">
            <a:xfrm>
              <a:off x="2058988" y="4022725"/>
              <a:ext cx="1184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0" name="Line 18">
              <a:extLst>
                <a:ext uri="{FF2B5EF4-FFF2-40B4-BE49-F238E27FC236}">
                  <a16:creationId xmlns:a16="http://schemas.microsoft.com/office/drawing/2014/main" id="{A2788F10-C649-DDA2-94F1-7290917A04A3}"/>
                </a:ext>
              </a:extLst>
            </p:cNvPr>
            <p:cNvSpPr>
              <a:spLocks noChangeShapeType="1"/>
            </p:cNvSpPr>
            <p:nvPr/>
          </p:nvSpPr>
          <p:spPr bwMode="auto">
            <a:xfrm>
              <a:off x="2178050" y="4592638"/>
              <a:ext cx="10683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1" name="Line 19">
              <a:extLst>
                <a:ext uri="{FF2B5EF4-FFF2-40B4-BE49-F238E27FC236}">
                  <a16:creationId xmlns:a16="http://schemas.microsoft.com/office/drawing/2014/main" id="{FED8B6CD-52C0-F5B3-E600-97270D4D8C33}"/>
                </a:ext>
              </a:extLst>
            </p:cNvPr>
            <p:cNvSpPr>
              <a:spLocks noChangeShapeType="1"/>
            </p:cNvSpPr>
            <p:nvPr/>
          </p:nvSpPr>
          <p:spPr bwMode="auto">
            <a:xfrm>
              <a:off x="2233613" y="2528888"/>
              <a:ext cx="10160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2" name="Line 20">
              <a:extLst>
                <a:ext uri="{FF2B5EF4-FFF2-40B4-BE49-F238E27FC236}">
                  <a16:creationId xmlns:a16="http://schemas.microsoft.com/office/drawing/2014/main" id="{4A64A85A-4543-CC04-6F81-69737BB4FC01}"/>
                </a:ext>
              </a:extLst>
            </p:cNvPr>
            <p:cNvSpPr>
              <a:spLocks noChangeShapeType="1"/>
            </p:cNvSpPr>
            <p:nvPr/>
          </p:nvSpPr>
          <p:spPr bwMode="auto">
            <a:xfrm flipV="1">
              <a:off x="2894013" y="3060700"/>
              <a:ext cx="0" cy="492125"/>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5253" name="Text Box 21">
              <a:extLst>
                <a:ext uri="{FF2B5EF4-FFF2-40B4-BE49-F238E27FC236}">
                  <a16:creationId xmlns:a16="http://schemas.microsoft.com/office/drawing/2014/main" id="{657A8EDA-5F2C-C162-1B14-BD26C9136E72}"/>
                </a:ext>
              </a:extLst>
            </p:cNvPr>
            <p:cNvSpPr txBox="1">
              <a:spLocks noChangeArrowheads="1"/>
            </p:cNvSpPr>
            <p:nvPr/>
          </p:nvSpPr>
          <p:spPr bwMode="auto">
            <a:xfrm>
              <a:off x="7108825" y="2503488"/>
              <a:ext cx="1106488"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Output</a:t>
              </a:r>
              <a:endParaRPr lang="ru-RU" altLang="en-US" b="0" u="none"/>
            </a:p>
          </p:txBody>
        </p:sp>
        <p:sp>
          <p:nvSpPr>
            <p:cNvPr id="74772" name="Rectangle 22">
              <a:extLst>
                <a:ext uri="{FF2B5EF4-FFF2-40B4-BE49-F238E27FC236}">
                  <a16:creationId xmlns:a16="http://schemas.microsoft.com/office/drawing/2014/main" id="{B809AE3C-9C26-4EF0-9486-A7D0D5D0AC66}"/>
                </a:ext>
              </a:extLst>
            </p:cNvPr>
            <p:cNvSpPr>
              <a:spLocks noChangeArrowheads="1"/>
            </p:cNvSpPr>
            <p:nvPr/>
          </p:nvSpPr>
          <p:spPr bwMode="auto">
            <a:xfrm>
              <a:off x="5630862" y="3060700"/>
              <a:ext cx="920750" cy="1563688"/>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5255" name="Text Box 23">
              <a:extLst>
                <a:ext uri="{FF2B5EF4-FFF2-40B4-BE49-F238E27FC236}">
                  <a16:creationId xmlns:a16="http://schemas.microsoft.com/office/drawing/2014/main" id="{258EC00B-38C6-5DF2-EF31-16B4329780AA}"/>
                </a:ext>
              </a:extLst>
            </p:cNvPr>
            <p:cNvSpPr txBox="1">
              <a:spLocks noChangeArrowheads="1"/>
            </p:cNvSpPr>
            <p:nvPr/>
          </p:nvSpPr>
          <p:spPr bwMode="auto">
            <a:xfrm>
              <a:off x="5681662" y="3286125"/>
              <a:ext cx="65563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a:t>
              </a:r>
              <a:endParaRPr lang="ru-RU" altLang="en-US" b="0" u="none"/>
            </a:p>
          </p:txBody>
        </p:sp>
        <p:grpSp>
          <p:nvGrpSpPr>
            <p:cNvPr id="95256" name="Group 24">
              <a:extLst>
                <a:ext uri="{FF2B5EF4-FFF2-40B4-BE49-F238E27FC236}">
                  <a16:creationId xmlns:a16="http://schemas.microsoft.com/office/drawing/2014/main" id="{50A66DFE-259D-B702-0E5E-04757341679D}"/>
                </a:ext>
              </a:extLst>
            </p:cNvPr>
            <p:cNvGrpSpPr>
              <a:grpSpLocks/>
            </p:cNvGrpSpPr>
            <p:nvPr/>
          </p:nvGrpSpPr>
          <p:grpSpPr bwMode="auto">
            <a:xfrm>
              <a:off x="5630863" y="4186238"/>
              <a:ext cx="120650" cy="158750"/>
              <a:chOff x="7187" y="13254"/>
              <a:chExt cx="119" cy="117"/>
            </a:xfrm>
          </p:grpSpPr>
          <p:sp>
            <p:nvSpPr>
              <p:cNvPr id="95271" name="Line 25">
                <a:extLst>
                  <a:ext uri="{FF2B5EF4-FFF2-40B4-BE49-F238E27FC236}">
                    <a16:creationId xmlns:a16="http://schemas.microsoft.com/office/drawing/2014/main" id="{07C11C3D-EE14-B0C5-8F7C-E3712F1BC24A}"/>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72" name="Line 26">
                <a:extLst>
                  <a:ext uri="{FF2B5EF4-FFF2-40B4-BE49-F238E27FC236}">
                    <a16:creationId xmlns:a16="http://schemas.microsoft.com/office/drawing/2014/main" id="{1AAFE564-08DE-9B29-1A40-8E2A6EE01EE5}"/>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73" name="Line 27">
                <a:extLst>
                  <a:ext uri="{FF2B5EF4-FFF2-40B4-BE49-F238E27FC236}">
                    <a16:creationId xmlns:a16="http://schemas.microsoft.com/office/drawing/2014/main" id="{12546BF7-72B1-3E33-A3E5-EABF91E210D0}"/>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74" name="Line 28">
                <a:extLst>
                  <a:ext uri="{FF2B5EF4-FFF2-40B4-BE49-F238E27FC236}">
                    <a16:creationId xmlns:a16="http://schemas.microsoft.com/office/drawing/2014/main" id="{808D44E9-D100-0DB7-3335-91405B9B0CF4}"/>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75" name="Line 29">
                <a:extLst>
                  <a:ext uri="{FF2B5EF4-FFF2-40B4-BE49-F238E27FC236}">
                    <a16:creationId xmlns:a16="http://schemas.microsoft.com/office/drawing/2014/main" id="{FA27036B-4AF1-2C89-3F89-08A2B8A2E4CB}"/>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5257" name="Line 30">
              <a:extLst>
                <a:ext uri="{FF2B5EF4-FFF2-40B4-BE49-F238E27FC236}">
                  <a16:creationId xmlns:a16="http://schemas.microsoft.com/office/drawing/2014/main" id="{E9988A0C-3FAA-E225-DC2A-F6E000087F18}"/>
                </a:ext>
              </a:extLst>
            </p:cNvPr>
            <p:cNvSpPr>
              <a:spLocks noChangeShapeType="1"/>
            </p:cNvSpPr>
            <p:nvPr/>
          </p:nvSpPr>
          <p:spPr bwMode="auto">
            <a:xfrm>
              <a:off x="5289550" y="2687638"/>
              <a:ext cx="0" cy="80645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5258" name="Line 31">
              <a:extLst>
                <a:ext uri="{FF2B5EF4-FFF2-40B4-BE49-F238E27FC236}">
                  <a16:creationId xmlns:a16="http://schemas.microsoft.com/office/drawing/2014/main" id="{5D69D51B-C8C5-C54D-874B-107B8202F12C}"/>
                </a:ext>
              </a:extLst>
            </p:cNvPr>
            <p:cNvSpPr>
              <a:spLocks noChangeShapeType="1"/>
            </p:cNvSpPr>
            <p:nvPr/>
          </p:nvSpPr>
          <p:spPr bwMode="auto">
            <a:xfrm>
              <a:off x="5289550" y="3506788"/>
              <a:ext cx="3238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59" name="Line 32">
              <a:extLst>
                <a:ext uri="{FF2B5EF4-FFF2-40B4-BE49-F238E27FC236}">
                  <a16:creationId xmlns:a16="http://schemas.microsoft.com/office/drawing/2014/main" id="{897B490F-0A6F-6AC7-1356-1CB184B307EC}"/>
                </a:ext>
              </a:extLst>
            </p:cNvPr>
            <p:cNvSpPr>
              <a:spLocks noChangeShapeType="1"/>
            </p:cNvSpPr>
            <p:nvPr/>
          </p:nvSpPr>
          <p:spPr bwMode="auto">
            <a:xfrm>
              <a:off x="6551613" y="3552825"/>
              <a:ext cx="460375"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5260" name="Text Box 33">
              <a:extLst>
                <a:ext uri="{FF2B5EF4-FFF2-40B4-BE49-F238E27FC236}">
                  <a16:creationId xmlns:a16="http://schemas.microsoft.com/office/drawing/2014/main" id="{884F9B0D-3BA8-7D9B-1D1C-2934A16AE8A8}"/>
                </a:ext>
              </a:extLst>
            </p:cNvPr>
            <p:cNvSpPr txBox="1">
              <a:spLocks noChangeArrowheads="1"/>
            </p:cNvSpPr>
            <p:nvPr/>
          </p:nvSpPr>
          <p:spPr bwMode="auto">
            <a:xfrm>
              <a:off x="7097713" y="3302000"/>
              <a:ext cx="1474787" cy="98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Registered</a:t>
              </a:r>
            </a:p>
            <a:p>
              <a:pPr eaLnBrk="1" hangingPunct="1"/>
              <a:r>
                <a:rPr lang="en-US" altLang="en-US" b="0" u="none"/>
                <a:t>Output</a:t>
              </a:r>
              <a:endParaRPr lang="ru-RU" altLang="en-US" b="0" u="none"/>
            </a:p>
          </p:txBody>
        </p:sp>
        <p:sp>
          <p:nvSpPr>
            <p:cNvPr id="95261" name="Line 34">
              <a:extLst>
                <a:ext uri="{FF2B5EF4-FFF2-40B4-BE49-F238E27FC236}">
                  <a16:creationId xmlns:a16="http://schemas.microsoft.com/office/drawing/2014/main" id="{0F70E81D-FEF6-804E-7A48-9F407D115861}"/>
                </a:ext>
              </a:extLst>
            </p:cNvPr>
            <p:cNvSpPr>
              <a:spLocks noChangeShapeType="1"/>
            </p:cNvSpPr>
            <p:nvPr/>
          </p:nvSpPr>
          <p:spPr bwMode="auto">
            <a:xfrm>
              <a:off x="2876550" y="4022725"/>
              <a:ext cx="0" cy="130810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5262" name="Line 35">
              <a:extLst>
                <a:ext uri="{FF2B5EF4-FFF2-40B4-BE49-F238E27FC236}">
                  <a16:creationId xmlns:a16="http://schemas.microsoft.com/office/drawing/2014/main" id="{BD6C71A9-4AD0-FB71-848F-1E08EEF83BE2}"/>
                </a:ext>
              </a:extLst>
            </p:cNvPr>
            <p:cNvSpPr>
              <a:spLocks noChangeShapeType="1"/>
            </p:cNvSpPr>
            <p:nvPr/>
          </p:nvSpPr>
          <p:spPr bwMode="auto">
            <a:xfrm>
              <a:off x="2876550" y="5334000"/>
              <a:ext cx="23987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3" name="Line 36">
              <a:extLst>
                <a:ext uri="{FF2B5EF4-FFF2-40B4-BE49-F238E27FC236}">
                  <a16:creationId xmlns:a16="http://schemas.microsoft.com/office/drawing/2014/main" id="{69730B18-62D8-0624-483D-5DD6756B6F9B}"/>
                </a:ext>
              </a:extLst>
            </p:cNvPr>
            <p:cNvSpPr>
              <a:spLocks noChangeShapeType="1"/>
            </p:cNvSpPr>
            <p:nvPr/>
          </p:nvSpPr>
          <p:spPr bwMode="auto">
            <a:xfrm>
              <a:off x="5276850" y="4265613"/>
              <a:ext cx="0" cy="10604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4" name="Line 37">
              <a:extLst>
                <a:ext uri="{FF2B5EF4-FFF2-40B4-BE49-F238E27FC236}">
                  <a16:creationId xmlns:a16="http://schemas.microsoft.com/office/drawing/2014/main" id="{84AEF002-72BF-6DC4-422A-E85A6DABD394}"/>
                </a:ext>
              </a:extLst>
            </p:cNvPr>
            <p:cNvSpPr>
              <a:spLocks noChangeShapeType="1"/>
            </p:cNvSpPr>
            <p:nvPr/>
          </p:nvSpPr>
          <p:spPr bwMode="auto">
            <a:xfrm>
              <a:off x="5276850" y="4265613"/>
              <a:ext cx="3587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65" name="Text Box 38">
              <a:extLst>
                <a:ext uri="{FF2B5EF4-FFF2-40B4-BE49-F238E27FC236}">
                  <a16:creationId xmlns:a16="http://schemas.microsoft.com/office/drawing/2014/main" id="{5D5FBA73-3A56-2112-C632-2FAB74B0DAFE}"/>
                </a:ext>
              </a:extLst>
            </p:cNvPr>
            <p:cNvSpPr txBox="1">
              <a:spLocks noChangeArrowheads="1"/>
            </p:cNvSpPr>
            <p:nvPr/>
          </p:nvSpPr>
          <p:spPr bwMode="auto">
            <a:xfrm>
              <a:off x="1849438" y="2419350"/>
              <a:ext cx="738187"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a:t>
              </a:r>
              <a:endParaRPr lang="ru-RU" altLang="en-US" b="0" u="none"/>
            </a:p>
          </p:txBody>
        </p:sp>
        <p:sp>
          <p:nvSpPr>
            <p:cNvPr id="95266" name="Text Box 39">
              <a:extLst>
                <a:ext uri="{FF2B5EF4-FFF2-40B4-BE49-F238E27FC236}">
                  <a16:creationId xmlns:a16="http://schemas.microsoft.com/office/drawing/2014/main" id="{962FFF12-A13F-20A7-B88A-67FFF3140F05}"/>
                </a:ext>
              </a:extLst>
            </p:cNvPr>
            <p:cNvSpPr txBox="1">
              <a:spLocks noChangeArrowheads="1"/>
            </p:cNvSpPr>
            <p:nvPr/>
          </p:nvSpPr>
          <p:spPr bwMode="auto">
            <a:xfrm>
              <a:off x="1403350" y="2951163"/>
              <a:ext cx="118745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A[5:0]</a:t>
              </a:r>
              <a:endParaRPr lang="ru-RU" altLang="en-US" b="0" u="none"/>
            </a:p>
          </p:txBody>
        </p:sp>
        <p:sp>
          <p:nvSpPr>
            <p:cNvPr id="95267" name="Text Box 40">
              <a:extLst>
                <a:ext uri="{FF2B5EF4-FFF2-40B4-BE49-F238E27FC236}">
                  <a16:creationId xmlns:a16="http://schemas.microsoft.com/office/drawing/2014/main" id="{FF90A060-DAFF-57D9-0C05-1538310E913A}"/>
                </a:ext>
              </a:extLst>
            </p:cNvPr>
            <p:cNvSpPr txBox="1">
              <a:spLocks noChangeArrowheads="1"/>
            </p:cNvSpPr>
            <p:nvPr/>
          </p:nvSpPr>
          <p:spPr bwMode="auto">
            <a:xfrm>
              <a:off x="1262063" y="3863975"/>
              <a:ext cx="1090612"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WCLK</a:t>
              </a:r>
              <a:endParaRPr lang="ru-RU" altLang="en-US" b="0" u="none"/>
            </a:p>
          </p:txBody>
        </p:sp>
        <p:sp>
          <p:nvSpPr>
            <p:cNvPr id="95268" name="Text Box 41">
              <a:extLst>
                <a:ext uri="{FF2B5EF4-FFF2-40B4-BE49-F238E27FC236}">
                  <a16:creationId xmlns:a16="http://schemas.microsoft.com/office/drawing/2014/main" id="{2A551390-2586-434D-0F10-B3E1D491F671}"/>
                </a:ext>
              </a:extLst>
            </p:cNvPr>
            <p:cNvSpPr txBox="1">
              <a:spLocks noChangeArrowheads="1"/>
            </p:cNvSpPr>
            <p:nvPr/>
          </p:nvSpPr>
          <p:spPr bwMode="auto">
            <a:xfrm>
              <a:off x="1476375" y="4454525"/>
              <a:ext cx="1090613"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WE</a:t>
              </a:r>
              <a:endParaRPr lang="ru-RU" altLang="en-US" b="0" u="none"/>
            </a:p>
          </p:txBody>
        </p:sp>
        <p:sp>
          <p:nvSpPr>
            <p:cNvPr id="95269" name="Line 42">
              <a:extLst>
                <a:ext uri="{FF2B5EF4-FFF2-40B4-BE49-F238E27FC236}">
                  <a16:creationId xmlns:a16="http://schemas.microsoft.com/office/drawing/2014/main" id="{960C54EF-5DFD-5435-64B4-2C9E8DB57EA0}"/>
                </a:ext>
              </a:extLst>
            </p:cNvPr>
            <p:cNvSpPr>
              <a:spLocks noChangeShapeType="1"/>
            </p:cNvSpPr>
            <p:nvPr/>
          </p:nvSpPr>
          <p:spPr bwMode="auto">
            <a:xfrm>
              <a:off x="2433638" y="2959100"/>
              <a:ext cx="128587" cy="1698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70" name="Text Box 43">
              <a:extLst>
                <a:ext uri="{FF2B5EF4-FFF2-40B4-BE49-F238E27FC236}">
                  <a16:creationId xmlns:a16="http://schemas.microsoft.com/office/drawing/2014/main" id="{7DFBFAA0-71AB-C692-85CC-BC8734D84BFC}"/>
                </a:ext>
              </a:extLst>
            </p:cNvPr>
            <p:cNvSpPr txBox="1">
              <a:spLocks noChangeArrowheads="1"/>
            </p:cNvSpPr>
            <p:nvPr/>
          </p:nvSpPr>
          <p:spPr bwMode="auto">
            <a:xfrm>
              <a:off x="2362200" y="2720975"/>
              <a:ext cx="59055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6</a:t>
              </a:r>
              <a:endParaRPr lang="ru-RU" altLang="en-US" sz="1600" b="0" u="none"/>
            </a:p>
          </p:txBody>
        </p:sp>
      </p:grpSp>
      <p:cxnSp>
        <p:nvCxnSpPr>
          <p:cNvPr id="95237" name="Straight Connector 42">
            <a:extLst>
              <a:ext uri="{FF2B5EF4-FFF2-40B4-BE49-F238E27FC236}">
                <a16:creationId xmlns:a16="http://schemas.microsoft.com/office/drawing/2014/main" id="{1C8CCD7A-14BE-321F-0CEB-2E404EEDD60E}"/>
              </a:ext>
            </a:extLst>
          </p:cNvPr>
          <p:cNvCxnSpPr>
            <a:cxnSpLocks noChangeShapeType="1"/>
          </p:cNvCxnSpPr>
          <p:nvPr/>
        </p:nvCxnSpPr>
        <p:spPr bwMode="auto">
          <a:xfrm>
            <a:off x="3848100" y="2082800"/>
            <a:ext cx="14478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5238" name="TextBox 43">
            <a:extLst>
              <a:ext uri="{FF2B5EF4-FFF2-40B4-BE49-F238E27FC236}">
                <a16:creationId xmlns:a16="http://schemas.microsoft.com/office/drawing/2014/main" id="{FBA777C4-6237-68C1-4AC4-A66F3B9C9DDB}"/>
              </a:ext>
            </a:extLst>
          </p:cNvPr>
          <p:cNvSpPr txBox="1">
            <a:spLocks noChangeArrowheads="1"/>
          </p:cNvSpPr>
          <p:nvPr/>
        </p:nvSpPr>
        <p:spPr bwMode="auto">
          <a:xfrm>
            <a:off x="4000500" y="1778000"/>
            <a:ext cx="1371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SPRAM64</a:t>
            </a:r>
            <a:r>
              <a:rPr lang="en-US" altLang="en-US" sz="1600" b="0"/>
              <a:t> </a:t>
            </a:r>
            <a:endParaRPr lang="en-GB" altLang="en-US" sz="1600" b="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4">
            <a:extLst>
              <a:ext uri="{FF2B5EF4-FFF2-40B4-BE49-F238E27FC236}">
                <a16:creationId xmlns:a16="http://schemas.microsoft.com/office/drawing/2014/main" id="{7D122C10-9090-2046-1334-ACCDA24A5B6C}"/>
              </a:ext>
            </a:extLst>
          </p:cNvPr>
          <p:cNvSpPr>
            <a:spLocks noGrp="1" noChangeArrowheads="1"/>
          </p:cNvSpPr>
          <p:nvPr>
            <p:ph type="title"/>
          </p:nvPr>
        </p:nvSpPr>
        <p:spPr>
          <a:xfrm>
            <a:off x="0" y="183401"/>
            <a:ext cx="11612880" cy="704088"/>
          </a:xfrm>
        </p:spPr>
        <p:txBody>
          <a:bodyPr/>
          <a:lstStyle/>
          <a:p>
            <a:r>
              <a:rPr lang="en-US" altLang="en-US"/>
              <a:t>RAM </a:t>
            </a:r>
            <a:r>
              <a:rPr lang="ru-RU" altLang="en-US"/>
              <a:t>128</a:t>
            </a:r>
            <a:r>
              <a:rPr lang="ru-RU" altLang="en-US">
                <a:sym typeface="Symbol" panose="05050102010706020507" pitchFamily="18" charset="2"/>
              </a:rPr>
              <a:t></a:t>
            </a:r>
            <a:r>
              <a:rPr lang="ru-RU" altLang="en-US"/>
              <a:t>1</a:t>
            </a:r>
            <a:r>
              <a:rPr lang="en-US" altLang="en-US"/>
              <a:t>S </a:t>
            </a:r>
            <a:endParaRPr lang="ru-RU" altLang="en-US"/>
          </a:p>
        </p:txBody>
      </p:sp>
      <p:grpSp>
        <p:nvGrpSpPr>
          <p:cNvPr id="96259" name="Group 63">
            <a:extLst>
              <a:ext uri="{FF2B5EF4-FFF2-40B4-BE49-F238E27FC236}">
                <a16:creationId xmlns:a16="http://schemas.microsoft.com/office/drawing/2014/main" id="{865BF4A0-1E9F-0A9A-85BA-7B444C3E8A94}"/>
              </a:ext>
            </a:extLst>
          </p:cNvPr>
          <p:cNvGrpSpPr>
            <a:grpSpLocks/>
          </p:cNvGrpSpPr>
          <p:nvPr/>
        </p:nvGrpSpPr>
        <p:grpSpPr bwMode="auto">
          <a:xfrm>
            <a:off x="2590800" y="1574800"/>
            <a:ext cx="7239000" cy="3810000"/>
            <a:chOff x="1066800" y="1905000"/>
            <a:chExt cx="7239000" cy="3810000"/>
          </a:xfrm>
        </p:grpSpPr>
        <p:sp>
          <p:nvSpPr>
            <p:cNvPr id="75780" name="Rectangle 6">
              <a:extLst>
                <a:ext uri="{FF2B5EF4-FFF2-40B4-BE49-F238E27FC236}">
                  <a16:creationId xmlns:a16="http://schemas.microsoft.com/office/drawing/2014/main" id="{75B8B2F5-9196-4004-8B81-7E83E5812A64}"/>
                </a:ext>
              </a:extLst>
            </p:cNvPr>
            <p:cNvSpPr>
              <a:spLocks noChangeArrowheads="1"/>
            </p:cNvSpPr>
            <p:nvPr/>
          </p:nvSpPr>
          <p:spPr bwMode="auto">
            <a:xfrm>
              <a:off x="2905125" y="2039938"/>
              <a:ext cx="1141413" cy="1622425"/>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6265" name="Line 7">
              <a:extLst>
                <a:ext uri="{FF2B5EF4-FFF2-40B4-BE49-F238E27FC236}">
                  <a16:creationId xmlns:a16="http://schemas.microsoft.com/office/drawing/2014/main" id="{84A760EF-6731-22CB-7C54-C7D2AE17BC81}"/>
                </a:ext>
              </a:extLst>
            </p:cNvPr>
            <p:cNvSpPr>
              <a:spLocks noChangeShapeType="1"/>
            </p:cNvSpPr>
            <p:nvPr/>
          </p:nvSpPr>
          <p:spPr bwMode="auto">
            <a:xfrm>
              <a:off x="1801813" y="2592388"/>
              <a:ext cx="1104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66" name="Line 8">
              <a:extLst>
                <a:ext uri="{FF2B5EF4-FFF2-40B4-BE49-F238E27FC236}">
                  <a16:creationId xmlns:a16="http://schemas.microsoft.com/office/drawing/2014/main" id="{9A94DA35-2111-5BD6-AE0A-6B2B6CD33895}"/>
                </a:ext>
              </a:extLst>
            </p:cNvPr>
            <p:cNvSpPr>
              <a:spLocks noChangeShapeType="1"/>
            </p:cNvSpPr>
            <p:nvPr/>
          </p:nvSpPr>
          <p:spPr bwMode="auto">
            <a:xfrm>
              <a:off x="4052888" y="2389188"/>
              <a:ext cx="4302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67" name="Line 9">
              <a:extLst>
                <a:ext uri="{FF2B5EF4-FFF2-40B4-BE49-F238E27FC236}">
                  <a16:creationId xmlns:a16="http://schemas.microsoft.com/office/drawing/2014/main" id="{51111E39-7251-20A2-C561-2B494A797492}"/>
                </a:ext>
              </a:extLst>
            </p:cNvPr>
            <p:cNvSpPr>
              <a:spLocks noChangeShapeType="1"/>
            </p:cNvSpPr>
            <p:nvPr/>
          </p:nvSpPr>
          <p:spPr bwMode="auto">
            <a:xfrm>
              <a:off x="2581275" y="2863850"/>
              <a:ext cx="334963" cy="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6268" name="Text Box 10">
              <a:extLst>
                <a:ext uri="{FF2B5EF4-FFF2-40B4-BE49-F238E27FC236}">
                  <a16:creationId xmlns:a16="http://schemas.microsoft.com/office/drawing/2014/main" id="{BBF7BF39-F9CA-EC95-04A8-78388EBE7467}"/>
                </a:ext>
              </a:extLst>
            </p:cNvPr>
            <p:cNvSpPr txBox="1">
              <a:spLocks noChangeArrowheads="1"/>
            </p:cNvSpPr>
            <p:nvPr/>
          </p:nvSpPr>
          <p:spPr bwMode="auto">
            <a:xfrm>
              <a:off x="2857500" y="2446338"/>
              <a:ext cx="8763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А[6:1]</a:t>
              </a:r>
              <a:endParaRPr lang="ru-RU" altLang="en-US" sz="1600" b="0" u="none"/>
            </a:p>
          </p:txBody>
        </p:sp>
        <p:sp>
          <p:nvSpPr>
            <p:cNvPr id="96269" name="Text Box 11">
              <a:extLst>
                <a:ext uri="{FF2B5EF4-FFF2-40B4-BE49-F238E27FC236}">
                  <a16:creationId xmlns:a16="http://schemas.microsoft.com/office/drawing/2014/main" id="{E2CAAFCE-0A4C-61D0-C6C5-5D73C1910725}"/>
                </a:ext>
              </a:extLst>
            </p:cNvPr>
            <p:cNvSpPr txBox="1">
              <a:spLocks noChangeArrowheads="1"/>
            </p:cNvSpPr>
            <p:nvPr/>
          </p:nvSpPr>
          <p:spPr bwMode="auto">
            <a:xfrm>
              <a:off x="2895600" y="2695575"/>
              <a:ext cx="1095375"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WA[7:1]</a:t>
              </a:r>
              <a:endParaRPr lang="ru-RU" altLang="en-US" sz="1600" b="0" u="none"/>
            </a:p>
          </p:txBody>
        </p:sp>
        <p:sp>
          <p:nvSpPr>
            <p:cNvPr id="96270" name="Text Box 12">
              <a:extLst>
                <a:ext uri="{FF2B5EF4-FFF2-40B4-BE49-F238E27FC236}">
                  <a16:creationId xmlns:a16="http://schemas.microsoft.com/office/drawing/2014/main" id="{EB948FCE-1EEA-5C23-ECEC-735D6EDF103D}"/>
                </a:ext>
              </a:extLst>
            </p:cNvPr>
            <p:cNvSpPr txBox="1">
              <a:spLocks noChangeArrowheads="1"/>
            </p:cNvSpPr>
            <p:nvPr/>
          </p:nvSpPr>
          <p:spPr bwMode="auto">
            <a:xfrm>
              <a:off x="3606800" y="2232025"/>
              <a:ext cx="61118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O6</a:t>
              </a:r>
              <a:endParaRPr lang="ru-RU" altLang="en-US" sz="1600" b="0" u="none"/>
            </a:p>
          </p:txBody>
        </p:sp>
        <p:sp>
          <p:nvSpPr>
            <p:cNvPr id="96271" name="Text Box 13">
              <a:extLst>
                <a:ext uri="{FF2B5EF4-FFF2-40B4-BE49-F238E27FC236}">
                  <a16:creationId xmlns:a16="http://schemas.microsoft.com/office/drawing/2014/main" id="{530DB20F-81F9-DDB0-2795-BA9C54359AA9}"/>
                </a:ext>
              </a:extLst>
            </p:cNvPr>
            <p:cNvSpPr txBox="1">
              <a:spLocks noChangeArrowheads="1"/>
            </p:cNvSpPr>
            <p:nvPr/>
          </p:nvSpPr>
          <p:spPr bwMode="auto">
            <a:xfrm>
              <a:off x="2852738" y="2174875"/>
              <a:ext cx="7175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DI1</a:t>
              </a:r>
              <a:endParaRPr lang="ru-RU" altLang="en-US" sz="1600" b="0" u="none"/>
            </a:p>
          </p:txBody>
        </p:sp>
        <p:sp>
          <p:nvSpPr>
            <p:cNvPr id="96272" name="Text Box 14">
              <a:extLst>
                <a:ext uri="{FF2B5EF4-FFF2-40B4-BE49-F238E27FC236}">
                  <a16:creationId xmlns:a16="http://schemas.microsoft.com/office/drawing/2014/main" id="{F43F4E4B-D18B-0556-DF9C-98CD28FCFE48}"/>
                </a:ext>
              </a:extLst>
            </p:cNvPr>
            <p:cNvSpPr txBox="1">
              <a:spLocks noChangeArrowheads="1"/>
            </p:cNvSpPr>
            <p:nvPr/>
          </p:nvSpPr>
          <p:spPr bwMode="auto">
            <a:xfrm>
              <a:off x="2857500" y="2986088"/>
              <a:ext cx="7540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CK</a:t>
              </a:r>
              <a:endParaRPr lang="ru-RU" altLang="en-US" sz="1600" b="0" u="none"/>
            </a:p>
          </p:txBody>
        </p:sp>
        <p:sp>
          <p:nvSpPr>
            <p:cNvPr id="96273" name="Text Box 15">
              <a:extLst>
                <a:ext uri="{FF2B5EF4-FFF2-40B4-BE49-F238E27FC236}">
                  <a16:creationId xmlns:a16="http://schemas.microsoft.com/office/drawing/2014/main" id="{25BD25E7-129F-A263-C8F8-33B92FA15B74}"/>
                </a:ext>
              </a:extLst>
            </p:cNvPr>
            <p:cNvSpPr txBox="1">
              <a:spLocks noChangeArrowheads="1"/>
            </p:cNvSpPr>
            <p:nvPr/>
          </p:nvSpPr>
          <p:spPr bwMode="auto">
            <a:xfrm>
              <a:off x="2833688" y="3255963"/>
              <a:ext cx="75406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WEN</a:t>
              </a:r>
              <a:endParaRPr lang="ru-RU" altLang="en-US" sz="1600" b="0" u="none"/>
            </a:p>
          </p:txBody>
        </p:sp>
        <p:sp>
          <p:nvSpPr>
            <p:cNvPr id="96274" name="Line 16">
              <a:extLst>
                <a:ext uri="{FF2B5EF4-FFF2-40B4-BE49-F238E27FC236}">
                  <a16:creationId xmlns:a16="http://schemas.microsoft.com/office/drawing/2014/main" id="{0C1D4E3E-BE5E-7361-65CF-8F7166EF1DE8}"/>
                </a:ext>
              </a:extLst>
            </p:cNvPr>
            <p:cNvSpPr>
              <a:spLocks noChangeShapeType="1"/>
            </p:cNvSpPr>
            <p:nvPr/>
          </p:nvSpPr>
          <p:spPr bwMode="auto">
            <a:xfrm>
              <a:off x="1781175" y="3121025"/>
              <a:ext cx="1104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75" name="Line 17">
              <a:extLst>
                <a:ext uri="{FF2B5EF4-FFF2-40B4-BE49-F238E27FC236}">
                  <a16:creationId xmlns:a16="http://schemas.microsoft.com/office/drawing/2014/main" id="{A9551C25-2B6D-5F7A-A767-19DBBBE6F9F0}"/>
                </a:ext>
              </a:extLst>
            </p:cNvPr>
            <p:cNvSpPr>
              <a:spLocks noChangeShapeType="1"/>
            </p:cNvSpPr>
            <p:nvPr/>
          </p:nvSpPr>
          <p:spPr bwMode="auto">
            <a:xfrm>
              <a:off x="1801813" y="3400425"/>
              <a:ext cx="1104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76" name="Line 18">
              <a:extLst>
                <a:ext uri="{FF2B5EF4-FFF2-40B4-BE49-F238E27FC236}">
                  <a16:creationId xmlns:a16="http://schemas.microsoft.com/office/drawing/2014/main" id="{F378C793-05D6-FBF4-E1E3-677757F15264}"/>
                </a:ext>
              </a:extLst>
            </p:cNvPr>
            <p:cNvSpPr>
              <a:spLocks noChangeShapeType="1"/>
            </p:cNvSpPr>
            <p:nvPr/>
          </p:nvSpPr>
          <p:spPr bwMode="auto">
            <a:xfrm>
              <a:off x="1816100" y="2281238"/>
              <a:ext cx="11049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77" name="Line 19">
              <a:extLst>
                <a:ext uri="{FF2B5EF4-FFF2-40B4-BE49-F238E27FC236}">
                  <a16:creationId xmlns:a16="http://schemas.microsoft.com/office/drawing/2014/main" id="{EE5911DF-DB0F-258A-30C1-FA0C2EAB20B4}"/>
                </a:ext>
              </a:extLst>
            </p:cNvPr>
            <p:cNvSpPr>
              <a:spLocks noChangeShapeType="1"/>
            </p:cNvSpPr>
            <p:nvPr/>
          </p:nvSpPr>
          <p:spPr bwMode="auto">
            <a:xfrm flipH="1" flipV="1">
              <a:off x="2576513" y="2592388"/>
              <a:ext cx="0" cy="2151062"/>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6278" name="Text Box 20">
              <a:extLst>
                <a:ext uri="{FF2B5EF4-FFF2-40B4-BE49-F238E27FC236}">
                  <a16:creationId xmlns:a16="http://schemas.microsoft.com/office/drawing/2014/main" id="{3FD662A3-0743-0FDB-994C-67D678070928}"/>
                </a:ext>
              </a:extLst>
            </p:cNvPr>
            <p:cNvSpPr txBox="1">
              <a:spLocks noChangeArrowheads="1"/>
            </p:cNvSpPr>
            <p:nvPr/>
          </p:nvSpPr>
          <p:spPr bwMode="auto">
            <a:xfrm>
              <a:off x="6673850" y="3714750"/>
              <a:ext cx="8636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Output</a:t>
              </a:r>
              <a:endParaRPr lang="ru-RU" altLang="en-US" sz="1600" b="0" u="none"/>
            </a:p>
          </p:txBody>
        </p:sp>
        <p:sp>
          <p:nvSpPr>
            <p:cNvPr id="75795" name="Rectangle 21">
              <a:extLst>
                <a:ext uri="{FF2B5EF4-FFF2-40B4-BE49-F238E27FC236}">
                  <a16:creationId xmlns:a16="http://schemas.microsoft.com/office/drawing/2014/main" id="{4CE944A9-C722-4EA1-A7E9-56EC7206D5E5}"/>
                </a:ext>
              </a:extLst>
            </p:cNvPr>
            <p:cNvSpPr>
              <a:spLocks noChangeArrowheads="1"/>
            </p:cNvSpPr>
            <p:nvPr/>
          </p:nvSpPr>
          <p:spPr bwMode="auto">
            <a:xfrm>
              <a:off x="5643563" y="4067175"/>
              <a:ext cx="719137" cy="860425"/>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6280" name="Text Box 22">
              <a:extLst>
                <a:ext uri="{FF2B5EF4-FFF2-40B4-BE49-F238E27FC236}">
                  <a16:creationId xmlns:a16="http://schemas.microsoft.com/office/drawing/2014/main" id="{616A0696-2634-12E4-EFC5-EB9515F115C5}"/>
                </a:ext>
              </a:extLst>
            </p:cNvPr>
            <p:cNvSpPr txBox="1">
              <a:spLocks noChangeArrowheads="1"/>
            </p:cNvSpPr>
            <p:nvPr/>
          </p:nvSpPr>
          <p:spPr bwMode="auto">
            <a:xfrm>
              <a:off x="5595938" y="4157663"/>
              <a:ext cx="719137"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a:t>
              </a:r>
              <a:endParaRPr lang="ru-RU" altLang="en-US" sz="1600" b="0" u="none"/>
            </a:p>
          </p:txBody>
        </p:sp>
        <p:grpSp>
          <p:nvGrpSpPr>
            <p:cNvPr id="96281" name="Group 23">
              <a:extLst>
                <a:ext uri="{FF2B5EF4-FFF2-40B4-BE49-F238E27FC236}">
                  <a16:creationId xmlns:a16="http://schemas.microsoft.com/office/drawing/2014/main" id="{3CC9ABF0-CA10-748B-3C78-C2210415E71A}"/>
                </a:ext>
              </a:extLst>
            </p:cNvPr>
            <p:cNvGrpSpPr>
              <a:grpSpLocks/>
            </p:cNvGrpSpPr>
            <p:nvPr/>
          </p:nvGrpSpPr>
          <p:grpSpPr bwMode="auto">
            <a:xfrm>
              <a:off x="5643563" y="4686300"/>
              <a:ext cx="95250" cy="87313"/>
              <a:chOff x="7187" y="13254"/>
              <a:chExt cx="119" cy="117"/>
            </a:xfrm>
          </p:grpSpPr>
          <p:sp>
            <p:nvSpPr>
              <p:cNvPr id="96320" name="Line 24">
                <a:extLst>
                  <a:ext uri="{FF2B5EF4-FFF2-40B4-BE49-F238E27FC236}">
                    <a16:creationId xmlns:a16="http://schemas.microsoft.com/office/drawing/2014/main" id="{F5190618-C46C-F52C-A5C8-55CD67F71980}"/>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21" name="Line 25">
                <a:extLst>
                  <a:ext uri="{FF2B5EF4-FFF2-40B4-BE49-F238E27FC236}">
                    <a16:creationId xmlns:a16="http://schemas.microsoft.com/office/drawing/2014/main" id="{E85645BB-E860-8D25-CB5A-B6B1EAB16497}"/>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22" name="Line 26">
                <a:extLst>
                  <a:ext uri="{FF2B5EF4-FFF2-40B4-BE49-F238E27FC236}">
                    <a16:creationId xmlns:a16="http://schemas.microsoft.com/office/drawing/2014/main" id="{C9C807A5-6C4E-6B25-D0D5-B29E6CBA1585}"/>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23" name="Line 27">
                <a:extLst>
                  <a:ext uri="{FF2B5EF4-FFF2-40B4-BE49-F238E27FC236}">
                    <a16:creationId xmlns:a16="http://schemas.microsoft.com/office/drawing/2014/main" id="{272505C2-FFC0-6D58-517C-D0A637A00690}"/>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24" name="Line 28">
                <a:extLst>
                  <a:ext uri="{FF2B5EF4-FFF2-40B4-BE49-F238E27FC236}">
                    <a16:creationId xmlns:a16="http://schemas.microsoft.com/office/drawing/2014/main" id="{C200AB22-C30A-43B6-9244-42E4637C2501}"/>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6282" name="Line 29">
              <a:extLst>
                <a:ext uri="{FF2B5EF4-FFF2-40B4-BE49-F238E27FC236}">
                  <a16:creationId xmlns:a16="http://schemas.microsoft.com/office/drawing/2014/main" id="{2AD80E73-619E-BB96-6FCA-AA59C14B62A4}"/>
                </a:ext>
              </a:extLst>
            </p:cNvPr>
            <p:cNvSpPr>
              <a:spLocks noChangeShapeType="1"/>
            </p:cNvSpPr>
            <p:nvPr/>
          </p:nvSpPr>
          <p:spPr bwMode="auto">
            <a:xfrm>
              <a:off x="5378450" y="3862388"/>
              <a:ext cx="0" cy="442912"/>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6283" name="Line 30">
              <a:extLst>
                <a:ext uri="{FF2B5EF4-FFF2-40B4-BE49-F238E27FC236}">
                  <a16:creationId xmlns:a16="http://schemas.microsoft.com/office/drawing/2014/main" id="{4CCAD2EE-3AB3-7BF4-0DD6-A1878500E7C8}"/>
                </a:ext>
              </a:extLst>
            </p:cNvPr>
            <p:cNvSpPr>
              <a:spLocks noChangeShapeType="1"/>
            </p:cNvSpPr>
            <p:nvPr/>
          </p:nvSpPr>
          <p:spPr bwMode="auto">
            <a:xfrm>
              <a:off x="5378450" y="4313238"/>
              <a:ext cx="2524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84" name="Line 31">
              <a:extLst>
                <a:ext uri="{FF2B5EF4-FFF2-40B4-BE49-F238E27FC236}">
                  <a16:creationId xmlns:a16="http://schemas.microsoft.com/office/drawing/2014/main" id="{A8FE2AF3-869E-440C-E86F-61E00122FEC6}"/>
                </a:ext>
              </a:extLst>
            </p:cNvPr>
            <p:cNvSpPr>
              <a:spLocks noChangeShapeType="1"/>
            </p:cNvSpPr>
            <p:nvPr/>
          </p:nvSpPr>
          <p:spPr bwMode="auto">
            <a:xfrm>
              <a:off x="6362700" y="4338638"/>
              <a:ext cx="358775"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6285" name="Text Box 32">
              <a:extLst>
                <a:ext uri="{FF2B5EF4-FFF2-40B4-BE49-F238E27FC236}">
                  <a16:creationId xmlns:a16="http://schemas.microsoft.com/office/drawing/2014/main" id="{8C595B30-B3EC-7FC8-658F-018AF66DB21D}"/>
                </a:ext>
              </a:extLst>
            </p:cNvPr>
            <p:cNvSpPr txBox="1">
              <a:spLocks noChangeArrowheads="1"/>
            </p:cNvSpPr>
            <p:nvPr/>
          </p:nvSpPr>
          <p:spPr bwMode="auto">
            <a:xfrm>
              <a:off x="6697663" y="4168775"/>
              <a:ext cx="1608137"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Registered</a:t>
              </a:r>
            </a:p>
            <a:p>
              <a:pPr eaLnBrk="1" hangingPunct="1"/>
              <a:r>
                <a:rPr lang="en-US" altLang="en-US" sz="1600" b="0" u="none"/>
                <a:t>Output</a:t>
              </a:r>
              <a:endParaRPr lang="ru-RU" altLang="en-US" sz="1600" b="0" u="none"/>
            </a:p>
          </p:txBody>
        </p:sp>
        <p:sp>
          <p:nvSpPr>
            <p:cNvPr id="96286" name="Line 33">
              <a:extLst>
                <a:ext uri="{FF2B5EF4-FFF2-40B4-BE49-F238E27FC236}">
                  <a16:creationId xmlns:a16="http://schemas.microsoft.com/office/drawing/2014/main" id="{0B07CCA5-DCB6-D9B4-0C60-54BA2C49DC99}"/>
                </a:ext>
              </a:extLst>
            </p:cNvPr>
            <p:cNvSpPr>
              <a:spLocks noChangeShapeType="1"/>
            </p:cNvSpPr>
            <p:nvPr/>
          </p:nvSpPr>
          <p:spPr bwMode="auto">
            <a:xfrm flipH="1">
              <a:off x="2378075" y="3121025"/>
              <a:ext cx="0" cy="2593975"/>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6287" name="Line 34">
              <a:extLst>
                <a:ext uri="{FF2B5EF4-FFF2-40B4-BE49-F238E27FC236}">
                  <a16:creationId xmlns:a16="http://schemas.microsoft.com/office/drawing/2014/main" id="{9816EDDA-9380-BC4E-F1B7-2E5C8C50EC65}"/>
                </a:ext>
              </a:extLst>
            </p:cNvPr>
            <p:cNvSpPr>
              <a:spLocks noChangeShapeType="1"/>
            </p:cNvSpPr>
            <p:nvPr/>
          </p:nvSpPr>
          <p:spPr bwMode="auto">
            <a:xfrm>
              <a:off x="5370513" y="4729163"/>
              <a:ext cx="0" cy="9667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88" name="Line 35">
              <a:extLst>
                <a:ext uri="{FF2B5EF4-FFF2-40B4-BE49-F238E27FC236}">
                  <a16:creationId xmlns:a16="http://schemas.microsoft.com/office/drawing/2014/main" id="{4B1FE1BC-89EF-4192-37ED-798C68FB97B2}"/>
                </a:ext>
              </a:extLst>
            </p:cNvPr>
            <p:cNvSpPr>
              <a:spLocks noChangeShapeType="1"/>
            </p:cNvSpPr>
            <p:nvPr/>
          </p:nvSpPr>
          <p:spPr bwMode="auto">
            <a:xfrm>
              <a:off x="5368925" y="4729163"/>
              <a:ext cx="2794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89" name="Text Box 36">
              <a:extLst>
                <a:ext uri="{FF2B5EF4-FFF2-40B4-BE49-F238E27FC236}">
                  <a16:creationId xmlns:a16="http://schemas.microsoft.com/office/drawing/2014/main" id="{D558925D-3D99-AF95-7909-A98B0CB9614D}"/>
                </a:ext>
              </a:extLst>
            </p:cNvPr>
            <p:cNvSpPr txBox="1">
              <a:spLocks noChangeArrowheads="1"/>
            </p:cNvSpPr>
            <p:nvPr/>
          </p:nvSpPr>
          <p:spPr bwMode="auto">
            <a:xfrm>
              <a:off x="1235075" y="2163763"/>
              <a:ext cx="574675"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a:t>
              </a:r>
              <a:endParaRPr lang="ru-RU" altLang="en-US" sz="1600" b="0" u="none"/>
            </a:p>
          </p:txBody>
        </p:sp>
        <p:sp>
          <p:nvSpPr>
            <p:cNvPr id="96290" name="Text Box 37">
              <a:extLst>
                <a:ext uri="{FF2B5EF4-FFF2-40B4-BE49-F238E27FC236}">
                  <a16:creationId xmlns:a16="http://schemas.microsoft.com/office/drawing/2014/main" id="{B2BFEDD9-F94B-E87F-4240-B952B0F2CEB1}"/>
                </a:ext>
              </a:extLst>
            </p:cNvPr>
            <p:cNvSpPr txBox="1">
              <a:spLocks noChangeArrowheads="1"/>
            </p:cNvSpPr>
            <p:nvPr/>
          </p:nvSpPr>
          <p:spPr bwMode="auto">
            <a:xfrm>
              <a:off x="1081088" y="2446338"/>
              <a:ext cx="842962"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A[6:0]</a:t>
              </a:r>
              <a:endParaRPr lang="ru-RU" altLang="en-US" sz="1600" b="0" u="none"/>
            </a:p>
          </p:txBody>
        </p:sp>
        <p:sp>
          <p:nvSpPr>
            <p:cNvPr id="96291" name="Text Box 38">
              <a:extLst>
                <a:ext uri="{FF2B5EF4-FFF2-40B4-BE49-F238E27FC236}">
                  <a16:creationId xmlns:a16="http://schemas.microsoft.com/office/drawing/2014/main" id="{5831C7FF-FE27-0427-A06B-50D83A984DB1}"/>
                </a:ext>
              </a:extLst>
            </p:cNvPr>
            <p:cNvSpPr txBox="1">
              <a:spLocks noChangeArrowheads="1"/>
            </p:cNvSpPr>
            <p:nvPr/>
          </p:nvSpPr>
          <p:spPr bwMode="auto">
            <a:xfrm>
              <a:off x="1066800" y="2986088"/>
              <a:ext cx="850900"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WCLK</a:t>
              </a:r>
              <a:endParaRPr lang="ru-RU" altLang="en-US" sz="1600" b="0" u="none"/>
            </a:p>
          </p:txBody>
        </p:sp>
        <p:sp>
          <p:nvSpPr>
            <p:cNvPr id="96292" name="Text Box 39">
              <a:extLst>
                <a:ext uri="{FF2B5EF4-FFF2-40B4-BE49-F238E27FC236}">
                  <a16:creationId xmlns:a16="http://schemas.microsoft.com/office/drawing/2014/main" id="{FD989BAC-C428-F66C-0DD4-5EB52C51AEC7}"/>
                </a:ext>
              </a:extLst>
            </p:cNvPr>
            <p:cNvSpPr txBox="1">
              <a:spLocks noChangeArrowheads="1"/>
            </p:cNvSpPr>
            <p:nvPr/>
          </p:nvSpPr>
          <p:spPr bwMode="auto">
            <a:xfrm>
              <a:off x="1079500" y="3255963"/>
              <a:ext cx="7175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WE</a:t>
              </a:r>
              <a:endParaRPr lang="ru-RU" altLang="en-US" sz="1600" b="0" u="none"/>
            </a:p>
          </p:txBody>
        </p:sp>
        <p:sp>
          <p:nvSpPr>
            <p:cNvPr id="75809" name="AutoShape 40">
              <a:extLst>
                <a:ext uri="{FF2B5EF4-FFF2-40B4-BE49-F238E27FC236}">
                  <a16:creationId xmlns:a16="http://schemas.microsoft.com/office/drawing/2014/main" id="{1ED98912-39F6-448F-816A-92A89F818723}"/>
                </a:ext>
              </a:extLst>
            </p:cNvPr>
            <p:cNvSpPr>
              <a:spLocks noChangeArrowheads="1"/>
            </p:cNvSpPr>
            <p:nvPr/>
          </p:nvSpPr>
          <p:spPr bwMode="auto">
            <a:xfrm rot="-5400000">
              <a:off x="4613275" y="3740151"/>
              <a:ext cx="617537" cy="258762"/>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6294" name="Line 41">
              <a:extLst>
                <a:ext uri="{FF2B5EF4-FFF2-40B4-BE49-F238E27FC236}">
                  <a16:creationId xmlns:a16="http://schemas.microsoft.com/office/drawing/2014/main" id="{67BC7B5E-6219-0F64-4762-A1AE1E233EEE}"/>
                </a:ext>
              </a:extLst>
            </p:cNvPr>
            <p:cNvSpPr>
              <a:spLocks noChangeShapeType="1"/>
            </p:cNvSpPr>
            <p:nvPr/>
          </p:nvSpPr>
          <p:spPr bwMode="auto">
            <a:xfrm>
              <a:off x="4505325" y="3695700"/>
              <a:ext cx="287338"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6295" name="Line 42">
              <a:extLst>
                <a:ext uri="{FF2B5EF4-FFF2-40B4-BE49-F238E27FC236}">
                  <a16:creationId xmlns:a16="http://schemas.microsoft.com/office/drawing/2014/main" id="{ECBE2DB0-F5E4-F42F-EFF5-79E0A3987585}"/>
                </a:ext>
              </a:extLst>
            </p:cNvPr>
            <p:cNvSpPr>
              <a:spLocks noChangeShapeType="1"/>
            </p:cNvSpPr>
            <p:nvPr/>
          </p:nvSpPr>
          <p:spPr bwMode="auto">
            <a:xfrm>
              <a:off x="4505325" y="4056063"/>
              <a:ext cx="0" cy="2349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96" name="Line 43">
              <a:extLst>
                <a:ext uri="{FF2B5EF4-FFF2-40B4-BE49-F238E27FC236}">
                  <a16:creationId xmlns:a16="http://schemas.microsoft.com/office/drawing/2014/main" id="{30F426F0-0684-77C1-DB85-548448DFFDDB}"/>
                </a:ext>
              </a:extLst>
            </p:cNvPr>
            <p:cNvSpPr>
              <a:spLocks noChangeShapeType="1"/>
            </p:cNvSpPr>
            <p:nvPr/>
          </p:nvSpPr>
          <p:spPr bwMode="auto">
            <a:xfrm>
              <a:off x="4505325" y="4044950"/>
              <a:ext cx="287338"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6297" name="Line 44">
              <a:extLst>
                <a:ext uri="{FF2B5EF4-FFF2-40B4-BE49-F238E27FC236}">
                  <a16:creationId xmlns:a16="http://schemas.microsoft.com/office/drawing/2014/main" id="{2CC51A24-7BB8-964C-8526-96FB479BFBCD}"/>
                </a:ext>
              </a:extLst>
            </p:cNvPr>
            <p:cNvSpPr>
              <a:spLocks noChangeShapeType="1"/>
            </p:cNvSpPr>
            <p:nvPr/>
          </p:nvSpPr>
          <p:spPr bwMode="auto">
            <a:xfrm>
              <a:off x="5068888" y="3865563"/>
              <a:ext cx="1603375"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6298" name="Text Box 45">
              <a:extLst>
                <a:ext uri="{FF2B5EF4-FFF2-40B4-BE49-F238E27FC236}">
                  <a16:creationId xmlns:a16="http://schemas.microsoft.com/office/drawing/2014/main" id="{7161A5BF-485E-06AC-B55F-3B6F2E513121}"/>
                </a:ext>
              </a:extLst>
            </p:cNvPr>
            <p:cNvSpPr txBox="1">
              <a:spLocks noChangeArrowheads="1"/>
            </p:cNvSpPr>
            <p:nvPr/>
          </p:nvSpPr>
          <p:spPr bwMode="auto">
            <a:xfrm>
              <a:off x="4876800" y="3267075"/>
              <a:ext cx="7112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A[6]</a:t>
              </a:r>
              <a:endParaRPr lang="ru-RU" altLang="en-US" sz="1600" b="0" u="none"/>
            </a:p>
          </p:txBody>
        </p:sp>
        <p:sp>
          <p:nvSpPr>
            <p:cNvPr id="75815" name="Rectangle 46">
              <a:extLst>
                <a:ext uri="{FF2B5EF4-FFF2-40B4-BE49-F238E27FC236}">
                  <a16:creationId xmlns:a16="http://schemas.microsoft.com/office/drawing/2014/main" id="{0842002F-8260-4DDD-BB83-1EC99542BFA7}"/>
                </a:ext>
              </a:extLst>
            </p:cNvPr>
            <p:cNvSpPr>
              <a:spLocks noChangeArrowheads="1"/>
            </p:cNvSpPr>
            <p:nvPr/>
          </p:nvSpPr>
          <p:spPr bwMode="auto">
            <a:xfrm>
              <a:off x="2906713" y="3921125"/>
              <a:ext cx="1141412" cy="1622425"/>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6300" name="Line 47">
              <a:extLst>
                <a:ext uri="{FF2B5EF4-FFF2-40B4-BE49-F238E27FC236}">
                  <a16:creationId xmlns:a16="http://schemas.microsoft.com/office/drawing/2014/main" id="{662776FF-70D5-0CED-4F24-6A4DCFB57B97}"/>
                </a:ext>
              </a:extLst>
            </p:cNvPr>
            <p:cNvSpPr>
              <a:spLocks noChangeShapeType="1"/>
            </p:cNvSpPr>
            <p:nvPr/>
          </p:nvSpPr>
          <p:spPr bwMode="auto">
            <a:xfrm>
              <a:off x="2574925" y="4473575"/>
              <a:ext cx="330200"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96301" name="Line 48">
              <a:extLst>
                <a:ext uri="{FF2B5EF4-FFF2-40B4-BE49-F238E27FC236}">
                  <a16:creationId xmlns:a16="http://schemas.microsoft.com/office/drawing/2014/main" id="{B034471F-6E71-AEBF-CF91-2BFFDCB52F63}"/>
                </a:ext>
              </a:extLst>
            </p:cNvPr>
            <p:cNvSpPr>
              <a:spLocks noChangeShapeType="1"/>
            </p:cNvSpPr>
            <p:nvPr/>
          </p:nvSpPr>
          <p:spPr bwMode="auto">
            <a:xfrm>
              <a:off x="2584450" y="4743450"/>
              <a:ext cx="3349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02" name="Text Box 49">
              <a:extLst>
                <a:ext uri="{FF2B5EF4-FFF2-40B4-BE49-F238E27FC236}">
                  <a16:creationId xmlns:a16="http://schemas.microsoft.com/office/drawing/2014/main" id="{B20F876B-D0F3-7A50-9D78-E4B332DD01BB}"/>
                </a:ext>
              </a:extLst>
            </p:cNvPr>
            <p:cNvSpPr txBox="1">
              <a:spLocks noChangeArrowheads="1"/>
            </p:cNvSpPr>
            <p:nvPr/>
          </p:nvSpPr>
          <p:spPr bwMode="auto">
            <a:xfrm>
              <a:off x="2887663" y="4325938"/>
              <a:ext cx="87471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А[6:1]</a:t>
              </a:r>
              <a:endParaRPr lang="ru-RU" altLang="en-US" sz="1600" b="0" u="none"/>
            </a:p>
          </p:txBody>
        </p:sp>
        <p:sp>
          <p:nvSpPr>
            <p:cNvPr id="96303" name="Text Box 50">
              <a:extLst>
                <a:ext uri="{FF2B5EF4-FFF2-40B4-BE49-F238E27FC236}">
                  <a16:creationId xmlns:a16="http://schemas.microsoft.com/office/drawing/2014/main" id="{A4A05290-A973-5079-743F-3A4B2FE5DDFE}"/>
                </a:ext>
              </a:extLst>
            </p:cNvPr>
            <p:cNvSpPr txBox="1">
              <a:spLocks noChangeArrowheads="1"/>
            </p:cNvSpPr>
            <p:nvPr/>
          </p:nvSpPr>
          <p:spPr bwMode="auto">
            <a:xfrm>
              <a:off x="2889250" y="4581525"/>
              <a:ext cx="1095375"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WA[7:1]</a:t>
              </a:r>
              <a:endParaRPr lang="ru-RU" altLang="en-US" sz="1600" b="0" u="none"/>
            </a:p>
          </p:txBody>
        </p:sp>
        <p:sp>
          <p:nvSpPr>
            <p:cNvPr id="96304" name="Text Box 51">
              <a:extLst>
                <a:ext uri="{FF2B5EF4-FFF2-40B4-BE49-F238E27FC236}">
                  <a16:creationId xmlns:a16="http://schemas.microsoft.com/office/drawing/2014/main" id="{A270D6F5-E2CA-E09F-F8D7-9C3EFA76C326}"/>
                </a:ext>
              </a:extLst>
            </p:cNvPr>
            <p:cNvSpPr txBox="1">
              <a:spLocks noChangeArrowheads="1"/>
            </p:cNvSpPr>
            <p:nvPr/>
          </p:nvSpPr>
          <p:spPr bwMode="auto">
            <a:xfrm>
              <a:off x="3609975" y="4113213"/>
              <a:ext cx="61118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O6</a:t>
              </a:r>
              <a:endParaRPr lang="ru-RU" altLang="en-US" sz="1600" b="0" u="none"/>
            </a:p>
          </p:txBody>
        </p:sp>
        <p:sp>
          <p:nvSpPr>
            <p:cNvPr id="96305" name="Text Box 52">
              <a:extLst>
                <a:ext uri="{FF2B5EF4-FFF2-40B4-BE49-F238E27FC236}">
                  <a16:creationId xmlns:a16="http://schemas.microsoft.com/office/drawing/2014/main" id="{3369C5B9-BE08-B5D6-71ED-3F6F1050C2E0}"/>
                </a:ext>
              </a:extLst>
            </p:cNvPr>
            <p:cNvSpPr txBox="1">
              <a:spLocks noChangeArrowheads="1"/>
            </p:cNvSpPr>
            <p:nvPr/>
          </p:nvSpPr>
          <p:spPr bwMode="auto">
            <a:xfrm>
              <a:off x="2897188" y="4056063"/>
              <a:ext cx="7191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DI1</a:t>
              </a:r>
              <a:endParaRPr lang="ru-RU" altLang="en-US" sz="1600" b="0" u="none"/>
            </a:p>
          </p:txBody>
        </p:sp>
        <p:sp>
          <p:nvSpPr>
            <p:cNvPr id="96306" name="Text Box 53">
              <a:extLst>
                <a:ext uri="{FF2B5EF4-FFF2-40B4-BE49-F238E27FC236}">
                  <a16:creationId xmlns:a16="http://schemas.microsoft.com/office/drawing/2014/main" id="{8AF5AB73-BF2C-C3EC-E07C-9AE7951B5C72}"/>
                </a:ext>
              </a:extLst>
            </p:cNvPr>
            <p:cNvSpPr txBox="1">
              <a:spLocks noChangeArrowheads="1"/>
            </p:cNvSpPr>
            <p:nvPr/>
          </p:nvSpPr>
          <p:spPr bwMode="auto">
            <a:xfrm>
              <a:off x="2916238" y="4867275"/>
              <a:ext cx="7556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CK</a:t>
              </a:r>
              <a:endParaRPr lang="ru-RU" altLang="en-US" sz="1600" b="0" u="none"/>
            </a:p>
          </p:txBody>
        </p:sp>
        <p:sp>
          <p:nvSpPr>
            <p:cNvPr id="96307" name="Text Box 54">
              <a:extLst>
                <a:ext uri="{FF2B5EF4-FFF2-40B4-BE49-F238E27FC236}">
                  <a16:creationId xmlns:a16="http://schemas.microsoft.com/office/drawing/2014/main" id="{0AD01CEB-05DA-737B-6BB1-41D26EBF6E63}"/>
                </a:ext>
              </a:extLst>
            </p:cNvPr>
            <p:cNvSpPr txBox="1">
              <a:spLocks noChangeArrowheads="1"/>
            </p:cNvSpPr>
            <p:nvPr/>
          </p:nvSpPr>
          <p:spPr bwMode="auto">
            <a:xfrm>
              <a:off x="2892425" y="5137150"/>
              <a:ext cx="7556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WEN</a:t>
              </a:r>
              <a:endParaRPr lang="ru-RU" altLang="en-US" sz="1600" b="0" u="none"/>
            </a:p>
          </p:txBody>
        </p:sp>
        <p:sp>
          <p:nvSpPr>
            <p:cNvPr id="96308" name="Line 55">
              <a:extLst>
                <a:ext uri="{FF2B5EF4-FFF2-40B4-BE49-F238E27FC236}">
                  <a16:creationId xmlns:a16="http://schemas.microsoft.com/office/drawing/2014/main" id="{F292176B-466E-9D0D-36D7-8DAD8AD94C13}"/>
                </a:ext>
              </a:extLst>
            </p:cNvPr>
            <p:cNvSpPr>
              <a:spLocks noChangeShapeType="1"/>
            </p:cNvSpPr>
            <p:nvPr/>
          </p:nvSpPr>
          <p:spPr bwMode="auto">
            <a:xfrm>
              <a:off x="2384425" y="5002213"/>
              <a:ext cx="539750" cy="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6309" name="Line 56">
              <a:extLst>
                <a:ext uri="{FF2B5EF4-FFF2-40B4-BE49-F238E27FC236}">
                  <a16:creationId xmlns:a16="http://schemas.microsoft.com/office/drawing/2014/main" id="{902410E1-FF8B-F64D-F25E-FACBEBFEB83A}"/>
                </a:ext>
              </a:extLst>
            </p:cNvPr>
            <p:cNvSpPr>
              <a:spLocks noChangeShapeType="1"/>
            </p:cNvSpPr>
            <p:nvPr/>
          </p:nvSpPr>
          <p:spPr bwMode="auto">
            <a:xfrm>
              <a:off x="2163763" y="5292725"/>
              <a:ext cx="7429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0" name="Line 57">
              <a:extLst>
                <a:ext uri="{FF2B5EF4-FFF2-40B4-BE49-F238E27FC236}">
                  <a16:creationId xmlns:a16="http://schemas.microsoft.com/office/drawing/2014/main" id="{64A6D8E7-43D7-3B74-D2B7-B2A6097C5ECD}"/>
                </a:ext>
              </a:extLst>
            </p:cNvPr>
            <p:cNvSpPr>
              <a:spLocks noChangeShapeType="1"/>
            </p:cNvSpPr>
            <p:nvPr/>
          </p:nvSpPr>
          <p:spPr bwMode="auto">
            <a:xfrm>
              <a:off x="2027238" y="4179888"/>
              <a:ext cx="8747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1" name="Line 58">
              <a:extLst>
                <a:ext uri="{FF2B5EF4-FFF2-40B4-BE49-F238E27FC236}">
                  <a16:creationId xmlns:a16="http://schemas.microsoft.com/office/drawing/2014/main" id="{8F2AC401-0EF9-1E8C-AFD3-6B9BD2F52F27}"/>
                </a:ext>
              </a:extLst>
            </p:cNvPr>
            <p:cNvSpPr>
              <a:spLocks noChangeShapeType="1"/>
            </p:cNvSpPr>
            <p:nvPr/>
          </p:nvSpPr>
          <p:spPr bwMode="auto">
            <a:xfrm>
              <a:off x="2382838" y="5710238"/>
              <a:ext cx="30019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2" name="Line 59">
              <a:extLst>
                <a:ext uri="{FF2B5EF4-FFF2-40B4-BE49-F238E27FC236}">
                  <a16:creationId xmlns:a16="http://schemas.microsoft.com/office/drawing/2014/main" id="{1D19BB06-3E66-D6C2-393E-FE94C3FB2543}"/>
                </a:ext>
              </a:extLst>
            </p:cNvPr>
            <p:cNvSpPr>
              <a:spLocks noChangeShapeType="1"/>
            </p:cNvSpPr>
            <p:nvPr/>
          </p:nvSpPr>
          <p:spPr bwMode="auto">
            <a:xfrm>
              <a:off x="4494213" y="2389188"/>
              <a:ext cx="0" cy="13033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3" name="Text Box 60">
              <a:extLst>
                <a:ext uri="{FF2B5EF4-FFF2-40B4-BE49-F238E27FC236}">
                  <a16:creationId xmlns:a16="http://schemas.microsoft.com/office/drawing/2014/main" id="{FBC34C92-AF34-FCE7-4A83-CE0D70CBCD91}"/>
                </a:ext>
              </a:extLst>
            </p:cNvPr>
            <p:cNvSpPr txBox="1">
              <a:spLocks noChangeArrowheads="1"/>
            </p:cNvSpPr>
            <p:nvPr/>
          </p:nvSpPr>
          <p:spPr bwMode="auto">
            <a:xfrm>
              <a:off x="2198688" y="2276475"/>
              <a:ext cx="963612"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A[5:0]</a:t>
              </a:r>
              <a:endParaRPr lang="ru-RU" altLang="en-US" sz="1600" b="0" u="none"/>
            </a:p>
          </p:txBody>
        </p:sp>
        <p:sp>
          <p:nvSpPr>
            <p:cNvPr id="96314" name="Line 61">
              <a:extLst>
                <a:ext uri="{FF2B5EF4-FFF2-40B4-BE49-F238E27FC236}">
                  <a16:creationId xmlns:a16="http://schemas.microsoft.com/office/drawing/2014/main" id="{8DFB9B84-1C6A-8043-ADE4-EE5E4B4D60FC}"/>
                </a:ext>
              </a:extLst>
            </p:cNvPr>
            <p:cNvSpPr>
              <a:spLocks noChangeShapeType="1"/>
            </p:cNvSpPr>
            <p:nvPr/>
          </p:nvSpPr>
          <p:spPr bwMode="auto">
            <a:xfrm flipV="1">
              <a:off x="2274888" y="1905000"/>
              <a:ext cx="0" cy="676275"/>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6315" name="Line 62">
              <a:extLst>
                <a:ext uri="{FF2B5EF4-FFF2-40B4-BE49-F238E27FC236}">
                  <a16:creationId xmlns:a16="http://schemas.microsoft.com/office/drawing/2014/main" id="{093EB4DA-CECE-6ECA-927E-24BB3202EE5A}"/>
                </a:ext>
              </a:extLst>
            </p:cNvPr>
            <p:cNvSpPr>
              <a:spLocks noChangeShapeType="1"/>
            </p:cNvSpPr>
            <p:nvPr/>
          </p:nvSpPr>
          <p:spPr bwMode="auto">
            <a:xfrm>
              <a:off x="2260600" y="1905000"/>
              <a:ext cx="26876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6" name="Line 63">
              <a:extLst>
                <a:ext uri="{FF2B5EF4-FFF2-40B4-BE49-F238E27FC236}">
                  <a16:creationId xmlns:a16="http://schemas.microsoft.com/office/drawing/2014/main" id="{FB07DED1-CEEA-F1ED-70F2-658F9FADE047}"/>
                </a:ext>
              </a:extLst>
            </p:cNvPr>
            <p:cNvSpPr>
              <a:spLocks noChangeShapeType="1"/>
            </p:cNvSpPr>
            <p:nvPr/>
          </p:nvSpPr>
          <p:spPr bwMode="auto">
            <a:xfrm>
              <a:off x="4948238" y="1905000"/>
              <a:ext cx="0" cy="174942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7" name="Line 64">
              <a:extLst>
                <a:ext uri="{FF2B5EF4-FFF2-40B4-BE49-F238E27FC236}">
                  <a16:creationId xmlns:a16="http://schemas.microsoft.com/office/drawing/2014/main" id="{9FC7AA8C-8169-2020-48C0-7539148E6AAE}"/>
                </a:ext>
              </a:extLst>
            </p:cNvPr>
            <p:cNvSpPr>
              <a:spLocks noChangeShapeType="1"/>
            </p:cNvSpPr>
            <p:nvPr/>
          </p:nvSpPr>
          <p:spPr bwMode="auto">
            <a:xfrm>
              <a:off x="4052888" y="4303713"/>
              <a:ext cx="4524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18" name="Line 65">
              <a:extLst>
                <a:ext uri="{FF2B5EF4-FFF2-40B4-BE49-F238E27FC236}">
                  <a16:creationId xmlns:a16="http://schemas.microsoft.com/office/drawing/2014/main" id="{369A722F-9F54-5286-53B7-40F330A1E4E3}"/>
                </a:ext>
              </a:extLst>
            </p:cNvPr>
            <p:cNvSpPr>
              <a:spLocks noChangeShapeType="1"/>
            </p:cNvSpPr>
            <p:nvPr/>
          </p:nvSpPr>
          <p:spPr bwMode="auto">
            <a:xfrm flipV="1">
              <a:off x="2168525" y="3403600"/>
              <a:ext cx="0" cy="189230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6319" name="Line 66">
              <a:extLst>
                <a:ext uri="{FF2B5EF4-FFF2-40B4-BE49-F238E27FC236}">
                  <a16:creationId xmlns:a16="http://schemas.microsoft.com/office/drawing/2014/main" id="{E59AEB7D-9313-B88F-8960-48C01C1C0EF8}"/>
                </a:ext>
              </a:extLst>
            </p:cNvPr>
            <p:cNvSpPr>
              <a:spLocks noChangeShapeType="1"/>
            </p:cNvSpPr>
            <p:nvPr/>
          </p:nvSpPr>
          <p:spPr bwMode="auto">
            <a:xfrm>
              <a:off x="2022475" y="2287588"/>
              <a:ext cx="0" cy="189230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grpSp>
      <p:cxnSp>
        <p:nvCxnSpPr>
          <p:cNvPr id="96260" name="Straight Connector 65">
            <a:extLst>
              <a:ext uri="{FF2B5EF4-FFF2-40B4-BE49-F238E27FC236}">
                <a16:creationId xmlns:a16="http://schemas.microsoft.com/office/drawing/2014/main" id="{A5B08E32-5014-2973-FC7E-BD5F323F4A47}"/>
              </a:ext>
            </a:extLst>
          </p:cNvPr>
          <p:cNvCxnSpPr>
            <a:cxnSpLocks noChangeShapeType="1"/>
          </p:cNvCxnSpPr>
          <p:nvPr/>
        </p:nvCxnSpPr>
        <p:spPr bwMode="auto">
          <a:xfrm>
            <a:off x="4419600" y="1905000"/>
            <a:ext cx="11430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6261" name="Straight Connector 66">
            <a:extLst>
              <a:ext uri="{FF2B5EF4-FFF2-40B4-BE49-F238E27FC236}">
                <a16:creationId xmlns:a16="http://schemas.microsoft.com/office/drawing/2014/main" id="{E63A8F3A-8138-3499-05BA-75DBE00B2933}"/>
              </a:ext>
            </a:extLst>
          </p:cNvPr>
          <p:cNvCxnSpPr>
            <a:cxnSpLocks noChangeShapeType="1"/>
          </p:cNvCxnSpPr>
          <p:nvPr/>
        </p:nvCxnSpPr>
        <p:spPr bwMode="auto">
          <a:xfrm>
            <a:off x="4419600" y="3784600"/>
            <a:ext cx="11430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6262" name="TextBox 67">
            <a:extLst>
              <a:ext uri="{FF2B5EF4-FFF2-40B4-BE49-F238E27FC236}">
                <a16:creationId xmlns:a16="http://schemas.microsoft.com/office/drawing/2014/main" id="{17CF0F4D-C607-B55C-1FD7-FBCD6E4C4506}"/>
              </a:ext>
            </a:extLst>
          </p:cNvPr>
          <p:cNvSpPr txBox="1">
            <a:spLocks noChangeArrowheads="1"/>
          </p:cNvSpPr>
          <p:nvPr/>
        </p:nvSpPr>
        <p:spPr bwMode="auto">
          <a:xfrm>
            <a:off x="4521200" y="16510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SPRAM64</a:t>
            </a:r>
            <a:r>
              <a:rPr lang="en-US" altLang="en-US" sz="1400" b="0"/>
              <a:t> </a:t>
            </a:r>
            <a:endParaRPr lang="en-GB" altLang="en-US" sz="1400" b="0"/>
          </a:p>
        </p:txBody>
      </p:sp>
      <p:sp>
        <p:nvSpPr>
          <p:cNvPr id="96263" name="TextBox 68">
            <a:extLst>
              <a:ext uri="{FF2B5EF4-FFF2-40B4-BE49-F238E27FC236}">
                <a16:creationId xmlns:a16="http://schemas.microsoft.com/office/drawing/2014/main" id="{9F466B89-C95B-3C7F-AD7A-69F89AA0347E}"/>
              </a:ext>
            </a:extLst>
          </p:cNvPr>
          <p:cNvSpPr txBox="1">
            <a:spLocks noChangeArrowheads="1"/>
          </p:cNvSpPr>
          <p:nvPr/>
        </p:nvSpPr>
        <p:spPr bwMode="auto">
          <a:xfrm>
            <a:off x="4495800" y="3530600"/>
            <a:ext cx="106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SPRAM64</a:t>
            </a:r>
            <a:r>
              <a:rPr lang="en-US" altLang="en-US" sz="1400" b="0"/>
              <a:t> </a:t>
            </a:r>
            <a:endParaRPr lang="en-GB" altLang="en-US" sz="1400" b="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4">
            <a:extLst>
              <a:ext uri="{FF2B5EF4-FFF2-40B4-BE49-F238E27FC236}">
                <a16:creationId xmlns:a16="http://schemas.microsoft.com/office/drawing/2014/main" id="{BA948115-D117-41C2-1D7B-C8113B2794DA}"/>
              </a:ext>
            </a:extLst>
          </p:cNvPr>
          <p:cNvSpPr>
            <a:spLocks noGrp="1" noChangeArrowheads="1"/>
          </p:cNvSpPr>
          <p:nvPr>
            <p:ph type="title"/>
          </p:nvPr>
        </p:nvSpPr>
        <p:spPr>
          <a:xfrm>
            <a:off x="0" y="183401"/>
            <a:ext cx="11612880" cy="704088"/>
          </a:xfrm>
        </p:spPr>
        <p:txBody>
          <a:bodyPr/>
          <a:lstStyle/>
          <a:p>
            <a:r>
              <a:rPr lang="en-US" altLang="en-US"/>
              <a:t>Dual-Port RAM 64x1</a:t>
            </a:r>
            <a:endParaRPr lang="ru-RU" altLang="en-US"/>
          </a:p>
        </p:txBody>
      </p:sp>
      <p:grpSp>
        <p:nvGrpSpPr>
          <p:cNvPr id="97283" name="Group 74">
            <a:extLst>
              <a:ext uri="{FF2B5EF4-FFF2-40B4-BE49-F238E27FC236}">
                <a16:creationId xmlns:a16="http://schemas.microsoft.com/office/drawing/2014/main" id="{022037BB-5792-68E5-4FE6-EAD87EA1610D}"/>
              </a:ext>
            </a:extLst>
          </p:cNvPr>
          <p:cNvGrpSpPr>
            <a:grpSpLocks/>
          </p:cNvGrpSpPr>
          <p:nvPr/>
        </p:nvGrpSpPr>
        <p:grpSpPr bwMode="auto">
          <a:xfrm>
            <a:off x="2362200" y="1498600"/>
            <a:ext cx="7391400" cy="3886200"/>
            <a:chOff x="528" y="1440"/>
            <a:chExt cx="4656" cy="2448"/>
          </a:xfrm>
        </p:grpSpPr>
        <p:sp>
          <p:nvSpPr>
            <p:cNvPr id="76804" name="Rectangle 6">
              <a:extLst>
                <a:ext uri="{FF2B5EF4-FFF2-40B4-BE49-F238E27FC236}">
                  <a16:creationId xmlns:a16="http://schemas.microsoft.com/office/drawing/2014/main" id="{91EB54CE-2AD6-4F87-AC6D-C45B522322F7}"/>
                </a:ext>
              </a:extLst>
            </p:cNvPr>
            <p:cNvSpPr>
              <a:spLocks noChangeArrowheads="1"/>
            </p:cNvSpPr>
            <p:nvPr/>
          </p:nvSpPr>
          <p:spPr bwMode="auto">
            <a:xfrm>
              <a:off x="2062" y="1440"/>
              <a:ext cx="772" cy="1080"/>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7290" name="Line 7">
              <a:extLst>
                <a:ext uri="{FF2B5EF4-FFF2-40B4-BE49-F238E27FC236}">
                  <a16:creationId xmlns:a16="http://schemas.microsoft.com/office/drawing/2014/main" id="{4BFEB2EF-A161-54DE-A4B1-86E3A2AD5CD4}"/>
                </a:ext>
              </a:extLst>
            </p:cNvPr>
            <p:cNvSpPr>
              <a:spLocks noChangeShapeType="1"/>
            </p:cNvSpPr>
            <p:nvPr/>
          </p:nvSpPr>
          <p:spPr bwMode="auto">
            <a:xfrm>
              <a:off x="1316" y="1808"/>
              <a:ext cx="7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91" name="Line 8">
              <a:extLst>
                <a:ext uri="{FF2B5EF4-FFF2-40B4-BE49-F238E27FC236}">
                  <a16:creationId xmlns:a16="http://schemas.microsoft.com/office/drawing/2014/main" id="{C68A2CC2-3BFE-1333-109C-3CE848C7C720}"/>
                </a:ext>
              </a:extLst>
            </p:cNvPr>
            <p:cNvSpPr>
              <a:spLocks noChangeShapeType="1"/>
            </p:cNvSpPr>
            <p:nvPr/>
          </p:nvSpPr>
          <p:spPr bwMode="auto">
            <a:xfrm>
              <a:off x="1843" y="1989"/>
              <a:ext cx="227" cy="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7292" name="Text Box 9">
              <a:extLst>
                <a:ext uri="{FF2B5EF4-FFF2-40B4-BE49-F238E27FC236}">
                  <a16:creationId xmlns:a16="http://schemas.microsoft.com/office/drawing/2014/main" id="{65279453-D337-5A7F-8923-2ED588E9C59D}"/>
                </a:ext>
              </a:extLst>
            </p:cNvPr>
            <p:cNvSpPr txBox="1">
              <a:spLocks noChangeArrowheads="1"/>
            </p:cNvSpPr>
            <p:nvPr/>
          </p:nvSpPr>
          <p:spPr bwMode="auto">
            <a:xfrm>
              <a:off x="2065" y="1710"/>
              <a:ext cx="48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А[6:1]</a:t>
              </a:r>
              <a:endParaRPr lang="ru-RU" altLang="en-US" sz="1600" b="0" u="none"/>
            </a:p>
          </p:txBody>
        </p:sp>
        <p:sp>
          <p:nvSpPr>
            <p:cNvPr id="97293" name="Text Box 10">
              <a:extLst>
                <a:ext uri="{FF2B5EF4-FFF2-40B4-BE49-F238E27FC236}">
                  <a16:creationId xmlns:a16="http://schemas.microsoft.com/office/drawing/2014/main" id="{25A684E8-E9AE-79B9-2038-5BBA0C9F7A50}"/>
                </a:ext>
              </a:extLst>
            </p:cNvPr>
            <p:cNvSpPr txBox="1">
              <a:spLocks noChangeArrowheads="1"/>
            </p:cNvSpPr>
            <p:nvPr/>
          </p:nvSpPr>
          <p:spPr bwMode="auto">
            <a:xfrm>
              <a:off x="2065" y="1907"/>
              <a:ext cx="74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WA[6:1]</a:t>
              </a:r>
              <a:endParaRPr lang="ru-RU" altLang="en-US" sz="1600" b="0" u="none"/>
            </a:p>
          </p:txBody>
        </p:sp>
        <p:sp>
          <p:nvSpPr>
            <p:cNvPr id="97294" name="Text Box 11">
              <a:extLst>
                <a:ext uri="{FF2B5EF4-FFF2-40B4-BE49-F238E27FC236}">
                  <a16:creationId xmlns:a16="http://schemas.microsoft.com/office/drawing/2014/main" id="{7585DA48-DFCB-75B1-39DB-8DEA8626815B}"/>
                </a:ext>
              </a:extLst>
            </p:cNvPr>
            <p:cNvSpPr txBox="1">
              <a:spLocks noChangeArrowheads="1"/>
            </p:cNvSpPr>
            <p:nvPr/>
          </p:nvSpPr>
          <p:spPr bwMode="auto">
            <a:xfrm>
              <a:off x="2537" y="1568"/>
              <a:ext cx="413"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O6</a:t>
              </a:r>
              <a:endParaRPr lang="ru-RU" altLang="en-US" sz="1600" b="0" u="none"/>
            </a:p>
          </p:txBody>
        </p:sp>
        <p:sp>
          <p:nvSpPr>
            <p:cNvPr id="97295" name="Text Box 12">
              <a:extLst>
                <a:ext uri="{FF2B5EF4-FFF2-40B4-BE49-F238E27FC236}">
                  <a16:creationId xmlns:a16="http://schemas.microsoft.com/office/drawing/2014/main" id="{41134E32-0547-5236-DA98-3940CA9EE221}"/>
                </a:ext>
              </a:extLst>
            </p:cNvPr>
            <p:cNvSpPr txBox="1">
              <a:spLocks noChangeArrowheads="1"/>
            </p:cNvSpPr>
            <p:nvPr/>
          </p:nvSpPr>
          <p:spPr bwMode="auto">
            <a:xfrm>
              <a:off x="2089" y="1530"/>
              <a:ext cx="486"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DI1</a:t>
              </a:r>
              <a:endParaRPr lang="ru-RU" altLang="en-US" sz="1600" b="0" u="none"/>
            </a:p>
          </p:txBody>
        </p:sp>
        <p:sp>
          <p:nvSpPr>
            <p:cNvPr id="97296" name="Text Box 13">
              <a:extLst>
                <a:ext uri="{FF2B5EF4-FFF2-40B4-BE49-F238E27FC236}">
                  <a16:creationId xmlns:a16="http://schemas.microsoft.com/office/drawing/2014/main" id="{E8F6D3C3-EE89-629B-8BFB-E090124C41B4}"/>
                </a:ext>
              </a:extLst>
            </p:cNvPr>
            <p:cNvSpPr txBox="1">
              <a:spLocks noChangeArrowheads="1"/>
            </p:cNvSpPr>
            <p:nvPr/>
          </p:nvSpPr>
          <p:spPr bwMode="auto">
            <a:xfrm>
              <a:off x="2074" y="2070"/>
              <a:ext cx="51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CK</a:t>
              </a:r>
              <a:endParaRPr lang="ru-RU" altLang="en-US" sz="1600" b="0" u="none"/>
            </a:p>
          </p:txBody>
        </p:sp>
        <p:sp>
          <p:nvSpPr>
            <p:cNvPr id="97297" name="Text Box 14">
              <a:extLst>
                <a:ext uri="{FF2B5EF4-FFF2-40B4-BE49-F238E27FC236}">
                  <a16:creationId xmlns:a16="http://schemas.microsoft.com/office/drawing/2014/main" id="{FE227F76-7E4C-ADD8-70D8-BDAD8D7C613E}"/>
                </a:ext>
              </a:extLst>
            </p:cNvPr>
            <p:cNvSpPr txBox="1">
              <a:spLocks noChangeArrowheads="1"/>
            </p:cNvSpPr>
            <p:nvPr/>
          </p:nvSpPr>
          <p:spPr bwMode="auto">
            <a:xfrm>
              <a:off x="2076" y="2250"/>
              <a:ext cx="51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WEN</a:t>
              </a:r>
              <a:endParaRPr lang="ru-RU" altLang="en-US" sz="1600" b="0" u="none"/>
            </a:p>
          </p:txBody>
        </p:sp>
        <p:sp>
          <p:nvSpPr>
            <p:cNvPr id="97298" name="Line 15">
              <a:extLst>
                <a:ext uri="{FF2B5EF4-FFF2-40B4-BE49-F238E27FC236}">
                  <a16:creationId xmlns:a16="http://schemas.microsoft.com/office/drawing/2014/main" id="{3A2F7632-770F-269D-9BAE-3C1CEFA72AF1}"/>
                </a:ext>
              </a:extLst>
            </p:cNvPr>
            <p:cNvSpPr>
              <a:spLocks noChangeShapeType="1"/>
            </p:cNvSpPr>
            <p:nvPr/>
          </p:nvSpPr>
          <p:spPr bwMode="auto">
            <a:xfrm>
              <a:off x="1302" y="2160"/>
              <a:ext cx="7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99" name="Line 16">
              <a:extLst>
                <a:ext uri="{FF2B5EF4-FFF2-40B4-BE49-F238E27FC236}">
                  <a16:creationId xmlns:a16="http://schemas.microsoft.com/office/drawing/2014/main" id="{BD4F13F3-FCDE-1522-1EEB-8D3255322441}"/>
                </a:ext>
              </a:extLst>
            </p:cNvPr>
            <p:cNvSpPr>
              <a:spLocks noChangeShapeType="1"/>
            </p:cNvSpPr>
            <p:nvPr/>
          </p:nvSpPr>
          <p:spPr bwMode="auto">
            <a:xfrm>
              <a:off x="1316" y="2346"/>
              <a:ext cx="7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0" name="Line 17">
              <a:extLst>
                <a:ext uri="{FF2B5EF4-FFF2-40B4-BE49-F238E27FC236}">
                  <a16:creationId xmlns:a16="http://schemas.microsoft.com/office/drawing/2014/main" id="{0A1859EC-970A-2025-F1A0-D00580C70F25}"/>
                </a:ext>
              </a:extLst>
            </p:cNvPr>
            <p:cNvSpPr>
              <a:spLocks noChangeShapeType="1"/>
            </p:cNvSpPr>
            <p:nvPr/>
          </p:nvSpPr>
          <p:spPr bwMode="auto">
            <a:xfrm>
              <a:off x="1326" y="1601"/>
              <a:ext cx="7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1" name="Line 18">
              <a:extLst>
                <a:ext uri="{FF2B5EF4-FFF2-40B4-BE49-F238E27FC236}">
                  <a16:creationId xmlns:a16="http://schemas.microsoft.com/office/drawing/2014/main" id="{8E38A17E-9EB2-49EA-7F4F-4D5B7C09A5AE}"/>
                </a:ext>
              </a:extLst>
            </p:cNvPr>
            <p:cNvSpPr>
              <a:spLocks noChangeShapeType="1"/>
            </p:cNvSpPr>
            <p:nvPr/>
          </p:nvSpPr>
          <p:spPr bwMode="auto">
            <a:xfrm flipH="1" flipV="1">
              <a:off x="1840" y="1808"/>
              <a:ext cx="0" cy="1433"/>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7302" name="Text Box 19">
              <a:extLst>
                <a:ext uri="{FF2B5EF4-FFF2-40B4-BE49-F238E27FC236}">
                  <a16:creationId xmlns:a16="http://schemas.microsoft.com/office/drawing/2014/main" id="{C4428CB0-56C0-10B6-2000-23D52E166889}"/>
                </a:ext>
              </a:extLst>
            </p:cNvPr>
            <p:cNvSpPr txBox="1">
              <a:spLocks noChangeArrowheads="1"/>
            </p:cNvSpPr>
            <p:nvPr/>
          </p:nvSpPr>
          <p:spPr bwMode="auto">
            <a:xfrm>
              <a:off x="4142" y="1568"/>
              <a:ext cx="754"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Output</a:t>
              </a:r>
              <a:endParaRPr lang="ru-RU" altLang="en-US" b="0" u="none"/>
            </a:p>
          </p:txBody>
        </p:sp>
        <p:sp>
          <p:nvSpPr>
            <p:cNvPr id="76818" name="Rectangle 20">
              <a:extLst>
                <a:ext uri="{FF2B5EF4-FFF2-40B4-BE49-F238E27FC236}">
                  <a16:creationId xmlns:a16="http://schemas.microsoft.com/office/drawing/2014/main" id="{4082F34F-F9D1-40E6-A8D7-A67C0AD33A18}"/>
                </a:ext>
              </a:extLst>
            </p:cNvPr>
            <p:cNvSpPr>
              <a:spLocks noChangeArrowheads="1"/>
            </p:cNvSpPr>
            <p:nvPr/>
          </p:nvSpPr>
          <p:spPr bwMode="auto">
            <a:xfrm>
              <a:off x="3445" y="3031"/>
              <a:ext cx="486" cy="572"/>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7304" name="Text Box 21">
              <a:extLst>
                <a:ext uri="{FF2B5EF4-FFF2-40B4-BE49-F238E27FC236}">
                  <a16:creationId xmlns:a16="http://schemas.microsoft.com/office/drawing/2014/main" id="{EBB8FE6F-696C-DED5-32A8-CEE4A43FBA2E}"/>
                </a:ext>
              </a:extLst>
            </p:cNvPr>
            <p:cNvSpPr txBox="1">
              <a:spLocks noChangeArrowheads="1"/>
            </p:cNvSpPr>
            <p:nvPr/>
          </p:nvSpPr>
          <p:spPr bwMode="auto">
            <a:xfrm>
              <a:off x="3412" y="3091"/>
              <a:ext cx="486"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a:t>
              </a:r>
              <a:endParaRPr lang="ru-RU" altLang="en-US" b="0" u="none"/>
            </a:p>
          </p:txBody>
        </p:sp>
        <p:grpSp>
          <p:nvGrpSpPr>
            <p:cNvPr id="97305" name="Group 22">
              <a:extLst>
                <a:ext uri="{FF2B5EF4-FFF2-40B4-BE49-F238E27FC236}">
                  <a16:creationId xmlns:a16="http://schemas.microsoft.com/office/drawing/2014/main" id="{ED69AACC-015A-E071-8220-2606D5D31B84}"/>
                </a:ext>
              </a:extLst>
            </p:cNvPr>
            <p:cNvGrpSpPr>
              <a:grpSpLocks/>
            </p:cNvGrpSpPr>
            <p:nvPr/>
          </p:nvGrpSpPr>
          <p:grpSpPr bwMode="auto">
            <a:xfrm>
              <a:off x="3445" y="3443"/>
              <a:ext cx="64" cy="58"/>
              <a:chOff x="7187" y="13254"/>
              <a:chExt cx="119" cy="117"/>
            </a:xfrm>
          </p:grpSpPr>
          <p:sp>
            <p:nvSpPr>
              <p:cNvPr id="97351" name="Line 23">
                <a:extLst>
                  <a:ext uri="{FF2B5EF4-FFF2-40B4-BE49-F238E27FC236}">
                    <a16:creationId xmlns:a16="http://schemas.microsoft.com/office/drawing/2014/main" id="{5183064F-425F-9967-CC13-69C2B3D697A4}"/>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52" name="Line 24">
                <a:extLst>
                  <a:ext uri="{FF2B5EF4-FFF2-40B4-BE49-F238E27FC236}">
                    <a16:creationId xmlns:a16="http://schemas.microsoft.com/office/drawing/2014/main" id="{559CBB9F-66E4-3DBA-ACEB-EB4BDC2B8E58}"/>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53" name="Line 25">
                <a:extLst>
                  <a:ext uri="{FF2B5EF4-FFF2-40B4-BE49-F238E27FC236}">
                    <a16:creationId xmlns:a16="http://schemas.microsoft.com/office/drawing/2014/main" id="{5F9896CE-7167-C9BD-B949-E586F97E4CE3}"/>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54" name="Line 26">
                <a:extLst>
                  <a:ext uri="{FF2B5EF4-FFF2-40B4-BE49-F238E27FC236}">
                    <a16:creationId xmlns:a16="http://schemas.microsoft.com/office/drawing/2014/main" id="{4D3A74D2-EA35-6420-D481-A0633019A788}"/>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55" name="Line 27">
                <a:extLst>
                  <a:ext uri="{FF2B5EF4-FFF2-40B4-BE49-F238E27FC236}">
                    <a16:creationId xmlns:a16="http://schemas.microsoft.com/office/drawing/2014/main" id="{14695789-C0F4-98C8-65C1-21FCBA6089FE}"/>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7306" name="Line 28">
              <a:extLst>
                <a:ext uri="{FF2B5EF4-FFF2-40B4-BE49-F238E27FC236}">
                  <a16:creationId xmlns:a16="http://schemas.microsoft.com/office/drawing/2014/main" id="{CE5C03DE-C565-31CC-6B34-BAC8E443FD13}"/>
                </a:ext>
              </a:extLst>
            </p:cNvPr>
            <p:cNvSpPr>
              <a:spLocks noChangeShapeType="1"/>
            </p:cNvSpPr>
            <p:nvPr/>
          </p:nvSpPr>
          <p:spPr bwMode="auto">
            <a:xfrm>
              <a:off x="3265" y="2956"/>
              <a:ext cx="0" cy="238"/>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7307" name="Line 29">
              <a:extLst>
                <a:ext uri="{FF2B5EF4-FFF2-40B4-BE49-F238E27FC236}">
                  <a16:creationId xmlns:a16="http://schemas.microsoft.com/office/drawing/2014/main" id="{F2ADFB9C-6780-1908-2883-96C967E510E4}"/>
                </a:ext>
              </a:extLst>
            </p:cNvPr>
            <p:cNvSpPr>
              <a:spLocks noChangeShapeType="1"/>
            </p:cNvSpPr>
            <p:nvPr/>
          </p:nvSpPr>
          <p:spPr bwMode="auto">
            <a:xfrm>
              <a:off x="3265" y="3194"/>
              <a:ext cx="17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8" name="Line 30">
              <a:extLst>
                <a:ext uri="{FF2B5EF4-FFF2-40B4-BE49-F238E27FC236}">
                  <a16:creationId xmlns:a16="http://schemas.microsoft.com/office/drawing/2014/main" id="{57D078CC-18F0-17E9-D29D-D72C0C4B980F}"/>
                </a:ext>
              </a:extLst>
            </p:cNvPr>
            <p:cNvSpPr>
              <a:spLocks noChangeShapeType="1"/>
            </p:cNvSpPr>
            <p:nvPr/>
          </p:nvSpPr>
          <p:spPr bwMode="auto">
            <a:xfrm>
              <a:off x="3931" y="3211"/>
              <a:ext cx="242"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7309" name="Text Box 31">
              <a:extLst>
                <a:ext uri="{FF2B5EF4-FFF2-40B4-BE49-F238E27FC236}">
                  <a16:creationId xmlns:a16="http://schemas.microsoft.com/office/drawing/2014/main" id="{5657A7C5-BCFD-1799-6BCB-8DF5C8A28C22}"/>
                </a:ext>
              </a:extLst>
            </p:cNvPr>
            <p:cNvSpPr txBox="1">
              <a:spLocks noChangeArrowheads="1"/>
            </p:cNvSpPr>
            <p:nvPr/>
          </p:nvSpPr>
          <p:spPr bwMode="auto">
            <a:xfrm>
              <a:off x="4158" y="3098"/>
              <a:ext cx="1026"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Registered</a:t>
              </a:r>
            </a:p>
            <a:p>
              <a:pPr eaLnBrk="1" hangingPunct="1"/>
              <a:r>
                <a:rPr lang="en-US" altLang="en-US" b="0" u="none"/>
                <a:t>Output</a:t>
              </a:r>
              <a:endParaRPr lang="ru-RU" altLang="en-US" b="0" u="none"/>
            </a:p>
          </p:txBody>
        </p:sp>
        <p:sp>
          <p:nvSpPr>
            <p:cNvPr id="97310" name="Line 32">
              <a:extLst>
                <a:ext uri="{FF2B5EF4-FFF2-40B4-BE49-F238E27FC236}">
                  <a16:creationId xmlns:a16="http://schemas.microsoft.com/office/drawing/2014/main" id="{ECE58BD5-F8A6-FCC4-B0C8-FF23D4D28CF8}"/>
                </a:ext>
              </a:extLst>
            </p:cNvPr>
            <p:cNvSpPr>
              <a:spLocks noChangeShapeType="1"/>
            </p:cNvSpPr>
            <p:nvPr/>
          </p:nvSpPr>
          <p:spPr bwMode="auto">
            <a:xfrm flipH="1">
              <a:off x="1705" y="2160"/>
              <a:ext cx="0" cy="1728"/>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7311" name="Line 33">
              <a:extLst>
                <a:ext uri="{FF2B5EF4-FFF2-40B4-BE49-F238E27FC236}">
                  <a16:creationId xmlns:a16="http://schemas.microsoft.com/office/drawing/2014/main" id="{A72B98C4-D4F6-AAFD-6534-002C8B47CB77}"/>
                </a:ext>
              </a:extLst>
            </p:cNvPr>
            <p:cNvSpPr>
              <a:spLocks noChangeShapeType="1"/>
            </p:cNvSpPr>
            <p:nvPr/>
          </p:nvSpPr>
          <p:spPr bwMode="auto">
            <a:xfrm>
              <a:off x="3096" y="2190"/>
              <a:ext cx="0" cy="169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2" name="Line 34">
              <a:extLst>
                <a:ext uri="{FF2B5EF4-FFF2-40B4-BE49-F238E27FC236}">
                  <a16:creationId xmlns:a16="http://schemas.microsoft.com/office/drawing/2014/main" id="{240B4CF2-65CE-7372-F615-395217C32A4C}"/>
                </a:ext>
              </a:extLst>
            </p:cNvPr>
            <p:cNvSpPr>
              <a:spLocks noChangeShapeType="1"/>
            </p:cNvSpPr>
            <p:nvPr/>
          </p:nvSpPr>
          <p:spPr bwMode="auto">
            <a:xfrm>
              <a:off x="3099" y="3472"/>
              <a:ext cx="340" cy="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7313" name="Text Box 35">
              <a:extLst>
                <a:ext uri="{FF2B5EF4-FFF2-40B4-BE49-F238E27FC236}">
                  <a16:creationId xmlns:a16="http://schemas.microsoft.com/office/drawing/2014/main" id="{8341AD95-031F-647C-3E16-D30E6A8CED65}"/>
                </a:ext>
              </a:extLst>
            </p:cNvPr>
            <p:cNvSpPr txBox="1">
              <a:spLocks noChangeArrowheads="1"/>
            </p:cNvSpPr>
            <p:nvPr/>
          </p:nvSpPr>
          <p:spPr bwMode="auto">
            <a:xfrm>
              <a:off x="1062" y="1500"/>
              <a:ext cx="43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a:t>
              </a:r>
              <a:endParaRPr lang="ru-RU" altLang="en-US" b="0" u="none"/>
            </a:p>
          </p:txBody>
        </p:sp>
        <p:sp>
          <p:nvSpPr>
            <p:cNvPr id="97314" name="Text Box 36">
              <a:extLst>
                <a:ext uri="{FF2B5EF4-FFF2-40B4-BE49-F238E27FC236}">
                  <a16:creationId xmlns:a16="http://schemas.microsoft.com/office/drawing/2014/main" id="{5DF225D6-C59E-8072-0432-B32EC8C6C7D4}"/>
                </a:ext>
              </a:extLst>
            </p:cNvPr>
            <p:cNvSpPr txBox="1">
              <a:spLocks noChangeArrowheads="1"/>
            </p:cNvSpPr>
            <p:nvPr/>
          </p:nvSpPr>
          <p:spPr bwMode="auto">
            <a:xfrm>
              <a:off x="687" y="1710"/>
              <a:ext cx="811"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A[5:0]</a:t>
              </a:r>
              <a:endParaRPr lang="ru-RU" altLang="en-US" b="0" u="none"/>
            </a:p>
          </p:txBody>
        </p:sp>
        <p:sp>
          <p:nvSpPr>
            <p:cNvPr id="97315" name="Text Box 37">
              <a:extLst>
                <a:ext uri="{FF2B5EF4-FFF2-40B4-BE49-F238E27FC236}">
                  <a16:creationId xmlns:a16="http://schemas.microsoft.com/office/drawing/2014/main" id="{47DAF192-FD45-C7B6-751C-723FEA4206C1}"/>
                </a:ext>
              </a:extLst>
            </p:cNvPr>
            <p:cNvSpPr txBox="1">
              <a:spLocks noChangeArrowheads="1"/>
            </p:cNvSpPr>
            <p:nvPr/>
          </p:nvSpPr>
          <p:spPr bwMode="auto">
            <a:xfrm>
              <a:off x="747" y="2070"/>
              <a:ext cx="64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WCLK</a:t>
              </a:r>
              <a:endParaRPr lang="ru-RU" altLang="en-US" b="0" u="none"/>
            </a:p>
          </p:txBody>
        </p:sp>
        <p:sp>
          <p:nvSpPr>
            <p:cNvPr id="97316" name="Text Box 38">
              <a:extLst>
                <a:ext uri="{FF2B5EF4-FFF2-40B4-BE49-F238E27FC236}">
                  <a16:creationId xmlns:a16="http://schemas.microsoft.com/office/drawing/2014/main" id="{A69F687A-5FC0-F4EE-6A79-6322CB7D5DAA}"/>
                </a:ext>
              </a:extLst>
            </p:cNvPr>
            <p:cNvSpPr txBox="1">
              <a:spLocks noChangeArrowheads="1"/>
            </p:cNvSpPr>
            <p:nvPr/>
          </p:nvSpPr>
          <p:spPr bwMode="auto">
            <a:xfrm>
              <a:off x="871" y="2250"/>
              <a:ext cx="54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WE</a:t>
              </a:r>
              <a:endParaRPr lang="ru-RU" altLang="en-US" b="0" u="none"/>
            </a:p>
          </p:txBody>
        </p:sp>
        <p:sp>
          <p:nvSpPr>
            <p:cNvPr id="76832" name="Rectangle 39">
              <a:extLst>
                <a:ext uri="{FF2B5EF4-FFF2-40B4-BE49-F238E27FC236}">
                  <a16:creationId xmlns:a16="http://schemas.microsoft.com/office/drawing/2014/main" id="{E007AE7B-C0EE-4CB4-AD71-74DC2051C6AA}"/>
                </a:ext>
              </a:extLst>
            </p:cNvPr>
            <p:cNvSpPr>
              <a:spLocks noChangeArrowheads="1"/>
            </p:cNvSpPr>
            <p:nvPr/>
          </p:nvSpPr>
          <p:spPr bwMode="auto">
            <a:xfrm>
              <a:off x="2063" y="2693"/>
              <a:ext cx="773" cy="1080"/>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7318" name="Line 40">
              <a:extLst>
                <a:ext uri="{FF2B5EF4-FFF2-40B4-BE49-F238E27FC236}">
                  <a16:creationId xmlns:a16="http://schemas.microsoft.com/office/drawing/2014/main" id="{C3232D73-4073-FEF9-7F4A-CA71B1CD249C}"/>
                </a:ext>
              </a:extLst>
            </p:cNvPr>
            <p:cNvSpPr>
              <a:spLocks noChangeShapeType="1"/>
            </p:cNvSpPr>
            <p:nvPr/>
          </p:nvSpPr>
          <p:spPr bwMode="auto">
            <a:xfrm>
              <a:off x="1311" y="3061"/>
              <a:ext cx="748" cy="0"/>
            </a:xfrm>
            <a:prstGeom prst="line">
              <a:avLst/>
            </a:prstGeom>
            <a:noFill/>
            <a:ln w="25400">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97319" name="Line 41">
              <a:extLst>
                <a:ext uri="{FF2B5EF4-FFF2-40B4-BE49-F238E27FC236}">
                  <a16:creationId xmlns:a16="http://schemas.microsoft.com/office/drawing/2014/main" id="{A1FC3FA7-747F-FEB5-4C76-DBBD9B2C6798}"/>
                </a:ext>
              </a:extLst>
            </p:cNvPr>
            <p:cNvSpPr>
              <a:spLocks noChangeShapeType="1"/>
            </p:cNvSpPr>
            <p:nvPr/>
          </p:nvSpPr>
          <p:spPr bwMode="auto">
            <a:xfrm>
              <a:off x="1845" y="3241"/>
              <a:ext cx="2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20" name="Text Box 42">
              <a:extLst>
                <a:ext uri="{FF2B5EF4-FFF2-40B4-BE49-F238E27FC236}">
                  <a16:creationId xmlns:a16="http://schemas.microsoft.com/office/drawing/2014/main" id="{E1253195-82A2-1B17-6DF3-E97673FD4D48}"/>
                </a:ext>
              </a:extLst>
            </p:cNvPr>
            <p:cNvSpPr txBox="1">
              <a:spLocks noChangeArrowheads="1"/>
            </p:cNvSpPr>
            <p:nvPr/>
          </p:nvSpPr>
          <p:spPr bwMode="auto">
            <a:xfrm>
              <a:off x="2076" y="2963"/>
              <a:ext cx="486"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А[6:1]</a:t>
              </a:r>
              <a:endParaRPr lang="ru-RU" altLang="en-US" sz="1600" b="0" u="none"/>
            </a:p>
          </p:txBody>
        </p:sp>
        <p:sp>
          <p:nvSpPr>
            <p:cNvPr id="97321" name="Text Box 43">
              <a:extLst>
                <a:ext uri="{FF2B5EF4-FFF2-40B4-BE49-F238E27FC236}">
                  <a16:creationId xmlns:a16="http://schemas.microsoft.com/office/drawing/2014/main" id="{5477AB8C-710A-D38D-4646-C60E72C7407C}"/>
                </a:ext>
              </a:extLst>
            </p:cNvPr>
            <p:cNvSpPr txBox="1">
              <a:spLocks noChangeArrowheads="1"/>
            </p:cNvSpPr>
            <p:nvPr/>
          </p:nvSpPr>
          <p:spPr bwMode="auto">
            <a:xfrm>
              <a:off x="2066" y="3169"/>
              <a:ext cx="74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WA[6:1]</a:t>
              </a:r>
              <a:endParaRPr lang="ru-RU" altLang="en-US" sz="1600" b="0" u="none"/>
            </a:p>
          </p:txBody>
        </p:sp>
        <p:sp>
          <p:nvSpPr>
            <p:cNvPr id="97322" name="Text Box 44">
              <a:extLst>
                <a:ext uri="{FF2B5EF4-FFF2-40B4-BE49-F238E27FC236}">
                  <a16:creationId xmlns:a16="http://schemas.microsoft.com/office/drawing/2014/main" id="{D3A862A9-03D3-B318-E134-60BC39CD6DE1}"/>
                </a:ext>
              </a:extLst>
            </p:cNvPr>
            <p:cNvSpPr txBox="1">
              <a:spLocks noChangeArrowheads="1"/>
            </p:cNvSpPr>
            <p:nvPr/>
          </p:nvSpPr>
          <p:spPr bwMode="auto">
            <a:xfrm>
              <a:off x="2538" y="2821"/>
              <a:ext cx="414"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O6</a:t>
              </a:r>
              <a:endParaRPr lang="ru-RU" altLang="en-US" sz="1600" b="0" u="none"/>
            </a:p>
          </p:txBody>
        </p:sp>
        <p:sp>
          <p:nvSpPr>
            <p:cNvPr id="97323" name="Text Box 45">
              <a:extLst>
                <a:ext uri="{FF2B5EF4-FFF2-40B4-BE49-F238E27FC236}">
                  <a16:creationId xmlns:a16="http://schemas.microsoft.com/office/drawing/2014/main" id="{F7E4EE84-BF2B-53A0-92E7-F2C903B70D83}"/>
                </a:ext>
              </a:extLst>
            </p:cNvPr>
            <p:cNvSpPr txBox="1">
              <a:spLocks noChangeArrowheads="1"/>
            </p:cNvSpPr>
            <p:nvPr/>
          </p:nvSpPr>
          <p:spPr bwMode="auto">
            <a:xfrm>
              <a:off x="2082" y="2783"/>
              <a:ext cx="486"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DI1</a:t>
              </a:r>
              <a:endParaRPr lang="ru-RU" altLang="en-US" sz="1600" b="0" u="none"/>
            </a:p>
          </p:txBody>
        </p:sp>
        <p:sp>
          <p:nvSpPr>
            <p:cNvPr id="97324" name="Text Box 46">
              <a:extLst>
                <a:ext uri="{FF2B5EF4-FFF2-40B4-BE49-F238E27FC236}">
                  <a16:creationId xmlns:a16="http://schemas.microsoft.com/office/drawing/2014/main" id="{87425CE5-6C81-3988-C23F-4571C3FACB6A}"/>
                </a:ext>
              </a:extLst>
            </p:cNvPr>
            <p:cNvSpPr txBox="1">
              <a:spLocks noChangeArrowheads="1"/>
            </p:cNvSpPr>
            <p:nvPr/>
          </p:nvSpPr>
          <p:spPr bwMode="auto">
            <a:xfrm>
              <a:off x="2112" y="3323"/>
              <a:ext cx="51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CK</a:t>
              </a:r>
              <a:endParaRPr lang="ru-RU" altLang="en-US" sz="1600" b="0" u="none"/>
            </a:p>
          </p:txBody>
        </p:sp>
        <p:sp>
          <p:nvSpPr>
            <p:cNvPr id="97325" name="Text Box 47">
              <a:extLst>
                <a:ext uri="{FF2B5EF4-FFF2-40B4-BE49-F238E27FC236}">
                  <a16:creationId xmlns:a16="http://schemas.microsoft.com/office/drawing/2014/main" id="{E9C2890B-408B-0959-9796-0307100F5924}"/>
                </a:ext>
              </a:extLst>
            </p:cNvPr>
            <p:cNvSpPr txBox="1">
              <a:spLocks noChangeArrowheads="1"/>
            </p:cNvSpPr>
            <p:nvPr/>
          </p:nvSpPr>
          <p:spPr bwMode="auto">
            <a:xfrm>
              <a:off x="2087" y="3521"/>
              <a:ext cx="510"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WEN</a:t>
              </a:r>
              <a:endParaRPr lang="ru-RU" altLang="en-US" sz="1600" b="0" u="none"/>
            </a:p>
          </p:txBody>
        </p:sp>
        <p:sp>
          <p:nvSpPr>
            <p:cNvPr id="97326" name="Line 48">
              <a:extLst>
                <a:ext uri="{FF2B5EF4-FFF2-40B4-BE49-F238E27FC236}">
                  <a16:creationId xmlns:a16="http://schemas.microsoft.com/office/drawing/2014/main" id="{BA23F2CB-DD37-D24F-D88F-EDBA4B9AD338}"/>
                </a:ext>
              </a:extLst>
            </p:cNvPr>
            <p:cNvSpPr>
              <a:spLocks noChangeShapeType="1"/>
            </p:cNvSpPr>
            <p:nvPr/>
          </p:nvSpPr>
          <p:spPr bwMode="auto">
            <a:xfrm>
              <a:off x="1709" y="3413"/>
              <a:ext cx="365" cy="0"/>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7327" name="Line 49">
              <a:extLst>
                <a:ext uri="{FF2B5EF4-FFF2-40B4-BE49-F238E27FC236}">
                  <a16:creationId xmlns:a16="http://schemas.microsoft.com/office/drawing/2014/main" id="{3178F952-2A4F-ABC1-4739-9E67F1EF56D7}"/>
                </a:ext>
              </a:extLst>
            </p:cNvPr>
            <p:cNvSpPr>
              <a:spLocks noChangeShapeType="1"/>
            </p:cNvSpPr>
            <p:nvPr/>
          </p:nvSpPr>
          <p:spPr bwMode="auto">
            <a:xfrm>
              <a:off x="1561" y="3607"/>
              <a:ext cx="5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28" name="Line 50">
              <a:extLst>
                <a:ext uri="{FF2B5EF4-FFF2-40B4-BE49-F238E27FC236}">
                  <a16:creationId xmlns:a16="http://schemas.microsoft.com/office/drawing/2014/main" id="{7606E032-3187-6786-5F59-6BE854ECF179}"/>
                </a:ext>
              </a:extLst>
            </p:cNvPr>
            <p:cNvSpPr>
              <a:spLocks noChangeShapeType="1"/>
            </p:cNvSpPr>
            <p:nvPr/>
          </p:nvSpPr>
          <p:spPr bwMode="auto">
            <a:xfrm>
              <a:off x="1469" y="2866"/>
              <a:ext cx="59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29" name="Line 51">
              <a:extLst>
                <a:ext uri="{FF2B5EF4-FFF2-40B4-BE49-F238E27FC236}">
                  <a16:creationId xmlns:a16="http://schemas.microsoft.com/office/drawing/2014/main" id="{550A766B-2423-9161-07C4-5139E50AD81A}"/>
                </a:ext>
              </a:extLst>
            </p:cNvPr>
            <p:cNvSpPr>
              <a:spLocks noChangeShapeType="1"/>
            </p:cNvSpPr>
            <p:nvPr/>
          </p:nvSpPr>
          <p:spPr bwMode="auto">
            <a:xfrm>
              <a:off x="1708" y="3884"/>
              <a:ext cx="13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30" name="Line 52">
              <a:extLst>
                <a:ext uri="{FF2B5EF4-FFF2-40B4-BE49-F238E27FC236}">
                  <a16:creationId xmlns:a16="http://schemas.microsoft.com/office/drawing/2014/main" id="{802F68EF-5B51-9180-91D2-8E04188C9CE8}"/>
                </a:ext>
              </a:extLst>
            </p:cNvPr>
            <p:cNvSpPr>
              <a:spLocks noChangeShapeType="1"/>
            </p:cNvSpPr>
            <p:nvPr/>
          </p:nvSpPr>
          <p:spPr bwMode="auto">
            <a:xfrm>
              <a:off x="2837" y="2948"/>
              <a:ext cx="1332"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7331" name="Line 53">
              <a:extLst>
                <a:ext uri="{FF2B5EF4-FFF2-40B4-BE49-F238E27FC236}">
                  <a16:creationId xmlns:a16="http://schemas.microsoft.com/office/drawing/2014/main" id="{10DE502B-5144-49AB-8AE4-E82C63AF04C4}"/>
                </a:ext>
              </a:extLst>
            </p:cNvPr>
            <p:cNvSpPr>
              <a:spLocks noChangeShapeType="1"/>
            </p:cNvSpPr>
            <p:nvPr/>
          </p:nvSpPr>
          <p:spPr bwMode="auto">
            <a:xfrm flipV="1">
              <a:off x="1564" y="2348"/>
              <a:ext cx="0" cy="126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97332" name="Line 54">
              <a:extLst>
                <a:ext uri="{FF2B5EF4-FFF2-40B4-BE49-F238E27FC236}">
                  <a16:creationId xmlns:a16="http://schemas.microsoft.com/office/drawing/2014/main" id="{63F6600E-6DFC-8070-BF9A-8C3AEFF55661}"/>
                </a:ext>
              </a:extLst>
            </p:cNvPr>
            <p:cNvSpPr>
              <a:spLocks noChangeShapeType="1"/>
            </p:cNvSpPr>
            <p:nvPr/>
          </p:nvSpPr>
          <p:spPr bwMode="auto">
            <a:xfrm>
              <a:off x="1465" y="1605"/>
              <a:ext cx="0" cy="1261"/>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76848" name="Rectangle 55">
              <a:extLst>
                <a:ext uri="{FF2B5EF4-FFF2-40B4-BE49-F238E27FC236}">
                  <a16:creationId xmlns:a16="http://schemas.microsoft.com/office/drawing/2014/main" id="{BDC1C29A-2ABC-47D2-9E9D-B3B985376E03}"/>
                </a:ext>
              </a:extLst>
            </p:cNvPr>
            <p:cNvSpPr>
              <a:spLocks noChangeArrowheads="1"/>
            </p:cNvSpPr>
            <p:nvPr/>
          </p:nvSpPr>
          <p:spPr bwMode="auto">
            <a:xfrm>
              <a:off x="3453" y="1748"/>
              <a:ext cx="486" cy="572"/>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7334" name="Text Box 56">
              <a:extLst>
                <a:ext uri="{FF2B5EF4-FFF2-40B4-BE49-F238E27FC236}">
                  <a16:creationId xmlns:a16="http://schemas.microsoft.com/office/drawing/2014/main" id="{0E1F0E0E-F3EF-063F-6C78-7E23ED1FA4C7}"/>
                </a:ext>
              </a:extLst>
            </p:cNvPr>
            <p:cNvSpPr txBox="1">
              <a:spLocks noChangeArrowheads="1"/>
            </p:cNvSpPr>
            <p:nvPr/>
          </p:nvSpPr>
          <p:spPr bwMode="auto">
            <a:xfrm>
              <a:off x="3420" y="1808"/>
              <a:ext cx="487"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a:t>
              </a:r>
              <a:endParaRPr lang="ru-RU" altLang="en-US" b="0" u="none"/>
            </a:p>
          </p:txBody>
        </p:sp>
        <p:grpSp>
          <p:nvGrpSpPr>
            <p:cNvPr id="97335" name="Group 57">
              <a:extLst>
                <a:ext uri="{FF2B5EF4-FFF2-40B4-BE49-F238E27FC236}">
                  <a16:creationId xmlns:a16="http://schemas.microsoft.com/office/drawing/2014/main" id="{063BB7B5-7CE7-05B5-471E-F2963FA19BC1}"/>
                </a:ext>
              </a:extLst>
            </p:cNvPr>
            <p:cNvGrpSpPr>
              <a:grpSpLocks/>
            </p:cNvGrpSpPr>
            <p:nvPr/>
          </p:nvGrpSpPr>
          <p:grpSpPr bwMode="auto">
            <a:xfrm>
              <a:off x="3453" y="2160"/>
              <a:ext cx="64" cy="58"/>
              <a:chOff x="7187" y="13254"/>
              <a:chExt cx="119" cy="117"/>
            </a:xfrm>
          </p:grpSpPr>
          <p:sp>
            <p:nvSpPr>
              <p:cNvPr id="97346" name="Line 58">
                <a:extLst>
                  <a:ext uri="{FF2B5EF4-FFF2-40B4-BE49-F238E27FC236}">
                    <a16:creationId xmlns:a16="http://schemas.microsoft.com/office/drawing/2014/main" id="{66420CCC-9246-2999-7956-B1F571340DF8}"/>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47" name="Line 59">
                <a:extLst>
                  <a:ext uri="{FF2B5EF4-FFF2-40B4-BE49-F238E27FC236}">
                    <a16:creationId xmlns:a16="http://schemas.microsoft.com/office/drawing/2014/main" id="{1FBFD48A-EA2B-7BA2-5C92-4095A3BC1562}"/>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48" name="Line 60">
                <a:extLst>
                  <a:ext uri="{FF2B5EF4-FFF2-40B4-BE49-F238E27FC236}">
                    <a16:creationId xmlns:a16="http://schemas.microsoft.com/office/drawing/2014/main" id="{5E1C792A-9AC4-CA50-2EEB-E58E803C458A}"/>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49" name="Line 61">
                <a:extLst>
                  <a:ext uri="{FF2B5EF4-FFF2-40B4-BE49-F238E27FC236}">
                    <a16:creationId xmlns:a16="http://schemas.microsoft.com/office/drawing/2014/main" id="{5B26EB6C-6B53-BA4F-5C97-302C3C319B84}"/>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50" name="Line 62">
                <a:extLst>
                  <a:ext uri="{FF2B5EF4-FFF2-40B4-BE49-F238E27FC236}">
                    <a16:creationId xmlns:a16="http://schemas.microsoft.com/office/drawing/2014/main" id="{A0C6A0E1-118B-6CAD-CF61-E2EDC481C3FD}"/>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7336" name="Line 63">
              <a:extLst>
                <a:ext uri="{FF2B5EF4-FFF2-40B4-BE49-F238E27FC236}">
                  <a16:creationId xmlns:a16="http://schemas.microsoft.com/office/drawing/2014/main" id="{B595EF76-9B1F-5FC2-51A6-187B8E7EC207}"/>
                </a:ext>
              </a:extLst>
            </p:cNvPr>
            <p:cNvSpPr>
              <a:spLocks noChangeShapeType="1"/>
            </p:cNvSpPr>
            <p:nvPr/>
          </p:nvSpPr>
          <p:spPr bwMode="auto">
            <a:xfrm>
              <a:off x="3273" y="1664"/>
              <a:ext cx="0" cy="238"/>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97337" name="Line 64">
              <a:extLst>
                <a:ext uri="{FF2B5EF4-FFF2-40B4-BE49-F238E27FC236}">
                  <a16:creationId xmlns:a16="http://schemas.microsoft.com/office/drawing/2014/main" id="{0EC61FB1-86E4-A795-1C82-A92BEEFFF73F}"/>
                </a:ext>
              </a:extLst>
            </p:cNvPr>
            <p:cNvSpPr>
              <a:spLocks noChangeShapeType="1"/>
            </p:cNvSpPr>
            <p:nvPr/>
          </p:nvSpPr>
          <p:spPr bwMode="auto">
            <a:xfrm>
              <a:off x="3273" y="1911"/>
              <a:ext cx="17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38" name="Line 65">
              <a:extLst>
                <a:ext uri="{FF2B5EF4-FFF2-40B4-BE49-F238E27FC236}">
                  <a16:creationId xmlns:a16="http://schemas.microsoft.com/office/drawing/2014/main" id="{2F90C767-E92D-1A1D-DD7B-D805CBC75AD6}"/>
                </a:ext>
              </a:extLst>
            </p:cNvPr>
            <p:cNvSpPr>
              <a:spLocks noChangeShapeType="1"/>
            </p:cNvSpPr>
            <p:nvPr/>
          </p:nvSpPr>
          <p:spPr bwMode="auto">
            <a:xfrm>
              <a:off x="3939" y="1928"/>
              <a:ext cx="242"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7339" name="Text Box 66">
              <a:extLst>
                <a:ext uri="{FF2B5EF4-FFF2-40B4-BE49-F238E27FC236}">
                  <a16:creationId xmlns:a16="http://schemas.microsoft.com/office/drawing/2014/main" id="{0362C016-6844-A50E-4E06-0FFDDAD3BE7A}"/>
                </a:ext>
              </a:extLst>
            </p:cNvPr>
            <p:cNvSpPr txBox="1">
              <a:spLocks noChangeArrowheads="1"/>
            </p:cNvSpPr>
            <p:nvPr/>
          </p:nvSpPr>
          <p:spPr bwMode="auto">
            <a:xfrm>
              <a:off x="4166" y="1815"/>
              <a:ext cx="97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Registered</a:t>
              </a:r>
            </a:p>
            <a:p>
              <a:pPr eaLnBrk="1" hangingPunct="1"/>
              <a:r>
                <a:rPr lang="en-US" altLang="en-US" b="0" u="none"/>
                <a:t>Output</a:t>
              </a:r>
              <a:endParaRPr lang="ru-RU" altLang="en-US" b="0" u="none"/>
            </a:p>
          </p:txBody>
        </p:sp>
        <p:sp>
          <p:nvSpPr>
            <p:cNvPr id="97340" name="Line 67">
              <a:extLst>
                <a:ext uri="{FF2B5EF4-FFF2-40B4-BE49-F238E27FC236}">
                  <a16:creationId xmlns:a16="http://schemas.microsoft.com/office/drawing/2014/main" id="{AFF6E3B8-94A8-05A4-CE6F-6E0F195448A2}"/>
                </a:ext>
              </a:extLst>
            </p:cNvPr>
            <p:cNvSpPr>
              <a:spLocks noChangeShapeType="1"/>
            </p:cNvSpPr>
            <p:nvPr/>
          </p:nvSpPr>
          <p:spPr bwMode="auto">
            <a:xfrm>
              <a:off x="3107" y="2189"/>
              <a:ext cx="340" cy="0"/>
            </a:xfrm>
            <a:prstGeom prst="line">
              <a:avLst/>
            </a:prstGeom>
            <a:noFill/>
            <a:ln w="25400">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97341" name="Line 68">
              <a:extLst>
                <a:ext uri="{FF2B5EF4-FFF2-40B4-BE49-F238E27FC236}">
                  <a16:creationId xmlns:a16="http://schemas.microsoft.com/office/drawing/2014/main" id="{49D2EE69-AFB9-ECD6-61E5-0E4094EA58E9}"/>
                </a:ext>
              </a:extLst>
            </p:cNvPr>
            <p:cNvSpPr>
              <a:spLocks noChangeShapeType="1"/>
            </p:cNvSpPr>
            <p:nvPr/>
          </p:nvSpPr>
          <p:spPr bwMode="auto">
            <a:xfrm>
              <a:off x="2845" y="1665"/>
              <a:ext cx="1332"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7342" name="Text Box 69">
              <a:extLst>
                <a:ext uri="{FF2B5EF4-FFF2-40B4-BE49-F238E27FC236}">
                  <a16:creationId xmlns:a16="http://schemas.microsoft.com/office/drawing/2014/main" id="{BA703F0B-58BF-FD5B-9429-CC568A4E5AB5}"/>
                </a:ext>
              </a:extLst>
            </p:cNvPr>
            <p:cNvSpPr txBox="1">
              <a:spLocks noChangeArrowheads="1"/>
            </p:cNvSpPr>
            <p:nvPr/>
          </p:nvSpPr>
          <p:spPr bwMode="auto">
            <a:xfrm>
              <a:off x="4142" y="2851"/>
              <a:ext cx="802"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Output</a:t>
              </a:r>
              <a:endParaRPr lang="ru-RU" altLang="en-US" b="0" u="none"/>
            </a:p>
          </p:txBody>
        </p:sp>
        <p:sp>
          <p:nvSpPr>
            <p:cNvPr id="97343" name="Text Box 70">
              <a:extLst>
                <a:ext uri="{FF2B5EF4-FFF2-40B4-BE49-F238E27FC236}">
                  <a16:creationId xmlns:a16="http://schemas.microsoft.com/office/drawing/2014/main" id="{883FBE79-A503-5A5D-6852-CE3F44499EA3}"/>
                </a:ext>
              </a:extLst>
            </p:cNvPr>
            <p:cNvSpPr txBox="1">
              <a:spLocks noChangeArrowheads="1"/>
            </p:cNvSpPr>
            <p:nvPr/>
          </p:nvSpPr>
          <p:spPr bwMode="auto">
            <a:xfrm>
              <a:off x="3250" y="1440"/>
              <a:ext cx="584"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SPO</a:t>
              </a:r>
              <a:endParaRPr lang="ru-RU" altLang="en-US" b="0" u="none"/>
            </a:p>
          </p:txBody>
        </p:sp>
        <p:sp>
          <p:nvSpPr>
            <p:cNvPr id="97344" name="Text Box 71">
              <a:extLst>
                <a:ext uri="{FF2B5EF4-FFF2-40B4-BE49-F238E27FC236}">
                  <a16:creationId xmlns:a16="http://schemas.microsoft.com/office/drawing/2014/main" id="{FE6FC483-1871-F5D1-DB05-9A1345A963A7}"/>
                </a:ext>
              </a:extLst>
            </p:cNvPr>
            <p:cNvSpPr txBox="1">
              <a:spLocks noChangeArrowheads="1"/>
            </p:cNvSpPr>
            <p:nvPr/>
          </p:nvSpPr>
          <p:spPr bwMode="auto">
            <a:xfrm>
              <a:off x="3291" y="2723"/>
              <a:ext cx="583"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DPO</a:t>
              </a:r>
              <a:endParaRPr lang="ru-RU" altLang="en-US" b="0" u="none"/>
            </a:p>
          </p:txBody>
        </p:sp>
        <p:sp>
          <p:nvSpPr>
            <p:cNvPr id="97345" name="Text Box 72">
              <a:extLst>
                <a:ext uri="{FF2B5EF4-FFF2-40B4-BE49-F238E27FC236}">
                  <a16:creationId xmlns:a16="http://schemas.microsoft.com/office/drawing/2014/main" id="{E417A6F8-DAE0-0139-5098-B876BFB8F976}"/>
                </a:ext>
              </a:extLst>
            </p:cNvPr>
            <p:cNvSpPr txBox="1">
              <a:spLocks noChangeArrowheads="1"/>
            </p:cNvSpPr>
            <p:nvPr/>
          </p:nvSpPr>
          <p:spPr bwMode="auto">
            <a:xfrm>
              <a:off x="528" y="2956"/>
              <a:ext cx="86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DPRA[5:0]</a:t>
              </a:r>
              <a:endParaRPr lang="ru-RU" altLang="en-US" b="0" u="none"/>
            </a:p>
          </p:txBody>
        </p:sp>
      </p:grpSp>
      <p:cxnSp>
        <p:nvCxnSpPr>
          <p:cNvPr id="97284" name="Straight Connector 71">
            <a:extLst>
              <a:ext uri="{FF2B5EF4-FFF2-40B4-BE49-F238E27FC236}">
                <a16:creationId xmlns:a16="http://schemas.microsoft.com/office/drawing/2014/main" id="{55593A89-69DA-1D17-8A83-63D921508BFF}"/>
              </a:ext>
            </a:extLst>
          </p:cNvPr>
          <p:cNvCxnSpPr>
            <a:cxnSpLocks noChangeShapeType="1"/>
          </p:cNvCxnSpPr>
          <p:nvPr/>
        </p:nvCxnSpPr>
        <p:spPr bwMode="auto">
          <a:xfrm rot="10800000" flipH="1">
            <a:off x="4840288" y="1716088"/>
            <a:ext cx="117951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7285" name="TextBox 72">
            <a:extLst>
              <a:ext uri="{FF2B5EF4-FFF2-40B4-BE49-F238E27FC236}">
                <a16:creationId xmlns:a16="http://schemas.microsoft.com/office/drawing/2014/main" id="{07C6E49D-41CA-A61C-6C4F-6682E8BCD936}"/>
              </a:ext>
            </a:extLst>
          </p:cNvPr>
          <p:cNvSpPr txBox="1">
            <a:spLocks noChangeArrowheads="1"/>
          </p:cNvSpPr>
          <p:nvPr/>
        </p:nvSpPr>
        <p:spPr bwMode="auto">
          <a:xfrm>
            <a:off x="6858000" y="9144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DPRAM64</a:t>
            </a:r>
            <a:r>
              <a:rPr lang="en-US" altLang="en-US" sz="1400" b="0"/>
              <a:t> </a:t>
            </a:r>
            <a:endParaRPr lang="en-GB" altLang="en-US" sz="1400" b="0"/>
          </a:p>
        </p:txBody>
      </p:sp>
      <p:cxnSp>
        <p:nvCxnSpPr>
          <p:cNvPr id="97286" name="Straight Connector 73">
            <a:extLst>
              <a:ext uri="{FF2B5EF4-FFF2-40B4-BE49-F238E27FC236}">
                <a16:creationId xmlns:a16="http://schemas.microsoft.com/office/drawing/2014/main" id="{35000A30-DCF4-50AE-A12C-FB8FFEA5265D}"/>
              </a:ext>
            </a:extLst>
          </p:cNvPr>
          <p:cNvCxnSpPr>
            <a:cxnSpLocks noChangeShapeType="1"/>
          </p:cNvCxnSpPr>
          <p:nvPr/>
        </p:nvCxnSpPr>
        <p:spPr bwMode="auto">
          <a:xfrm rot="10800000" flipH="1">
            <a:off x="4838701" y="3721100"/>
            <a:ext cx="117951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7287" name="TextBox 74">
            <a:extLst>
              <a:ext uri="{FF2B5EF4-FFF2-40B4-BE49-F238E27FC236}">
                <a16:creationId xmlns:a16="http://schemas.microsoft.com/office/drawing/2014/main" id="{2A0BB331-731B-57CE-D715-6AAE4B96F75B}"/>
              </a:ext>
            </a:extLst>
          </p:cNvPr>
          <p:cNvSpPr txBox="1">
            <a:spLocks noChangeArrowheads="1"/>
          </p:cNvSpPr>
          <p:nvPr/>
        </p:nvSpPr>
        <p:spPr bwMode="auto">
          <a:xfrm>
            <a:off x="4876800" y="14478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DPRAM64</a:t>
            </a:r>
            <a:r>
              <a:rPr lang="en-US" altLang="en-US" sz="1400" b="0"/>
              <a:t> </a:t>
            </a:r>
            <a:endParaRPr lang="en-GB" altLang="en-US" sz="1400" b="0"/>
          </a:p>
        </p:txBody>
      </p:sp>
      <p:sp>
        <p:nvSpPr>
          <p:cNvPr id="97288" name="TextBox 75">
            <a:extLst>
              <a:ext uri="{FF2B5EF4-FFF2-40B4-BE49-F238E27FC236}">
                <a16:creationId xmlns:a16="http://schemas.microsoft.com/office/drawing/2014/main" id="{672C93E4-C139-6B77-3E09-1E666D9FAC27}"/>
              </a:ext>
            </a:extLst>
          </p:cNvPr>
          <p:cNvSpPr txBox="1">
            <a:spLocks noChangeArrowheads="1"/>
          </p:cNvSpPr>
          <p:nvPr/>
        </p:nvSpPr>
        <p:spPr bwMode="auto">
          <a:xfrm>
            <a:off x="4902200" y="34544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DPRAM64</a:t>
            </a:r>
            <a:r>
              <a:rPr lang="en-US" altLang="en-US" sz="1400" b="0"/>
              <a:t> </a:t>
            </a:r>
            <a:endParaRPr lang="en-GB" altLang="en-US" sz="1400" b="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C8A21FCC-FA61-8245-BCE7-A97FE8B9D462}"/>
              </a:ext>
            </a:extLst>
          </p:cNvPr>
          <p:cNvSpPr>
            <a:spLocks noGrp="1" noChangeArrowheads="1"/>
          </p:cNvSpPr>
          <p:nvPr>
            <p:ph type="title"/>
          </p:nvPr>
        </p:nvSpPr>
        <p:spPr>
          <a:xfrm>
            <a:off x="0" y="183401"/>
            <a:ext cx="11612880" cy="704088"/>
          </a:xfrm>
        </p:spPr>
        <p:txBody>
          <a:bodyPr/>
          <a:lstStyle/>
          <a:p>
            <a:r>
              <a:rPr lang="en-US" altLang="en-US"/>
              <a:t>Simple Dual Port RAM 32X1D</a:t>
            </a:r>
            <a:endParaRPr lang="en-GB" altLang="en-US"/>
          </a:p>
        </p:txBody>
      </p:sp>
      <p:grpSp>
        <p:nvGrpSpPr>
          <p:cNvPr id="98307" name="Group 2">
            <a:extLst>
              <a:ext uri="{FF2B5EF4-FFF2-40B4-BE49-F238E27FC236}">
                <a16:creationId xmlns:a16="http://schemas.microsoft.com/office/drawing/2014/main" id="{6B5416FE-6D18-F62F-1511-A8436F793AE4}"/>
              </a:ext>
            </a:extLst>
          </p:cNvPr>
          <p:cNvGrpSpPr>
            <a:grpSpLocks/>
          </p:cNvGrpSpPr>
          <p:nvPr/>
        </p:nvGrpSpPr>
        <p:grpSpPr bwMode="auto">
          <a:xfrm>
            <a:off x="2209800" y="1447801"/>
            <a:ext cx="4572000" cy="3190875"/>
            <a:chOff x="1142999" y="2133600"/>
            <a:chExt cx="4572004" cy="3190875"/>
          </a:xfrm>
        </p:grpSpPr>
        <p:sp>
          <p:nvSpPr>
            <p:cNvPr id="98310" name="TextBox 3">
              <a:extLst>
                <a:ext uri="{FF2B5EF4-FFF2-40B4-BE49-F238E27FC236}">
                  <a16:creationId xmlns:a16="http://schemas.microsoft.com/office/drawing/2014/main" id="{A6EA070A-8F1A-42D8-5F54-15CFC2984F1B}"/>
                </a:ext>
              </a:extLst>
            </p:cNvPr>
            <p:cNvSpPr txBox="1">
              <a:spLocks noChangeArrowheads="1"/>
            </p:cNvSpPr>
            <p:nvPr/>
          </p:nvSpPr>
          <p:spPr bwMode="auto">
            <a:xfrm>
              <a:off x="1142999" y="3048000"/>
              <a:ext cx="1295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DPRA[4:0]</a:t>
              </a:r>
              <a:endParaRPr lang="en-GB" altLang="en-US" b="0" u="none"/>
            </a:p>
          </p:txBody>
        </p:sp>
        <p:grpSp>
          <p:nvGrpSpPr>
            <p:cNvPr id="98311" name="Group 108">
              <a:extLst>
                <a:ext uri="{FF2B5EF4-FFF2-40B4-BE49-F238E27FC236}">
                  <a16:creationId xmlns:a16="http://schemas.microsoft.com/office/drawing/2014/main" id="{26B586FA-ACDF-A2A9-FE33-A962CD7B10C5}"/>
                </a:ext>
              </a:extLst>
            </p:cNvPr>
            <p:cNvGrpSpPr>
              <a:grpSpLocks/>
            </p:cNvGrpSpPr>
            <p:nvPr/>
          </p:nvGrpSpPr>
          <p:grpSpPr bwMode="auto">
            <a:xfrm>
              <a:off x="1600201" y="2133600"/>
              <a:ext cx="4114802" cy="3190875"/>
              <a:chOff x="1828800" y="2317396"/>
              <a:chExt cx="4038600" cy="3007079"/>
            </a:xfrm>
          </p:grpSpPr>
          <p:sp>
            <p:nvSpPr>
              <p:cNvPr id="6" name="Rectangle 7">
                <a:extLst>
                  <a:ext uri="{FF2B5EF4-FFF2-40B4-BE49-F238E27FC236}">
                    <a16:creationId xmlns:a16="http://schemas.microsoft.com/office/drawing/2014/main" id="{D5DD5D30-0E34-45C3-A693-43F99E591F54}"/>
                  </a:ext>
                </a:extLst>
              </p:cNvPr>
              <p:cNvSpPr>
                <a:spLocks noChangeArrowheads="1"/>
              </p:cNvSpPr>
              <p:nvPr/>
            </p:nvSpPr>
            <p:spPr bwMode="auto">
              <a:xfrm>
                <a:off x="3270043" y="2374246"/>
                <a:ext cx="1464616" cy="2950229"/>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98313" name="Text Box 11">
                <a:extLst>
                  <a:ext uri="{FF2B5EF4-FFF2-40B4-BE49-F238E27FC236}">
                    <a16:creationId xmlns:a16="http://schemas.microsoft.com/office/drawing/2014/main" id="{9ED694AD-6691-0A73-32A0-3EB0C1196B09}"/>
                  </a:ext>
                </a:extLst>
              </p:cNvPr>
              <p:cNvSpPr txBox="1">
                <a:spLocks noChangeArrowheads="1"/>
              </p:cNvSpPr>
              <p:nvPr/>
            </p:nvSpPr>
            <p:spPr bwMode="auto">
              <a:xfrm>
                <a:off x="3322638" y="3211513"/>
                <a:ext cx="922337"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А6:А1</a:t>
                </a:r>
                <a:endParaRPr lang="ru-RU" altLang="en-US" sz="1600" u="none"/>
              </a:p>
            </p:txBody>
          </p:sp>
          <p:sp>
            <p:nvSpPr>
              <p:cNvPr id="98314" name="Text Box 12">
                <a:extLst>
                  <a:ext uri="{FF2B5EF4-FFF2-40B4-BE49-F238E27FC236}">
                    <a16:creationId xmlns:a16="http://schemas.microsoft.com/office/drawing/2014/main" id="{EB8AB209-BB1F-C702-62D3-B8F0780F846B}"/>
                  </a:ext>
                </a:extLst>
              </p:cNvPr>
              <p:cNvSpPr txBox="1">
                <a:spLocks noChangeArrowheads="1"/>
              </p:cNvSpPr>
              <p:nvPr/>
            </p:nvSpPr>
            <p:spPr bwMode="auto">
              <a:xfrm>
                <a:off x="3284538" y="3717925"/>
                <a:ext cx="1404937"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WA6:WA1</a:t>
                </a:r>
                <a:endParaRPr lang="ru-RU" altLang="en-US" sz="1600" u="none"/>
              </a:p>
            </p:txBody>
          </p:sp>
          <p:sp>
            <p:nvSpPr>
              <p:cNvPr id="98315" name="Text Box 14">
                <a:extLst>
                  <a:ext uri="{FF2B5EF4-FFF2-40B4-BE49-F238E27FC236}">
                    <a16:creationId xmlns:a16="http://schemas.microsoft.com/office/drawing/2014/main" id="{F44B31BC-9CA8-4E77-9E11-C745875FF82A}"/>
                  </a:ext>
                </a:extLst>
              </p:cNvPr>
              <p:cNvSpPr txBox="1">
                <a:spLocks noChangeArrowheads="1"/>
              </p:cNvSpPr>
              <p:nvPr/>
            </p:nvSpPr>
            <p:spPr bwMode="auto">
              <a:xfrm>
                <a:off x="3273425" y="2705100"/>
                <a:ext cx="922338"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DI1</a:t>
                </a:r>
                <a:endParaRPr lang="ru-RU" altLang="en-US" sz="1600" u="none"/>
              </a:p>
            </p:txBody>
          </p:sp>
          <p:sp>
            <p:nvSpPr>
              <p:cNvPr id="98316" name="Text Box 15">
                <a:extLst>
                  <a:ext uri="{FF2B5EF4-FFF2-40B4-BE49-F238E27FC236}">
                    <a16:creationId xmlns:a16="http://schemas.microsoft.com/office/drawing/2014/main" id="{0ECA2968-733A-0374-0B3E-8599632B8541}"/>
                  </a:ext>
                </a:extLst>
              </p:cNvPr>
              <p:cNvSpPr txBox="1">
                <a:spLocks noChangeArrowheads="1"/>
              </p:cNvSpPr>
              <p:nvPr/>
            </p:nvSpPr>
            <p:spPr bwMode="auto">
              <a:xfrm>
                <a:off x="3263900" y="4114800"/>
                <a:ext cx="9683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CK</a:t>
                </a:r>
                <a:endParaRPr lang="ru-RU" altLang="en-US" sz="1600" u="none"/>
              </a:p>
            </p:txBody>
          </p:sp>
          <p:cxnSp>
            <p:nvCxnSpPr>
              <p:cNvPr id="98317" name="Straight Connector 10">
                <a:extLst>
                  <a:ext uri="{FF2B5EF4-FFF2-40B4-BE49-F238E27FC236}">
                    <a16:creationId xmlns:a16="http://schemas.microsoft.com/office/drawing/2014/main" id="{57CD4F90-8784-6221-AA5D-60D124A45414}"/>
                  </a:ext>
                </a:extLst>
              </p:cNvPr>
              <p:cNvCxnSpPr>
                <a:cxnSpLocks noChangeShapeType="1"/>
              </p:cNvCxnSpPr>
              <p:nvPr/>
            </p:nvCxnSpPr>
            <p:spPr bwMode="auto">
              <a:xfrm>
                <a:off x="3276600" y="2603500"/>
                <a:ext cx="14478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8318" name="TextBox 11">
                <a:extLst>
                  <a:ext uri="{FF2B5EF4-FFF2-40B4-BE49-F238E27FC236}">
                    <a16:creationId xmlns:a16="http://schemas.microsoft.com/office/drawing/2014/main" id="{911F9E51-FD63-323D-284D-806C131A794F}"/>
                  </a:ext>
                </a:extLst>
              </p:cNvPr>
              <p:cNvSpPr txBox="1">
                <a:spLocks noChangeArrowheads="1"/>
              </p:cNvSpPr>
              <p:nvPr/>
            </p:nvSpPr>
            <p:spPr bwMode="auto">
              <a:xfrm>
                <a:off x="3440875" y="2317396"/>
                <a:ext cx="1371600" cy="319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RAM 32X1D</a:t>
                </a:r>
                <a:r>
                  <a:rPr lang="en-US" altLang="en-US" sz="1600"/>
                  <a:t> </a:t>
                </a:r>
                <a:endParaRPr lang="en-GB" altLang="en-US" sz="1600"/>
              </a:p>
            </p:txBody>
          </p:sp>
          <p:cxnSp>
            <p:nvCxnSpPr>
              <p:cNvPr id="13" name="Straight Connector 12">
                <a:extLst>
                  <a:ext uri="{FF2B5EF4-FFF2-40B4-BE49-F238E27FC236}">
                    <a16:creationId xmlns:a16="http://schemas.microsoft.com/office/drawing/2014/main" id="{9F3C7578-6CFD-45CD-8475-5170CBFF49ED}"/>
                  </a:ext>
                </a:extLst>
              </p:cNvPr>
              <p:cNvCxnSpPr/>
              <p:nvPr/>
            </p:nvCxnSpPr>
            <p:spPr>
              <a:xfrm flipV="1">
                <a:off x="2438017" y="3888258"/>
                <a:ext cx="8320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3D65CF6-F72F-4E9A-B79C-6790DB2C866A}"/>
                  </a:ext>
                </a:extLst>
              </p:cNvPr>
              <p:cNvCxnSpPr/>
              <p:nvPr/>
            </p:nvCxnSpPr>
            <p:spPr>
              <a:xfrm flipV="1">
                <a:off x="2438017" y="3391567"/>
                <a:ext cx="8320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230CA0B-BC2C-44C3-A204-D26F70803D1D}"/>
                  </a:ext>
                </a:extLst>
              </p:cNvPr>
              <p:cNvCxnSpPr/>
              <p:nvPr/>
            </p:nvCxnSpPr>
            <p:spPr>
              <a:xfrm flipV="1">
                <a:off x="2438017" y="2894875"/>
                <a:ext cx="8320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8322" name="Text Box 15">
                <a:extLst>
                  <a:ext uri="{FF2B5EF4-FFF2-40B4-BE49-F238E27FC236}">
                    <a16:creationId xmlns:a16="http://schemas.microsoft.com/office/drawing/2014/main" id="{820C0715-CEE1-1F4B-552E-55E010E81A1B}"/>
                  </a:ext>
                </a:extLst>
              </p:cNvPr>
              <p:cNvSpPr txBox="1">
                <a:spLocks noChangeArrowheads="1"/>
              </p:cNvSpPr>
              <p:nvPr/>
            </p:nvSpPr>
            <p:spPr bwMode="auto">
              <a:xfrm>
                <a:off x="3302000" y="4610100"/>
                <a:ext cx="9683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WE</a:t>
                </a:r>
                <a:endParaRPr lang="ru-RU" altLang="en-US" sz="1600" u="none"/>
              </a:p>
            </p:txBody>
          </p:sp>
          <p:cxnSp>
            <p:nvCxnSpPr>
              <p:cNvPr id="17" name="Straight Connector 16">
                <a:extLst>
                  <a:ext uri="{FF2B5EF4-FFF2-40B4-BE49-F238E27FC236}">
                    <a16:creationId xmlns:a16="http://schemas.microsoft.com/office/drawing/2014/main" id="{935793A3-2FCE-4C02-8AF5-FB0C6E65F180}"/>
                  </a:ext>
                </a:extLst>
              </p:cNvPr>
              <p:cNvCxnSpPr/>
              <p:nvPr/>
            </p:nvCxnSpPr>
            <p:spPr>
              <a:xfrm flipV="1">
                <a:off x="4723753" y="3047473"/>
                <a:ext cx="8320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2B5F420-5A93-49F3-A4C5-E32914F9A385}"/>
                  </a:ext>
                </a:extLst>
              </p:cNvPr>
              <p:cNvCxnSpPr/>
              <p:nvPr/>
            </p:nvCxnSpPr>
            <p:spPr>
              <a:xfrm flipV="1">
                <a:off x="4723753" y="4368494"/>
                <a:ext cx="8320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8325" name="Text Box 14">
                <a:extLst>
                  <a:ext uri="{FF2B5EF4-FFF2-40B4-BE49-F238E27FC236}">
                    <a16:creationId xmlns:a16="http://schemas.microsoft.com/office/drawing/2014/main" id="{56DD3391-B8D4-9084-013A-760C12E8E753}"/>
                  </a:ext>
                </a:extLst>
              </p:cNvPr>
              <p:cNvSpPr txBox="1">
                <a:spLocks noChangeArrowheads="1"/>
              </p:cNvSpPr>
              <p:nvPr/>
            </p:nvSpPr>
            <p:spPr bwMode="auto">
              <a:xfrm>
                <a:off x="4305300" y="2882900"/>
                <a:ext cx="922338"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O6</a:t>
                </a:r>
                <a:endParaRPr lang="ru-RU" altLang="en-US" sz="1600" u="none"/>
              </a:p>
            </p:txBody>
          </p:sp>
          <p:sp>
            <p:nvSpPr>
              <p:cNvPr id="98326" name="Text Box 14">
                <a:extLst>
                  <a:ext uri="{FF2B5EF4-FFF2-40B4-BE49-F238E27FC236}">
                    <a16:creationId xmlns:a16="http://schemas.microsoft.com/office/drawing/2014/main" id="{0A9B4771-26C6-6F62-82AB-07DC8E783D4B}"/>
                  </a:ext>
                </a:extLst>
              </p:cNvPr>
              <p:cNvSpPr txBox="1">
                <a:spLocks noChangeArrowheads="1"/>
              </p:cNvSpPr>
              <p:nvPr/>
            </p:nvSpPr>
            <p:spPr bwMode="auto">
              <a:xfrm>
                <a:off x="4292600" y="4229100"/>
                <a:ext cx="922338"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O5</a:t>
                </a:r>
                <a:endParaRPr lang="ru-RU" altLang="en-US" sz="1600" u="none"/>
              </a:p>
            </p:txBody>
          </p:sp>
          <p:cxnSp>
            <p:nvCxnSpPr>
              <p:cNvPr id="21" name="Straight Connector 20">
                <a:extLst>
                  <a:ext uri="{FF2B5EF4-FFF2-40B4-BE49-F238E27FC236}">
                    <a16:creationId xmlns:a16="http://schemas.microsoft.com/office/drawing/2014/main" id="{B2A1104C-3D7F-46EF-8D39-A45DA4B096BA}"/>
                  </a:ext>
                </a:extLst>
              </p:cNvPr>
              <p:cNvCxnSpPr/>
              <p:nvPr/>
            </p:nvCxnSpPr>
            <p:spPr>
              <a:xfrm flipV="1">
                <a:off x="2413087" y="4305659"/>
                <a:ext cx="8320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3B3FF87-DC0F-40BF-984D-1900A0A3B653}"/>
                  </a:ext>
                </a:extLst>
              </p:cNvPr>
              <p:cNvCxnSpPr/>
              <p:nvPr/>
            </p:nvCxnSpPr>
            <p:spPr>
              <a:xfrm flipV="1">
                <a:off x="2438017" y="4800854"/>
                <a:ext cx="8320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8329" name="TextBox 22">
                <a:extLst>
                  <a:ext uri="{FF2B5EF4-FFF2-40B4-BE49-F238E27FC236}">
                    <a16:creationId xmlns:a16="http://schemas.microsoft.com/office/drawing/2014/main" id="{03702BDD-795E-86CE-0663-FB80C8D33A56}"/>
                  </a:ext>
                </a:extLst>
              </p:cNvPr>
              <p:cNvSpPr txBox="1">
                <a:spLocks noChangeArrowheads="1"/>
              </p:cNvSpPr>
              <p:nvPr/>
            </p:nvSpPr>
            <p:spPr bwMode="auto">
              <a:xfrm>
                <a:off x="1828800" y="3733800"/>
                <a:ext cx="838200" cy="348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A[4:0]</a:t>
                </a:r>
                <a:endParaRPr lang="en-GB" altLang="en-US" u="none"/>
              </a:p>
            </p:txBody>
          </p:sp>
          <p:sp>
            <p:nvSpPr>
              <p:cNvPr id="98330" name="TextBox 23">
                <a:extLst>
                  <a:ext uri="{FF2B5EF4-FFF2-40B4-BE49-F238E27FC236}">
                    <a16:creationId xmlns:a16="http://schemas.microsoft.com/office/drawing/2014/main" id="{DFE45866-4273-9E4E-6182-13667E086B50}"/>
                  </a:ext>
                </a:extLst>
              </p:cNvPr>
              <p:cNvSpPr txBox="1">
                <a:spLocks noChangeArrowheads="1"/>
              </p:cNvSpPr>
              <p:nvPr/>
            </p:nvSpPr>
            <p:spPr bwMode="auto">
              <a:xfrm>
                <a:off x="1993900" y="2717800"/>
                <a:ext cx="838200" cy="348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D</a:t>
                </a:r>
                <a:endParaRPr lang="en-GB" altLang="en-US" u="none"/>
              </a:p>
            </p:txBody>
          </p:sp>
          <p:sp>
            <p:nvSpPr>
              <p:cNvPr id="98331" name="TextBox 24">
                <a:extLst>
                  <a:ext uri="{FF2B5EF4-FFF2-40B4-BE49-F238E27FC236}">
                    <a16:creationId xmlns:a16="http://schemas.microsoft.com/office/drawing/2014/main" id="{1F9F89B7-0843-5BDC-0F7B-7884DBCE82FF}"/>
                  </a:ext>
                </a:extLst>
              </p:cNvPr>
              <p:cNvSpPr txBox="1">
                <a:spLocks noChangeArrowheads="1"/>
              </p:cNvSpPr>
              <p:nvPr/>
            </p:nvSpPr>
            <p:spPr bwMode="auto">
              <a:xfrm>
                <a:off x="5029200" y="2667000"/>
                <a:ext cx="838200" cy="348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SPO</a:t>
                </a:r>
                <a:endParaRPr lang="en-GB" altLang="en-US" u="none"/>
              </a:p>
            </p:txBody>
          </p:sp>
          <p:sp>
            <p:nvSpPr>
              <p:cNvPr id="98332" name="TextBox 25">
                <a:extLst>
                  <a:ext uri="{FF2B5EF4-FFF2-40B4-BE49-F238E27FC236}">
                    <a16:creationId xmlns:a16="http://schemas.microsoft.com/office/drawing/2014/main" id="{AED18362-A710-FCD0-5479-2C04D80A3B0B}"/>
                  </a:ext>
                </a:extLst>
              </p:cNvPr>
              <p:cNvSpPr txBox="1">
                <a:spLocks noChangeArrowheads="1"/>
              </p:cNvSpPr>
              <p:nvPr/>
            </p:nvSpPr>
            <p:spPr bwMode="auto">
              <a:xfrm>
                <a:off x="5029200" y="4038600"/>
                <a:ext cx="838200" cy="348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DPO</a:t>
                </a:r>
                <a:endParaRPr lang="en-GB" altLang="en-US" u="none"/>
              </a:p>
            </p:txBody>
          </p:sp>
        </p:grpSp>
      </p:grpSp>
      <p:sp>
        <p:nvSpPr>
          <p:cNvPr id="98308" name="TextBox 27">
            <a:extLst>
              <a:ext uri="{FF2B5EF4-FFF2-40B4-BE49-F238E27FC236}">
                <a16:creationId xmlns:a16="http://schemas.microsoft.com/office/drawing/2014/main" id="{3743D15D-887F-9176-652F-C597A0B77446}"/>
              </a:ext>
            </a:extLst>
          </p:cNvPr>
          <p:cNvSpPr txBox="1">
            <a:spLocks noChangeArrowheads="1"/>
          </p:cNvSpPr>
          <p:nvPr/>
        </p:nvSpPr>
        <p:spPr bwMode="auto">
          <a:xfrm>
            <a:off x="7391400" y="1524001"/>
            <a:ext cx="2819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Port1: A[4:0], D</a:t>
            </a:r>
          </a:p>
          <a:p>
            <a:pPr eaLnBrk="1" hangingPunct="1"/>
            <a:r>
              <a:rPr lang="en-US" altLang="en-US" u="none"/>
              <a:t>Write Only</a:t>
            </a:r>
            <a:endParaRPr lang="en-GB" altLang="en-US" u="none"/>
          </a:p>
        </p:txBody>
      </p:sp>
      <p:sp>
        <p:nvSpPr>
          <p:cNvPr id="98309" name="TextBox 28">
            <a:extLst>
              <a:ext uri="{FF2B5EF4-FFF2-40B4-BE49-F238E27FC236}">
                <a16:creationId xmlns:a16="http://schemas.microsoft.com/office/drawing/2014/main" id="{A77E99F8-E613-DD6B-62CC-CF4B7D8548BF}"/>
              </a:ext>
            </a:extLst>
          </p:cNvPr>
          <p:cNvSpPr txBox="1">
            <a:spLocks noChangeArrowheads="1"/>
          </p:cNvSpPr>
          <p:nvPr/>
        </p:nvSpPr>
        <p:spPr bwMode="auto">
          <a:xfrm>
            <a:off x="7315200" y="2514601"/>
            <a:ext cx="2819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Port2: DPRA[4:0], O6</a:t>
            </a:r>
          </a:p>
          <a:p>
            <a:pPr eaLnBrk="1" hangingPunct="1"/>
            <a:r>
              <a:rPr lang="en-US" altLang="en-US" u="none"/>
              <a:t>Read Only Only</a:t>
            </a:r>
            <a:endParaRPr lang="en-GB" altLang="en-US" u="none"/>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CAA1675C-1CA1-7DA1-EBAD-EF60A8279321}"/>
              </a:ext>
            </a:extLst>
          </p:cNvPr>
          <p:cNvSpPr>
            <a:spLocks noGrp="1" noChangeArrowheads="1"/>
          </p:cNvSpPr>
          <p:nvPr>
            <p:ph type="title"/>
          </p:nvPr>
        </p:nvSpPr>
        <p:spPr>
          <a:xfrm>
            <a:off x="0" y="183401"/>
            <a:ext cx="11612880" cy="704088"/>
          </a:xfrm>
        </p:spPr>
        <p:txBody>
          <a:bodyPr>
            <a:normAutofit/>
          </a:bodyPr>
          <a:lstStyle/>
          <a:p>
            <a:r>
              <a:rPr lang="en-US" altLang="en-US"/>
              <a:t>Simple Dual Port RAM 32</a:t>
            </a:r>
            <a:r>
              <a:rPr lang="en-US" altLang="en-US">
                <a:sym typeface="Symbol" panose="05050102010706020507" pitchFamily="18" charset="2"/>
              </a:rPr>
              <a:t>6 SDP</a:t>
            </a:r>
            <a:endParaRPr lang="en-GB" altLang="en-US"/>
          </a:p>
        </p:txBody>
      </p:sp>
      <p:grpSp>
        <p:nvGrpSpPr>
          <p:cNvPr id="99331" name="Group 127">
            <a:extLst>
              <a:ext uri="{FF2B5EF4-FFF2-40B4-BE49-F238E27FC236}">
                <a16:creationId xmlns:a16="http://schemas.microsoft.com/office/drawing/2014/main" id="{5871A76A-4697-4355-8C80-7A67274DC332}"/>
              </a:ext>
            </a:extLst>
          </p:cNvPr>
          <p:cNvGrpSpPr>
            <a:grpSpLocks/>
          </p:cNvGrpSpPr>
          <p:nvPr/>
        </p:nvGrpSpPr>
        <p:grpSpPr bwMode="auto">
          <a:xfrm>
            <a:off x="2133600" y="1143000"/>
            <a:ext cx="5219700" cy="5334000"/>
            <a:chOff x="647700" y="381000"/>
            <a:chExt cx="5295900" cy="6309360"/>
          </a:xfrm>
        </p:grpSpPr>
        <p:grpSp>
          <p:nvGrpSpPr>
            <p:cNvPr id="99334" name="Group 2">
              <a:extLst>
                <a:ext uri="{FF2B5EF4-FFF2-40B4-BE49-F238E27FC236}">
                  <a16:creationId xmlns:a16="http://schemas.microsoft.com/office/drawing/2014/main" id="{B427D83F-E996-664D-BD61-DB45D8002641}"/>
                </a:ext>
              </a:extLst>
            </p:cNvPr>
            <p:cNvGrpSpPr>
              <a:grpSpLocks/>
            </p:cNvGrpSpPr>
            <p:nvPr/>
          </p:nvGrpSpPr>
          <p:grpSpPr bwMode="auto">
            <a:xfrm>
              <a:off x="3470805" y="457200"/>
              <a:ext cx="1272265" cy="1574800"/>
              <a:chOff x="3264394" y="1905000"/>
              <a:chExt cx="1307605" cy="1721295"/>
            </a:xfrm>
          </p:grpSpPr>
          <p:sp>
            <p:nvSpPr>
              <p:cNvPr id="4" name="Rectangle 6">
                <a:extLst>
                  <a:ext uri="{FF2B5EF4-FFF2-40B4-BE49-F238E27FC236}">
                    <a16:creationId xmlns:a16="http://schemas.microsoft.com/office/drawing/2014/main" id="{9776EF51-F008-4018-8B82-6DC51E9506BE}"/>
                  </a:ext>
                </a:extLst>
              </p:cNvPr>
              <p:cNvSpPr>
                <a:spLocks noChangeArrowheads="1"/>
              </p:cNvSpPr>
              <p:nvPr/>
            </p:nvSpPr>
            <p:spPr bwMode="auto">
              <a:xfrm>
                <a:off x="3274747" y="1990014"/>
                <a:ext cx="1127337" cy="1498300"/>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200" dirty="0">
                  <a:latin typeface="Times New Roman" pitchFamily="18" charset="0"/>
                  <a:cs typeface="Times New Roman" pitchFamily="18" charset="0"/>
                </a:endParaRPr>
              </a:p>
            </p:txBody>
          </p:sp>
          <p:sp>
            <p:nvSpPr>
              <p:cNvPr id="99431" name="Text Box 9">
                <a:extLst>
                  <a:ext uri="{FF2B5EF4-FFF2-40B4-BE49-F238E27FC236}">
                    <a16:creationId xmlns:a16="http://schemas.microsoft.com/office/drawing/2014/main" id="{12922E80-AD34-14E0-6B55-536258600C37}"/>
                  </a:ext>
                </a:extLst>
              </p:cNvPr>
              <p:cNvSpPr txBox="1">
                <a:spLocks noChangeArrowheads="1"/>
              </p:cNvSpPr>
              <p:nvPr/>
            </p:nvSpPr>
            <p:spPr bwMode="auto">
              <a:xfrm>
                <a:off x="3278184" y="2493114"/>
                <a:ext cx="93503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А[6:1]</a:t>
                </a:r>
                <a:endParaRPr lang="ru-RU" altLang="en-US" sz="1200" u="none">
                  <a:latin typeface="Times New Roman" panose="02020603050405020304" pitchFamily="18" charset="0"/>
                  <a:cs typeface="Times New Roman" panose="02020603050405020304" pitchFamily="18" charset="0"/>
                </a:endParaRPr>
              </a:p>
            </p:txBody>
          </p:sp>
          <p:sp>
            <p:nvSpPr>
              <p:cNvPr id="99432" name="Text Box 10">
                <a:extLst>
                  <a:ext uri="{FF2B5EF4-FFF2-40B4-BE49-F238E27FC236}">
                    <a16:creationId xmlns:a16="http://schemas.microsoft.com/office/drawing/2014/main" id="{278F943A-33AB-7933-31FC-3DB0B819061C}"/>
                  </a:ext>
                </a:extLst>
              </p:cNvPr>
              <p:cNvSpPr txBox="1">
                <a:spLocks noChangeArrowheads="1"/>
              </p:cNvSpPr>
              <p:nvPr/>
            </p:nvSpPr>
            <p:spPr bwMode="auto">
              <a:xfrm>
                <a:off x="3278188" y="2680920"/>
                <a:ext cx="85672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WA[6:1]</a:t>
                </a:r>
                <a:endParaRPr lang="ru-RU" altLang="en-US" sz="1200" u="none">
                  <a:latin typeface="Times New Roman" panose="02020603050405020304" pitchFamily="18" charset="0"/>
                  <a:cs typeface="Times New Roman" panose="02020603050405020304" pitchFamily="18" charset="0"/>
                </a:endParaRPr>
              </a:p>
            </p:txBody>
          </p:sp>
          <p:sp>
            <p:nvSpPr>
              <p:cNvPr id="99433" name="Text Box 12">
                <a:extLst>
                  <a:ext uri="{FF2B5EF4-FFF2-40B4-BE49-F238E27FC236}">
                    <a16:creationId xmlns:a16="http://schemas.microsoft.com/office/drawing/2014/main" id="{ED752AC2-B507-3AA2-73D9-F6F6B66277FD}"/>
                  </a:ext>
                </a:extLst>
              </p:cNvPr>
              <p:cNvSpPr txBox="1">
                <a:spLocks noChangeArrowheads="1"/>
              </p:cNvSpPr>
              <p:nvPr/>
            </p:nvSpPr>
            <p:spPr bwMode="auto">
              <a:xfrm>
                <a:off x="3316288" y="2124075"/>
                <a:ext cx="7715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DI1</a:t>
                </a:r>
                <a:endParaRPr lang="ru-RU" altLang="en-US" sz="1200" u="none">
                  <a:latin typeface="Times New Roman" panose="02020603050405020304" pitchFamily="18" charset="0"/>
                  <a:cs typeface="Times New Roman" panose="02020603050405020304" pitchFamily="18" charset="0"/>
                </a:endParaRPr>
              </a:p>
            </p:txBody>
          </p:sp>
          <p:sp>
            <p:nvSpPr>
              <p:cNvPr id="99434" name="Text Box 13">
                <a:extLst>
                  <a:ext uri="{FF2B5EF4-FFF2-40B4-BE49-F238E27FC236}">
                    <a16:creationId xmlns:a16="http://schemas.microsoft.com/office/drawing/2014/main" id="{80B78BD6-EBFD-977F-DC99-5B0A2948D685}"/>
                  </a:ext>
                </a:extLst>
              </p:cNvPr>
              <p:cNvSpPr txBox="1">
                <a:spLocks noChangeArrowheads="1"/>
              </p:cNvSpPr>
              <p:nvPr/>
            </p:nvSpPr>
            <p:spPr bwMode="auto">
              <a:xfrm>
                <a:off x="3292475" y="2939682"/>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CK</a:t>
                </a:r>
                <a:endParaRPr lang="ru-RU" altLang="en-US" sz="1200" u="none">
                  <a:latin typeface="Times New Roman" panose="02020603050405020304" pitchFamily="18" charset="0"/>
                  <a:cs typeface="Times New Roman" panose="02020603050405020304" pitchFamily="18" charset="0"/>
                </a:endParaRPr>
              </a:p>
            </p:txBody>
          </p:sp>
          <p:sp>
            <p:nvSpPr>
              <p:cNvPr id="99435" name="Text Box 14">
                <a:extLst>
                  <a:ext uri="{FF2B5EF4-FFF2-40B4-BE49-F238E27FC236}">
                    <a16:creationId xmlns:a16="http://schemas.microsoft.com/office/drawing/2014/main" id="{78049279-85FB-5724-29B0-BDF83574C9C8}"/>
                  </a:ext>
                </a:extLst>
              </p:cNvPr>
              <p:cNvSpPr txBox="1">
                <a:spLocks noChangeArrowheads="1"/>
              </p:cNvSpPr>
              <p:nvPr/>
            </p:nvSpPr>
            <p:spPr bwMode="auto">
              <a:xfrm>
                <a:off x="3282597" y="3197670"/>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WEN</a:t>
                </a:r>
                <a:endParaRPr lang="ru-RU" altLang="en-US" sz="1200" u="none">
                  <a:latin typeface="Times New Roman" panose="02020603050405020304" pitchFamily="18" charset="0"/>
                  <a:cs typeface="Times New Roman" panose="02020603050405020304" pitchFamily="18" charset="0"/>
                </a:endParaRPr>
              </a:p>
            </p:txBody>
          </p:sp>
          <p:cxnSp>
            <p:nvCxnSpPr>
              <p:cNvPr id="99436" name="Straight Connector 10">
                <a:extLst>
                  <a:ext uri="{FF2B5EF4-FFF2-40B4-BE49-F238E27FC236}">
                    <a16:creationId xmlns:a16="http://schemas.microsoft.com/office/drawing/2014/main" id="{04C6B8D5-A322-1C67-E941-8018C5F71870}"/>
                  </a:ext>
                </a:extLst>
              </p:cNvPr>
              <p:cNvCxnSpPr>
                <a:cxnSpLocks noChangeShapeType="1"/>
              </p:cNvCxnSpPr>
              <p:nvPr/>
            </p:nvCxnSpPr>
            <p:spPr bwMode="auto">
              <a:xfrm flipV="1">
                <a:off x="3264394" y="2184400"/>
                <a:ext cx="112776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9437" name="TextBox 11">
                <a:extLst>
                  <a:ext uri="{FF2B5EF4-FFF2-40B4-BE49-F238E27FC236}">
                    <a16:creationId xmlns:a16="http://schemas.microsoft.com/office/drawing/2014/main" id="{2CFB6EE4-E0D8-4C86-2E96-EFF101FF5645}"/>
                  </a:ext>
                </a:extLst>
              </p:cNvPr>
              <p:cNvSpPr txBox="1">
                <a:spLocks noChangeArrowheads="1"/>
              </p:cNvSpPr>
              <p:nvPr/>
            </p:nvSpPr>
            <p:spPr bwMode="auto">
              <a:xfrm>
                <a:off x="3276600" y="1905000"/>
                <a:ext cx="1295399" cy="358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   DPRAM32</a:t>
                </a:r>
                <a:endParaRPr lang="en-GB" altLang="en-US" sz="1200" u="none">
                  <a:latin typeface="Times New Roman" panose="02020603050405020304" pitchFamily="18" charset="0"/>
                  <a:cs typeface="Times New Roman" panose="02020603050405020304" pitchFamily="18" charset="0"/>
                </a:endParaRPr>
              </a:p>
            </p:txBody>
          </p:sp>
          <p:sp>
            <p:nvSpPr>
              <p:cNvPr id="99438" name="Text Box 12">
                <a:extLst>
                  <a:ext uri="{FF2B5EF4-FFF2-40B4-BE49-F238E27FC236}">
                    <a16:creationId xmlns:a16="http://schemas.microsoft.com/office/drawing/2014/main" id="{DAEF8863-D8FF-6159-B577-DF2DA176DB3A}"/>
                  </a:ext>
                </a:extLst>
              </p:cNvPr>
              <p:cNvSpPr txBox="1">
                <a:spLocks noChangeArrowheads="1"/>
              </p:cNvSpPr>
              <p:nvPr/>
            </p:nvSpPr>
            <p:spPr bwMode="auto">
              <a:xfrm>
                <a:off x="3299744" y="2293680"/>
                <a:ext cx="7715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DI2</a:t>
                </a:r>
                <a:endParaRPr lang="ru-RU" altLang="en-US" sz="1200" u="none">
                  <a:latin typeface="Times New Roman" panose="02020603050405020304" pitchFamily="18" charset="0"/>
                  <a:cs typeface="Times New Roman" panose="02020603050405020304" pitchFamily="18" charset="0"/>
                </a:endParaRPr>
              </a:p>
            </p:txBody>
          </p:sp>
        </p:grpSp>
        <p:grpSp>
          <p:nvGrpSpPr>
            <p:cNvPr id="99335" name="Group 22">
              <a:extLst>
                <a:ext uri="{FF2B5EF4-FFF2-40B4-BE49-F238E27FC236}">
                  <a16:creationId xmlns:a16="http://schemas.microsoft.com/office/drawing/2014/main" id="{18A72FF9-7A77-C4F4-0489-82CACAE6117B}"/>
                </a:ext>
              </a:extLst>
            </p:cNvPr>
            <p:cNvGrpSpPr>
              <a:grpSpLocks/>
            </p:cNvGrpSpPr>
            <p:nvPr/>
          </p:nvGrpSpPr>
          <p:grpSpPr bwMode="auto">
            <a:xfrm>
              <a:off x="3479586" y="1981200"/>
              <a:ext cx="1349332" cy="1574800"/>
              <a:chOff x="3264394" y="1905000"/>
              <a:chExt cx="1386814" cy="1721295"/>
            </a:xfrm>
          </p:grpSpPr>
          <p:sp>
            <p:nvSpPr>
              <p:cNvPr id="24" name="Rectangle 6">
                <a:extLst>
                  <a:ext uri="{FF2B5EF4-FFF2-40B4-BE49-F238E27FC236}">
                    <a16:creationId xmlns:a16="http://schemas.microsoft.com/office/drawing/2014/main" id="{17D83170-29A4-4EA5-ABAE-44A38A22D260}"/>
                  </a:ext>
                </a:extLst>
              </p:cNvPr>
              <p:cNvSpPr>
                <a:spLocks noChangeArrowheads="1"/>
              </p:cNvSpPr>
              <p:nvPr/>
            </p:nvSpPr>
            <p:spPr bwMode="auto">
              <a:xfrm>
                <a:off x="3273999" y="1988795"/>
                <a:ext cx="1127340" cy="1500351"/>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200" dirty="0">
                  <a:latin typeface="Times New Roman" pitchFamily="18" charset="0"/>
                  <a:cs typeface="Times New Roman" pitchFamily="18" charset="0"/>
                </a:endParaRPr>
              </a:p>
            </p:txBody>
          </p:sp>
          <p:sp>
            <p:nvSpPr>
              <p:cNvPr id="99420" name="Text Box 9">
                <a:extLst>
                  <a:ext uri="{FF2B5EF4-FFF2-40B4-BE49-F238E27FC236}">
                    <a16:creationId xmlns:a16="http://schemas.microsoft.com/office/drawing/2014/main" id="{ED0F4B37-88BF-C32B-3C28-B7471D9AAEAA}"/>
                  </a:ext>
                </a:extLst>
              </p:cNvPr>
              <p:cNvSpPr txBox="1">
                <a:spLocks noChangeArrowheads="1"/>
              </p:cNvSpPr>
              <p:nvPr/>
            </p:nvSpPr>
            <p:spPr bwMode="auto">
              <a:xfrm>
                <a:off x="3278187" y="2479232"/>
                <a:ext cx="93503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А[6:1]</a:t>
                </a:r>
                <a:endParaRPr lang="ru-RU" altLang="en-US" sz="1200" u="none">
                  <a:latin typeface="Times New Roman" panose="02020603050405020304" pitchFamily="18" charset="0"/>
                  <a:cs typeface="Times New Roman" panose="02020603050405020304" pitchFamily="18" charset="0"/>
                </a:endParaRPr>
              </a:p>
            </p:txBody>
          </p:sp>
          <p:sp>
            <p:nvSpPr>
              <p:cNvPr id="99421" name="Text Box 10">
                <a:extLst>
                  <a:ext uri="{FF2B5EF4-FFF2-40B4-BE49-F238E27FC236}">
                    <a16:creationId xmlns:a16="http://schemas.microsoft.com/office/drawing/2014/main" id="{211AABB9-642B-F293-6BC8-1FFA29C9A3AB}"/>
                  </a:ext>
                </a:extLst>
              </p:cNvPr>
              <p:cNvSpPr txBox="1">
                <a:spLocks noChangeArrowheads="1"/>
              </p:cNvSpPr>
              <p:nvPr/>
            </p:nvSpPr>
            <p:spPr bwMode="auto">
              <a:xfrm>
                <a:off x="3278188" y="2680920"/>
                <a:ext cx="85672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WA[6:1]</a:t>
                </a:r>
                <a:endParaRPr lang="ru-RU" altLang="en-US" sz="1200" u="none">
                  <a:latin typeface="Times New Roman" panose="02020603050405020304" pitchFamily="18" charset="0"/>
                  <a:cs typeface="Times New Roman" panose="02020603050405020304" pitchFamily="18" charset="0"/>
                </a:endParaRPr>
              </a:p>
            </p:txBody>
          </p:sp>
          <p:sp>
            <p:nvSpPr>
              <p:cNvPr id="99422" name="Text Box 11">
                <a:extLst>
                  <a:ext uri="{FF2B5EF4-FFF2-40B4-BE49-F238E27FC236}">
                    <a16:creationId xmlns:a16="http://schemas.microsoft.com/office/drawing/2014/main" id="{E37E0FD2-F8A7-9A16-D111-9E78FC45E0B5}"/>
                  </a:ext>
                </a:extLst>
              </p:cNvPr>
              <p:cNvSpPr txBox="1">
                <a:spLocks noChangeArrowheads="1"/>
              </p:cNvSpPr>
              <p:nvPr/>
            </p:nvSpPr>
            <p:spPr bwMode="auto">
              <a:xfrm>
                <a:off x="3966463" y="2184400"/>
                <a:ext cx="6556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O6</a:t>
                </a:r>
                <a:endParaRPr lang="ru-RU" altLang="en-US" sz="1200" u="none">
                  <a:latin typeface="Times New Roman" panose="02020603050405020304" pitchFamily="18" charset="0"/>
                  <a:cs typeface="Times New Roman" panose="02020603050405020304" pitchFamily="18" charset="0"/>
                </a:endParaRPr>
              </a:p>
            </p:txBody>
          </p:sp>
          <p:sp>
            <p:nvSpPr>
              <p:cNvPr id="99423" name="Text Box 12">
                <a:extLst>
                  <a:ext uri="{FF2B5EF4-FFF2-40B4-BE49-F238E27FC236}">
                    <a16:creationId xmlns:a16="http://schemas.microsoft.com/office/drawing/2014/main" id="{3C0D9578-FCBB-0CC3-C934-F4ED1D99FFF1}"/>
                  </a:ext>
                </a:extLst>
              </p:cNvPr>
              <p:cNvSpPr txBox="1">
                <a:spLocks noChangeArrowheads="1"/>
              </p:cNvSpPr>
              <p:nvPr/>
            </p:nvSpPr>
            <p:spPr bwMode="auto">
              <a:xfrm>
                <a:off x="3316288" y="2124075"/>
                <a:ext cx="7715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DI1</a:t>
                </a:r>
                <a:endParaRPr lang="ru-RU" altLang="en-US" sz="1200" u="none">
                  <a:latin typeface="Times New Roman" panose="02020603050405020304" pitchFamily="18" charset="0"/>
                  <a:cs typeface="Times New Roman" panose="02020603050405020304" pitchFamily="18" charset="0"/>
                </a:endParaRPr>
              </a:p>
            </p:txBody>
          </p:sp>
          <p:sp>
            <p:nvSpPr>
              <p:cNvPr id="99424" name="Text Box 13">
                <a:extLst>
                  <a:ext uri="{FF2B5EF4-FFF2-40B4-BE49-F238E27FC236}">
                    <a16:creationId xmlns:a16="http://schemas.microsoft.com/office/drawing/2014/main" id="{8FF002DB-B0DA-E743-6F06-A12A79BC6561}"/>
                  </a:ext>
                </a:extLst>
              </p:cNvPr>
              <p:cNvSpPr txBox="1">
                <a:spLocks noChangeArrowheads="1"/>
              </p:cNvSpPr>
              <p:nvPr/>
            </p:nvSpPr>
            <p:spPr bwMode="auto">
              <a:xfrm>
                <a:off x="3292475" y="2939682"/>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CK</a:t>
                </a:r>
                <a:endParaRPr lang="ru-RU" altLang="en-US" sz="1200" u="none">
                  <a:latin typeface="Times New Roman" panose="02020603050405020304" pitchFamily="18" charset="0"/>
                  <a:cs typeface="Times New Roman" panose="02020603050405020304" pitchFamily="18" charset="0"/>
                </a:endParaRPr>
              </a:p>
            </p:txBody>
          </p:sp>
          <p:sp>
            <p:nvSpPr>
              <p:cNvPr id="99425" name="Text Box 14">
                <a:extLst>
                  <a:ext uri="{FF2B5EF4-FFF2-40B4-BE49-F238E27FC236}">
                    <a16:creationId xmlns:a16="http://schemas.microsoft.com/office/drawing/2014/main" id="{5A7D026E-AA23-6285-EAF4-64F97ACCEAC4}"/>
                  </a:ext>
                </a:extLst>
              </p:cNvPr>
              <p:cNvSpPr txBox="1">
                <a:spLocks noChangeArrowheads="1"/>
              </p:cNvSpPr>
              <p:nvPr/>
            </p:nvSpPr>
            <p:spPr bwMode="auto">
              <a:xfrm>
                <a:off x="3282597" y="3197670"/>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WEN</a:t>
                </a:r>
                <a:endParaRPr lang="ru-RU" altLang="en-US" sz="1200" u="none">
                  <a:latin typeface="Times New Roman" panose="02020603050405020304" pitchFamily="18" charset="0"/>
                  <a:cs typeface="Times New Roman" panose="02020603050405020304" pitchFamily="18" charset="0"/>
                </a:endParaRPr>
              </a:p>
            </p:txBody>
          </p:sp>
          <p:cxnSp>
            <p:nvCxnSpPr>
              <p:cNvPr id="99426" name="Straight Connector 30">
                <a:extLst>
                  <a:ext uri="{FF2B5EF4-FFF2-40B4-BE49-F238E27FC236}">
                    <a16:creationId xmlns:a16="http://schemas.microsoft.com/office/drawing/2014/main" id="{3848464F-83AE-BE9A-C1B7-64662F04F3E3}"/>
                  </a:ext>
                </a:extLst>
              </p:cNvPr>
              <p:cNvCxnSpPr>
                <a:cxnSpLocks noChangeShapeType="1"/>
              </p:cNvCxnSpPr>
              <p:nvPr/>
            </p:nvCxnSpPr>
            <p:spPr bwMode="auto">
              <a:xfrm flipV="1">
                <a:off x="3264394" y="2184400"/>
                <a:ext cx="112776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9427" name="TextBox 31">
                <a:extLst>
                  <a:ext uri="{FF2B5EF4-FFF2-40B4-BE49-F238E27FC236}">
                    <a16:creationId xmlns:a16="http://schemas.microsoft.com/office/drawing/2014/main" id="{B47E1C16-C51D-B1C5-CE2D-F5B469706A1A}"/>
                  </a:ext>
                </a:extLst>
              </p:cNvPr>
              <p:cNvSpPr txBox="1">
                <a:spLocks noChangeArrowheads="1"/>
              </p:cNvSpPr>
              <p:nvPr/>
            </p:nvSpPr>
            <p:spPr bwMode="auto">
              <a:xfrm>
                <a:off x="3276600" y="1905000"/>
                <a:ext cx="1295398" cy="358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   DPRAM32</a:t>
                </a:r>
                <a:endParaRPr lang="en-GB" altLang="en-US" sz="1200" u="none">
                  <a:latin typeface="Times New Roman" panose="02020603050405020304" pitchFamily="18" charset="0"/>
                  <a:cs typeface="Times New Roman" panose="02020603050405020304" pitchFamily="18" charset="0"/>
                </a:endParaRPr>
              </a:p>
            </p:txBody>
          </p:sp>
          <p:sp>
            <p:nvSpPr>
              <p:cNvPr id="99428" name="Text Box 12">
                <a:extLst>
                  <a:ext uri="{FF2B5EF4-FFF2-40B4-BE49-F238E27FC236}">
                    <a16:creationId xmlns:a16="http://schemas.microsoft.com/office/drawing/2014/main" id="{BAF36731-73E1-B242-50A4-8A245C6AC18D}"/>
                  </a:ext>
                </a:extLst>
              </p:cNvPr>
              <p:cNvSpPr txBox="1">
                <a:spLocks noChangeArrowheads="1"/>
              </p:cNvSpPr>
              <p:nvPr/>
            </p:nvSpPr>
            <p:spPr bwMode="auto">
              <a:xfrm>
                <a:off x="3316823" y="2293680"/>
                <a:ext cx="7715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DI2</a:t>
                </a:r>
                <a:endParaRPr lang="ru-RU" altLang="en-US" sz="1200" u="none">
                  <a:latin typeface="Times New Roman" panose="02020603050405020304" pitchFamily="18" charset="0"/>
                  <a:cs typeface="Times New Roman" panose="02020603050405020304" pitchFamily="18" charset="0"/>
                </a:endParaRPr>
              </a:p>
            </p:txBody>
          </p:sp>
          <p:sp>
            <p:nvSpPr>
              <p:cNvPr id="99429" name="Text Box 11">
                <a:extLst>
                  <a:ext uri="{FF2B5EF4-FFF2-40B4-BE49-F238E27FC236}">
                    <a16:creationId xmlns:a16="http://schemas.microsoft.com/office/drawing/2014/main" id="{41F913DD-A4A6-A8DA-42A4-3800462DF262}"/>
                  </a:ext>
                </a:extLst>
              </p:cNvPr>
              <p:cNvSpPr txBox="1">
                <a:spLocks noChangeArrowheads="1"/>
              </p:cNvSpPr>
              <p:nvPr/>
            </p:nvSpPr>
            <p:spPr bwMode="auto">
              <a:xfrm>
                <a:off x="3995570" y="2918343"/>
                <a:ext cx="6556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O5</a:t>
                </a:r>
                <a:endParaRPr lang="ru-RU" altLang="en-US" sz="1200" u="none">
                  <a:latin typeface="Times New Roman" panose="02020603050405020304" pitchFamily="18" charset="0"/>
                  <a:cs typeface="Times New Roman" panose="02020603050405020304" pitchFamily="18" charset="0"/>
                </a:endParaRPr>
              </a:p>
            </p:txBody>
          </p:sp>
        </p:grpSp>
        <p:grpSp>
          <p:nvGrpSpPr>
            <p:cNvPr id="99336" name="Group 32">
              <a:extLst>
                <a:ext uri="{FF2B5EF4-FFF2-40B4-BE49-F238E27FC236}">
                  <a16:creationId xmlns:a16="http://schemas.microsoft.com/office/drawing/2014/main" id="{71EFCA29-3732-DB15-96D6-79BD139BA6E5}"/>
                </a:ext>
              </a:extLst>
            </p:cNvPr>
            <p:cNvGrpSpPr>
              <a:grpSpLocks/>
            </p:cNvGrpSpPr>
            <p:nvPr/>
          </p:nvGrpSpPr>
          <p:grpSpPr bwMode="auto">
            <a:xfrm>
              <a:off x="3479586" y="3517900"/>
              <a:ext cx="1374732" cy="1574800"/>
              <a:chOff x="3264394" y="1905000"/>
              <a:chExt cx="1412920" cy="1721295"/>
            </a:xfrm>
          </p:grpSpPr>
          <p:sp>
            <p:nvSpPr>
              <p:cNvPr id="34" name="Rectangle 6">
                <a:extLst>
                  <a:ext uri="{FF2B5EF4-FFF2-40B4-BE49-F238E27FC236}">
                    <a16:creationId xmlns:a16="http://schemas.microsoft.com/office/drawing/2014/main" id="{E9559250-2E13-4C9F-A64F-52286C0265AC}"/>
                  </a:ext>
                </a:extLst>
              </p:cNvPr>
              <p:cNvSpPr>
                <a:spLocks noChangeArrowheads="1"/>
              </p:cNvSpPr>
              <p:nvPr/>
            </p:nvSpPr>
            <p:spPr bwMode="auto">
              <a:xfrm>
                <a:off x="3273999" y="1990112"/>
                <a:ext cx="1127339" cy="1498300"/>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200" dirty="0">
                  <a:latin typeface="Times New Roman" pitchFamily="18" charset="0"/>
                  <a:cs typeface="Times New Roman" pitchFamily="18" charset="0"/>
                </a:endParaRPr>
              </a:p>
            </p:txBody>
          </p:sp>
          <p:sp>
            <p:nvSpPr>
              <p:cNvPr id="99409" name="Text Box 9">
                <a:extLst>
                  <a:ext uri="{FF2B5EF4-FFF2-40B4-BE49-F238E27FC236}">
                    <a16:creationId xmlns:a16="http://schemas.microsoft.com/office/drawing/2014/main" id="{B8853EC1-5111-4799-47CA-5D4DF46CD625}"/>
                  </a:ext>
                </a:extLst>
              </p:cNvPr>
              <p:cNvSpPr txBox="1">
                <a:spLocks noChangeArrowheads="1"/>
              </p:cNvSpPr>
              <p:nvPr/>
            </p:nvSpPr>
            <p:spPr bwMode="auto">
              <a:xfrm>
                <a:off x="3278187" y="2493114"/>
                <a:ext cx="93503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А[6:1]</a:t>
                </a:r>
                <a:endParaRPr lang="ru-RU" altLang="en-US" sz="1200" u="none">
                  <a:latin typeface="Times New Roman" panose="02020603050405020304" pitchFamily="18" charset="0"/>
                  <a:cs typeface="Times New Roman" panose="02020603050405020304" pitchFamily="18" charset="0"/>
                </a:endParaRPr>
              </a:p>
            </p:txBody>
          </p:sp>
          <p:sp>
            <p:nvSpPr>
              <p:cNvPr id="99410" name="Text Box 10">
                <a:extLst>
                  <a:ext uri="{FF2B5EF4-FFF2-40B4-BE49-F238E27FC236}">
                    <a16:creationId xmlns:a16="http://schemas.microsoft.com/office/drawing/2014/main" id="{ADAB0E44-6027-AB73-6DB0-C990F5909EB7}"/>
                  </a:ext>
                </a:extLst>
              </p:cNvPr>
              <p:cNvSpPr txBox="1">
                <a:spLocks noChangeArrowheads="1"/>
              </p:cNvSpPr>
              <p:nvPr/>
            </p:nvSpPr>
            <p:spPr bwMode="auto">
              <a:xfrm>
                <a:off x="3278188" y="2736445"/>
                <a:ext cx="85672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WA[6:1]</a:t>
                </a:r>
                <a:endParaRPr lang="ru-RU" altLang="en-US" sz="1200" u="none">
                  <a:latin typeface="Times New Roman" panose="02020603050405020304" pitchFamily="18" charset="0"/>
                  <a:cs typeface="Times New Roman" panose="02020603050405020304" pitchFamily="18" charset="0"/>
                </a:endParaRPr>
              </a:p>
            </p:txBody>
          </p:sp>
          <p:sp>
            <p:nvSpPr>
              <p:cNvPr id="99411" name="Text Box 11">
                <a:extLst>
                  <a:ext uri="{FF2B5EF4-FFF2-40B4-BE49-F238E27FC236}">
                    <a16:creationId xmlns:a16="http://schemas.microsoft.com/office/drawing/2014/main" id="{7011EE93-CEDD-64D3-599B-A33C28CEC248}"/>
                  </a:ext>
                </a:extLst>
              </p:cNvPr>
              <p:cNvSpPr txBox="1">
                <a:spLocks noChangeArrowheads="1"/>
              </p:cNvSpPr>
              <p:nvPr/>
            </p:nvSpPr>
            <p:spPr bwMode="auto">
              <a:xfrm>
                <a:off x="4005623" y="2212163"/>
                <a:ext cx="6556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O6</a:t>
                </a:r>
                <a:endParaRPr lang="ru-RU" altLang="en-US" sz="1200" u="none">
                  <a:latin typeface="Times New Roman" panose="02020603050405020304" pitchFamily="18" charset="0"/>
                  <a:cs typeface="Times New Roman" panose="02020603050405020304" pitchFamily="18" charset="0"/>
                </a:endParaRPr>
              </a:p>
            </p:txBody>
          </p:sp>
          <p:sp>
            <p:nvSpPr>
              <p:cNvPr id="99412" name="Text Box 12">
                <a:extLst>
                  <a:ext uri="{FF2B5EF4-FFF2-40B4-BE49-F238E27FC236}">
                    <a16:creationId xmlns:a16="http://schemas.microsoft.com/office/drawing/2014/main" id="{017A4B2B-6BB1-4C99-DDEF-28F6CC72D84C}"/>
                  </a:ext>
                </a:extLst>
              </p:cNvPr>
              <p:cNvSpPr txBox="1">
                <a:spLocks noChangeArrowheads="1"/>
              </p:cNvSpPr>
              <p:nvPr/>
            </p:nvSpPr>
            <p:spPr bwMode="auto">
              <a:xfrm>
                <a:off x="3316288" y="2124075"/>
                <a:ext cx="7715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DI1</a:t>
                </a:r>
                <a:endParaRPr lang="ru-RU" altLang="en-US" sz="1200" u="none">
                  <a:latin typeface="Times New Roman" panose="02020603050405020304" pitchFamily="18" charset="0"/>
                  <a:cs typeface="Times New Roman" panose="02020603050405020304" pitchFamily="18" charset="0"/>
                </a:endParaRPr>
              </a:p>
            </p:txBody>
          </p:sp>
          <p:sp>
            <p:nvSpPr>
              <p:cNvPr id="99413" name="Text Box 13">
                <a:extLst>
                  <a:ext uri="{FF2B5EF4-FFF2-40B4-BE49-F238E27FC236}">
                    <a16:creationId xmlns:a16="http://schemas.microsoft.com/office/drawing/2014/main" id="{8B52C878-40F5-459B-E3E7-B98FCDF99CEB}"/>
                  </a:ext>
                </a:extLst>
              </p:cNvPr>
              <p:cNvSpPr txBox="1">
                <a:spLocks noChangeArrowheads="1"/>
              </p:cNvSpPr>
              <p:nvPr/>
            </p:nvSpPr>
            <p:spPr bwMode="auto">
              <a:xfrm>
                <a:off x="3292475" y="2939682"/>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CK</a:t>
                </a:r>
                <a:endParaRPr lang="ru-RU" altLang="en-US" sz="1200" u="none">
                  <a:latin typeface="Times New Roman" panose="02020603050405020304" pitchFamily="18" charset="0"/>
                  <a:cs typeface="Times New Roman" panose="02020603050405020304" pitchFamily="18" charset="0"/>
                </a:endParaRPr>
              </a:p>
            </p:txBody>
          </p:sp>
          <p:sp>
            <p:nvSpPr>
              <p:cNvPr id="99414" name="Text Box 14">
                <a:extLst>
                  <a:ext uri="{FF2B5EF4-FFF2-40B4-BE49-F238E27FC236}">
                    <a16:creationId xmlns:a16="http://schemas.microsoft.com/office/drawing/2014/main" id="{48AE97C6-77D9-B532-9C66-4B5086E37C21}"/>
                  </a:ext>
                </a:extLst>
              </p:cNvPr>
              <p:cNvSpPr txBox="1">
                <a:spLocks noChangeArrowheads="1"/>
              </p:cNvSpPr>
              <p:nvPr/>
            </p:nvSpPr>
            <p:spPr bwMode="auto">
              <a:xfrm>
                <a:off x="3282597" y="3197670"/>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WEN</a:t>
                </a:r>
                <a:endParaRPr lang="ru-RU" altLang="en-US" sz="1200" u="none">
                  <a:latin typeface="Times New Roman" panose="02020603050405020304" pitchFamily="18" charset="0"/>
                  <a:cs typeface="Times New Roman" panose="02020603050405020304" pitchFamily="18" charset="0"/>
                </a:endParaRPr>
              </a:p>
            </p:txBody>
          </p:sp>
          <p:cxnSp>
            <p:nvCxnSpPr>
              <p:cNvPr id="99415" name="Straight Connector 40">
                <a:extLst>
                  <a:ext uri="{FF2B5EF4-FFF2-40B4-BE49-F238E27FC236}">
                    <a16:creationId xmlns:a16="http://schemas.microsoft.com/office/drawing/2014/main" id="{EC1C82B3-4775-31AB-C095-9DC217B01545}"/>
                  </a:ext>
                </a:extLst>
              </p:cNvPr>
              <p:cNvCxnSpPr>
                <a:cxnSpLocks noChangeShapeType="1"/>
              </p:cNvCxnSpPr>
              <p:nvPr/>
            </p:nvCxnSpPr>
            <p:spPr bwMode="auto">
              <a:xfrm flipV="1">
                <a:off x="3264394" y="2184400"/>
                <a:ext cx="112776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9416" name="TextBox 41">
                <a:extLst>
                  <a:ext uri="{FF2B5EF4-FFF2-40B4-BE49-F238E27FC236}">
                    <a16:creationId xmlns:a16="http://schemas.microsoft.com/office/drawing/2014/main" id="{0A084606-0BC7-F12A-35D2-57A5469BB91E}"/>
                  </a:ext>
                </a:extLst>
              </p:cNvPr>
              <p:cNvSpPr txBox="1">
                <a:spLocks noChangeArrowheads="1"/>
              </p:cNvSpPr>
              <p:nvPr/>
            </p:nvSpPr>
            <p:spPr bwMode="auto">
              <a:xfrm>
                <a:off x="3276600" y="1905000"/>
                <a:ext cx="1295399" cy="358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   DPRAM32</a:t>
                </a:r>
                <a:endParaRPr lang="en-GB" altLang="en-US" sz="1200" u="none">
                  <a:latin typeface="Times New Roman" panose="02020603050405020304" pitchFamily="18" charset="0"/>
                  <a:cs typeface="Times New Roman" panose="02020603050405020304" pitchFamily="18" charset="0"/>
                </a:endParaRPr>
              </a:p>
            </p:txBody>
          </p:sp>
          <p:sp>
            <p:nvSpPr>
              <p:cNvPr id="99417" name="Text Box 12">
                <a:extLst>
                  <a:ext uri="{FF2B5EF4-FFF2-40B4-BE49-F238E27FC236}">
                    <a16:creationId xmlns:a16="http://schemas.microsoft.com/office/drawing/2014/main" id="{5DB3DA57-7ADB-9D10-9ACE-C750562A7154}"/>
                  </a:ext>
                </a:extLst>
              </p:cNvPr>
              <p:cNvSpPr txBox="1">
                <a:spLocks noChangeArrowheads="1"/>
              </p:cNvSpPr>
              <p:nvPr/>
            </p:nvSpPr>
            <p:spPr bwMode="auto">
              <a:xfrm>
                <a:off x="3316823" y="2293680"/>
                <a:ext cx="7715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DI2</a:t>
                </a:r>
                <a:endParaRPr lang="ru-RU" altLang="en-US" sz="1200" u="none">
                  <a:latin typeface="Times New Roman" panose="02020603050405020304" pitchFamily="18" charset="0"/>
                  <a:cs typeface="Times New Roman" panose="02020603050405020304" pitchFamily="18" charset="0"/>
                </a:endParaRPr>
              </a:p>
            </p:txBody>
          </p:sp>
          <p:sp>
            <p:nvSpPr>
              <p:cNvPr id="99418" name="Text Box 11">
                <a:extLst>
                  <a:ext uri="{FF2B5EF4-FFF2-40B4-BE49-F238E27FC236}">
                    <a16:creationId xmlns:a16="http://schemas.microsoft.com/office/drawing/2014/main" id="{BB8B29A3-09EB-6A78-0AF4-5E182712BC43}"/>
                  </a:ext>
                </a:extLst>
              </p:cNvPr>
              <p:cNvSpPr txBox="1">
                <a:spLocks noChangeArrowheads="1"/>
              </p:cNvSpPr>
              <p:nvPr/>
            </p:nvSpPr>
            <p:spPr bwMode="auto">
              <a:xfrm>
                <a:off x="4021676" y="2932224"/>
                <a:ext cx="6556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O5</a:t>
                </a:r>
                <a:endParaRPr lang="ru-RU" altLang="en-US" sz="1200" u="none">
                  <a:latin typeface="Times New Roman" panose="02020603050405020304" pitchFamily="18" charset="0"/>
                  <a:cs typeface="Times New Roman" panose="02020603050405020304" pitchFamily="18" charset="0"/>
                </a:endParaRPr>
              </a:p>
            </p:txBody>
          </p:sp>
        </p:grpSp>
        <p:grpSp>
          <p:nvGrpSpPr>
            <p:cNvPr id="99337" name="Group 42">
              <a:extLst>
                <a:ext uri="{FF2B5EF4-FFF2-40B4-BE49-F238E27FC236}">
                  <a16:creationId xmlns:a16="http://schemas.microsoft.com/office/drawing/2014/main" id="{EFE84922-E89E-0BC8-98DA-C3A13A430285}"/>
                </a:ext>
              </a:extLst>
            </p:cNvPr>
            <p:cNvGrpSpPr>
              <a:grpSpLocks/>
            </p:cNvGrpSpPr>
            <p:nvPr/>
          </p:nvGrpSpPr>
          <p:grpSpPr bwMode="auto">
            <a:xfrm>
              <a:off x="3479797" y="5041900"/>
              <a:ext cx="1387221" cy="1574800"/>
              <a:chOff x="3264394" y="1905000"/>
              <a:chExt cx="1425756" cy="1721295"/>
            </a:xfrm>
          </p:grpSpPr>
          <p:sp>
            <p:nvSpPr>
              <p:cNvPr id="44" name="Rectangle 6">
                <a:extLst>
                  <a:ext uri="{FF2B5EF4-FFF2-40B4-BE49-F238E27FC236}">
                    <a16:creationId xmlns:a16="http://schemas.microsoft.com/office/drawing/2014/main" id="{B506DD96-703A-45C4-B1BB-2E75DE26FC78}"/>
                  </a:ext>
                </a:extLst>
              </p:cNvPr>
              <p:cNvSpPr>
                <a:spLocks noChangeArrowheads="1"/>
              </p:cNvSpPr>
              <p:nvPr/>
            </p:nvSpPr>
            <p:spPr bwMode="auto">
              <a:xfrm>
                <a:off x="3273782" y="1988894"/>
                <a:ext cx="1128995" cy="1500351"/>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200" dirty="0">
                  <a:latin typeface="Times New Roman" pitchFamily="18" charset="0"/>
                  <a:cs typeface="Times New Roman" pitchFamily="18" charset="0"/>
                </a:endParaRPr>
              </a:p>
            </p:txBody>
          </p:sp>
          <p:sp>
            <p:nvSpPr>
              <p:cNvPr id="99398" name="Text Box 9">
                <a:extLst>
                  <a:ext uri="{FF2B5EF4-FFF2-40B4-BE49-F238E27FC236}">
                    <a16:creationId xmlns:a16="http://schemas.microsoft.com/office/drawing/2014/main" id="{2DF246A5-FDAC-F829-3167-05947EE48F67}"/>
                  </a:ext>
                </a:extLst>
              </p:cNvPr>
              <p:cNvSpPr txBox="1">
                <a:spLocks noChangeArrowheads="1"/>
              </p:cNvSpPr>
              <p:nvPr/>
            </p:nvSpPr>
            <p:spPr bwMode="auto">
              <a:xfrm>
                <a:off x="3278187" y="2479232"/>
                <a:ext cx="93503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А[6:1]</a:t>
                </a:r>
                <a:endParaRPr lang="ru-RU" altLang="en-US" sz="1200" u="none">
                  <a:latin typeface="Times New Roman" panose="02020603050405020304" pitchFamily="18" charset="0"/>
                  <a:cs typeface="Times New Roman" panose="02020603050405020304" pitchFamily="18" charset="0"/>
                </a:endParaRPr>
              </a:p>
            </p:txBody>
          </p:sp>
          <p:sp>
            <p:nvSpPr>
              <p:cNvPr id="99399" name="Text Box 10">
                <a:extLst>
                  <a:ext uri="{FF2B5EF4-FFF2-40B4-BE49-F238E27FC236}">
                    <a16:creationId xmlns:a16="http://schemas.microsoft.com/office/drawing/2014/main" id="{53C49BF6-ED51-7B38-85EE-1DB2D4DB9145}"/>
                  </a:ext>
                </a:extLst>
              </p:cNvPr>
              <p:cNvSpPr txBox="1">
                <a:spLocks noChangeArrowheads="1"/>
              </p:cNvSpPr>
              <p:nvPr/>
            </p:nvSpPr>
            <p:spPr bwMode="auto">
              <a:xfrm>
                <a:off x="3278188" y="2680920"/>
                <a:ext cx="85672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WA[6:1]</a:t>
                </a:r>
                <a:endParaRPr lang="ru-RU" altLang="en-US" sz="1200" u="none">
                  <a:latin typeface="Times New Roman" panose="02020603050405020304" pitchFamily="18" charset="0"/>
                  <a:cs typeface="Times New Roman" panose="02020603050405020304" pitchFamily="18" charset="0"/>
                </a:endParaRPr>
              </a:p>
            </p:txBody>
          </p:sp>
          <p:sp>
            <p:nvSpPr>
              <p:cNvPr id="99400" name="Text Box 11">
                <a:extLst>
                  <a:ext uri="{FF2B5EF4-FFF2-40B4-BE49-F238E27FC236}">
                    <a16:creationId xmlns:a16="http://schemas.microsoft.com/office/drawing/2014/main" id="{EA83C545-1BB1-86CC-1169-F7CAD086A47B}"/>
                  </a:ext>
                </a:extLst>
              </p:cNvPr>
              <p:cNvSpPr txBox="1">
                <a:spLocks noChangeArrowheads="1"/>
              </p:cNvSpPr>
              <p:nvPr/>
            </p:nvSpPr>
            <p:spPr bwMode="auto">
              <a:xfrm>
                <a:off x="4018675" y="2184400"/>
                <a:ext cx="6556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O6</a:t>
                </a:r>
                <a:endParaRPr lang="ru-RU" altLang="en-US" sz="1200" u="none">
                  <a:latin typeface="Times New Roman" panose="02020603050405020304" pitchFamily="18" charset="0"/>
                  <a:cs typeface="Times New Roman" panose="02020603050405020304" pitchFamily="18" charset="0"/>
                </a:endParaRPr>
              </a:p>
            </p:txBody>
          </p:sp>
          <p:sp>
            <p:nvSpPr>
              <p:cNvPr id="99401" name="Text Box 12">
                <a:extLst>
                  <a:ext uri="{FF2B5EF4-FFF2-40B4-BE49-F238E27FC236}">
                    <a16:creationId xmlns:a16="http://schemas.microsoft.com/office/drawing/2014/main" id="{7148B4D6-E97F-75C1-93C0-0DF3524D90CF}"/>
                  </a:ext>
                </a:extLst>
              </p:cNvPr>
              <p:cNvSpPr txBox="1">
                <a:spLocks noChangeArrowheads="1"/>
              </p:cNvSpPr>
              <p:nvPr/>
            </p:nvSpPr>
            <p:spPr bwMode="auto">
              <a:xfrm>
                <a:off x="3316288" y="2124075"/>
                <a:ext cx="771525" cy="266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DI1</a:t>
                </a:r>
                <a:endParaRPr lang="ru-RU" altLang="en-US" sz="1200" u="none">
                  <a:latin typeface="Times New Roman" panose="02020603050405020304" pitchFamily="18" charset="0"/>
                  <a:cs typeface="Times New Roman" panose="02020603050405020304" pitchFamily="18" charset="0"/>
                </a:endParaRPr>
              </a:p>
            </p:txBody>
          </p:sp>
          <p:sp>
            <p:nvSpPr>
              <p:cNvPr id="99402" name="Text Box 13">
                <a:extLst>
                  <a:ext uri="{FF2B5EF4-FFF2-40B4-BE49-F238E27FC236}">
                    <a16:creationId xmlns:a16="http://schemas.microsoft.com/office/drawing/2014/main" id="{BB15EBCE-EC87-1A70-BCB5-20C52B0CEB5F}"/>
                  </a:ext>
                </a:extLst>
              </p:cNvPr>
              <p:cNvSpPr txBox="1">
                <a:spLocks noChangeArrowheads="1"/>
              </p:cNvSpPr>
              <p:nvPr/>
            </p:nvSpPr>
            <p:spPr bwMode="auto">
              <a:xfrm>
                <a:off x="3292475" y="2939682"/>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CK</a:t>
                </a:r>
                <a:endParaRPr lang="ru-RU" altLang="en-US" sz="1200" u="none">
                  <a:latin typeface="Times New Roman" panose="02020603050405020304" pitchFamily="18" charset="0"/>
                  <a:cs typeface="Times New Roman" panose="02020603050405020304" pitchFamily="18" charset="0"/>
                </a:endParaRPr>
              </a:p>
            </p:txBody>
          </p:sp>
          <p:sp>
            <p:nvSpPr>
              <p:cNvPr id="99403" name="Text Box 14">
                <a:extLst>
                  <a:ext uri="{FF2B5EF4-FFF2-40B4-BE49-F238E27FC236}">
                    <a16:creationId xmlns:a16="http://schemas.microsoft.com/office/drawing/2014/main" id="{261B4000-DEBD-174E-5116-B6255173E31D}"/>
                  </a:ext>
                </a:extLst>
              </p:cNvPr>
              <p:cNvSpPr txBox="1">
                <a:spLocks noChangeArrowheads="1"/>
              </p:cNvSpPr>
              <p:nvPr/>
            </p:nvSpPr>
            <p:spPr bwMode="auto">
              <a:xfrm>
                <a:off x="3282597" y="3197670"/>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WEN</a:t>
                </a:r>
                <a:endParaRPr lang="ru-RU" altLang="en-US" sz="1200" u="none">
                  <a:latin typeface="Times New Roman" panose="02020603050405020304" pitchFamily="18" charset="0"/>
                  <a:cs typeface="Times New Roman" panose="02020603050405020304" pitchFamily="18" charset="0"/>
                </a:endParaRPr>
              </a:p>
            </p:txBody>
          </p:sp>
          <p:cxnSp>
            <p:nvCxnSpPr>
              <p:cNvPr id="99404" name="Straight Connector 50">
                <a:extLst>
                  <a:ext uri="{FF2B5EF4-FFF2-40B4-BE49-F238E27FC236}">
                    <a16:creationId xmlns:a16="http://schemas.microsoft.com/office/drawing/2014/main" id="{6C159F5C-7EDA-19FE-7FCD-BB6AAC7292CB}"/>
                  </a:ext>
                </a:extLst>
              </p:cNvPr>
              <p:cNvCxnSpPr>
                <a:cxnSpLocks noChangeShapeType="1"/>
              </p:cNvCxnSpPr>
              <p:nvPr/>
            </p:nvCxnSpPr>
            <p:spPr bwMode="auto">
              <a:xfrm flipV="1">
                <a:off x="3264394" y="2184400"/>
                <a:ext cx="112776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99405" name="TextBox 51">
                <a:extLst>
                  <a:ext uri="{FF2B5EF4-FFF2-40B4-BE49-F238E27FC236}">
                    <a16:creationId xmlns:a16="http://schemas.microsoft.com/office/drawing/2014/main" id="{DA9B4FE9-3B6A-4D32-6FAA-F0963ED9C956}"/>
                  </a:ext>
                </a:extLst>
              </p:cNvPr>
              <p:cNvSpPr txBox="1">
                <a:spLocks noChangeArrowheads="1"/>
              </p:cNvSpPr>
              <p:nvPr/>
            </p:nvSpPr>
            <p:spPr bwMode="auto">
              <a:xfrm>
                <a:off x="3276600" y="1905000"/>
                <a:ext cx="1295399" cy="358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   DPRAM32</a:t>
                </a:r>
                <a:endParaRPr lang="en-GB" altLang="en-US" sz="1200" u="none">
                  <a:latin typeface="Times New Roman" panose="02020603050405020304" pitchFamily="18" charset="0"/>
                  <a:cs typeface="Times New Roman" panose="02020603050405020304" pitchFamily="18" charset="0"/>
                </a:endParaRPr>
              </a:p>
            </p:txBody>
          </p:sp>
          <p:sp>
            <p:nvSpPr>
              <p:cNvPr id="99406" name="Text Box 12">
                <a:extLst>
                  <a:ext uri="{FF2B5EF4-FFF2-40B4-BE49-F238E27FC236}">
                    <a16:creationId xmlns:a16="http://schemas.microsoft.com/office/drawing/2014/main" id="{7E051DCE-A030-F441-2882-50F59E4F9034}"/>
                  </a:ext>
                </a:extLst>
              </p:cNvPr>
              <p:cNvSpPr txBox="1">
                <a:spLocks noChangeArrowheads="1"/>
              </p:cNvSpPr>
              <p:nvPr/>
            </p:nvSpPr>
            <p:spPr bwMode="auto">
              <a:xfrm>
                <a:off x="3316605" y="2307561"/>
                <a:ext cx="771525" cy="266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DI2</a:t>
                </a:r>
                <a:endParaRPr lang="ru-RU" altLang="en-US" sz="1200" u="none">
                  <a:latin typeface="Times New Roman" panose="02020603050405020304" pitchFamily="18" charset="0"/>
                  <a:cs typeface="Times New Roman" panose="02020603050405020304" pitchFamily="18" charset="0"/>
                </a:endParaRPr>
              </a:p>
            </p:txBody>
          </p:sp>
          <p:sp>
            <p:nvSpPr>
              <p:cNvPr id="99407" name="Text Box 11">
                <a:extLst>
                  <a:ext uri="{FF2B5EF4-FFF2-40B4-BE49-F238E27FC236}">
                    <a16:creationId xmlns:a16="http://schemas.microsoft.com/office/drawing/2014/main" id="{27D7DCEF-2E5F-54EF-CF15-CE7328E294C8}"/>
                  </a:ext>
                </a:extLst>
              </p:cNvPr>
              <p:cNvSpPr txBox="1">
                <a:spLocks noChangeArrowheads="1"/>
              </p:cNvSpPr>
              <p:nvPr/>
            </p:nvSpPr>
            <p:spPr bwMode="auto">
              <a:xfrm>
                <a:off x="4034511" y="2932224"/>
                <a:ext cx="655639"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O5</a:t>
                </a:r>
                <a:endParaRPr lang="ru-RU" altLang="en-US" sz="1200" u="none">
                  <a:latin typeface="Times New Roman" panose="02020603050405020304" pitchFamily="18" charset="0"/>
                  <a:cs typeface="Times New Roman" panose="02020603050405020304" pitchFamily="18" charset="0"/>
                </a:endParaRPr>
              </a:p>
            </p:txBody>
          </p:sp>
        </p:grpSp>
        <p:cxnSp>
          <p:nvCxnSpPr>
            <p:cNvPr id="99338" name="Straight Arrow Connector 53">
              <a:extLst>
                <a:ext uri="{FF2B5EF4-FFF2-40B4-BE49-F238E27FC236}">
                  <a16:creationId xmlns:a16="http://schemas.microsoft.com/office/drawing/2014/main" id="{3B904361-B122-D7D8-EBEC-18F2C9B4A247}"/>
                </a:ext>
              </a:extLst>
            </p:cNvPr>
            <p:cNvCxnSpPr>
              <a:cxnSpLocks noChangeShapeType="1"/>
            </p:cNvCxnSpPr>
            <p:nvPr/>
          </p:nvCxnSpPr>
          <p:spPr bwMode="auto">
            <a:xfrm>
              <a:off x="1828800" y="7747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39" name="Straight Arrow Connector 54">
              <a:extLst>
                <a:ext uri="{FF2B5EF4-FFF2-40B4-BE49-F238E27FC236}">
                  <a16:creationId xmlns:a16="http://schemas.microsoft.com/office/drawing/2014/main" id="{155D5DB1-3FBB-80E3-6F5A-E057FD4981E9}"/>
                </a:ext>
              </a:extLst>
            </p:cNvPr>
            <p:cNvCxnSpPr>
              <a:cxnSpLocks noChangeShapeType="1"/>
            </p:cNvCxnSpPr>
            <p:nvPr/>
          </p:nvCxnSpPr>
          <p:spPr bwMode="auto">
            <a:xfrm>
              <a:off x="1803400" y="11303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40" name="Straight Arrow Connector 55">
              <a:extLst>
                <a:ext uri="{FF2B5EF4-FFF2-40B4-BE49-F238E27FC236}">
                  <a16:creationId xmlns:a16="http://schemas.microsoft.com/office/drawing/2014/main" id="{E3491025-009E-2DAC-532A-C1D8E48A9498}"/>
                </a:ext>
              </a:extLst>
            </p:cNvPr>
            <p:cNvCxnSpPr>
              <a:cxnSpLocks noChangeShapeType="1"/>
            </p:cNvCxnSpPr>
            <p:nvPr/>
          </p:nvCxnSpPr>
          <p:spPr bwMode="auto">
            <a:xfrm>
              <a:off x="2755900" y="1333500"/>
              <a:ext cx="704088"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99341" name="Straight Arrow Connector 56">
              <a:extLst>
                <a:ext uri="{FF2B5EF4-FFF2-40B4-BE49-F238E27FC236}">
                  <a16:creationId xmlns:a16="http://schemas.microsoft.com/office/drawing/2014/main" id="{2DA83116-8813-1B5A-08C3-EA46DF677CA7}"/>
                </a:ext>
              </a:extLst>
            </p:cNvPr>
            <p:cNvCxnSpPr>
              <a:cxnSpLocks noChangeShapeType="1"/>
            </p:cNvCxnSpPr>
            <p:nvPr/>
          </p:nvCxnSpPr>
          <p:spPr bwMode="auto">
            <a:xfrm>
              <a:off x="1803400" y="15240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42" name="Straight Arrow Connector 57">
              <a:extLst>
                <a:ext uri="{FF2B5EF4-FFF2-40B4-BE49-F238E27FC236}">
                  <a16:creationId xmlns:a16="http://schemas.microsoft.com/office/drawing/2014/main" id="{0599557F-71F7-71F7-4A43-EDBAE17BC2A6}"/>
                </a:ext>
              </a:extLst>
            </p:cNvPr>
            <p:cNvCxnSpPr>
              <a:cxnSpLocks noChangeShapeType="1"/>
            </p:cNvCxnSpPr>
            <p:nvPr/>
          </p:nvCxnSpPr>
          <p:spPr bwMode="auto">
            <a:xfrm>
              <a:off x="1803400" y="17526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43" name="Straight Connector 59">
              <a:extLst>
                <a:ext uri="{FF2B5EF4-FFF2-40B4-BE49-F238E27FC236}">
                  <a16:creationId xmlns:a16="http://schemas.microsoft.com/office/drawing/2014/main" id="{79AB2AB1-5810-2F01-BAA0-A7608339C47D}"/>
                </a:ext>
              </a:extLst>
            </p:cNvPr>
            <p:cNvCxnSpPr>
              <a:cxnSpLocks noChangeShapeType="1"/>
            </p:cNvCxnSpPr>
            <p:nvPr/>
          </p:nvCxnSpPr>
          <p:spPr bwMode="auto">
            <a:xfrm rot="5400000">
              <a:off x="352044" y="3534156"/>
              <a:ext cx="4782312" cy="1588"/>
            </a:xfrm>
            <a:prstGeom prst="line">
              <a:avLst/>
            </a:prstGeom>
            <a:noFill/>
            <a:ln w="952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99344" name="Straight Arrow Connector 61">
              <a:extLst>
                <a:ext uri="{FF2B5EF4-FFF2-40B4-BE49-F238E27FC236}">
                  <a16:creationId xmlns:a16="http://schemas.microsoft.com/office/drawing/2014/main" id="{15D67659-AFAE-7691-7F5F-F740842BED9F}"/>
                </a:ext>
              </a:extLst>
            </p:cNvPr>
            <p:cNvCxnSpPr>
              <a:cxnSpLocks noChangeShapeType="1"/>
            </p:cNvCxnSpPr>
            <p:nvPr/>
          </p:nvCxnSpPr>
          <p:spPr bwMode="auto">
            <a:xfrm>
              <a:off x="2755900" y="5918200"/>
              <a:ext cx="7315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45" name="Straight Arrow Connector 62">
              <a:extLst>
                <a:ext uri="{FF2B5EF4-FFF2-40B4-BE49-F238E27FC236}">
                  <a16:creationId xmlns:a16="http://schemas.microsoft.com/office/drawing/2014/main" id="{27AB68BA-8AED-5158-700E-5647ABC01C1F}"/>
                </a:ext>
              </a:extLst>
            </p:cNvPr>
            <p:cNvCxnSpPr>
              <a:cxnSpLocks noChangeShapeType="1"/>
            </p:cNvCxnSpPr>
            <p:nvPr/>
          </p:nvCxnSpPr>
          <p:spPr bwMode="auto">
            <a:xfrm>
              <a:off x="2743200" y="4419600"/>
              <a:ext cx="731520"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99346" name="Straight Arrow Connector 63">
              <a:extLst>
                <a:ext uri="{FF2B5EF4-FFF2-40B4-BE49-F238E27FC236}">
                  <a16:creationId xmlns:a16="http://schemas.microsoft.com/office/drawing/2014/main" id="{A7BD533D-4470-3FFF-E68A-B4DC80160DB6}"/>
                </a:ext>
              </a:extLst>
            </p:cNvPr>
            <p:cNvCxnSpPr>
              <a:cxnSpLocks noChangeShapeType="1"/>
            </p:cNvCxnSpPr>
            <p:nvPr/>
          </p:nvCxnSpPr>
          <p:spPr bwMode="auto">
            <a:xfrm>
              <a:off x="2743200" y="2819400"/>
              <a:ext cx="731520"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99347" name="Straight Connector 64">
              <a:extLst>
                <a:ext uri="{FF2B5EF4-FFF2-40B4-BE49-F238E27FC236}">
                  <a16:creationId xmlns:a16="http://schemas.microsoft.com/office/drawing/2014/main" id="{CDBD9873-6D7D-C8C7-992F-47AEDC9BA10E}"/>
                </a:ext>
              </a:extLst>
            </p:cNvPr>
            <p:cNvCxnSpPr>
              <a:cxnSpLocks noChangeShapeType="1"/>
            </p:cNvCxnSpPr>
            <p:nvPr/>
          </p:nvCxnSpPr>
          <p:spPr bwMode="auto">
            <a:xfrm rot="5400000">
              <a:off x="158274" y="3867626"/>
              <a:ext cx="4663440" cy="1588"/>
            </a:xfrm>
            <a:prstGeom prst="line">
              <a:avLst/>
            </a:prstGeom>
            <a:noFill/>
            <a:ln w="952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99348" name="Straight Arrow Connector 65">
              <a:extLst>
                <a:ext uri="{FF2B5EF4-FFF2-40B4-BE49-F238E27FC236}">
                  <a16:creationId xmlns:a16="http://schemas.microsoft.com/office/drawing/2014/main" id="{823E493C-B9DD-AB2F-DE79-077760748025}"/>
                </a:ext>
              </a:extLst>
            </p:cNvPr>
            <p:cNvCxnSpPr>
              <a:cxnSpLocks noChangeShapeType="1"/>
            </p:cNvCxnSpPr>
            <p:nvPr/>
          </p:nvCxnSpPr>
          <p:spPr bwMode="auto">
            <a:xfrm>
              <a:off x="2489200" y="6172200"/>
              <a:ext cx="100584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49" name="Straight Arrow Connector 66">
              <a:extLst>
                <a:ext uri="{FF2B5EF4-FFF2-40B4-BE49-F238E27FC236}">
                  <a16:creationId xmlns:a16="http://schemas.microsoft.com/office/drawing/2014/main" id="{46719BA9-23EB-F93C-26DF-EA13605012AB}"/>
                </a:ext>
              </a:extLst>
            </p:cNvPr>
            <p:cNvCxnSpPr>
              <a:cxnSpLocks noChangeShapeType="1"/>
            </p:cNvCxnSpPr>
            <p:nvPr/>
          </p:nvCxnSpPr>
          <p:spPr bwMode="auto">
            <a:xfrm>
              <a:off x="2489200" y="4597400"/>
              <a:ext cx="1005840"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99350" name="Straight Arrow Connector 67">
              <a:extLst>
                <a:ext uri="{FF2B5EF4-FFF2-40B4-BE49-F238E27FC236}">
                  <a16:creationId xmlns:a16="http://schemas.microsoft.com/office/drawing/2014/main" id="{CCA57ACD-A61E-DBE5-DB80-3B37852D4ADC}"/>
                </a:ext>
              </a:extLst>
            </p:cNvPr>
            <p:cNvCxnSpPr>
              <a:cxnSpLocks noChangeShapeType="1"/>
            </p:cNvCxnSpPr>
            <p:nvPr/>
          </p:nvCxnSpPr>
          <p:spPr bwMode="auto">
            <a:xfrm>
              <a:off x="2463800" y="3022600"/>
              <a:ext cx="1005840"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99351" name="Straight Connector 68">
              <a:extLst>
                <a:ext uri="{FF2B5EF4-FFF2-40B4-BE49-F238E27FC236}">
                  <a16:creationId xmlns:a16="http://schemas.microsoft.com/office/drawing/2014/main" id="{21621219-AEB8-5ED4-6C1C-631940EDE6D6}"/>
                </a:ext>
              </a:extLst>
            </p:cNvPr>
            <p:cNvCxnSpPr>
              <a:cxnSpLocks noChangeShapeType="1"/>
            </p:cNvCxnSpPr>
            <p:nvPr/>
          </p:nvCxnSpPr>
          <p:spPr bwMode="auto">
            <a:xfrm rot="5400000">
              <a:off x="-98266" y="4060666"/>
              <a:ext cx="4617720" cy="1588"/>
            </a:xfrm>
            <a:prstGeom prst="line">
              <a:avLst/>
            </a:prstGeom>
            <a:noFill/>
            <a:ln w="952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99352" name="Straight Arrow Connector 69">
              <a:extLst>
                <a:ext uri="{FF2B5EF4-FFF2-40B4-BE49-F238E27FC236}">
                  <a16:creationId xmlns:a16="http://schemas.microsoft.com/office/drawing/2014/main" id="{4DC751FA-33CF-9F88-DD27-82142BE37E7A}"/>
                </a:ext>
              </a:extLst>
            </p:cNvPr>
            <p:cNvCxnSpPr>
              <a:cxnSpLocks noChangeShapeType="1"/>
            </p:cNvCxnSpPr>
            <p:nvPr/>
          </p:nvCxnSpPr>
          <p:spPr bwMode="auto">
            <a:xfrm>
              <a:off x="2209800" y="6375400"/>
              <a:ext cx="128016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53" name="Straight Arrow Connector 70">
              <a:extLst>
                <a:ext uri="{FF2B5EF4-FFF2-40B4-BE49-F238E27FC236}">
                  <a16:creationId xmlns:a16="http://schemas.microsoft.com/office/drawing/2014/main" id="{31990D56-B24B-C3B0-187C-18C26EB8EE52}"/>
                </a:ext>
              </a:extLst>
            </p:cNvPr>
            <p:cNvCxnSpPr>
              <a:cxnSpLocks noChangeShapeType="1"/>
            </p:cNvCxnSpPr>
            <p:nvPr/>
          </p:nvCxnSpPr>
          <p:spPr bwMode="auto">
            <a:xfrm>
              <a:off x="2209800" y="4826000"/>
              <a:ext cx="1280160"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99354" name="Straight Arrow Connector 71">
              <a:extLst>
                <a:ext uri="{FF2B5EF4-FFF2-40B4-BE49-F238E27FC236}">
                  <a16:creationId xmlns:a16="http://schemas.microsoft.com/office/drawing/2014/main" id="{7700C7A2-FCFF-8D63-3E87-FE086BB86532}"/>
                </a:ext>
              </a:extLst>
            </p:cNvPr>
            <p:cNvCxnSpPr>
              <a:cxnSpLocks noChangeShapeType="1"/>
            </p:cNvCxnSpPr>
            <p:nvPr/>
          </p:nvCxnSpPr>
          <p:spPr bwMode="auto">
            <a:xfrm>
              <a:off x="2209800" y="3263900"/>
              <a:ext cx="1280160"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sp>
          <p:nvSpPr>
            <p:cNvPr id="99355" name="TextBox 72">
              <a:extLst>
                <a:ext uri="{FF2B5EF4-FFF2-40B4-BE49-F238E27FC236}">
                  <a16:creationId xmlns:a16="http://schemas.microsoft.com/office/drawing/2014/main" id="{8F9800DC-B9EE-6417-A579-0C7BA8F7B87A}"/>
                </a:ext>
              </a:extLst>
            </p:cNvPr>
            <p:cNvSpPr txBox="1">
              <a:spLocks noChangeArrowheads="1"/>
            </p:cNvSpPr>
            <p:nvPr/>
          </p:nvSpPr>
          <p:spPr bwMode="auto">
            <a:xfrm>
              <a:off x="762000" y="596900"/>
              <a:ext cx="1295400"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unused</a:t>
              </a:r>
              <a:endParaRPr lang="en-GB" altLang="en-US" sz="1400" u="none"/>
            </a:p>
          </p:txBody>
        </p:sp>
        <p:sp>
          <p:nvSpPr>
            <p:cNvPr id="99356" name="TextBox 73">
              <a:extLst>
                <a:ext uri="{FF2B5EF4-FFF2-40B4-BE49-F238E27FC236}">
                  <a16:creationId xmlns:a16="http://schemas.microsoft.com/office/drawing/2014/main" id="{6128527B-BE49-E0A3-FCFF-6051162C4178}"/>
                </a:ext>
              </a:extLst>
            </p:cNvPr>
            <p:cNvSpPr txBox="1">
              <a:spLocks noChangeArrowheads="1"/>
            </p:cNvSpPr>
            <p:nvPr/>
          </p:nvSpPr>
          <p:spPr bwMode="auto">
            <a:xfrm>
              <a:off x="762000" y="774700"/>
              <a:ext cx="1295400"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unused</a:t>
              </a:r>
              <a:endParaRPr lang="en-GB" altLang="en-US" sz="1400" u="none"/>
            </a:p>
          </p:txBody>
        </p:sp>
        <p:sp>
          <p:nvSpPr>
            <p:cNvPr id="99357" name="TextBox 74">
              <a:extLst>
                <a:ext uri="{FF2B5EF4-FFF2-40B4-BE49-F238E27FC236}">
                  <a16:creationId xmlns:a16="http://schemas.microsoft.com/office/drawing/2014/main" id="{91CEAEB7-D59C-7A54-EE23-2D25F6D84B20}"/>
                </a:ext>
              </a:extLst>
            </p:cNvPr>
            <p:cNvSpPr txBox="1">
              <a:spLocks noChangeArrowheads="1"/>
            </p:cNvSpPr>
            <p:nvPr/>
          </p:nvSpPr>
          <p:spPr bwMode="auto">
            <a:xfrm>
              <a:off x="647700" y="939799"/>
              <a:ext cx="1371600" cy="618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WADDR[5:1]</a:t>
              </a:r>
            </a:p>
            <a:p>
              <a:pPr eaLnBrk="1" hangingPunct="1"/>
              <a:r>
                <a:rPr lang="en-US" altLang="en-US" sz="1400" u="none"/>
                <a:t>WADDR[6]=1</a:t>
              </a:r>
              <a:endParaRPr lang="en-GB" altLang="en-US" sz="1400" u="none"/>
            </a:p>
          </p:txBody>
        </p:sp>
        <p:cxnSp>
          <p:nvCxnSpPr>
            <p:cNvPr id="99358" name="Straight Arrow Connector 76">
              <a:extLst>
                <a:ext uri="{FF2B5EF4-FFF2-40B4-BE49-F238E27FC236}">
                  <a16:creationId xmlns:a16="http://schemas.microsoft.com/office/drawing/2014/main" id="{3437BF23-75BF-4370-B96C-C635BF6059BE}"/>
                </a:ext>
              </a:extLst>
            </p:cNvPr>
            <p:cNvCxnSpPr>
              <a:cxnSpLocks noChangeShapeType="1"/>
            </p:cNvCxnSpPr>
            <p:nvPr/>
          </p:nvCxnSpPr>
          <p:spPr bwMode="auto">
            <a:xfrm>
              <a:off x="1828800" y="23241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59" name="Straight Arrow Connector 77">
              <a:extLst>
                <a:ext uri="{FF2B5EF4-FFF2-40B4-BE49-F238E27FC236}">
                  <a16:creationId xmlns:a16="http://schemas.microsoft.com/office/drawing/2014/main" id="{2BE81868-7C4F-17C1-AD4D-3AA9244F83FA}"/>
                </a:ext>
              </a:extLst>
            </p:cNvPr>
            <p:cNvCxnSpPr>
              <a:cxnSpLocks noChangeShapeType="1"/>
            </p:cNvCxnSpPr>
            <p:nvPr/>
          </p:nvCxnSpPr>
          <p:spPr bwMode="auto">
            <a:xfrm>
              <a:off x="1803400" y="9398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60" name="Straight Connector 79">
              <a:extLst>
                <a:ext uri="{FF2B5EF4-FFF2-40B4-BE49-F238E27FC236}">
                  <a16:creationId xmlns:a16="http://schemas.microsoft.com/office/drawing/2014/main" id="{F9D7EC87-AB07-6A7B-14AC-8D81A201E745}"/>
                </a:ext>
              </a:extLst>
            </p:cNvPr>
            <p:cNvCxnSpPr>
              <a:cxnSpLocks noChangeShapeType="1"/>
            </p:cNvCxnSpPr>
            <p:nvPr/>
          </p:nvCxnSpPr>
          <p:spPr bwMode="auto">
            <a:xfrm rot="5400000">
              <a:off x="3124200" y="1092200"/>
              <a:ext cx="76200" cy="762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9361" name="Straight Connector 82">
              <a:extLst>
                <a:ext uri="{FF2B5EF4-FFF2-40B4-BE49-F238E27FC236}">
                  <a16:creationId xmlns:a16="http://schemas.microsoft.com/office/drawing/2014/main" id="{6175C912-E065-784E-90C5-1AF503D0AFD4}"/>
                </a:ext>
              </a:extLst>
            </p:cNvPr>
            <p:cNvCxnSpPr>
              <a:cxnSpLocks noChangeShapeType="1"/>
            </p:cNvCxnSpPr>
            <p:nvPr/>
          </p:nvCxnSpPr>
          <p:spPr bwMode="auto">
            <a:xfrm rot="5400000">
              <a:off x="3124200" y="1295400"/>
              <a:ext cx="76200" cy="762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99362" name="Straight Arrow Connector 88">
              <a:extLst>
                <a:ext uri="{FF2B5EF4-FFF2-40B4-BE49-F238E27FC236}">
                  <a16:creationId xmlns:a16="http://schemas.microsoft.com/office/drawing/2014/main" id="{9BE9AE8E-A5A5-9C13-029D-24605D4B47CA}"/>
                </a:ext>
              </a:extLst>
            </p:cNvPr>
            <p:cNvCxnSpPr>
              <a:cxnSpLocks noChangeShapeType="1"/>
            </p:cNvCxnSpPr>
            <p:nvPr/>
          </p:nvCxnSpPr>
          <p:spPr bwMode="auto">
            <a:xfrm>
              <a:off x="1816100" y="24765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63" name="Straight Arrow Connector 89">
              <a:extLst>
                <a:ext uri="{FF2B5EF4-FFF2-40B4-BE49-F238E27FC236}">
                  <a16:creationId xmlns:a16="http://schemas.microsoft.com/office/drawing/2014/main" id="{BF66D4E8-20F7-C1E1-9CCF-3A95308CF9C5}"/>
                </a:ext>
              </a:extLst>
            </p:cNvPr>
            <p:cNvCxnSpPr>
              <a:cxnSpLocks noChangeShapeType="1"/>
            </p:cNvCxnSpPr>
            <p:nvPr/>
          </p:nvCxnSpPr>
          <p:spPr bwMode="auto">
            <a:xfrm>
              <a:off x="1803400" y="26289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64" name="Straight Arrow Connector 90">
              <a:extLst>
                <a:ext uri="{FF2B5EF4-FFF2-40B4-BE49-F238E27FC236}">
                  <a16:creationId xmlns:a16="http://schemas.microsoft.com/office/drawing/2014/main" id="{A08095F0-65AB-243C-67A4-94DCE17D37E5}"/>
                </a:ext>
              </a:extLst>
            </p:cNvPr>
            <p:cNvCxnSpPr>
              <a:cxnSpLocks noChangeShapeType="1"/>
            </p:cNvCxnSpPr>
            <p:nvPr/>
          </p:nvCxnSpPr>
          <p:spPr bwMode="auto">
            <a:xfrm>
              <a:off x="1841500" y="38354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65" name="Straight Arrow Connector 91">
              <a:extLst>
                <a:ext uri="{FF2B5EF4-FFF2-40B4-BE49-F238E27FC236}">
                  <a16:creationId xmlns:a16="http://schemas.microsoft.com/office/drawing/2014/main" id="{3D6224BA-7E98-7EDE-E64D-2EC4211A7793}"/>
                </a:ext>
              </a:extLst>
            </p:cNvPr>
            <p:cNvCxnSpPr>
              <a:cxnSpLocks noChangeShapeType="1"/>
            </p:cNvCxnSpPr>
            <p:nvPr/>
          </p:nvCxnSpPr>
          <p:spPr bwMode="auto">
            <a:xfrm>
              <a:off x="1828800" y="39878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66" name="Straight Arrow Connector 92">
              <a:extLst>
                <a:ext uri="{FF2B5EF4-FFF2-40B4-BE49-F238E27FC236}">
                  <a16:creationId xmlns:a16="http://schemas.microsoft.com/office/drawing/2014/main" id="{43428BED-FE11-2F37-7088-52E9953EAC97}"/>
                </a:ext>
              </a:extLst>
            </p:cNvPr>
            <p:cNvCxnSpPr>
              <a:cxnSpLocks noChangeShapeType="1"/>
            </p:cNvCxnSpPr>
            <p:nvPr/>
          </p:nvCxnSpPr>
          <p:spPr bwMode="auto">
            <a:xfrm>
              <a:off x="1981200" y="4165600"/>
              <a:ext cx="1490472"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99367" name="Straight Arrow Connector 94">
              <a:extLst>
                <a:ext uri="{FF2B5EF4-FFF2-40B4-BE49-F238E27FC236}">
                  <a16:creationId xmlns:a16="http://schemas.microsoft.com/office/drawing/2014/main" id="{5ADBE6D7-D9D4-36B9-2303-88F893DEB876}"/>
                </a:ext>
              </a:extLst>
            </p:cNvPr>
            <p:cNvCxnSpPr>
              <a:cxnSpLocks noChangeShapeType="1"/>
            </p:cNvCxnSpPr>
            <p:nvPr/>
          </p:nvCxnSpPr>
          <p:spPr bwMode="auto">
            <a:xfrm>
              <a:off x="1828800" y="53848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68" name="Straight Arrow Connector 95">
              <a:extLst>
                <a:ext uri="{FF2B5EF4-FFF2-40B4-BE49-F238E27FC236}">
                  <a16:creationId xmlns:a16="http://schemas.microsoft.com/office/drawing/2014/main" id="{A9193F83-616E-4243-1856-DB0A25691D4F}"/>
                </a:ext>
              </a:extLst>
            </p:cNvPr>
            <p:cNvCxnSpPr>
              <a:cxnSpLocks noChangeShapeType="1"/>
            </p:cNvCxnSpPr>
            <p:nvPr/>
          </p:nvCxnSpPr>
          <p:spPr bwMode="auto">
            <a:xfrm>
              <a:off x="1816100" y="55372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69" name="Straight Arrow Connector 96">
              <a:extLst>
                <a:ext uri="{FF2B5EF4-FFF2-40B4-BE49-F238E27FC236}">
                  <a16:creationId xmlns:a16="http://schemas.microsoft.com/office/drawing/2014/main" id="{DF4699B8-E873-BF27-5FA7-41B74B4BD396}"/>
                </a:ext>
              </a:extLst>
            </p:cNvPr>
            <p:cNvCxnSpPr>
              <a:cxnSpLocks noChangeShapeType="1"/>
            </p:cNvCxnSpPr>
            <p:nvPr/>
          </p:nvCxnSpPr>
          <p:spPr bwMode="auto">
            <a:xfrm>
              <a:off x="1981200" y="5715000"/>
              <a:ext cx="146304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70" name="Straight Arrow Connector 101">
              <a:extLst>
                <a:ext uri="{FF2B5EF4-FFF2-40B4-BE49-F238E27FC236}">
                  <a16:creationId xmlns:a16="http://schemas.microsoft.com/office/drawing/2014/main" id="{0BD30F18-B0C4-5E2D-2C3A-0C919E54BC40}"/>
                </a:ext>
              </a:extLst>
            </p:cNvPr>
            <p:cNvCxnSpPr>
              <a:cxnSpLocks noChangeShapeType="1"/>
            </p:cNvCxnSpPr>
            <p:nvPr/>
          </p:nvCxnSpPr>
          <p:spPr bwMode="auto">
            <a:xfrm>
              <a:off x="4572000" y="2387600"/>
              <a:ext cx="6096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71" name="Straight Arrow Connector 102">
              <a:extLst>
                <a:ext uri="{FF2B5EF4-FFF2-40B4-BE49-F238E27FC236}">
                  <a16:creationId xmlns:a16="http://schemas.microsoft.com/office/drawing/2014/main" id="{6A0C13A7-14AC-F9C8-EC5E-7F743BA18E11}"/>
                </a:ext>
              </a:extLst>
            </p:cNvPr>
            <p:cNvCxnSpPr>
              <a:cxnSpLocks noChangeShapeType="1"/>
            </p:cNvCxnSpPr>
            <p:nvPr/>
          </p:nvCxnSpPr>
          <p:spPr bwMode="auto">
            <a:xfrm>
              <a:off x="4572000" y="3048000"/>
              <a:ext cx="6096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72" name="Straight Arrow Connector 103">
              <a:extLst>
                <a:ext uri="{FF2B5EF4-FFF2-40B4-BE49-F238E27FC236}">
                  <a16:creationId xmlns:a16="http://schemas.microsoft.com/office/drawing/2014/main" id="{9924AF77-CFDE-31AA-C16C-7AA6B76E98D6}"/>
                </a:ext>
              </a:extLst>
            </p:cNvPr>
            <p:cNvCxnSpPr>
              <a:cxnSpLocks noChangeShapeType="1"/>
            </p:cNvCxnSpPr>
            <p:nvPr/>
          </p:nvCxnSpPr>
          <p:spPr bwMode="auto">
            <a:xfrm>
              <a:off x="4572000" y="3949700"/>
              <a:ext cx="6096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73" name="Straight Arrow Connector 104">
              <a:extLst>
                <a:ext uri="{FF2B5EF4-FFF2-40B4-BE49-F238E27FC236}">
                  <a16:creationId xmlns:a16="http://schemas.microsoft.com/office/drawing/2014/main" id="{A801352A-98B7-0A16-533C-0D703DAC2064}"/>
                </a:ext>
              </a:extLst>
            </p:cNvPr>
            <p:cNvCxnSpPr>
              <a:cxnSpLocks noChangeShapeType="1"/>
            </p:cNvCxnSpPr>
            <p:nvPr/>
          </p:nvCxnSpPr>
          <p:spPr bwMode="auto">
            <a:xfrm>
              <a:off x="4572000" y="4597400"/>
              <a:ext cx="6096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74" name="Straight Arrow Connector 105">
              <a:extLst>
                <a:ext uri="{FF2B5EF4-FFF2-40B4-BE49-F238E27FC236}">
                  <a16:creationId xmlns:a16="http://schemas.microsoft.com/office/drawing/2014/main" id="{3C4B97BA-E779-AF94-E9EF-E2A592931016}"/>
                </a:ext>
              </a:extLst>
            </p:cNvPr>
            <p:cNvCxnSpPr>
              <a:cxnSpLocks noChangeShapeType="1"/>
            </p:cNvCxnSpPr>
            <p:nvPr/>
          </p:nvCxnSpPr>
          <p:spPr bwMode="auto">
            <a:xfrm>
              <a:off x="4572000" y="5448300"/>
              <a:ext cx="6096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9375" name="Straight Arrow Connector 106">
              <a:extLst>
                <a:ext uri="{FF2B5EF4-FFF2-40B4-BE49-F238E27FC236}">
                  <a16:creationId xmlns:a16="http://schemas.microsoft.com/office/drawing/2014/main" id="{E923DA6C-EF5E-5CB3-BAC9-DF3B62BF0028}"/>
                </a:ext>
              </a:extLst>
            </p:cNvPr>
            <p:cNvCxnSpPr>
              <a:cxnSpLocks noChangeShapeType="1"/>
            </p:cNvCxnSpPr>
            <p:nvPr/>
          </p:nvCxnSpPr>
          <p:spPr bwMode="auto">
            <a:xfrm>
              <a:off x="4584700" y="6108700"/>
              <a:ext cx="6096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99376" name="TextBox 107">
              <a:extLst>
                <a:ext uri="{FF2B5EF4-FFF2-40B4-BE49-F238E27FC236}">
                  <a16:creationId xmlns:a16="http://schemas.microsoft.com/office/drawing/2014/main" id="{033B0FB2-A03D-42D1-E460-4C04FEE8A845}"/>
                </a:ext>
              </a:extLst>
            </p:cNvPr>
            <p:cNvSpPr txBox="1">
              <a:spLocks noChangeArrowheads="1"/>
            </p:cNvSpPr>
            <p:nvPr/>
          </p:nvSpPr>
          <p:spPr bwMode="auto">
            <a:xfrm>
              <a:off x="1079500" y="2133602"/>
              <a:ext cx="977899"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Data[1]</a:t>
              </a:r>
              <a:endParaRPr lang="en-GB" altLang="en-US" sz="1400" u="none"/>
            </a:p>
          </p:txBody>
        </p:sp>
        <p:sp>
          <p:nvSpPr>
            <p:cNvPr id="99377" name="TextBox 108">
              <a:extLst>
                <a:ext uri="{FF2B5EF4-FFF2-40B4-BE49-F238E27FC236}">
                  <a16:creationId xmlns:a16="http://schemas.microsoft.com/office/drawing/2014/main" id="{02358054-293A-2CA3-3021-23FC650A2B5D}"/>
                </a:ext>
              </a:extLst>
            </p:cNvPr>
            <p:cNvSpPr txBox="1">
              <a:spLocks noChangeArrowheads="1"/>
            </p:cNvSpPr>
            <p:nvPr/>
          </p:nvSpPr>
          <p:spPr bwMode="auto">
            <a:xfrm>
              <a:off x="1079500" y="2311400"/>
              <a:ext cx="977899"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Data[2]</a:t>
              </a:r>
              <a:endParaRPr lang="en-GB" altLang="en-US" sz="1400" u="none"/>
            </a:p>
          </p:txBody>
        </p:sp>
        <p:sp>
          <p:nvSpPr>
            <p:cNvPr id="99378" name="TextBox 109">
              <a:extLst>
                <a:ext uri="{FF2B5EF4-FFF2-40B4-BE49-F238E27FC236}">
                  <a16:creationId xmlns:a16="http://schemas.microsoft.com/office/drawing/2014/main" id="{EB927244-D17D-63C2-A4B7-A3849F798CEA}"/>
                </a:ext>
              </a:extLst>
            </p:cNvPr>
            <p:cNvSpPr txBox="1">
              <a:spLocks noChangeArrowheads="1"/>
            </p:cNvSpPr>
            <p:nvPr/>
          </p:nvSpPr>
          <p:spPr bwMode="auto">
            <a:xfrm>
              <a:off x="5181600" y="2209801"/>
              <a:ext cx="762000"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O[2]</a:t>
              </a:r>
              <a:endParaRPr lang="en-GB" altLang="en-US" sz="1400" u="none"/>
            </a:p>
          </p:txBody>
        </p:sp>
        <p:sp>
          <p:nvSpPr>
            <p:cNvPr id="99379" name="TextBox 110">
              <a:extLst>
                <a:ext uri="{FF2B5EF4-FFF2-40B4-BE49-F238E27FC236}">
                  <a16:creationId xmlns:a16="http://schemas.microsoft.com/office/drawing/2014/main" id="{6FFC125D-137D-1D8C-DD2F-A09C15B086D0}"/>
                </a:ext>
              </a:extLst>
            </p:cNvPr>
            <p:cNvSpPr txBox="1">
              <a:spLocks noChangeArrowheads="1"/>
            </p:cNvSpPr>
            <p:nvPr/>
          </p:nvSpPr>
          <p:spPr bwMode="auto">
            <a:xfrm>
              <a:off x="1066800" y="3886200"/>
              <a:ext cx="977899"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Data[4]</a:t>
              </a:r>
              <a:endParaRPr lang="en-GB" altLang="en-US" sz="1400" u="none"/>
            </a:p>
          </p:txBody>
        </p:sp>
        <p:sp>
          <p:nvSpPr>
            <p:cNvPr id="99380" name="TextBox 111">
              <a:extLst>
                <a:ext uri="{FF2B5EF4-FFF2-40B4-BE49-F238E27FC236}">
                  <a16:creationId xmlns:a16="http://schemas.microsoft.com/office/drawing/2014/main" id="{2BE00387-AF57-527E-88F3-95F366BF38AE}"/>
                </a:ext>
              </a:extLst>
            </p:cNvPr>
            <p:cNvSpPr txBox="1">
              <a:spLocks noChangeArrowheads="1"/>
            </p:cNvSpPr>
            <p:nvPr/>
          </p:nvSpPr>
          <p:spPr bwMode="auto">
            <a:xfrm>
              <a:off x="1066800" y="3657599"/>
              <a:ext cx="977899"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Data[3]</a:t>
              </a:r>
              <a:endParaRPr lang="en-GB" altLang="en-US" sz="1400" u="none"/>
            </a:p>
          </p:txBody>
        </p:sp>
        <p:sp>
          <p:nvSpPr>
            <p:cNvPr id="99381" name="TextBox 112">
              <a:extLst>
                <a:ext uri="{FF2B5EF4-FFF2-40B4-BE49-F238E27FC236}">
                  <a16:creationId xmlns:a16="http://schemas.microsoft.com/office/drawing/2014/main" id="{D52A6156-3A7B-EFED-4CDC-879EF29FC13D}"/>
                </a:ext>
              </a:extLst>
            </p:cNvPr>
            <p:cNvSpPr txBox="1">
              <a:spLocks noChangeArrowheads="1"/>
            </p:cNvSpPr>
            <p:nvPr/>
          </p:nvSpPr>
          <p:spPr bwMode="auto">
            <a:xfrm>
              <a:off x="1143000" y="5359400"/>
              <a:ext cx="977899"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Data[6]</a:t>
              </a:r>
              <a:endParaRPr lang="en-GB" altLang="en-US" sz="1400" u="none"/>
            </a:p>
          </p:txBody>
        </p:sp>
        <p:sp>
          <p:nvSpPr>
            <p:cNvPr id="99382" name="TextBox 113">
              <a:extLst>
                <a:ext uri="{FF2B5EF4-FFF2-40B4-BE49-F238E27FC236}">
                  <a16:creationId xmlns:a16="http://schemas.microsoft.com/office/drawing/2014/main" id="{1B79C1CD-BA06-A8E4-DC12-5A5AAD9F212F}"/>
                </a:ext>
              </a:extLst>
            </p:cNvPr>
            <p:cNvSpPr txBox="1">
              <a:spLocks noChangeArrowheads="1"/>
            </p:cNvSpPr>
            <p:nvPr/>
          </p:nvSpPr>
          <p:spPr bwMode="auto">
            <a:xfrm>
              <a:off x="1143000" y="5130800"/>
              <a:ext cx="977899"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Data[5]</a:t>
              </a:r>
              <a:endParaRPr lang="en-GB" altLang="en-US" sz="1400" u="none"/>
            </a:p>
          </p:txBody>
        </p:sp>
        <p:sp>
          <p:nvSpPr>
            <p:cNvPr id="99383" name="TextBox 114">
              <a:extLst>
                <a:ext uri="{FF2B5EF4-FFF2-40B4-BE49-F238E27FC236}">
                  <a16:creationId xmlns:a16="http://schemas.microsoft.com/office/drawing/2014/main" id="{8A8C3BD2-EA81-9134-ADF1-16FACE7F0B2F}"/>
                </a:ext>
              </a:extLst>
            </p:cNvPr>
            <p:cNvSpPr txBox="1">
              <a:spLocks noChangeArrowheads="1"/>
            </p:cNvSpPr>
            <p:nvPr/>
          </p:nvSpPr>
          <p:spPr bwMode="auto">
            <a:xfrm>
              <a:off x="762000" y="2514600"/>
              <a:ext cx="1371600" cy="618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RADDR[5:1]</a:t>
              </a:r>
            </a:p>
            <a:p>
              <a:pPr eaLnBrk="1" hangingPunct="1"/>
              <a:r>
                <a:rPr lang="en-US" altLang="en-US" sz="1400" u="none"/>
                <a:t>ADDR[6]=1</a:t>
              </a:r>
              <a:endParaRPr lang="en-GB" altLang="en-US" sz="1400" u="none"/>
            </a:p>
          </p:txBody>
        </p:sp>
        <p:sp>
          <p:nvSpPr>
            <p:cNvPr id="99384" name="TextBox 115">
              <a:extLst>
                <a:ext uri="{FF2B5EF4-FFF2-40B4-BE49-F238E27FC236}">
                  <a16:creationId xmlns:a16="http://schemas.microsoft.com/office/drawing/2014/main" id="{3A5D4E4B-C716-49FD-3C47-4C14D4DFB026}"/>
                </a:ext>
              </a:extLst>
            </p:cNvPr>
            <p:cNvSpPr txBox="1">
              <a:spLocks noChangeArrowheads="1"/>
            </p:cNvSpPr>
            <p:nvPr/>
          </p:nvSpPr>
          <p:spPr bwMode="auto">
            <a:xfrm>
              <a:off x="5181600" y="2895601"/>
              <a:ext cx="762000"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O[1]</a:t>
              </a:r>
              <a:endParaRPr lang="en-GB" altLang="en-US" sz="1400" u="none"/>
            </a:p>
          </p:txBody>
        </p:sp>
        <p:sp>
          <p:nvSpPr>
            <p:cNvPr id="99385" name="TextBox 116">
              <a:extLst>
                <a:ext uri="{FF2B5EF4-FFF2-40B4-BE49-F238E27FC236}">
                  <a16:creationId xmlns:a16="http://schemas.microsoft.com/office/drawing/2014/main" id="{19E5F76C-A369-987F-205B-411BC10121D2}"/>
                </a:ext>
              </a:extLst>
            </p:cNvPr>
            <p:cNvSpPr txBox="1">
              <a:spLocks noChangeArrowheads="1"/>
            </p:cNvSpPr>
            <p:nvPr/>
          </p:nvSpPr>
          <p:spPr bwMode="auto">
            <a:xfrm>
              <a:off x="5181600" y="3810000"/>
              <a:ext cx="762000"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O4]</a:t>
              </a:r>
              <a:endParaRPr lang="en-GB" altLang="en-US" sz="1400" u="none"/>
            </a:p>
          </p:txBody>
        </p:sp>
        <p:sp>
          <p:nvSpPr>
            <p:cNvPr id="99386" name="TextBox 117">
              <a:extLst>
                <a:ext uri="{FF2B5EF4-FFF2-40B4-BE49-F238E27FC236}">
                  <a16:creationId xmlns:a16="http://schemas.microsoft.com/office/drawing/2014/main" id="{BDF380B3-20B6-4B87-4276-7424E15FA3C5}"/>
                </a:ext>
              </a:extLst>
            </p:cNvPr>
            <p:cNvSpPr txBox="1">
              <a:spLocks noChangeArrowheads="1"/>
            </p:cNvSpPr>
            <p:nvPr/>
          </p:nvSpPr>
          <p:spPr bwMode="auto">
            <a:xfrm>
              <a:off x="5181600" y="4419600"/>
              <a:ext cx="762000"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O[3]</a:t>
              </a:r>
              <a:endParaRPr lang="en-GB" altLang="en-US" sz="1400" u="none"/>
            </a:p>
          </p:txBody>
        </p:sp>
        <p:sp>
          <p:nvSpPr>
            <p:cNvPr id="99387" name="TextBox 118">
              <a:extLst>
                <a:ext uri="{FF2B5EF4-FFF2-40B4-BE49-F238E27FC236}">
                  <a16:creationId xmlns:a16="http://schemas.microsoft.com/office/drawing/2014/main" id="{A5C4751A-D297-67F9-3BC8-0252033316EC}"/>
                </a:ext>
              </a:extLst>
            </p:cNvPr>
            <p:cNvSpPr txBox="1">
              <a:spLocks noChangeArrowheads="1"/>
            </p:cNvSpPr>
            <p:nvPr/>
          </p:nvSpPr>
          <p:spPr bwMode="auto">
            <a:xfrm>
              <a:off x="5181600" y="5257801"/>
              <a:ext cx="762000"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O[6]</a:t>
              </a:r>
              <a:endParaRPr lang="en-GB" altLang="en-US" sz="1400" u="none"/>
            </a:p>
          </p:txBody>
        </p:sp>
        <p:sp>
          <p:nvSpPr>
            <p:cNvPr id="99388" name="TextBox 119">
              <a:extLst>
                <a:ext uri="{FF2B5EF4-FFF2-40B4-BE49-F238E27FC236}">
                  <a16:creationId xmlns:a16="http://schemas.microsoft.com/office/drawing/2014/main" id="{01675382-3E1A-FDD5-099C-9F5F0C6CAA1F}"/>
                </a:ext>
              </a:extLst>
            </p:cNvPr>
            <p:cNvSpPr txBox="1">
              <a:spLocks noChangeArrowheads="1"/>
            </p:cNvSpPr>
            <p:nvPr/>
          </p:nvSpPr>
          <p:spPr bwMode="auto">
            <a:xfrm>
              <a:off x="5181600" y="5943600"/>
              <a:ext cx="762000"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O[5]</a:t>
              </a:r>
              <a:endParaRPr lang="en-GB" altLang="en-US" sz="1400" u="none"/>
            </a:p>
          </p:txBody>
        </p:sp>
        <p:cxnSp>
          <p:nvCxnSpPr>
            <p:cNvPr id="99389" name="Straight Connector 121">
              <a:extLst>
                <a:ext uri="{FF2B5EF4-FFF2-40B4-BE49-F238E27FC236}">
                  <a16:creationId xmlns:a16="http://schemas.microsoft.com/office/drawing/2014/main" id="{B02917CA-B5B1-198D-35CA-F975445C2CF4}"/>
                </a:ext>
              </a:extLst>
            </p:cNvPr>
            <p:cNvCxnSpPr>
              <a:cxnSpLocks noChangeShapeType="1"/>
            </p:cNvCxnSpPr>
            <p:nvPr/>
          </p:nvCxnSpPr>
          <p:spPr bwMode="auto">
            <a:xfrm rot="16200000" flipH="1">
              <a:off x="440436" y="4174236"/>
              <a:ext cx="3081528" cy="0"/>
            </a:xfrm>
            <a:prstGeom prst="line">
              <a:avLst/>
            </a:prstGeom>
            <a:noFill/>
            <a:ln w="9525" algn="ctr">
              <a:solidFill>
                <a:schemeClr val="tx1"/>
              </a:solidFill>
              <a:round/>
              <a:headEnd type="oval" w="med" len="med"/>
              <a:tailEnd/>
            </a:ln>
            <a:extLst>
              <a:ext uri="{909E8E84-426E-40DD-AFC4-6F175D3DCCD1}">
                <a14:hiddenFill xmlns:a14="http://schemas.microsoft.com/office/drawing/2010/main">
                  <a:noFill/>
                </a14:hiddenFill>
              </a:ext>
            </a:extLst>
          </p:spPr>
        </p:cxnSp>
        <p:sp>
          <p:nvSpPr>
            <p:cNvPr id="99390" name="TextBox 122">
              <a:extLst>
                <a:ext uri="{FF2B5EF4-FFF2-40B4-BE49-F238E27FC236}">
                  <a16:creationId xmlns:a16="http://schemas.microsoft.com/office/drawing/2014/main" id="{E38F029F-4F17-3DB0-3DF1-79E8493E9A63}"/>
                </a:ext>
              </a:extLst>
            </p:cNvPr>
            <p:cNvSpPr txBox="1">
              <a:spLocks noChangeArrowheads="1"/>
            </p:cNvSpPr>
            <p:nvPr/>
          </p:nvSpPr>
          <p:spPr bwMode="auto">
            <a:xfrm>
              <a:off x="1066800" y="1371600"/>
              <a:ext cx="977899"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WCLK</a:t>
              </a:r>
              <a:endParaRPr lang="en-GB" altLang="en-US" sz="1400" u="none"/>
            </a:p>
          </p:txBody>
        </p:sp>
        <p:sp>
          <p:nvSpPr>
            <p:cNvPr id="99391" name="TextBox 123">
              <a:extLst>
                <a:ext uri="{FF2B5EF4-FFF2-40B4-BE49-F238E27FC236}">
                  <a16:creationId xmlns:a16="http://schemas.microsoft.com/office/drawing/2014/main" id="{375DF06C-2310-CE69-54BD-69B3E6C9F897}"/>
                </a:ext>
              </a:extLst>
            </p:cNvPr>
            <p:cNvSpPr txBox="1">
              <a:spLocks noChangeArrowheads="1"/>
            </p:cNvSpPr>
            <p:nvPr/>
          </p:nvSpPr>
          <p:spPr bwMode="auto">
            <a:xfrm>
              <a:off x="1066800" y="1587500"/>
              <a:ext cx="977899" cy="36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WED</a:t>
              </a:r>
              <a:endParaRPr lang="en-GB" altLang="en-US" sz="1400" u="none"/>
            </a:p>
          </p:txBody>
        </p:sp>
        <p:sp>
          <p:nvSpPr>
            <p:cNvPr id="99392" name="Rectangle 124">
              <a:extLst>
                <a:ext uri="{FF2B5EF4-FFF2-40B4-BE49-F238E27FC236}">
                  <a16:creationId xmlns:a16="http://schemas.microsoft.com/office/drawing/2014/main" id="{6874E234-3E7B-2318-D835-14C7AF3C5CFC}"/>
                </a:ext>
              </a:extLst>
            </p:cNvPr>
            <p:cNvSpPr>
              <a:spLocks noChangeArrowheads="1"/>
            </p:cNvSpPr>
            <p:nvPr/>
          </p:nvSpPr>
          <p:spPr bwMode="auto">
            <a:xfrm>
              <a:off x="2057400" y="381000"/>
              <a:ext cx="2743200" cy="6309360"/>
            </a:xfrm>
            <a:prstGeom prst="rect">
              <a:avLst/>
            </a:prstGeom>
            <a:noFill/>
            <a:ln w="952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a:p>
          </p:txBody>
        </p:sp>
        <p:sp>
          <p:nvSpPr>
            <p:cNvPr id="99393" name="TextBox 128">
              <a:extLst>
                <a:ext uri="{FF2B5EF4-FFF2-40B4-BE49-F238E27FC236}">
                  <a16:creationId xmlns:a16="http://schemas.microsoft.com/office/drawing/2014/main" id="{91851FA6-EA7E-C1E8-3360-957F12D955D4}"/>
                </a:ext>
              </a:extLst>
            </p:cNvPr>
            <p:cNvSpPr txBox="1">
              <a:spLocks noChangeArrowheads="1"/>
            </p:cNvSpPr>
            <p:nvPr/>
          </p:nvSpPr>
          <p:spPr bwMode="auto">
            <a:xfrm>
              <a:off x="2743200" y="889000"/>
              <a:ext cx="838200" cy="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D[5:1]</a:t>
              </a:r>
              <a:endParaRPr lang="en-GB" altLang="en-US" sz="1200" u="none"/>
            </a:p>
          </p:txBody>
        </p:sp>
        <p:sp>
          <p:nvSpPr>
            <p:cNvPr id="99394" name="TextBox 129">
              <a:extLst>
                <a:ext uri="{FF2B5EF4-FFF2-40B4-BE49-F238E27FC236}">
                  <a16:creationId xmlns:a16="http://schemas.microsoft.com/office/drawing/2014/main" id="{4CD9F19A-1F71-A940-7B02-D774701DC384}"/>
                </a:ext>
              </a:extLst>
            </p:cNvPr>
            <p:cNvSpPr txBox="1">
              <a:spLocks noChangeArrowheads="1"/>
            </p:cNvSpPr>
            <p:nvPr/>
          </p:nvSpPr>
          <p:spPr bwMode="auto">
            <a:xfrm>
              <a:off x="2794000" y="2413000"/>
              <a:ext cx="838200" cy="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C[5:1]</a:t>
              </a:r>
              <a:endParaRPr lang="en-GB" altLang="en-US" sz="1200" u="none"/>
            </a:p>
          </p:txBody>
        </p:sp>
        <p:sp>
          <p:nvSpPr>
            <p:cNvPr id="99395" name="TextBox 130">
              <a:extLst>
                <a:ext uri="{FF2B5EF4-FFF2-40B4-BE49-F238E27FC236}">
                  <a16:creationId xmlns:a16="http://schemas.microsoft.com/office/drawing/2014/main" id="{D8A37BB3-4C71-6A1A-8D26-8896DA8CCCF4}"/>
                </a:ext>
              </a:extLst>
            </p:cNvPr>
            <p:cNvSpPr txBox="1">
              <a:spLocks noChangeArrowheads="1"/>
            </p:cNvSpPr>
            <p:nvPr/>
          </p:nvSpPr>
          <p:spPr bwMode="auto">
            <a:xfrm>
              <a:off x="2870200" y="3937000"/>
              <a:ext cx="838200" cy="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B[5:1]</a:t>
              </a:r>
              <a:endParaRPr lang="en-GB" altLang="en-US" sz="1200" u="none"/>
            </a:p>
          </p:txBody>
        </p:sp>
        <p:sp>
          <p:nvSpPr>
            <p:cNvPr id="99396" name="TextBox 131">
              <a:extLst>
                <a:ext uri="{FF2B5EF4-FFF2-40B4-BE49-F238E27FC236}">
                  <a16:creationId xmlns:a16="http://schemas.microsoft.com/office/drawing/2014/main" id="{321C76DA-9AC5-84B5-A02B-3BCCAD2960A8}"/>
                </a:ext>
              </a:extLst>
            </p:cNvPr>
            <p:cNvSpPr txBox="1">
              <a:spLocks noChangeArrowheads="1"/>
            </p:cNvSpPr>
            <p:nvPr/>
          </p:nvSpPr>
          <p:spPr bwMode="auto">
            <a:xfrm>
              <a:off x="2806700" y="5486400"/>
              <a:ext cx="838200" cy="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A[5:1]</a:t>
              </a:r>
              <a:endParaRPr lang="en-GB" altLang="en-US" sz="1200" u="none"/>
            </a:p>
          </p:txBody>
        </p:sp>
      </p:grpSp>
      <p:sp>
        <p:nvSpPr>
          <p:cNvPr id="99332" name="TextBox 125">
            <a:extLst>
              <a:ext uri="{FF2B5EF4-FFF2-40B4-BE49-F238E27FC236}">
                <a16:creationId xmlns:a16="http://schemas.microsoft.com/office/drawing/2014/main" id="{2EA7500C-D323-BEDE-650C-560ADDDACC35}"/>
              </a:ext>
            </a:extLst>
          </p:cNvPr>
          <p:cNvSpPr txBox="1">
            <a:spLocks noChangeArrowheads="1"/>
          </p:cNvSpPr>
          <p:nvPr/>
        </p:nvSpPr>
        <p:spPr bwMode="auto">
          <a:xfrm>
            <a:off x="7734300" y="1236470"/>
            <a:ext cx="2362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dirty="0"/>
              <a:t>RAM 32</a:t>
            </a:r>
            <a:r>
              <a:rPr lang="en-US" altLang="en-US" u="none" dirty="0">
                <a:sym typeface="Symbol" panose="05050102010706020507" pitchFamily="18" charset="2"/>
              </a:rPr>
              <a:t>X6SDP</a:t>
            </a:r>
            <a:endParaRPr lang="en-GB" altLang="en-US" u="none" dirty="0"/>
          </a:p>
        </p:txBody>
      </p:sp>
      <p:sp>
        <p:nvSpPr>
          <p:cNvPr id="99333" name="TextBox 126">
            <a:extLst>
              <a:ext uri="{FF2B5EF4-FFF2-40B4-BE49-F238E27FC236}">
                <a16:creationId xmlns:a16="http://schemas.microsoft.com/office/drawing/2014/main" id="{E717D278-FCBD-6015-E6A7-21543F53CC77}"/>
              </a:ext>
            </a:extLst>
          </p:cNvPr>
          <p:cNvSpPr txBox="1">
            <a:spLocks noChangeArrowheads="1"/>
          </p:cNvSpPr>
          <p:nvPr/>
        </p:nvSpPr>
        <p:spPr bwMode="auto">
          <a:xfrm>
            <a:off x="7543800" y="1600201"/>
            <a:ext cx="2743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Port 1  - Write Only</a:t>
            </a:r>
          </a:p>
          <a:p>
            <a:pPr eaLnBrk="1" hangingPunct="1"/>
            <a:r>
              <a:rPr lang="en-US" altLang="en-US" u="none"/>
              <a:t>Port 2  - Read Only</a:t>
            </a:r>
            <a:endParaRPr lang="en-GB" altLang="en-US" u="none"/>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F2B92136-749A-4218-2F87-5E10E8C4E75C}"/>
              </a:ext>
            </a:extLst>
          </p:cNvPr>
          <p:cNvSpPr>
            <a:spLocks noGrp="1" noChangeArrowheads="1"/>
          </p:cNvSpPr>
          <p:nvPr>
            <p:ph type="title"/>
          </p:nvPr>
        </p:nvSpPr>
        <p:spPr>
          <a:xfrm>
            <a:off x="0" y="183401"/>
            <a:ext cx="11612880" cy="704088"/>
          </a:xfrm>
        </p:spPr>
        <p:txBody>
          <a:bodyPr/>
          <a:lstStyle/>
          <a:p>
            <a:r>
              <a:rPr lang="en-US" altLang="en-US"/>
              <a:t>Quad Port RAM</a:t>
            </a:r>
            <a:endParaRPr lang="en-GB" altLang="en-US"/>
          </a:p>
        </p:txBody>
      </p:sp>
      <p:grpSp>
        <p:nvGrpSpPr>
          <p:cNvPr id="100355" name="Group 157">
            <a:extLst>
              <a:ext uri="{FF2B5EF4-FFF2-40B4-BE49-F238E27FC236}">
                <a16:creationId xmlns:a16="http://schemas.microsoft.com/office/drawing/2014/main" id="{846A2C4E-3A05-8036-01C0-9A8FC554143D}"/>
              </a:ext>
            </a:extLst>
          </p:cNvPr>
          <p:cNvGrpSpPr>
            <a:grpSpLocks/>
          </p:cNvGrpSpPr>
          <p:nvPr/>
        </p:nvGrpSpPr>
        <p:grpSpPr bwMode="auto">
          <a:xfrm>
            <a:off x="2161268" y="996270"/>
            <a:ext cx="6426200" cy="5599112"/>
            <a:chOff x="660400" y="267494"/>
            <a:chExt cx="6426200" cy="6422866"/>
          </a:xfrm>
        </p:grpSpPr>
        <p:grpSp>
          <p:nvGrpSpPr>
            <p:cNvPr id="100358" name="Group 3">
              <a:extLst>
                <a:ext uri="{FF2B5EF4-FFF2-40B4-BE49-F238E27FC236}">
                  <a16:creationId xmlns:a16="http://schemas.microsoft.com/office/drawing/2014/main" id="{0C98A6CC-32D7-6183-48BE-742243E0E759}"/>
                </a:ext>
              </a:extLst>
            </p:cNvPr>
            <p:cNvGrpSpPr>
              <a:grpSpLocks/>
            </p:cNvGrpSpPr>
            <p:nvPr/>
          </p:nvGrpSpPr>
          <p:grpSpPr bwMode="auto">
            <a:xfrm>
              <a:off x="3470807" y="457202"/>
              <a:ext cx="1272266" cy="1574802"/>
              <a:chOff x="3264394" y="1905000"/>
              <a:chExt cx="1307605" cy="1721295"/>
            </a:xfrm>
          </p:grpSpPr>
          <p:sp>
            <p:nvSpPr>
              <p:cNvPr id="96" name="Rectangle 6">
                <a:extLst>
                  <a:ext uri="{FF2B5EF4-FFF2-40B4-BE49-F238E27FC236}">
                    <a16:creationId xmlns:a16="http://schemas.microsoft.com/office/drawing/2014/main" id="{AA217F60-2ED7-41EE-BCC3-C10E2871C1AE}"/>
                  </a:ext>
                </a:extLst>
              </p:cNvPr>
              <p:cNvSpPr>
                <a:spLocks noChangeArrowheads="1"/>
              </p:cNvSpPr>
              <p:nvPr/>
            </p:nvSpPr>
            <p:spPr bwMode="auto">
              <a:xfrm>
                <a:off x="3273637" y="1986261"/>
                <a:ext cx="1127433" cy="1500805"/>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200" dirty="0">
                  <a:latin typeface="Times New Roman" pitchFamily="18" charset="0"/>
                  <a:cs typeface="Times New Roman" pitchFamily="18" charset="0"/>
                </a:endParaRPr>
              </a:p>
            </p:txBody>
          </p:sp>
          <p:sp>
            <p:nvSpPr>
              <p:cNvPr id="100468" name="Text Box 9">
                <a:extLst>
                  <a:ext uri="{FF2B5EF4-FFF2-40B4-BE49-F238E27FC236}">
                    <a16:creationId xmlns:a16="http://schemas.microsoft.com/office/drawing/2014/main" id="{58841585-B71B-30C2-74BB-867892E13FFE}"/>
                  </a:ext>
                </a:extLst>
              </p:cNvPr>
              <p:cNvSpPr txBox="1">
                <a:spLocks noChangeArrowheads="1"/>
              </p:cNvSpPr>
              <p:nvPr/>
            </p:nvSpPr>
            <p:spPr bwMode="auto">
              <a:xfrm>
                <a:off x="3278184" y="2493114"/>
                <a:ext cx="93503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А[6:1]</a:t>
                </a:r>
                <a:endParaRPr lang="ru-RU" altLang="en-US" sz="1200" u="none">
                  <a:latin typeface="Times New Roman" panose="02020603050405020304" pitchFamily="18" charset="0"/>
                  <a:cs typeface="Times New Roman" panose="02020603050405020304" pitchFamily="18" charset="0"/>
                </a:endParaRPr>
              </a:p>
            </p:txBody>
          </p:sp>
          <p:sp>
            <p:nvSpPr>
              <p:cNvPr id="100469" name="Text Box 10">
                <a:extLst>
                  <a:ext uri="{FF2B5EF4-FFF2-40B4-BE49-F238E27FC236}">
                    <a16:creationId xmlns:a16="http://schemas.microsoft.com/office/drawing/2014/main" id="{F03CFBC9-C1D8-6DE7-F6CE-1493E62BDFB4}"/>
                  </a:ext>
                </a:extLst>
              </p:cNvPr>
              <p:cNvSpPr txBox="1">
                <a:spLocks noChangeArrowheads="1"/>
              </p:cNvSpPr>
              <p:nvPr/>
            </p:nvSpPr>
            <p:spPr bwMode="auto">
              <a:xfrm>
                <a:off x="3278188" y="2680920"/>
                <a:ext cx="85672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WA[6:1]</a:t>
                </a:r>
                <a:endParaRPr lang="ru-RU" altLang="en-US" sz="1200" u="none">
                  <a:latin typeface="Times New Roman" panose="02020603050405020304" pitchFamily="18" charset="0"/>
                  <a:cs typeface="Times New Roman" panose="02020603050405020304" pitchFamily="18" charset="0"/>
                </a:endParaRPr>
              </a:p>
            </p:txBody>
          </p:sp>
          <p:sp>
            <p:nvSpPr>
              <p:cNvPr id="100470" name="Text Box 12">
                <a:extLst>
                  <a:ext uri="{FF2B5EF4-FFF2-40B4-BE49-F238E27FC236}">
                    <a16:creationId xmlns:a16="http://schemas.microsoft.com/office/drawing/2014/main" id="{5B20A85A-26DE-5697-C959-D163F3587B3F}"/>
                  </a:ext>
                </a:extLst>
              </p:cNvPr>
              <p:cNvSpPr txBox="1">
                <a:spLocks noChangeArrowheads="1"/>
              </p:cNvSpPr>
              <p:nvPr/>
            </p:nvSpPr>
            <p:spPr bwMode="auto">
              <a:xfrm>
                <a:off x="3316288" y="2124075"/>
                <a:ext cx="7715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DI1</a:t>
                </a:r>
                <a:endParaRPr lang="ru-RU" altLang="en-US" sz="1200" u="none">
                  <a:latin typeface="Times New Roman" panose="02020603050405020304" pitchFamily="18" charset="0"/>
                  <a:cs typeface="Times New Roman" panose="02020603050405020304" pitchFamily="18" charset="0"/>
                </a:endParaRPr>
              </a:p>
            </p:txBody>
          </p:sp>
          <p:sp>
            <p:nvSpPr>
              <p:cNvPr id="100471" name="Text Box 13">
                <a:extLst>
                  <a:ext uri="{FF2B5EF4-FFF2-40B4-BE49-F238E27FC236}">
                    <a16:creationId xmlns:a16="http://schemas.microsoft.com/office/drawing/2014/main" id="{4EA2ABE5-E47B-3FE6-D74C-A0813167D232}"/>
                  </a:ext>
                </a:extLst>
              </p:cNvPr>
              <p:cNvSpPr txBox="1">
                <a:spLocks noChangeArrowheads="1"/>
              </p:cNvSpPr>
              <p:nvPr/>
            </p:nvSpPr>
            <p:spPr bwMode="auto">
              <a:xfrm>
                <a:off x="3292475" y="2939682"/>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CK</a:t>
                </a:r>
                <a:endParaRPr lang="ru-RU" altLang="en-US" sz="1200" u="none">
                  <a:latin typeface="Times New Roman" panose="02020603050405020304" pitchFamily="18" charset="0"/>
                  <a:cs typeface="Times New Roman" panose="02020603050405020304" pitchFamily="18" charset="0"/>
                </a:endParaRPr>
              </a:p>
            </p:txBody>
          </p:sp>
          <p:sp>
            <p:nvSpPr>
              <p:cNvPr id="100472" name="Text Box 14">
                <a:extLst>
                  <a:ext uri="{FF2B5EF4-FFF2-40B4-BE49-F238E27FC236}">
                    <a16:creationId xmlns:a16="http://schemas.microsoft.com/office/drawing/2014/main" id="{E009B2B2-CC27-8539-6A72-AC96FF5FC75A}"/>
                  </a:ext>
                </a:extLst>
              </p:cNvPr>
              <p:cNvSpPr txBox="1">
                <a:spLocks noChangeArrowheads="1"/>
              </p:cNvSpPr>
              <p:nvPr/>
            </p:nvSpPr>
            <p:spPr bwMode="auto">
              <a:xfrm>
                <a:off x="3282597" y="3197670"/>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WEN</a:t>
                </a:r>
                <a:endParaRPr lang="ru-RU" altLang="en-US" sz="1200" u="none">
                  <a:latin typeface="Times New Roman" panose="02020603050405020304" pitchFamily="18" charset="0"/>
                  <a:cs typeface="Times New Roman" panose="02020603050405020304" pitchFamily="18" charset="0"/>
                </a:endParaRPr>
              </a:p>
            </p:txBody>
          </p:sp>
          <p:cxnSp>
            <p:nvCxnSpPr>
              <p:cNvPr id="100473" name="Straight Connector 10">
                <a:extLst>
                  <a:ext uri="{FF2B5EF4-FFF2-40B4-BE49-F238E27FC236}">
                    <a16:creationId xmlns:a16="http://schemas.microsoft.com/office/drawing/2014/main" id="{4731E8EC-83D6-FC5D-D4B6-E67E5927175A}"/>
                  </a:ext>
                </a:extLst>
              </p:cNvPr>
              <p:cNvCxnSpPr>
                <a:cxnSpLocks noChangeShapeType="1"/>
              </p:cNvCxnSpPr>
              <p:nvPr/>
            </p:nvCxnSpPr>
            <p:spPr bwMode="auto">
              <a:xfrm flipV="1">
                <a:off x="3264394" y="2184400"/>
                <a:ext cx="112776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0474" name="TextBox 11">
                <a:extLst>
                  <a:ext uri="{FF2B5EF4-FFF2-40B4-BE49-F238E27FC236}">
                    <a16:creationId xmlns:a16="http://schemas.microsoft.com/office/drawing/2014/main" id="{D194B7E2-E2C7-E0D9-3B8D-B9C4A06FB366}"/>
                  </a:ext>
                </a:extLst>
              </p:cNvPr>
              <p:cNvSpPr txBox="1">
                <a:spLocks noChangeArrowheads="1"/>
              </p:cNvSpPr>
              <p:nvPr/>
            </p:nvSpPr>
            <p:spPr bwMode="auto">
              <a:xfrm>
                <a:off x="3276600" y="1905000"/>
                <a:ext cx="1295399" cy="347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   DPRAM64</a:t>
                </a:r>
                <a:endParaRPr lang="en-GB" altLang="en-US" sz="1200" u="none">
                  <a:latin typeface="Times New Roman" panose="02020603050405020304" pitchFamily="18" charset="0"/>
                  <a:cs typeface="Times New Roman" panose="02020603050405020304" pitchFamily="18" charset="0"/>
                </a:endParaRPr>
              </a:p>
            </p:txBody>
          </p:sp>
        </p:grpSp>
        <p:grpSp>
          <p:nvGrpSpPr>
            <p:cNvPr id="100359" name="Group 22">
              <a:extLst>
                <a:ext uri="{FF2B5EF4-FFF2-40B4-BE49-F238E27FC236}">
                  <a16:creationId xmlns:a16="http://schemas.microsoft.com/office/drawing/2014/main" id="{476C2791-D40A-641D-592F-21B57F4C565B}"/>
                </a:ext>
              </a:extLst>
            </p:cNvPr>
            <p:cNvGrpSpPr>
              <a:grpSpLocks/>
            </p:cNvGrpSpPr>
            <p:nvPr/>
          </p:nvGrpSpPr>
          <p:grpSpPr bwMode="auto">
            <a:xfrm>
              <a:off x="3479585" y="1981202"/>
              <a:ext cx="1321012" cy="1574802"/>
              <a:chOff x="3264394" y="1905000"/>
              <a:chExt cx="1357707" cy="1721295"/>
            </a:xfrm>
          </p:grpSpPr>
          <p:sp>
            <p:nvSpPr>
              <p:cNvPr id="85" name="Rectangle 6">
                <a:extLst>
                  <a:ext uri="{FF2B5EF4-FFF2-40B4-BE49-F238E27FC236}">
                    <a16:creationId xmlns:a16="http://schemas.microsoft.com/office/drawing/2014/main" id="{E3C61887-3675-469E-9430-862CC6DE7348}"/>
                  </a:ext>
                </a:extLst>
              </p:cNvPr>
              <p:cNvSpPr>
                <a:spLocks noChangeArrowheads="1"/>
              </p:cNvSpPr>
              <p:nvPr/>
            </p:nvSpPr>
            <p:spPr bwMode="auto">
              <a:xfrm>
                <a:off x="3274405" y="1988496"/>
                <a:ext cx="1127434" cy="1498815"/>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200" dirty="0">
                  <a:latin typeface="Times New Roman" pitchFamily="18" charset="0"/>
                  <a:cs typeface="Times New Roman" pitchFamily="18" charset="0"/>
                </a:endParaRPr>
              </a:p>
            </p:txBody>
          </p:sp>
          <p:sp>
            <p:nvSpPr>
              <p:cNvPr id="100459" name="Text Box 9">
                <a:extLst>
                  <a:ext uri="{FF2B5EF4-FFF2-40B4-BE49-F238E27FC236}">
                    <a16:creationId xmlns:a16="http://schemas.microsoft.com/office/drawing/2014/main" id="{CC730C34-6433-3C10-3C2E-596E174F306F}"/>
                  </a:ext>
                </a:extLst>
              </p:cNvPr>
              <p:cNvSpPr txBox="1">
                <a:spLocks noChangeArrowheads="1"/>
              </p:cNvSpPr>
              <p:nvPr/>
            </p:nvSpPr>
            <p:spPr bwMode="auto">
              <a:xfrm>
                <a:off x="3278187" y="2479232"/>
                <a:ext cx="93503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А[6:1]</a:t>
                </a:r>
                <a:endParaRPr lang="ru-RU" altLang="en-US" sz="1200" u="none">
                  <a:latin typeface="Times New Roman" panose="02020603050405020304" pitchFamily="18" charset="0"/>
                  <a:cs typeface="Times New Roman" panose="02020603050405020304" pitchFamily="18" charset="0"/>
                </a:endParaRPr>
              </a:p>
            </p:txBody>
          </p:sp>
          <p:sp>
            <p:nvSpPr>
              <p:cNvPr id="100460" name="Text Box 10">
                <a:extLst>
                  <a:ext uri="{FF2B5EF4-FFF2-40B4-BE49-F238E27FC236}">
                    <a16:creationId xmlns:a16="http://schemas.microsoft.com/office/drawing/2014/main" id="{FFC2DF6D-AD57-16A2-33E3-E54C3A086C93}"/>
                  </a:ext>
                </a:extLst>
              </p:cNvPr>
              <p:cNvSpPr txBox="1">
                <a:spLocks noChangeArrowheads="1"/>
              </p:cNvSpPr>
              <p:nvPr/>
            </p:nvSpPr>
            <p:spPr bwMode="auto">
              <a:xfrm>
                <a:off x="3278188" y="2680920"/>
                <a:ext cx="85672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WA[6:1]</a:t>
                </a:r>
                <a:endParaRPr lang="ru-RU" altLang="en-US" sz="1200" u="none">
                  <a:latin typeface="Times New Roman" panose="02020603050405020304" pitchFamily="18" charset="0"/>
                  <a:cs typeface="Times New Roman" panose="02020603050405020304" pitchFamily="18" charset="0"/>
                </a:endParaRPr>
              </a:p>
            </p:txBody>
          </p:sp>
          <p:sp>
            <p:nvSpPr>
              <p:cNvPr id="100461" name="Text Box 11">
                <a:extLst>
                  <a:ext uri="{FF2B5EF4-FFF2-40B4-BE49-F238E27FC236}">
                    <a16:creationId xmlns:a16="http://schemas.microsoft.com/office/drawing/2014/main" id="{4C68649E-08BF-0F9E-D751-9A3240FAD069}"/>
                  </a:ext>
                </a:extLst>
              </p:cNvPr>
              <p:cNvSpPr txBox="1">
                <a:spLocks noChangeArrowheads="1"/>
              </p:cNvSpPr>
              <p:nvPr/>
            </p:nvSpPr>
            <p:spPr bwMode="auto">
              <a:xfrm>
                <a:off x="3966463" y="2184400"/>
                <a:ext cx="6556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O6</a:t>
                </a:r>
                <a:endParaRPr lang="ru-RU" altLang="en-US" sz="1200" u="none">
                  <a:latin typeface="Times New Roman" panose="02020603050405020304" pitchFamily="18" charset="0"/>
                  <a:cs typeface="Times New Roman" panose="02020603050405020304" pitchFamily="18" charset="0"/>
                </a:endParaRPr>
              </a:p>
            </p:txBody>
          </p:sp>
          <p:sp>
            <p:nvSpPr>
              <p:cNvPr id="100462" name="Text Box 12">
                <a:extLst>
                  <a:ext uri="{FF2B5EF4-FFF2-40B4-BE49-F238E27FC236}">
                    <a16:creationId xmlns:a16="http://schemas.microsoft.com/office/drawing/2014/main" id="{DA59186D-C239-0BC4-510C-F399CF5F721D}"/>
                  </a:ext>
                </a:extLst>
              </p:cNvPr>
              <p:cNvSpPr txBox="1">
                <a:spLocks noChangeArrowheads="1"/>
              </p:cNvSpPr>
              <p:nvPr/>
            </p:nvSpPr>
            <p:spPr bwMode="auto">
              <a:xfrm>
                <a:off x="3316288" y="2124075"/>
                <a:ext cx="7715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DI1</a:t>
                </a:r>
                <a:endParaRPr lang="ru-RU" altLang="en-US" sz="1200" u="none">
                  <a:latin typeface="Times New Roman" panose="02020603050405020304" pitchFamily="18" charset="0"/>
                  <a:cs typeface="Times New Roman" panose="02020603050405020304" pitchFamily="18" charset="0"/>
                </a:endParaRPr>
              </a:p>
            </p:txBody>
          </p:sp>
          <p:sp>
            <p:nvSpPr>
              <p:cNvPr id="100463" name="Text Box 13">
                <a:extLst>
                  <a:ext uri="{FF2B5EF4-FFF2-40B4-BE49-F238E27FC236}">
                    <a16:creationId xmlns:a16="http://schemas.microsoft.com/office/drawing/2014/main" id="{7A795C97-4EAC-61B4-5AC6-14C577678381}"/>
                  </a:ext>
                </a:extLst>
              </p:cNvPr>
              <p:cNvSpPr txBox="1">
                <a:spLocks noChangeArrowheads="1"/>
              </p:cNvSpPr>
              <p:nvPr/>
            </p:nvSpPr>
            <p:spPr bwMode="auto">
              <a:xfrm>
                <a:off x="3292475" y="2939682"/>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CK</a:t>
                </a:r>
                <a:endParaRPr lang="ru-RU" altLang="en-US" sz="1200" u="none">
                  <a:latin typeface="Times New Roman" panose="02020603050405020304" pitchFamily="18" charset="0"/>
                  <a:cs typeface="Times New Roman" panose="02020603050405020304" pitchFamily="18" charset="0"/>
                </a:endParaRPr>
              </a:p>
            </p:txBody>
          </p:sp>
          <p:sp>
            <p:nvSpPr>
              <p:cNvPr id="100464" name="Text Box 14">
                <a:extLst>
                  <a:ext uri="{FF2B5EF4-FFF2-40B4-BE49-F238E27FC236}">
                    <a16:creationId xmlns:a16="http://schemas.microsoft.com/office/drawing/2014/main" id="{17D3FEA7-637F-1D79-ACA2-8574A1E41647}"/>
                  </a:ext>
                </a:extLst>
              </p:cNvPr>
              <p:cNvSpPr txBox="1">
                <a:spLocks noChangeArrowheads="1"/>
              </p:cNvSpPr>
              <p:nvPr/>
            </p:nvSpPr>
            <p:spPr bwMode="auto">
              <a:xfrm>
                <a:off x="3282597" y="3197670"/>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WEN</a:t>
                </a:r>
                <a:endParaRPr lang="ru-RU" altLang="en-US" sz="1200" u="none">
                  <a:latin typeface="Times New Roman" panose="02020603050405020304" pitchFamily="18" charset="0"/>
                  <a:cs typeface="Times New Roman" panose="02020603050405020304" pitchFamily="18" charset="0"/>
                </a:endParaRPr>
              </a:p>
            </p:txBody>
          </p:sp>
          <p:cxnSp>
            <p:nvCxnSpPr>
              <p:cNvPr id="100465" name="Straight Connector 91">
                <a:extLst>
                  <a:ext uri="{FF2B5EF4-FFF2-40B4-BE49-F238E27FC236}">
                    <a16:creationId xmlns:a16="http://schemas.microsoft.com/office/drawing/2014/main" id="{98337C47-A8CD-299B-EF9F-180F652CE2A4}"/>
                  </a:ext>
                </a:extLst>
              </p:cNvPr>
              <p:cNvCxnSpPr>
                <a:cxnSpLocks noChangeShapeType="1"/>
              </p:cNvCxnSpPr>
              <p:nvPr/>
            </p:nvCxnSpPr>
            <p:spPr bwMode="auto">
              <a:xfrm flipV="1">
                <a:off x="3264394" y="2184400"/>
                <a:ext cx="112776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0466" name="TextBox 92">
                <a:extLst>
                  <a:ext uri="{FF2B5EF4-FFF2-40B4-BE49-F238E27FC236}">
                    <a16:creationId xmlns:a16="http://schemas.microsoft.com/office/drawing/2014/main" id="{85BFF477-1386-78FC-6558-004345C3E32F}"/>
                  </a:ext>
                </a:extLst>
              </p:cNvPr>
              <p:cNvSpPr txBox="1">
                <a:spLocks noChangeArrowheads="1"/>
              </p:cNvSpPr>
              <p:nvPr/>
            </p:nvSpPr>
            <p:spPr bwMode="auto">
              <a:xfrm>
                <a:off x="3276600" y="1905000"/>
                <a:ext cx="1295399" cy="347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   DPRAM64</a:t>
                </a:r>
                <a:endParaRPr lang="en-GB" altLang="en-US" sz="1200" u="none">
                  <a:latin typeface="Times New Roman" panose="02020603050405020304" pitchFamily="18" charset="0"/>
                  <a:cs typeface="Times New Roman" panose="02020603050405020304" pitchFamily="18" charset="0"/>
                </a:endParaRPr>
              </a:p>
            </p:txBody>
          </p:sp>
        </p:grpSp>
        <p:grpSp>
          <p:nvGrpSpPr>
            <p:cNvPr id="100360" name="Group 32">
              <a:extLst>
                <a:ext uri="{FF2B5EF4-FFF2-40B4-BE49-F238E27FC236}">
                  <a16:creationId xmlns:a16="http://schemas.microsoft.com/office/drawing/2014/main" id="{7D8AC93B-F4F6-C4CF-11B7-2214EC4518B0}"/>
                </a:ext>
              </a:extLst>
            </p:cNvPr>
            <p:cNvGrpSpPr>
              <a:grpSpLocks/>
            </p:cNvGrpSpPr>
            <p:nvPr/>
          </p:nvGrpSpPr>
          <p:grpSpPr bwMode="auto">
            <a:xfrm>
              <a:off x="3479586" y="3517902"/>
              <a:ext cx="1359113" cy="1574802"/>
              <a:chOff x="3264394" y="1905000"/>
              <a:chExt cx="1396867" cy="1721295"/>
            </a:xfrm>
          </p:grpSpPr>
          <p:sp>
            <p:nvSpPr>
              <p:cNvPr id="74" name="Rectangle 6">
                <a:extLst>
                  <a:ext uri="{FF2B5EF4-FFF2-40B4-BE49-F238E27FC236}">
                    <a16:creationId xmlns:a16="http://schemas.microsoft.com/office/drawing/2014/main" id="{39D7C799-0F28-4463-B6EA-D818D456EFE8}"/>
                  </a:ext>
                </a:extLst>
              </p:cNvPr>
              <p:cNvSpPr>
                <a:spLocks noChangeArrowheads="1"/>
              </p:cNvSpPr>
              <p:nvPr/>
            </p:nvSpPr>
            <p:spPr bwMode="auto">
              <a:xfrm>
                <a:off x="3274404" y="1988794"/>
                <a:ext cx="1127435" cy="1498815"/>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200" dirty="0">
                  <a:latin typeface="Times New Roman" pitchFamily="18" charset="0"/>
                  <a:cs typeface="Times New Roman" pitchFamily="18" charset="0"/>
                </a:endParaRPr>
              </a:p>
            </p:txBody>
          </p:sp>
          <p:sp>
            <p:nvSpPr>
              <p:cNvPr id="100450" name="Text Box 9">
                <a:extLst>
                  <a:ext uri="{FF2B5EF4-FFF2-40B4-BE49-F238E27FC236}">
                    <a16:creationId xmlns:a16="http://schemas.microsoft.com/office/drawing/2014/main" id="{85F90B2E-C0A4-3DDE-94AE-27E9075EA97E}"/>
                  </a:ext>
                </a:extLst>
              </p:cNvPr>
              <p:cNvSpPr txBox="1">
                <a:spLocks noChangeArrowheads="1"/>
              </p:cNvSpPr>
              <p:nvPr/>
            </p:nvSpPr>
            <p:spPr bwMode="auto">
              <a:xfrm>
                <a:off x="3278187" y="2493114"/>
                <a:ext cx="93503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А[6:1]</a:t>
                </a:r>
                <a:endParaRPr lang="ru-RU" altLang="en-US" sz="1200" u="none">
                  <a:latin typeface="Times New Roman" panose="02020603050405020304" pitchFamily="18" charset="0"/>
                  <a:cs typeface="Times New Roman" panose="02020603050405020304" pitchFamily="18" charset="0"/>
                </a:endParaRPr>
              </a:p>
            </p:txBody>
          </p:sp>
          <p:sp>
            <p:nvSpPr>
              <p:cNvPr id="100451" name="Text Box 10">
                <a:extLst>
                  <a:ext uri="{FF2B5EF4-FFF2-40B4-BE49-F238E27FC236}">
                    <a16:creationId xmlns:a16="http://schemas.microsoft.com/office/drawing/2014/main" id="{BD0CDBA0-C7D7-C297-A10A-9D67157BCE1E}"/>
                  </a:ext>
                </a:extLst>
              </p:cNvPr>
              <p:cNvSpPr txBox="1">
                <a:spLocks noChangeArrowheads="1"/>
              </p:cNvSpPr>
              <p:nvPr/>
            </p:nvSpPr>
            <p:spPr bwMode="auto">
              <a:xfrm>
                <a:off x="3278188" y="2736445"/>
                <a:ext cx="85672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WA[6:1]</a:t>
                </a:r>
                <a:endParaRPr lang="ru-RU" altLang="en-US" sz="1200" u="none">
                  <a:latin typeface="Times New Roman" panose="02020603050405020304" pitchFamily="18" charset="0"/>
                  <a:cs typeface="Times New Roman" panose="02020603050405020304" pitchFamily="18" charset="0"/>
                </a:endParaRPr>
              </a:p>
            </p:txBody>
          </p:sp>
          <p:sp>
            <p:nvSpPr>
              <p:cNvPr id="100452" name="Text Box 11">
                <a:extLst>
                  <a:ext uri="{FF2B5EF4-FFF2-40B4-BE49-F238E27FC236}">
                    <a16:creationId xmlns:a16="http://schemas.microsoft.com/office/drawing/2014/main" id="{066B1A82-610D-A512-4DF0-4CCC157C7EB8}"/>
                  </a:ext>
                </a:extLst>
              </p:cNvPr>
              <p:cNvSpPr txBox="1">
                <a:spLocks noChangeArrowheads="1"/>
              </p:cNvSpPr>
              <p:nvPr/>
            </p:nvSpPr>
            <p:spPr bwMode="auto">
              <a:xfrm>
                <a:off x="4005623" y="2212163"/>
                <a:ext cx="6556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O6</a:t>
                </a:r>
                <a:endParaRPr lang="ru-RU" altLang="en-US" sz="1200" u="none">
                  <a:latin typeface="Times New Roman" panose="02020603050405020304" pitchFamily="18" charset="0"/>
                  <a:cs typeface="Times New Roman" panose="02020603050405020304" pitchFamily="18" charset="0"/>
                </a:endParaRPr>
              </a:p>
            </p:txBody>
          </p:sp>
          <p:sp>
            <p:nvSpPr>
              <p:cNvPr id="100453" name="Text Box 12">
                <a:extLst>
                  <a:ext uri="{FF2B5EF4-FFF2-40B4-BE49-F238E27FC236}">
                    <a16:creationId xmlns:a16="http://schemas.microsoft.com/office/drawing/2014/main" id="{247D730E-4D50-4C87-40EA-AE858E5A4F99}"/>
                  </a:ext>
                </a:extLst>
              </p:cNvPr>
              <p:cNvSpPr txBox="1">
                <a:spLocks noChangeArrowheads="1"/>
              </p:cNvSpPr>
              <p:nvPr/>
            </p:nvSpPr>
            <p:spPr bwMode="auto">
              <a:xfrm>
                <a:off x="3316288" y="2124075"/>
                <a:ext cx="77152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DI1</a:t>
                </a:r>
                <a:endParaRPr lang="ru-RU" altLang="en-US" sz="1200" u="none">
                  <a:latin typeface="Times New Roman" panose="02020603050405020304" pitchFamily="18" charset="0"/>
                  <a:cs typeface="Times New Roman" panose="02020603050405020304" pitchFamily="18" charset="0"/>
                </a:endParaRPr>
              </a:p>
            </p:txBody>
          </p:sp>
          <p:sp>
            <p:nvSpPr>
              <p:cNvPr id="100454" name="Text Box 13">
                <a:extLst>
                  <a:ext uri="{FF2B5EF4-FFF2-40B4-BE49-F238E27FC236}">
                    <a16:creationId xmlns:a16="http://schemas.microsoft.com/office/drawing/2014/main" id="{002D0B78-9773-6272-20F8-790D288EE606}"/>
                  </a:ext>
                </a:extLst>
              </p:cNvPr>
              <p:cNvSpPr txBox="1">
                <a:spLocks noChangeArrowheads="1"/>
              </p:cNvSpPr>
              <p:nvPr/>
            </p:nvSpPr>
            <p:spPr bwMode="auto">
              <a:xfrm>
                <a:off x="3292475" y="2939682"/>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CK</a:t>
                </a:r>
                <a:endParaRPr lang="ru-RU" altLang="en-US" sz="1200" u="none">
                  <a:latin typeface="Times New Roman" panose="02020603050405020304" pitchFamily="18" charset="0"/>
                  <a:cs typeface="Times New Roman" panose="02020603050405020304" pitchFamily="18" charset="0"/>
                </a:endParaRPr>
              </a:p>
            </p:txBody>
          </p:sp>
          <p:sp>
            <p:nvSpPr>
              <p:cNvPr id="100455" name="Text Box 14">
                <a:extLst>
                  <a:ext uri="{FF2B5EF4-FFF2-40B4-BE49-F238E27FC236}">
                    <a16:creationId xmlns:a16="http://schemas.microsoft.com/office/drawing/2014/main" id="{2107F455-3A7D-4A58-E661-509A7D7745BB}"/>
                  </a:ext>
                </a:extLst>
              </p:cNvPr>
              <p:cNvSpPr txBox="1">
                <a:spLocks noChangeArrowheads="1"/>
              </p:cNvSpPr>
              <p:nvPr/>
            </p:nvSpPr>
            <p:spPr bwMode="auto">
              <a:xfrm>
                <a:off x="3282597" y="3197670"/>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WEN</a:t>
                </a:r>
                <a:endParaRPr lang="ru-RU" altLang="en-US" sz="1200" u="none">
                  <a:latin typeface="Times New Roman" panose="02020603050405020304" pitchFamily="18" charset="0"/>
                  <a:cs typeface="Times New Roman" panose="02020603050405020304" pitchFamily="18" charset="0"/>
                </a:endParaRPr>
              </a:p>
            </p:txBody>
          </p:sp>
          <p:cxnSp>
            <p:nvCxnSpPr>
              <p:cNvPr id="100456" name="Straight Connector 80">
                <a:extLst>
                  <a:ext uri="{FF2B5EF4-FFF2-40B4-BE49-F238E27FC236}">
                    <a16:creationId xmlns:a16="http://schemas.microsoft.com/office/drawing/2014/main" id="{3F576EA6-AD2E-E656-24E4-EF9B8FE8B2D6}"/>
                  </a:ext>
                </a:extLst>
              </p:cNvPr>
              <p:cNvCxnSpPr>
                <a:cxnSpLocks noChangeShapeType="1"/>
              </p:cNvCxnSpPr>
              <p:nvPr/>
            </p:nvCxnSpPr>
            <p:spPr bwMode="auto">
              <a:xfrm flipV="1">
                <a:off x="3264394" y="2184400"/>
                <a:ext cx="112776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0457" name="TextBox 81">
                <a:extLst>
                  <a:ext uri="{FF2B5EF4-FFF2-40B4-BE49-F238E27FC236}">
                    <a16:creationId xmlns:a16="http://schemas.microsoft.com/office/drawing/2014/main" id="{B95464C5-0034-AE53-CE8C-8654D39ADEE6}"/>
                  </a:ext>
                </a:extLst>
              </p:cNvPr>
              <p:cNvSpPr txBox="1">
                <a:spLocks noChangeArrowheads="1"/>
              </p:cNvSpPr>
              <p:nvPr/>
            </p:nvSpPr>
            <p:spPr bwMode="auto">
              <a:xfrm>
                <a:off x="3276600" y="1905000"/>
                <a:ext cx="1295399" cy="347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dirty="0">
                    <a:latin typeface="Times New Roman" panose="02020603050405020304" pitchFamily="18" charset="0"/>
                    <a:cs typeface="Times New Roman" panose="02020603050405020304" pitchFamily="18" charset="0"/>
                  </a:rPr>
                  <a:t>   DPRAM64</a:t>
                </a:r>
                <a:endParaRPr lang="en-GB" altLang="en-US" sz="1200" u="none" dirty="0">
                  <a:latin typeface="Times New Roman" panose="02020603050405020304" pitchFamily="18" charset="0"/>
                  <a:cs typeface="Times New Roman" panose="02020603050405020304" pitchFamily="18" charset="0"/>
                </a:endParaRPr>
              </a:p>
            </p:txBody>
          </p:sp>
        </p:grpSp>
        <p:grpSp>
          <p:nvGrpSpPr>
            <p:cNvPr id="100361" name="Group 42">
              <a:extLst>
                <a:ext uri="{FF2B5EF4-FFF2-40B4-BE49-F238E27FC236}">
                  <a16:creationId xmlns:a16="http://schemas.microsoft.com/office/drawing/2014/main" id="{35799CA5-B9D0-5FFA-CA6C-9BA5BAA72041}"/>
                </a:ext>
              </a:extLst>
            </p:cNvPr>
            <p:cNvGrpSpPr>
              <a:grpSpLocks/>
            </p:cNvGrpSpPr>
            <p:nvPr/>
          </p:nvGrpSpPr>
          <p:grpSpPr bwMode="auto">
            <a:xfrm>
              <a:off x="3479795" y="5041902"/>
              <a:ext cx="1371812" cy="1574802"/>
              <a:chOff x="3264394" y="1905000"/>
              <a:chExt cx="1409919" cy="1721295"/>
            </a:xfrm>
          </p:grpSpPr>
          <p:sp>
            <p:nvSpPr>
              <p:cNvPr id="63" name="Rectangle 6">
                <a:extLst>
                  <a:ext uri="{FF2B5EF4-FFF2-40B4-BE49-F238E27FC236}">
                    <a16:creationId xmlns:a16="http://schemas.microsoft.com/office/drawing/2014/main" id="{E3E7E98B-08F9-4C64-AB52-22E976009792}"/>
                  </a:ext>
                </a:extLst>
              </p:cNvPr>
              <p:cNvSpPr>
                <a:spLocks noChangeArrowheads="1"/>
              </p:cNvSpPr>
              <p:nvPr/>
            </p:nvSpPr>
            <p:spPr bwMode="auto">
              <a:xfrm>
                <a:off x="3274189" y="1989039"/>
                <a:ext cx="1127435" cy="1500805"/>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200" dirty="0">
                  <a:latin typeface="Times New Roman" pitchFamily="18" charset="0"/>
                  <a:cs typeface="Times New Roman" pitchFamily="18" charset="0"/>
                </a:endParaRPr>
              </a:p>
            </p:txBody>
          </p:sp>
          <p:sp>
            <p:nvSpPr>
              <p:cNvPr id="100441" name="Text Box 9">
                <a:extLst>
                  <a:ext uri="{FF2B5EF4-FFF2-40B4-BE49-F238E27FC236}">
                    <a16:creationId xmlns:a16="http://schemas.microsoft.com/office/drawing/2014/main" id="{A17C7EFD-BBFC-8AC6-3B9E-63E8467E7198}"/>
                  </a:ext>
                </a:extLst>
              </p:cNvPr>
              <p:cNvSpPr txBox="1">
                <a:spLocks noChangeArrowheads="1"/>
              </p:cNvSpPr>
              <p:nvPr/>
            </p:nvSpPr>
            <p:spPr bwMode="auto">
              <a:xfrm>
                <a:off x="3278187" y="2479232"/>
                <a:ext cx="93503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А[6:1]</a:t>
                </a:r>
                <a:endParaRPr lang="ru-RU" altLang="en-US" sz="1200" u="none">
                  <a:latin typeface="Times New Roman" panose="02020603050405020304" pitchFamily="18" charset="0"/>
                  <a:cs typeface="Times New Roman" panose="02020603050405020304" pitchFamily="18" charset="0"/>
                </a:endParaRPr>
              </a:p>
            </p:txBody>
          </p:sp>
          <p:sp>
            <p:nvSpPr>
              <p:cNvPr id="100442" name="Text Box 10">
                <a:extLst>
                  <a:ext uri="{FF2B5EF4-FFF2-40B4-BE49-F238E27FC236}">
                    <a16:creationId xmlns:a16="http://schemas.microsoft.com/office/drawing/2014/main" id="{444524E4-9AE7-CED9-0E5C-CC3BEB960547}"/>
                  </a:ext>
                </a:extLst>
              </p:cNvPr>
              <p:cNvSpPr txBox="1">
                <a:spLocks noChangeArrowheads="1"/>
              </p:cNvSpPr>
              <p:nvPr/>
            </p:nvSpPr>
            <p:spPr bwMode="auto">
              <a:xfrm>
                <a:off x="3278188" y="2680920"/>
                <a:ext cx="85672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WA[6:1]</a:t>
                </a:r>
                <a:endParaRPr lang="ru-RU" altLang="en-US" sz="1200" u="none">
                  <a:latin typeface="Times New Roman" panose="02020603050405020304" pitchFamily="18" charset="0"/>
                  <a:cs typeface="Times New Roman" panose="02020603050405020304" pitchFamily="18" charset="0"/>
                </a:endParaRPr>
              </a:p>
            </p:txBody>
          </p:sp>
          <p:sp>
            <p:nvSpPr>
              <p:cNvPr id="100443" name="Text Box 11">
                <a:extLst>
                  <a:ext uri="{FF2B5EF4-FFF2-40B4-BE49-F238E27FC236}">
                    <a16:creationId xmlns:a16="http://schemas.microsoft.com/office/drawing/2014/main" id="{1ACED94D-67E8-6D23-8E3F-852885832ECC}"/>
                  </a:ext>
                </a:extLst>
              </p:cNvPr>
              <p:cNvSpPr txBox="1">
                <a:spLocks noChangeArrowheads="1"/>
              </p:cNvSpPr>
              <p:nvPr/>
            </p:nvSpPr>
            <p:spPr bwMode="auto">
              <a:xfrm>
                <a:off x="4018675" y="2184400"/>
                <a:ext cx="6556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O6</a:t>
                </a:r>
                <a:endParaRPr lang="ru-RU" altLang="en-US" sz="1200" u="none">
                  <a:latin typeface="Times New Roman" panose="02020603050405020304" pitchFamily="18" charset="0"/>
                  <a:cs typeface="Times New Roman" panose="02020603050405020304" pitchFamily="18" charset="0"/>
                </a:endParaRPr>
              </a:p>
            </p:txBody>
          </p:sp>
          <p:sp>
            <p:nvSpPr>
              <p:cNvPr id="100444" name="Text Box 12">
                <a:extLst>
                  <a:ext uri="{FF2B5EF4-FFF2-40B4-BE49-F238E27FC236}">
                    <a16:creationId xmlns:a16="http://schemas.microsoft.com/office/drawing/2014/main" id="{2306B43F-0661-DD27-B970-D7F413F07574}"/>
                  </a:ext>
                </a:extLst>
              </p:cNvPr>
              <p:cNvSpPr txBox="1">
                <a:spLocks noChangeArrowheads="1"/>
              </p:cNvSpPr>
              <p:nvPr/>
            </p:nvSpPr>
            <p:spPr bwMode="auto">
              <a:xfrm>
                <a:off x="3316288" y="2124075"/>
                <a:ext cx="771525" cy="266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DI1</a:t>
                </a:r>
                <a:endParaRPr lang="ru-RU" altLang="en-US" sz="1200" u="none">
                  <a:latin typeface="Times New Roman" panose="02020603050405020304" pitchFamily="18" charset="0"/>
                  <a:cs typeface="Times New Roman" panose="02020603050405020304" pitchFamily="18" charset="0"/>
                </a:endParaRPr>
              </a:p>
            </p:txBody>
          </p:sp>
          <p:sp>
            <p:nvSpPr>
              <p:cNvPr id="100445" name="Text Box 13">
                <a:extLst>
                  <a:ext uri="{FF2B5EF4-FFF2-40B4-BE49-F238E27FC236}">
                    <a16:creationId xmlns:a16="http://schemas.microsoft.com/office/drawing/2014/main" id="{857BB187-0247-FBE3-48EE-7BC5BE7DFE47}"/>
                  </a:ext>
                </a:extLst>
              </p:cNvPr>
              <p:cNvSpPr txBox="1">
                <a:spLocks noChangeArrowheads="1"/>
              </p:cNvSpPr>
              <p:nvPr/>
            </p:nvSpPr>
            <p:spPr bwMode="auto">
              <a:xfrm>
                <a:off x="3292475" y="2939682"/>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CK</a:t>
                </a:r>
                <a:endParaRPr lang="ru-RU" altLang="en-US" sz="1200" u="none">
                  <a:latin typeface="Times New Roman" panose="02020603050405020304" pitchFamily="18" charset="0"/>
                  <a:cs typeface="Times New Roman" panose="02020603050405020304" pitchFamily="18" charset="0"/>
                </a:endParaRPr>
              </a:p>
            </p:txBody>
          </p:sp>
          <p:sp>
            <p:nvSpPr>
              <p:cNvPr id="100446" name="Text Box 14">
                <a:extLst>
                  <a:ext uri="{FF2B5EF4-FFF2-40B4-BE49-F238E27FC236}">
                    <a16:creationId xmlns:a16="http://schemas.microsoft.com/office/drawing/2014/main" id="{952E17C4-D51A-DF9D-B06A-1EC575115BE0}"/>
                  </a:ext>
                </a:extLst>
              </p:cNvPr>
              <p:cNvSpPr txBox="1">
                <a:spLocks noChangeArrowheads="1"/>
              </p:cNvSpPr>
              <p:nvPr/>
            </p:nvSpPr>
            <p:spPr bwMode="auto">
              <a:xfrm>
                <a:off x="3282597" y="3197670"/>
                <a:ext cx="811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WEN</a:t>
                </a:r>
                <a:endParaRPr lang="ru-RU" altLang="en-US" sz="1200" u="none">
                  <a:latin typeface="Times New Roman" panose="02020603050405020304" pitchFamily="18" charset="0"/>
                  <a:cs typeface="Times New Roman" panose="02020603050405020304" pitchFamily="18" charset="0"/>
                </a:endParaRPr>
              </a:p>
            </p:txBody>
          </p:sp>
          <p:cxnSp>
            <p:nvCxnSpPr>
              <p:cNvPr id="100447" name="Straight Connector 69">
                <a:extLst>
                  <a:ext uri="{FF2B5EF4-FFF2-40B4-BE49-F238E27FC236}">
                    <a16:creationId xmlns:a16="http://schemas.microsoft.com/office/drawing/2014/main" id="{DB56879C-3429-CC06-7E3C-72E9577FF330}"/>
                  </a:ext>
                </a:extLst>
              </p:cNvPr>
              <p:cNvCxnSpPr>
                <a:cxnSpLocks noChangeShapeType="1"/>
              </p:cNvCxnSpPr>
              <p:nvPr/>
            </p:nvCxnSpPr>
            <p:spPr bwMode="auto">
              <a:xfrm flipV="1">
                <a:off x="3264394" y="2184400"/>
                <a:ext cx="112776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0448" name="TextBox 70">
                <a:extLst>
                  <a:ext uri="{FF2B5EF4-FFF2-40B4-BE49-F238E27FC236}">
                    <a16:creationId xmlns:a16="http://schemas.microsoft.com/office/drawing/2014/main" id="{4B287B15-18B3-8566-1CCC-08B2D1FF22CB}"/>
                  </a:ext>
                </a:extLst>
              </p:cNvPr>
              <p:cNvSpPr txBox="1">
                <a:spLocks noChangeArrowheads="1"/>
              </p:cNvSpPr>
              <p:nvPr/>
            </p:nvSpPr>
            <p:spPr bwMode="auto">
              <a:xfrm>
                <a:off x="3276600" y="1905000"/>
                <a:ext cx="1295399" cy="347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   DPRAM64</a:t>
                </a:r>
                <a:endParaRPr lang="en-GB" altLang="en-US" sz="1200" u="none">
                  <a:latin typeface="Times New Roman" panose="02020603050405020304" pitchFamily="18" charset="0"/>
                  <a:cs typeface="Times New Roman" panose="02020603050405020304" pitchFamily="18" charset="0"/>
                </a:endParaRPr>
              </a:p>
            </p:txBody>
          </p:sp>
        </p:grpSp>
        <p:cxnSp>
          <p:nvCxnSpPr>
            <p:cNvPr id="100362" name="Straight Arrow Connector 7">
              <a:extLst>
                <a:ext uri="{FF2B5EF4-FFF2-40B4-BE49-F238E27FC236}">
                  <a16:creationId xmlns:a16="http://schemas.microsoft.com/office/drawing/2014/main" id="{5F9C4489-8AE7-068C-D9F7-D723F738C214}"/>
                </a:ext>
              </a:extLst>
            </p:cNvPr>
            <p:cNvCxnSpPr>
              <a:cxnSpLocks noChangeShapeType="1"/>
            </p:cNvCxnSpPr>
            <p:nvPr/>
          </p:nvCxnSpPr>
          <p:spPr bwMode="auto">
            <a:xfrm>
              <a:off x="1828800" y="7747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0363" name="Straight Arrow Connector 8">
              <a:extLst>
                <a:ext uri="{FF2B5EF4-FFF2-40B4-BE49-F238E27FC236}">
                  <a16:creationId xmlns:a16="http://schemas.microsoft.com/office/drawing/2014/main" id="{77B9F064-E44C-09F9-4C05-DF60CAA95AF7}"/>
                </a:ext>
              </a:extLst>
            </p:cNvPr>
            <p:cNvCxnSpPr>
              <a:cxnSpLocks noChangeShapeType="1"/>
            </p:cNvCxnSpPr>
            <p:nvPr/>
          </p:nvCxnSpPr>
          <p:spPr bwMode="auto">
            <a:xfrm>
              <a:off x="1803400" y="11303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0364" name="Straight Arrow Connector 9">
              <a:extLst>
                <a:ext uri="{FF2B5EF4-FFF2-40B4-BE49-F238E27FC236}">
                  <a16:creationId xmlns:a16="http://schemas.microsoft.com/office/drawing/2014/main" id="{FF14514F-291A-DAAC-D5F9-1F78933619FA}"/>
                </a:ext>
              </a:extLst>
            </p:cNvPr>
            <p:cNvCxnSpPr>
              <a:cxnSpLocks noChangeShapeType="1"/>
            </p:cNvCxnSpPr>
            <p:nvPr/>
          </p:nvCxnSpPr>
          <p:spPr bwMode="auto">
            <a:xfrm>
              <a:off x="2755900" y="1333500"/>
              <a:ext cx="704088"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100365" name="Straight Arrow Connector 10">
              <a:extLst>
                <a:ext uri="{FF2B5EF4-FFF2-40B4-BE49-F238E27FC236}">
                  <a16:creationId xmlns:a16="http://schemas.microsoft.com/office/drawing/2014/main" id="{78B83644-AB26-9CBB-420F-5E7CD427BF40}"/>
                </a:ext>
              </a:extLst>
            </p:cNvPr>
            <p:cNvCxnSpPr>
              <a:cxnSpLocks noChangeShapeType="1"/>
            </p:cNvCxnSpPr>
            <p:nvPr/>
          </p:nvCxnSpPr>
          <p:spPr bwMode="auto">
            <a:xfrm>
              <a:off x="1803400" y="15240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0366" name="Straight Arrow Connector 11">
              <a:extLst>
                <a:ext uri="{FF2B5EF4-FFF2-40B4-BE49-F238E27FC236}">
                  <a16:creationId xmlns:a16="http://schemas.microsoft.com/office/drawing/2014/main" id="{A839B5BA-5B14-919B-3F39-9431DE0BD36A}"/>
                </a:ext>
              </a:extLst>
            </p:cNvPr>
            <p:cNvCxnSpPr>
              <a:cxnSpLocks noChangeShapeType="1"/>
            </p:cNvCxnSpPr>
            <p:nvPr/>
          </p:nvCxnSpPr>
          <p:spPr bwMode="auto">
            <a:xfrm>
              <a:off x="1803400" y="17526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0367" name="Straight Connector 12">
              <a:extLst>
                <a:ext uri="{FF2B5EF4-FFF2-40B4-BE49-F238E27FC236}">
                  <a16:creationId xmlns:a16="http://schemas.microsoft.com/office/drawing/2014/main" id="{EA1375E5-AC30-6ECD-4201-BB701ABB0BB6}"/>
                </a:ext>
              </a:extLst>
            </p:cNvPr>
            <p:cNvCxnSpPr>
              <a:cxnSpLocks noChangeShapeType="1"/>
            </p:cNvCxnSpPr>
            <p:nvPr/>
          </p:nvCxnSpPr>
          <p:spPr bwMode="auto">
            <a:xfrm rot="5400000">
              <a:off x="352044" y="3534156"/>
              <a:ext cx="4782312" cy="1588"/>
            </a:xfrm>
            <a:prstGeom prst="line">
              <a:avLst/>
            </a:prstGeom>
            <a:noFill/>
            <a:ln w="952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00368" name="Straight Arrow Connector 13">
              <a:extLst>
                <a:ext uri="{FF2B5EF4-FFF2-40B4-BE49-F238E27FC236}">
                  <a16:creationId xmlns:a16="http://schemas.microsoft.com/office/drawing/2014/main" id="{037B4337-A023-3E8F-AB45-CF993BE53ACD}"/>
                </a:ext>
              </a:extLst>
            </p:cNvPr>
            <p:cNvCxnSpPr>
              <a:cxnSpLocks noChangeShapeType="1"/>
            </p:cNvCxnSpPr>
            <p:nvPr/>
          </p:nvCxnSpPr>
          <p:spPr bwMode="auto">
            <a:xfrm>
              <a:off x="2755900" y="5918200"/>
              <a:ext cx="7315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0369" name="Straight Arrow Connector 14">
              <a:extLst>
                <a:ext uri="{FF2B5EF4-FFF2-40B4-BE49-F238E27FC236}">
                  <a16:creationId xmlns:a16="http://schemas.microsoft.com/office/drawing/2014/main" id="{79304ED4-335A-434F-2C98-9AF468B4AF98}"/>
                </a:ext>
              </a:extLst>
            </p:cNvPr>
            <p:cNvCxnSpPr>
              <a:cxnSpLocks noChangeShapeType="1"/>
            </p:cNvCxnSpPr>
            <p:nvPr/>
          </p:nvCxnSpPr>
          <p:spPr bwMode="auto">
            <a:xfrm>
              <a:off x="2743200" y="4419600"/>
              <a:ext cx="731520"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100370" name="Straight Arrow Connector 15">
              <a:extLst>
                <a:ext uri="{FF2B5EF4-FFF2-40B4-BE49-F238E27FC236}">
                  <a16:creationId xmlns:a16="http://schemas.microsoft.com/office/drawing/2014/main" id="{9B8B878B-A3F1-C43F-FB04-40A36389F5F5}"/>
                </a:ext>
              </a:extLst>
            </p:cNvPr>
            <p:cNvCxnSpPr>
              <a:cxnSpLocks noChangeShapeType="1"/>
            </p:cNvCxnSpPr>
            <p:nvPr/>
          </p:nvCxnSpPr>
          <p:spPr bwMode="auto">
            <a:xfrm>
              <a:off x="2743200" y="2819400"/>
              <a:ext cx="731520"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100371" name="Straight Connector 16">
              <a:extLst>
                <a:ext uri="{FF2B5EF4-FFF2-40B4-BE49-F238E27FC236}">
                  <a16:creationId xmlns:a16="http://schemas.microsoft.com/office/drawing/2014/main" id="{92A5542D-03DC-4BD1-269A-9A70B971EF52}"/>
                </a:ext>
              </a:extLst>
            </p:cNvPr>
            <p:cNvCxnSpPr>
              <a:cxnSpLocks noChangeShapeType="1"/>
            </p:cNvCxnSpPr>
            <p:nvPr/>
          </p:nvCxnSpPr>
          <p:spPr bwMode="auto">
            <a:xfrm rot="5400000">
              <a:off x="158274" y="3867626"/>
              <a:ext cx="4663440" cy="1588"/>
            </a:xfrm>
            <a:prstGeom prst="line">
              <a:avLst/>
            </a:prstGeom>
            <a:noFill/>
            <a:ln w="952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00372" name="Straight Arrow Connector 17">
              <a:extLst>
                <a:ext uri="{FF2B5EF4-FFF2-40B4-BE49-F238E27FC236}">
                  <a16:creationId xmlns:a16="http://schemas.microsoft.com/office/drawing/2014/main" id="{ED005310-4D4B-8AAB-E9C7-35C9D04E6451}"/>
                </a:ext>
              </a:extLst>
            </p:cNvPr>
            <p:cNvCxnSpPr>
              <a:cxnSpLocks noChangeShapeType="1"/>
            </p:cNvCxnSpPr>
            <p:nvPr/>
          </p:nvCxnSpPr>
          <p:spPr bwMode="auto">
            <a:xfrm>
              <a:off x="2489200" y="6172200"/>
              <a:ext cx="100584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0373" name="Straight Arrow Connector 18">
              <a:extLst>
                <a:ext uri="{FF2B5EF4-FFF2-40B4-BE49-F238E27FC236}">
                  <a16:creationId xmlns:a16="http://schemas.microsoft.com/office/drawing/2014/main" id="{7DDDB28C-2EFA-61AC-06C4-6AE388CF78C8}"/>
                </a:ext>
              </a:extLst>
            </p:cNvPr>
            <p:cNvCxnSpPr>
              <a:cxnSpLocks noChangeShapeType="1"/>
            </p:cNvCxnSpPr>
            <p:nvPr/>
          </p:nvCxnSpPr>
          <p:spPr bwMode="auto">
            <a:xfrm>
              <a:off x="2489200" y="4597400"/>
              <a:ext cx="1005840"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100374" name="Straight Arrow Connector 19">
              <a:extLst>
                <a:ext uri="{FF2B5EF4-FFF2-40B4-BE49-F238E27FC236}">
                  <a16:creationId xmlns:a16="http://schemas.microsoft.com/office/drawing/2014/main" id="{29DF29F1-A3FB-9D3A-D157-D6999EC98AA9}"/>
                </a:ext>
              </a:extLst>
            </p:cNvPr>
            <p:cNvCxnSpPr>
              <a:cxnSpLocks noChangeShapeType="1"/>
            </p:cNvCxnSpPr>
            <p:nvPr/>
          </p:nvCxnSpPr>
          <p:spPr bwMode="auto">
            <a:xfrm>
              <a:off x="2489200" y="3022600"/>
              <a:ext cx="1005840"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100375" name="Straight Connector 20">
              <a:extLst>
                <a:ext uri="{FF2B5EF4-FFF2-40B4-BE49-F238E27FC236}">
                  <a16:creationId xmlns:a16="http://schemas.microsoft.com/office/drawing/2014/main" id="{B9661A38-B4FD-FF11-0A14-4EE75A11F52A}"/>
                </a:ext>
              </a:extLst>
            </p:cNvPr>
            <p:cNvCxnSpPr>
              <a:cxnSpLocks noChangeShapeType="1"/>
            </p:cNvCxnSpPr>
            <p:nvPr/>
          </p:nvCxnSpPr>
          <p:spPr bwMode="auto">
            <a:xfrm rot="5400000">
              <a:off x="-98266" y="4060666"/>
              <a:ext cx="4617720" cy="1588"/>
            </a:xfrm>
            <a:prstGeom prst="line">
              <a:avLst/>
            </a:prstGeom>
            <a:noFill/>
            <a:ln w="952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00376" name="Straight Arrow Connector 21">
              <a:extLst>
                <a:ext uri="{FF2B5EF4-FFF2-40B4-BE49-F238E27FC236}">
                  <a16:creationId xmlns:a16="http://schemas.microsoft.com/office/drawing/2014/main" id="{D395A181-3D38-AC9B-B832-B6A03EF9A7CE}"/>
                </a:ext>
              </a:extLst>
            </p:cNvPr>
            <p:cNvCxnSpPr>
              <a:cxnSpLocks noChangeShapeType="1"/>
            </p:cNvCxnSpPr>
            <p:nvPr/>
          </p:nvCxnSpPr>
          <p:spPr bwMode="auto">
            <a:xfrm>
              <a:off x="2209800" y="6375400"/>
              <a:ext cx="128016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0377" name="Straight Arrow Connector 22">
              <a:extLst>
                <a:ext uri="{FF2B5EF4-FFF2-40B4-BE49-F238E27FC236}">
                  <a16:creationId xmlns:a16="http://schemas.microsoft.com/office/drawing/2014/main" id="{9D98AB5B-1A13-2A5B-B01D-B4D263536CE7}"/>
                </a:ext>
              </a:extLst>
            </p:cNvPr>
            <p:cNvCxnSpPr>
              <a:cxnSpLocks noChangeShapeType="1"/>
            </p:cNvCxnSpPr>
            <p:nvPr/>
          </p:nvCxnSpPr>
          <p:spPr bwMode="auto">
            <a:xfrm>
              <a:off x="2209800" y="4826000"/>
              <a:ext cx="1280160"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100378" name="Straight Arrow Connector 23">
              <a:extLst>
                <a:ext uri="{FF2B5EF4-FFF2-40B4-BE49-F238E27FC236}">
                  <a16:creationId xmlns:a16="http://schemas.microsoft.com/office/drawing/2014/main" id="{760C1117-9187-6388-8CE3-66A07C837A04}"/>
                </a:ext>
              </a:extLst>
            </p:cNvPr>
            <p:cNvCxnSpPr>
              <a:cxnSpLocks noChangeShapeType="1"/>
            </p:cNvCxnSpPr>
            <p:nvPr/>
          </p:nvCxnSpPr>
          <p:spPr bwMode="auto">
            <a:xfrm>
              <a:off x="2209800" y="3263900"/>
              <a:ext cx="1280160"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sp>
          <p:nvSpPr>
            <p:cNvPr id="100379" name="TextBox 24">
              <a:extLst>
                <a:ext uri="{FF2B5EF4-FFF2-40B4-BE49-F238E27FC236}">
                  <a16:creationId xmlns:a16="http://schemas.microsoft.com/office/drawing/2014/main" id="{0324413E-9BFE-89BB-43FB-610DF133442B}"/>
                </a:ext>
              </a:extLst>
            </p:cNvPr>
            <p:cNvSpPr txBox="1">
              <a:spLocks noChangeArrowheads="1"/>
            </p:cNvSpPr>
            <p:nvPr/>
          </p:nvSpPr>
          <p:spPr bwMode="auto">
            <a:xfrm>
              <a:off x="762000" y="533400"/>
              <a:ext cx="1295400" cy="353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Data_In_D</a:t>
              </a:r>
              <a:endParaRPr lang="en-GB" altLang="en-US" sz="1400" u="none"/>
            </a:p>
          </p:txBody>
        </p:sp>
        <p:sp>
          <p:nvSpPr>
            <p:cNvPr id="100380" name="TextBox 26">
              <a:extLst>
                <a:ext uri="{FF2B5EF4-FFF2-40B4-BE49-F238E27FC236}">
                  <a16:creationId xmlns:a16="http://schemas.microsoft.com/office/drawing/2014/main" id="{D1D059A8-88B2-B8A8-14E3-C07B6EF5DA89}"/>
                </a:ext>
              </a:extLst>
            </p:cNvPr>
            <p:cNvSpPr txBox="1">
              <a:spLocks noChangeArrowheads="1"/>
            </p:cNvSpPr>
            <p:nvPr/>
          </p:nvSpPr>
          <p:spPr bwMode="auto">
            <a:xfrm>
              <a:off x="660400" y="965200"/>
              <a:ext cx="1371600" cy="353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ADDRD[6:1]</a:t>
              </a:r>
            </a:p>
          </p:txBody>
        </p:sp>
        <p:cxnSp>
          <p:nvCxnSpPr>
            <p:cNvPr id="100381" name="Straight Arrow Connector 27">
              <a:extLst>
                <a:ext uri="{FF2B5EF4-FFF2-40B4-BE49-F238E27FC236}">
                  <a16:creationId xmlns:a16="http://schemas.microsoft.com/office/drawing/2014/main" id="{CF71F880-6CA8-F5A6-009A-0D62DCDBBFBB}"/>
                </a:ext>
              </a:extLst>
            </p:cNvPr>
            <p:cNvCxnSpPr>
              <a:cxnSpLocks noChangeShapeType="1"/>
            </p:cNvCxnSpPr>
            <p:nvPr/>
          </p:nvCxnSpPr>
          <p:spPr bwMode="auto">
            <a:xfrm>
              <a:off x="2971800" y="2324100"/>
              <a:ext cx="521208"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cxnSp>
          <p:nvCxnSpPr>
            <p:cNvPr id="100382" name="Straight Connector 29">
              <a:extLst>
                <a:ext uri="{FF2B5EF4-FFF2-40B4-BE49-F238E27FC236}">
                  <a16:creationId xmlns:a16="http://schemas.microsoft.com/office/drawing/2014/main" id="{B21991E6-4296-7117-E987-13F7E70A3FB3}"/>
                </a:ext>
              </a:extLst>
            </p:cNvPr>
            <p:cNvCxnSpPr>
              <a:cxnSpLocks noChangeShapeType="1"/>
            </p:cNvCxnSpPr>
            <p:nvPr/>
          </p:nvCxnSpPr>
          <p:spPr bwMode="auto">
            <a:xfrm rot="5400000">
              <a:off x="3124200" y="1092200"/>
              <a:ext cx="76200" cy="762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0383" name="Straight Connector 30">
              <a:extLst>
                <a:ext uri="{FF2B5EF4-FFF2-40B4-BE49-F238E27FC236}">
                  <a16:creationId xmlns:a16="http://schemas.microsoft.com/office/drawing/2014/main" id="{B8DEEFCD-D4DD-3278-269D-722F2E58BD36}"/>
                </a:ext>
              </a:extLst>
            </p:cNvPr>
            <p:cNvCxnSpPr>
              <a:cxnSpLocks noChangeShapeType="1"/>
            </p:cNvCxnSpPr>
            <p:nvPr/>
          </p:nvCxnSpPr>
          <p:spPr bwMode="auto">
            <a:xfrm rot="5400000">
              <a:off x="3124200" y="1295400"/>
              <a:ext cx="76200" cy="762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0384" name="Straight Arrow Connector 32">
              <a:extLst>
                <a:ext uri="{FF2B5EF4-FFF2-40B4-BE49-F238E27FC236}">
                  <a16:creationId xmlns:a16="http://schemas.microsoft.com/office/drawing/2014/main" id="{4AFE310E-EB79-7F8C-EB96-324AEE54EBE6}"/>
                </a:ext>
              </a:extLst>
            </p:cNvPr>
            <p:cNvCxnSpPr>
              <a:cxnSpLocks noChangeShapeType="1"/>
            </p:cNvCxnSpPr>
            <p:nvPr/>
          </p:nvCxnSpPr>
          <p:spPr bwMode="auto">
            <a:xfrm>
              <a:off x="1803400" y="26289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0385" name="Straight Arrow Connector 35">
              <a:extLst>
                <a:ext uri="{FF2B5EF4-FFF2-40B4-BE49-F238E27FC236}">
                  <a16:creationId xmlns:a16="http://schemas.microsoft.com/office/drawing/2014/main" id="{0DD925AB-B292-B70C-F879-051ED1E7C5DA}"/>
                </a:ext>
              </a:extLst>
            </p:cNvPr>
            <p:cNvCxnSpPr>
              <a:cxnSpLocks noChangeShapeType="1"/>
            </p:cNvCxnSpPr>
            <p:nvPr/>
          </p:nvCxnSpPr>
          <p:spPr bwMode="auto">
            <a:xfrm>
              <a:off x="1816100" y="41656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0386" name="Straight Arrow Connector 36">
              <a:extLst>
                <a:ext uri="{FF2B5EF4-FFF2-40B4-BE49-F238E27FC236}">
                  <a16:creationId xmlns:a16="http://schemas.microsoft.com/office/drawing/2014/main" id="{E36F9B74-D885-E66F-A954-51E52A85AFF7}"/>
                </a:ext>
              </a:extLst>
            </p:cNvPr>
            <p:cNvCxnSpPr>
              <a:cxnSpLocks noChangeShapeType="1"/>
            </p:cNvCxnSpPr>
            <p:nvPr/>
          </p:nvCxnSpPr>
          <p:spPr bwMode="auto">
            <a:xfrm>
              <a:off x="2971800" y="5410200"/>
              <a:ext cx="521208"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0387" name="Straight Arrow Connector 38">
              <a:extLst>
                <a:ext uri="{FF2B5EF4-FFF2-40B4-BE49-F238E27FC236}">
                  <a16:creationId xmlns:a16="http://schemas.microsoft.com/office/drawing/2014/main" id="{CC56EA1A-D82A-1414-E02C-8975E63FDFB6}"/>
                </a:ext>
              </a:extLst>
            </p:cNvPr>
            <p:cNvCxnSpPr>
              <a:cxnSpLocks noChangeShapeType="1"/>
            </p:cNvCxnSpPr>
            <p:nvPr/>
          </p:nvCxnSpPr>
          <p:spPr bwMode="auto">
            <a:xfrm>
              <a:off x="1803400" y="57150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0388" name="Straight Arrow Connector 39">
              <a:extLst>
                <a:ext uri="{FF2B5EF4-FFF2-40B4-BE49-F238E27FC236}">
                  <a16:creationId xmlns:a16="http://schemas.microsoft.com/office/drawing/2014/main" id="{383332F0-24CF-920E-467C-BE404FAE9FA0}"/>
                </a:ext>
              </a:extLst>
            </p:cNvPr>
            <p:cNvCxnSpPr>
              <a:cxnSpLocks noChangeShapeType="1"/>
            </p:cNvCxnSpPr>
            <p:nvPr/>
          </p:nvCxnSpPr>
          <p:spPr bwMode="auto">
            <a:xfrm>
              <a:off x="4572000" y="2387600"/>
              <a:ext cx="155448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0389" name="Straight Arrow Connector 41">
              <a:extLst>
                <a:ext uri="{FF2B5EF4-FFF2-40B4-BE49-F238E27FC236}">
                  <a16:creationId xmlns:a16="http://schemas.microsoft.com/office/drawing/2014/main" id="{A93EEA70-091F-8733-9D9A-4769CB9EE2BC}"/>
                </a:ext>
              </a:extLst>
            </p:cNvPr>
            <p:cNvCxnSpPr>
              <a:cxnSpLocks noChangeShapeType="1"/>
            </p:cNvCxnSpPr>
            <p:nvPr/>
          </p:nvCxnSpPr>
          <p:spPr bwMode="auto">
            <a:xfrm>
              <a:off x="4572000" y="3949700"/>
              <a:ext cx="164592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0390" name="Straight Arrow Connector 43">
              <a:extLst>
                <a:ext uri="{FF2B5EF4-FFF2-40B4-BE49-F238E27FC236}">
                  <a16:creationId xmlns:a16="http://schemas.microsoft.com/office/drawing/2014/main" id="{84B62C16-5EA2-9E3E-40AE-F56C4E1A90D9}"/>
                </a:ext>
              </a:extLst>
            </p:cNvPr>
            <p:cNvCxnSpPr>
              <a:cxnSpLocks noChangeShapeType="1"/>
            </p:cNvCxnSpPr>
            <p:nvPr/>
          </p:nvCxnSpPr>
          <p:spPr bwMode="auto">
            <a:xfrm>
              <a:off x="4572000" y="5448300"/>
              <a:ext cx="173736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00391" name="TextBox 47">
              <a:extLst>
                <a:ext uri="{FF2B5EF4-FFF2-40B4-BE49-F238E27FC236}">
                  <a16:creationId xmlns:a16="http://schemas.microsoft.com/office/drawing/2014/main" id="{D2873A62-B8EE-7BA7-6393-D9D367A25B4A}"/>
                </a:ext>
              </a:extLst>
            </p:cNvPr>
            <p:cNvSpPr txBox="1">
              <a:spLocks noChangeArrowheads="1"/>
            </p:cNvSpPr>
            <p:nvPr/>
          </p:nvSpPr>
          <p:spPr bwMode="auto">
            <a:xfrm>
              <a:off x="6096000" y="838200"/>
              <a:ext cx="762000" cy="353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DOD</a:t>
              </a:r>
              <a:endParaRPr lang="en-GB" altLang="en-US" sz="1400" u="none"/>
            </a:p>
          </p:txBody>
        </p:sp>
        <p:sp>
          <p:nvSpPr>
            <p:cNvPr id="100392" name="TextBox 52">
              <a:extLst>
                <a:ext uri="{FF2B5EF4-FFF2-40B4-BE49-F238E27FC236}">
                  <a16:creationId xmlns:a16="http://schemas.microsoft.com/office/drawing/2014/main" id="{BBB2C848-BFAC-B5C1-51A3-06CB98EC0BCA}"/>
                </a:ext>
              </a:extLst>
            </p:cNvPr>
            <p:cNvSpPr txBox="1">
              <a:spLocks noChangeArrowheads="1"/>
            </p:cNvSpPr>
            <p:nvPr/>
          </p:nvSpPr>
          <p:spPr bwMode="auto">
            <a:xfrm>
              <a:off x="762000" y="2438400"/>
              <a:ext cx="1371600" cy="353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ADDRC[6:1]</a:t>
              </a:r>
            </a:p>
          </p:txBody>
        </p:sp>
        <p:sp>
          <p:nvSpPr>
            <p:cNvPr id="100393" name="TextBox 54">
              <a:extLst>
                <a:ext uri="{FF2B5EF4-FFF2-40B4-BE49-F238E27FC236}">
                  <a16:creationId xmlns:a16="http://schemas.microsoft.com/office/drawing/2014/main" id="{FBD4C442-8AD4-BD2C-76A9-6FF17F94BE8B}"/>
                </a:ext>
              </a:extLst>
            </p:cNvPr>
            <p:cNvSpPr txBox="1">
              <a:spLocks noChangeArrowheads="1"/>
            </p:cNvSpPr>
            <p:nvPr/>
          </p:nvSpPr>
          <p:spPr bwMode="auto">
            <a:xfrm>
              <a:off x="6096000" y="2209800"/>
              <a:ext cx="762000" cy="353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DOC</a:t>
              </a:r>
              <a:endParaRPr lang="en-GB" altLang="en-US" sz="1400" u="none"/>
            </a:p>
          </p:txBody>
        </p:sp>
        <p:sp>
          <p:nvSpPr>
            <p:cNvPr id="100394" name="TextBox 59">
              <a:extLst>
                <a:ext uri="{FF2B5EF4-FFF2-40B4-BE49-F238E27FC236}">
                  <a16:creationId xmlns:a16="http://schemas.microsoft.com/office/drawing/2014/main" id="{FCAD2FE5-0619-3386-5C88-890613251AC3}"/>
                </a:ext>
              </a:extLst>
            </p:cNvPr>
            <p:cNvSpPr txBox="1">
              <a:spLocks noChangeArrowheads="1"/>
            </p:cNvSpPr>
            <p:nvPr/>
          </p:nvSpPr>
          <p:spPr bwMode="auto">
            <a:xfrm>
              <a:off x="1066800" y="1371600"/>
              <a:ext cx="977900" cy="353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WCLK</a:t>
              </a:r>
              <a:endParaRPr lang="en-GB" altLang="en-US" sz="1400" u="none"/>
            </a:p>
          </p:txBody>
        </p:sp>
        <p:sp>
          <p:nvSpPr>
            <p:cNvPr id="100395" name="TextBox 60">
              <a:extLst>
                <a:ext uri="{FF2B5EF4-FFF2-40B4-BE49-F238E27FC236}">
                  <a16:creationId xmlns:a16="http://schemas.microsoft.com/office/drawing/2014/main" id="{F5DAB595-20D5-85CD-3EEE-2AE914A54650}"/>
                </a:ext>
              </a:extLst>
            </p:cNvPr>
            <p:cNvSpPr txBox="1">
              <a:spLocks noChangeArrowheads="1"/>
            </p:cNvSpPr>
            <p:nvPr/>
          </p:nvSpPr>
          <p:spPr bwMode="auto">
            <a:xfrm>
              <a:off x="1244600" y="1587500"/>
              <a:ext cx="609600" cy="353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WE</a:t>
              </a:r>
              <a:endParaRPr lang="en-GB" altLang="en-US" sz="1400" u="none"/>
            </a:p>
          </p:txBody>
        </p:sp>
        <p:sp>
          <p:nvSpPr>
            <p:cNvPr id="100396" name="Rectangle 61">
              <a:extLst>
                <a:ext uri="{FF2B5EF4-FFF2-40B4-BE49-F238E27FC236}">
                  <a16:creationId xmlns:a16="http://schemas.microsoft.com/office/drawing/2014/main" id="{F66077E7-6BBB-4CF2-F4CC-3B6BFAED3EDC}"/>
                </a:ext>
              </a:extLst>
            </p:cNvPr>
            <p:cNvSpPr>
              <a:spLocks noChangeArrowheads="1"/>
            </p:cNvSpPr>
            <p:nvPr/>
          </p:nvSpPr>
          <p:spPr bwMode="auto">
            <a:xfrm>
              <a:off x="2057400" y="381000"/>
              <a:ext cx="2743200" cy="6309360"/>
            </a:xfrm>
            <a:prstGeom prst="rect">
              <a:avLst/>
            </a:prstGeom>
            <a:noFill/>
            <a:ln w="952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a:p>
          </p:txBody>
        </p:sp>
        <p:cxnSp>
          <p:nvCxnSpPr>
            <p:cNvPr id="100397" name="Straight Connector 105">
              <a:extLst>
                <a:ext uri="{FF2B5EF4-FFF2-40B4-BE49-F238E27FC236}">
                  <a16:creationId xmlns:a16="http://schemas.microsoft.com/office/drawing/2014/main" id="{17DD7049-B99F-AF12-65FE-DA590572CE60}"/>
                </a:ext>
              </a:extLst>
            </p:cNvPr>
            <p:cNvCxnSpPr>
              <a:cxnSpLocks noChangeShapeType="1"/>
            </p:cNvCxnSpPr>
            <p:nvPr/>
          </p:nvCxnSpPr>
          <p:spPr bwMode="auto">
            <a:xfrm rot="5400000">
              <a:off x="647700" y="3098800"/>
              <a:ext cx="4648200" cy="1588"/>
            </a:xfrm>
            <a:prstGeom prst="line">
              <a:avLst/>
            </a:prstGeom>
            <a:noFill/>
            <a:ln w="952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00398" name="Straight Arrow Connector 106">
              <a:extLst>
                <a:ext uri="{FF2B5EF4-FFF2-40B4-BE49-F238E27FC236}">
                  <a16:creationId xmlns:a16="http://schemas.microsoft.com/office/drawing/2014/main" id="{65E76BF3-76EA-7F0A-2A0D-3B164FACB6F0}"/>
                </a:ext>
              </a:extLst>
            </p:cNvPr>
            <p:cNvCxnSpPr>
              <a:cxnSpLocks noChangeShapeType="1"/>
            </p:cNvCxnSpPr>
            <p:nvPr/>
          </p:nvCxnSpPr>
          <p:spPr bwMode="auto">
            <a:xfrm>
              <a:off x="2971800" y="3886200"/>
              <a:ext cx="521208" cy="1588"/>
            </a:xfrm>
            <a:prstGeom prst="straightConnector1">
              <a:avLst/>
            </a:prstGeom>
            <a:noFill/>
            <a:ln w="9525" algn="ctr">
              <a:solidFill>
                <a:schemeClr val="tx1"/>
              </a:solidFill>
              <a:round/>
              <a:headEnd type="oval" w="med" len="med"/>
              <a:tailEnd type="arrow" w="med" len="med"/>
            </a:ln>
            <a:extLst>
              <a:ext uri="{909E8E84-426E-40DD-AFC4-6F175D3DCCD1}">
                <a14:hiddenFill xmlns:a14="http://schemas.microsoft.com/office/drawing/2010/main">
                  <a:noFill/>
                </a14:hiddenFill>
              </a:ext>
            </a:extLst>
          </p:spPr>
        </p:cxnSp>
        <p:sp>
          <p:nvSpPr>
            <p:cNvPr id="100399" name="TextBox 107">
              <a:extLst>
                <a:ext uri="{FF2B5EF4-FFF2-40B4-BE49-F238E27FC236}">
                  <a16:creationId xmlns:a16="http://schemas.microsoft.com/office/drawing/2014/main" id="{F57FEB13-2BA4-2AE2-D15A-7F743A163446}"/>
                </a:ext>
              </a:extLst>
            </p:cNvPr>
            <p:cNvSpPr txBox="1">
              <a:spLocks noChangeArrowheads="1"/>
            </p:cNvSpPr>
            <p:nvPr/>
          </p:nvSpPr>
          <p:spPr bwMode="auto">
            <a:xfrm>
              <a:off x="762000" y="3962400"/>
              <a:ext cx="1371600" cy="353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ADDRB[6:1]</a:t>
              </a:r>
            </a:p>
          </p:txBody>
        </p:sp>
        <p:sp>
          <p:nvSpPr>
            <p:cNvPr id="100400" name="TextBox 108">
              <a:extLst>
                <a:ext uri="{FF2B5EF4-FFF2-40B4-BE49-F238E27FC236}">
                  <a16:creationId xmlns:a16="http://schemas.microsoft.com/office/drawing/2014/main" id="{3B834AAD-0F5D-21E5-9758-C1C03FF36B3F}"/>
                </a:ext>
              </a:extLst>
            </p:cNvPr>
            <p:cNvSpPr txBox="1">
              <a:spLocks noChangeArrowheads="1"/>
            </p:cNvSpPr>
            <p:nvPr/>
          </p:nvSpPr>
          <p:spPr bwMode="auto">
            <a:xfrm>
              <a:off x="685800" y="5537200"/>
              <a:ext cx="1371600" cy="353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ADDRA[6:1]</a:t>
              </a:r>
            </a:p>
          </p:txBody>
        </p:sp>
        <p:sp>
          <p:nvSpPr>
            <p:cNvPr id="100401" name="TextBox 111">
              <a:extLst>
                <a:ext uri="{FF2B5EF4-FFF2-40B4-BE49-F238E27FC236}">
                  <a16:creationId xmlns:a16="http://schemas.microsoft.com/office/drawing/2014/main" id="{F1CF32B3-CB38-8A5A-96C1-331F53EEA15C}"/>
                </a:ext>
              </a:extLst>
            </p:cNvPr>
            <p:cNvSpPr txBox="1">
              <a:spLocks noChangeArrowheads="1"/>
            </p:cNvSpPr>
            <p:nvPr/>
          </p:nvSpPr>
          <p:spPr bwMode="auto">
            <a:xfrm>
              <a:off x="4165600" y="787400"/>
              <a:ext cx="533400" cy="317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latin typeface="Times New Roman" panose="02020603050405020304" pitchFamily="18" charset="0"/>
                  <a:cs typeface="Times New Roman" panose="02020603050405020304" pitchFamily="18" charset="0"/>
                </a:rPr>
                <a:t>O6</a:t>
              </a:r>
              <a:endParaRPr lang="en-GB" altLang="en-US" sz="1200" u="none">
                <a:latin typeface="Times New Roman" panose="02020603050405020304" pitchFamily="18" charset="0"/>
                <a:cs typeface="Times New Roman" panose="02020603050405020304" pitchFamily="18" charset="0"/>
              </a:endParaRPr>
            </a:p>
          </p:txBody>
        </p:sp>
        <p:cxnSp>
          <p:nvCxnSpPr>
            <p:cNvPr id="100402" name="Straight Arrow Connector 112">
              <a:extLst>
                <a:ext uri="{FF2B5EF4-FFF2-40B4-BE49-F238E27FC236}">
                  <a16:creationId xmlns:a16="http://schemas.microsoft.com/office/drawing/2014/main" id="{99094415-AD09-0E87-195B-5AEB6102D75C}"/>
                </a:ext>
              </a:extLst>
            </p:cNvPr>
            <p:cNvCxnSpPr>
              <a:cxnSpLocks noChangeShapeType="1"/>
            </p:cNvCxnSpPr>
            <p:nvPr/>
          </p:nvCxnSpPr>
          <p:spPr bwMode="auto">
            <a:xfrm>
              <a:off x="4572000" y="990600"/>
              <a:ext cx="155448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00403" name="TextBox 113">
              <a:extLst>
                <a:ext uri="{FF2B5EF4-FFF2-40B4-BE49-F238E27FC236}">
                  <a16:creationId xmlns:a16="http://schemas.microsoft.com/office/drawing/2014/main" id="{89F76555-4075-28CE-7AC9-5D5311BDD572}"/>
                </a:ext>
              </a:extLst>
            </p:cNvPr>
            <p:cNvSpPr txBox="1">
              <a:spLocks noChangeArrowheads="1"/>
            </p:cNvSpPr>
            <p:nvPr/>
          </p:nvSpPr>
          <p:spPr bwMode="auto">
            <a:xfrm>
              <a:off x="6172200" y="3784600"/>
              <a:ext cx="762000" cy="353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DOB</a:t>
              </a:r>
              <a:endParaRPr lang="en-GB" altLang="en-US" sz="1400" u="none"/>
            </a:p>
          </p:txBody>
        </p:sp>
        <p:sp>
          <p:nvSpPr>
            <p:cNvPr id="100404" name="TextBox 114">
              <a:extLst>
                <a:ext uri="{FF2B5EF4-FFF2-40B4-BE49-F238E27FC236}">
                  <a16:creationId xmlns:a16="http://schemas.microsoft.com/office/drawing/2014/main" id="{AF61EC15-EAB5-8CA5-F440-36C27C8CCAF3}"/>
                </a:ext>
              </a:extLst>
            </p:cNvPr>
            <p:cNvSpPr txBox="1">
              <a:spLocks noChangeArrowheads="1"/>
            </p:cNvSpPr>
            <p:nvPr/>
          </p:nvSpPr>
          <p:spPr bwMode="auto">
            <a:xfrm>
              <a:off x="6324600" y="5283200"/>
              <a:ext cx="762000" cy="353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DOA</a:t>
              </a:r>
              <a:endParaRPr lang="en-GB" altLang="en-US" sz="1400" u="none"/>
            </a:p>
          </p:txBody>
        </p:sp>
        <p:grpSp>
          <p:nvGrpSpPr>
            <p:cNvPr id="100405" name="Group 121">
              <a:extLst>
                <a:ext uri="{FF2B5EF4-FFF2-40B4-BE49-F238E27FC236}">
                  <a16:creationId xmlns:a16="http://schemas.microsoft.com/office/drawing/2014/main" id="{2E813F9E-DDAE-7161-FCA0-6A693FA3FA21}"/>
                </a:ext>
              </a:extLst>
            </p:cNvPr>
            <p:cNvGrpSpPr>
              <a:grpSpLocks/>
            </p:cNvGrpSpPr>
            <p:nvPr/>
          </p:nvGrpSpPr>
          <p:grpSpPr bwMode="auto">
            <a:xfrm>
              <a:off x="5219681" y="1219200"/>
              <a:ext cx="1168096" cy="822960"/>
              <a:chOff x="6877786" y="2362200"/>
              <a:chExt cx="1924168" cy="1460500"/>
            </a:xfrm>
          </p:grpSpPr>
          <p:sp>
            <p:nvSpPr>
              <p:cNvPr id="100435" name="Rectangle 57">
                <a:extLst>
                  <a:ext uri="{FF2B5EF4-FFF2-40B4-BE49-F238E27FC236}">
                    <a16:creationId xmlns:a16="http://schemas.microsoft.com/office/drawing/2014/main" id="{2138D7FC-6B87-9630-B0D4-44C67B54C850}"/>
                  </a:ext>
                </a:extLst>
              </p:cNvPr>
              <p:cNvSpPr>
                <a:spLocks noChangeArrowheads="1"/>
              </p:cNvSpPr>
              <p:nvPr/>
            </p:nvSpPr>
            <p:spPr bwMode="auto">
              <a:xfrm>
                <a:off x="7384588" y="2622885"/>
                <a:ext cx="219169" cy="43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rgbClr val="000000"/>
                    </a:solidFill>
                    <a:latin typeface="Myriad Pro"/>
                  </a:rPr>
                  <a:t>D</a:t>
                </a:r>
                <a:endParaRPr lang="en-US" altLang="en-US" sz="1400" u="none">
                  <a:latin typeface="Times New Roman" panose="02020603050405020304" pitchFamily="18" charset="0"/>
                </a:endParaRPr>
              </a:p>
            </p:txBody>
          </p:sp>
          <p:sp>
            <p:nvSpPr>
              <p:cNvPr id="100436" name="Freeform 61">
                <a:extLst>
                  <a:ext uri="{FF2B5EF4-FFF2-40B4-BE49-F238E27FC236}">
                    <a16:creationId xmlns:a16="http://schemas.microsoft.com/office/drawing/2014/main" id="{90923644-505E-FA2F-4AB5-22ABEB5A68AC}"/>
                  </a:ext>
                </a:extLst>
              </p:cNvPr>
              <p:cNvSpPr>
                <a:spLocks/>
              </p:cNvSpPr>
              <p:nvPr/>
            </p:nvSpPr>
            <p:spPr bwMode="auto">
              <a:xfrm>
                <a:off x="7224457" y="3211512"/>
                <a:ext cx="207963" cy="207962"/>
              </a:xfrm>
              <a:custGeom>
                <a:avLst/>
                <a:gdLst>
                  <a:gd name="T0" fmla="*/ 0 w 155"/>
                  <a:gd name="T1" fmla="*/ 279020603 h 155"/>
                  <a:gd name="T2" fmla="*/ 279023286 w 155"/>
                  <a:gd name="T3" fmla="*/ 135010272 h 155"/>
                  <a:gd name="T4" fmla="*/ 0 w 155"/>
                  <a:gd name="T5" fmla="*/ 0 h 155"/>
                  <a:gd name="T6" fmla="*/ 0 60000 65536"/>
                  <a:gd name="T7" fmla="*/ 0 60000 65536"/>
                  <a:gd name="T8" fmla="*/ 0 60000 65536"/>
                  <a:gd name="T9" fmla="*/ 0 w 155"/>
                  <a:gd name="T10" fmla="*/ 0 h 155"/>
                  <a:gd name="T11" fmla="*/ 155 w 155"/>
                  <a:gd name="T12" fmla="*/ 155 h 155"/>
                </a:gdLst>
                <a:ahLst/>
                <a:cxnLst>
                  <a:cxn ang="T6">
                    <a:pos x="T0" y="T1"/>
                  </a:cxn>
                  <a:cxn ang="T7">
                    <a:pos x="T2" y="T3"/>
                  </a:cxn>
                  <a:cxn ang="T8">
                    <a:pos x="T4" y="T5"/>
                  </a:cxn>
                </a:cxnLst>
                <a:rect l="T9" t="T10" r="T11" b="T12"/>
                <a:pathLst>
                  <a:path w="155" h="155">
                    <a:moveTo>
                      <a:pt x="0" y="155"/>
                    </a:moveTo>
                    <a:lnTo>
                      <a:pt x="155" y="75"/>
                    </a:lnTo>
                    <a:lnTo>
                      <a:pt x="0" y="0"/>
                    </a:lnTo>
                  </a:path>
                </a:pathLst>
              </a:cu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437" name="Line 63">
                <a:extLst>
                  <a:ext uri="{FF2B5EF4-FFF2-40B4-BE49-F238E27FC236}">
                    <a16:creationId xmlns:a16="http://schemas.microsoft.com/office/drawing/2014/main" id="{230CBD52-F39B-722C-8337-8CD7C986506C}"/>
                  </a:ext>
                </a:extLst>
              </p:cNvPr>
              <p:cNvSpPr>
                <a:spLocks noChangeShapeType="1"/>
              </p:cNvSpPr>
              <p:nvPr/>
            </p:nvSpPr>
            <p:spPr bwMode="auto">
              <a:xfrm>
                <a:off x="6877786" y="2801310"/>
                <a:ext cx="301251" cy="0"/>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438" name="Line 64">
                <a:extLst>
                  <a:ext uri="{FF2B5EF4-FFF2-40B4-BE49-F238E27FC236}">
                    <a16:creationId xmlns:a16="http://schemas.microsoft.com/office/drawing/2014/main" id="{49FFE979-59AB-DAC3-5AA8-EA0714496A39}"/>
                  </a:ext>
                </a:extLst>
              </p:cNvPr>
              <p:cNvSpPr>
                <a:spLocks noChangeShapeType="1"/>
              </p:cNvSpPr>
              <p:nvPr/>
            </p:nvSpPr>
            <p:spPr bwMode="auto">
              <a:xfrm>
                <a:off x="8199449" y="2814629"/>
                <a:ext cx="602505" cy="1588"/>
              </a:xfrm>
              <a:prstGeom prst="line">
                <a:avLst/>
              </a:prstGeom>
              <a:noFill/>
              <a:ln w="1270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100439" name="Rectangle 67">
                <a:extLst>
                  <a:ext uri="{FF2B5EF4-FFF2-40B4-BE49-F238E27FC236}">
                    <a16:creationId xmlns:a16="http://schemas.microsoft.com/office/drawing/2014/main" id="{5DC510A7-C8FE-584F-2486-BF45D9EB44E2}"/>
                  </a:ext>
                </a:extLst>
              </p:cNvPr>
              <p:cNvSpPr>
                <a:spLocks noChangeArrowheads="1"/>
              </p:cNvSpPr>
              <p:nvPr/>
            </p:nvSpPr>
            <p:spPr bwMode="auto">
              <a:xfrm>
                <a:off x="7218077" y="2362200"/>
                <a:ext cx="950912" cy="146050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cxnSp>
          <p:nvCxnSpPr>
            <p:cNvPr id="100406" name="Straight Connector 123">
              <a:extLst>
                <a:ext uri="{FF2B5EF4-FFF2-40B4-BE49-F238E27FC236}">
                  <a16:creationId xmlns:a16="http://schemas.microsoft.com/office/drawing/2014/main" id="{C87AB7D8-CB67-7986-B02F-9258E0146C8F}"/>
                </a:ext>
              </a:extLst>
            </p:cNvPr>
            <p:cNvCxnSpPr>
              <a:cxnSpLocks noChangeShapeType="1"/>
            </p:cNvCxnSpPr>
            <p:nvPr/>
          </p:nvCxnSpPr>
          <p:spPr bwMode="auto">
            <a:xfrm rot="5400000" flipH="1" flipV="1">
              <a:off x="4991100" y="1231900"/>
              <a:ext cx="457200" cy="1588"/>
            </a:xfrm>
            <a:prstGeom prst="line">
              <a:avLst/>
            </a:prstGeom>
            <a:noFill/>
            <a:ln w="952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00407" name="Straight Connector 125">
              <a:extLst>
                <a:ext uri="{FF2B5EF4-FFF2-40B4-BE49-F238E27FC236}">
                  <a16:creationId xmlns:a16="http://schemas.microsoft.com/office/drawing/2014/main" id="{8DD84614-2A61-FA67-BED1-E7E3F5F97ACD}"/>
                </a:ext>
              </a:extLst>
            </p:cNvPr>
            <p:cNvCxnSpPr>
              <a:cxnSpLocks noChangeShapeType="1"/>
            </p:cNvCxnSpPr>
            <p:nvPr/>
          </p:nvCxnSpPr>
          <p:spPr bwMode="auto">
            <a:xfrm>
              <a:off x="5029200" y="1765300"/>
              <a:ext cx="365760" cy="1588"/>
            </a:xfrm>
            <a:prstGeom prst="line">
              <a:avLst/>
            </a:prstGeom>
            <a:noFill/>
            <a:ln w="9525" algn="ctr">
              <a:solidFill>
                <a:schemeClr val="tx1"/>
              </a:solidFill>
              <a:round/>
              <a:headEnd type="oval" w="med" len="med"/>
              <a:tailEnd/>
            </a:ln>
            <a:extLst>
              <a:ext uri="{909E8E84-426E-40DD-AFC4-6F175D3DCCD1}">
                <a14:hiddenFill xmlns:a14="http://schemas.microsoft.com/office/drawing/2010/main">
                  <a:noFill/>
                </a14:hiddenFill>
              </a:ext>
            </a:extLst>
          </p:spPr>
        </p:cxnSp>
        <p:grpSp>
          <p:nvGrpSpPr>
            <p:cNvPr id="100408" name="Group 126">
              <a:extLst>
                <a:ext uri="{FF2B5EF4-FFF2-40B4-BE49-F238E27FC236}">
                  <a16:creationId xmlns:a16="http://schemas.microsoft.com/office/drawing/2014/main" id="{2E8B4091-4528-753F-5AC4-FFA969EC0FE3}"/>
                </a:ext>
              </a:extLst>
            </p:cNvPr>
            <p:cNvGrpSpPr>
              <a:grpSpLocks/>
            </p:cNvGrpSpPr>
            <p:nvPr/>
          </p:nvGrpSpPr>
          <p:grpSpPr bwMode="auto">
            <a:xfrm>
              <a:off x="5232400" y="2616200"/>
              <a:ext cx="1135378" cy="822960"/>
              <a:chOff x="6877786" y="2362200"/>
              <a:chExt cx="1870272" cy="1460500"/>
            </a:xfrm>
          </p:grpSpPr>
          <p:sp>
            <p:nvSpPr>
              <p:cNvPr id="100430" name="Rectangle 57">
                <a:extLst>
                  <a:ext uri="{FF2B5EF4-FFF2-40B4-BE49-F238E27FC236}">
                    <a16:creationId xmlns:a16="http://schemas.microsoft.com/office/drawing/2014/main" id="{65E80E9B-1001-B3F3-A2BB-850A36DD5411}"/>
                  </a:ext>
                </a:extLst>
              </p:cNvPr>
              <p:cNvSpPr>
                <a:spLocks noChangeArrowheads="1"/>
              </p:cNvSpPr>
              <p:nvPr/>
            </p:nvSpPr>
            <p:spPr bwMode="auto">
              <a:xfrm>
                <a:off x="7384588" y="2622885"/>
                <a:ext cx="219169" cy="43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rgbClr val="000000"/>
                    </a:solidFill>
                    <a:latin typeface="Myriad Pro"/>
                  </a:rPr>
                  <a:t>D</a:t>
                </a:r>
                <a:endParaRPr lang="en-US" altLang="en-US" sz="1400" u="none">
                  <a:latin typeface="Times New Roman" panose="02020603050405020304" pitchFamily="18" charset="0"/>
                </a:endParaRPr>
              </a:p>
            </p:txBody>
          </p:sp>
          <p:sp>
            <p:nvSpPr>
              <p:cNvPr id="100431" name="Freeform 61">
                <a:extLst>
                  <a:ext uri="{FF2B5EF4-FFF2-40B4-BE49-F238E27FC236}">
                    <a16:creationId xmlns:a16="http://schemas.microsoft.com/office/drawing/2014/main" id="{13D45FD7-E8FE-48F4-0FEC-73401439667F}"/>
                  </a:ext>
                </a:extLst>
              </p:cNvPr>
              <p:cNvSpPr>
                <a:spLocks/>
              </p:cNvSpPr>
              <p:nvPr/>
            </p:nvSpPr>
            <p:spPr bwMode="auto">
              <a:xfrm>
                <a:off x="7224457" y="3211512"/>
                <a:ext cx="207963" cy="207962"/>
              </a:xfrm>
              <a:custGeom>
                <a:avLst/>
                <a:gdLst>
                  <a:gd name="T0" fmla="*/ 0 w 155"/>
                  <a:gd name="T1" fmla="*/ 279020603 h 155"/>
                  <a:gd name="T2" fmla="*/ 279023286 w 155"/>
                  <a:gd name="T3" fmla="*/ 135010272 h 155"/>
                  <a:gd name="T4" fmla="*/ 0 w 155"/>
                  <a:gd name="T5" fmla="*/ 0 h 155"/>
                  <a:gd name="T6" fmla="*/ 0 60000 65536"/>
                  <a:gd name="T7" fmla="*/ 0 60000 65536"/>
                  <a:gd name="T8" fmla="*/ 0 60000 65536"/>
                  <a:gd name="T9" fmla="*/ 0 w 155"/>
                  <a:gd name="T10" fmla="*/ 0 h 155"/>
                  <a:gd name="T11" fmla="*/ 155 w 155"/>
                  <a:gd name="T12" fmla="*/ 155 h 155"/>
                </a:gdLst>
                <a:ahLst/>
                <a:cxnLst>
                  <a:cxn ang="T6">
                    <a:pos x="T0" y="T1"/>
                  </a:cxn>
                  <a:cxn ang="T7">
                    <a:pos x="T2" y="T3"/>
                  </a:cxn>
                  <a:cxn ang="T8">
                    <a:pos x="T4" y="T5"/>
                  </a:cxn>
                </a:cxnLst>
                <a:rect l="T9" t="T10" r="T11" b="T12"/>
                <a:pathLst>
                  <a:path w="155" h="155">
                    <a:moveTo>
                      <a:pt x="0" y="155"/>
                    </a:moveTo>
                    <a:lnTo>
                      <a:pt x="155" y="75"/>
                    </a:lnTo>
                    <a:lnTo>
                      <a:pt x="0" y="0"/>
                    </a:lnTo>
                  </a:path>
                </a:pathLst>
              </a:cu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432" name="Line 63">
                <a:extLst>
                  <a:ext uri="{FF2B5EF4-FFF2-40B4-BE49-F238E27FC236}">
                    <a16:creationId xmlns:a16="http://schemas.microsoft.com/office/drawing/2014/main" id="{6AE95968-E33D-42DA-E962-5D1C2217E112}"/>
                  </a:ext>
                </a:extLst>
              </p:cNvPr>
              <p:cNvSpPr>
                <a:spLocks noChangeShapeType="1"/>
              </p:cNvSpPr>
              <p:nvPr/>
            </p:nvSpPr>
            <p:spPr bwMode="auto">
              <a:xfrm>
                <a:off x="6877786" y="2801310"/>
                <a:ext cx="301251" cy="0"/>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433" name="Line 64">
                <a:extLst>
                  <a:ext uri="{FF2B5EF4-FFF2-40B4-BE49-F238E27FC236}">
                    <a16:creationId xmlns:a16="http://schemas.microsoft.com/office/drawing/2014/main" id="{5DB34740-8B27-7193-4337-5E818B9F9FB0}"/>
                  </a:ext>
                </a:extLst>
              </p:cNvPr>
              <p:cNvSpPr>
                <a:spLocks noChangeShapeType="1"/>
              </p:cNvSpPr>
              <p:nvPr/>
            </p:nvSpPr>
            <p:spPr bwMode="auto">
              <a:xfrm>
                <a:off x="8199418" y="2814630"/>
                <a:ext cx="548640" cy="1588"/>
              </a:xfrm>
              <a:prstGeom prst="line">
                <a:avLst/>
              </a:prstGeom>
              <a:noFill/>
              <a:ln w="1270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100434" name="Rectangle 67">
                <a:extLst>
                  <a:ext uri="{FF2B5EF4-FFF2-40B4-BE49-F238E27FC236}">
                    <a16:creationId xmlns:a16="http://schemas.microsoft.com/office/drawing/2014/main" id="{A61F48E0-4D25-EBF0-07B7-42C2A8590D8F}"/>
                  </a:ext>
                </a:extLst>
              </p:cNvPr>
              <p:cNvSpPr>
                <a:spLocks noChangeArrowheads="1"/>
              </p:cNvSpPr>
              <p:nvPr/>
            </p:nvSpPr>
            <p:spPr bwMode="auto">
              <a:xfrm>
                <a:off x="7218077" y="2362200"/>
                <a:ext cx="950912" cy="146050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cxnSp>
          <p:nvCxnSpPr>
            <p:cNvPr id="100409" name="Straight Connector 132">
              <a:extLst>
                <a:ext uri="{FF2B5EF4-FFF2-40B4-BE49-F238E27FC236}">
                  <a16:creationId xmlns:a16="http://schemas.microsoft.com/office/drawing/2014/main" id="{11DDDE7E-991E-CBFB-5949-1F06D4581D06}"/>
                </a:ext>
              </a:extLst>
            </p:cNvPr>
            <p:cNvCxnSpPr>
              <a:cxnSpLocks noChangeShapeType="1"/>
            </p:cNvCxnSpPr>
            <p:nvPr/>
          </p:nvCxnSpPr>
          <p:spPr bwMode="auto">
            <a:xfrm rot="5400000" flipH="1" flipV="1">
              <a:off x="5016518" y="2641600"/>
              <a:ext cx="457200" cy="1588"/>
            </a:xfrm>
            <a:prstGeom prst="line">
              <a:avLst/>
            </a:prstGeom>
            <a:noFill/>
            <a:ln w="952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00410" name="Straight Connector 133">
              <a:extLst>
                <a:ext uri="{FF2B5EF4-FFF2-40B4-BE49-F238E27FC236}">
                  <a16:creationId xmlns:a16="http://schemas.microsoft.com/office/drawing/2014/main" id="{F6D6E90A-4CB5-2623-A539-B3FA8755A539}"/>
                </a:ext>
              </a:extLst>
            </p:cNvPr>
            <p:cNvCxnSpPr>
              <a:cxnSpLocks noChangeShapeType="1"/>
            </p:cNvCxnSpPr>
            <p:nvPr/>
          </p:nvCxnSpPr>
          <p:spPr bwMode="auto">
            <a:xfrm>
              <a:off x="5041918" y="3162300"/>
              <a:ext cx="365760" cy="1588"/>
            </a:xfrm>
            <a:prstGeom prst="line">
              <a:avLst/>
            </a:prstGeom>
            <a:noFill/>
            <a:ln w="9525" algn="ctr">
              <a:solidFill>
                <a:schemeClr val="tx1"/>
              </a:solidFill>
              <a:round/>
              <a:headEnd type="oval" w="med" len="med"/>
              <a:tailEnd/>
            </a:ln>
            <a:extLst>
              <a:ext uri="{909E8E84-426E-40DD-AFC4-6F175D3DCCD1}">
                <a14:hiddenFill xmlns:a14="http://schemas.microsoft.com/office/drawing/2010/main">
                  <a:noFill/>
                </a14:hiddenFill>
              </a:ext>
            </a:extLst>
          </p:spPr>
        </p:cxnSp>
        <p:grpSp>
          <p:nvGrpSpPr>
            <p:cNvPr id="100411" name="Group 134">
              <a:extLst>
                <a:ext uri="{FF2B5EF4-FFF2-40B4-BE49-F238E27FC236}">
                  <a16:creationId xmlns:a16="http://schemas.microsoft.com/office/drawing/2014/main" id="{3AD35BA2-AB00-4026-DC8D-BC9C84A3D254}"/>
                </a:ext>
              </a:extLst>
            </p:cNvPr>
            <p:cNvGrpSpPr>
              <a:grpSpLocks/>
            </p:cNvGrpSpPr>
            <p:nvPr/>
          </p:nvGrpSpPr>
          <p:grpSpPr bwMode="auto">
            <a:xfrm>
              <a:off x="5232400" y="4165600"/>
              <a:ext cx="1135378" cy="822960"/>
              <a:chOff x="6877786" y="2362200"/>
              <a:chExt cx="1870272" cy="1460500"/>
            </a:xfrm>
          </p:grpSpPr>
          <p:sp>
            <p:nvSpPr>
              <p:cNvPr id="100425" name="Rectangle 57">
                <a:extLst>
                  <a:ext uri="{FF2B5EF4-FFF2-40B4-BE49-F238E27FC236}">
                    <a16:creationId xmlns:a16="http://schemas.microsoft.com/office/drawing/2014/main" id="{AABAD981-3A55-BDD6-9F5F-AFC18169AE51}"/>
                  </a:ext>
                </a:extLst>
              </p:cNvPr>
              <p:cNvSpPr>
                <a:spLocks noChangeArrowheads="1"/>
              </p:cNvSpPr>
              <p:nvPr/>
            </p:nvSpPr>
            <p:spPr bwMode="auto">
              <a:xfrm>
                <a:off x="7384588" y="2622885"/>
                <a:ext cx="219169" cy="43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rgbClr val="000000"/>
                    </a:solidFill>
                    <a:latin typeface="Myriad Pro"/>
                  </a:rPr>
                  <a:t>D</a:t>
                </a:r>
                <a:endParaRPr lang="en-US" altLang="en-US" sz="1400" u="none">
                  <a:latin typeface="Times New Roman" panose="02020603050405020304" pitchFamily="18" charset="0"/>
                </a:endParaRPr>
              </a:p>
            </p:txBody>
          </p:sp>
          <p:sp>
            <p:nvSpPr>
              <p:cNvPr id="100426" name="Freeform 61">
                <a:extLst>
                  <a:ext uri="{FF2B5EF4-FFF2-40B4-BE49-F238E27FC236}">
                    <a16:creationId xmlns:a16="http://schemas.microsoft.com/office/drawing/2014/main" id="{984963D2-E024-39C0-2F9F-90ED1FDD3B20}"/>
                  </a:ext>
                </a:extLst>
              </p:cNvPr>
              <p:cNvSpPr>
                <a:spLocks/>
              </p:cNvSpPr>
              <p:nvPr/>
            </p:nvSpPr>
            <p:spPr bwMode="auto">
              <a:xfrm>
                <a:off x="7224457" y="3211512"/>
                <a:ext cx="207963" cy="207962"/>
              </a:xfrm>
              <a:custGeom>
                <a:avLst/>
                <a:gdLst>
                  <a:gd name="T0" fmla="*/ 0 w 155"/>
                  <a:gd name="T1" fmla="*/ 279020603 h 155"/>
                  <a:gd name="T2" fmla="*/ 279023286 w 155"/>
                  <a:gd name="T3" fmla="*/ 135010272 h 155"/>
                  <a:gd name="T4" fmla="*/ 0 w 155"/>
                  <a:gd name="T5" fmla="*/ 0 h 155"/>
                  <a:gd name="T6" fmla="*/ 0 60000 65536"/>
                  <a:gd name="T7" fmla="*/ 0 60000 65536"/>
                  <a:gd name="T8" fmla="*/ 0 60000 65536"/>
                  <a:gd name="T9" fmla="*/ 0 w 155"/>
                  <a:gd name="T10" fmla="*/ 0 h 155"/>
                  <a:gd name="T11" fmla="*/ 155 w 155"/>
                  <a:gd name="T12" fmla="*/ 155 h 155"/>
                </a:gdLst>
                <a:ahLst/>
                <a:cxnLst>
                  <a:cxn ang="T6">
                    <a:pos x="T0" y="T1"/>
                  </a:cxn>
                  <a:cxn ang="T7">
                    <a:pos x="T2" y="T3"/>
                  </a:cxn>
                  <a:cxn ang="T8">
                    <a:pos x="T4" y="T5"/>
                  </a:cxn>
                </a:cxnLst>
                <a:rect l="T9" t="T10" r="T11" b="T12"/>
                <a:pathLst>
                  <a:path w="155" h="155">
                    <a:moveTo>
                      <a:pt x="0" y="155"/>
                    </a:moveTo>
                    <a:lnTo>
                      <a:pt x="155" y="75"/>
                    </a:lnTo>
                    <a:lnTo>
                      <a:pt x="0" y="0"/>
                    </a:lnTo>
                  </a:path>
                </a:pathLst>
              </a:cu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427" name="Line 63">
                <a:extLst>
                  <a:ext uri="{FF2B5EF4-FFF2-40B4-BE49-F238E27FC236}">
                    <a16:creationId xmlns:a16="http://schemas.microsoft.com/office/drawing/2014/main" id="{750D6517-1CFF-2429-F898-3B6F98AA4972}"/>
                  </a:ext>
                </a:extLst>
              </p:cNvPr>
              <p:cNvSpPr>
                <a:spLocks noChangeShapeType="1"/>
              </p:cNvSpPr>
              <p:nvPr/>
            </p:nvSpPr>
            <p:spPr bwMode="auto">
              <a:xfrm>
                <a:off x="6877786" y="2823849"/>
                <a:ext cx="301251" cy="0"/>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428" name="Line 64">
                <a:extLst>
                  <a:ext uri="{FF2B5EF4-FFF2-40B4-BE49-F238E27FC236}">
                    <a16:creationId xmlns:a16="http://schemas.microsoft.com/office/drawing/2014/main" id="{60D15DD3-7E6F-C7F2-382D-72CF09F1495D}"/>
                  </a:ext>
                </a:extLst>
              </p:cNvPr>
              <p:cNvSpPr>
                <a:spLocks noChangeShapeType="1"/>
              </p:cNvSpPr>
              <p:nvPr/>
            </p:nvSpPr>
            <p:spPr bwMode="auto">
              <a:xfrm>
                <a:off x="8199418" y="2814630"/>
                <a:ext cx="548640" cy="1588"/>
              </a:xfrm>
              <a:prstGeom prst="line">
                <a:avLst/>
              </a:prstGeom>
              <a:noFill/>
              <a:ln w="1270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100429" name="Rectangle 67">
                <a:extLst>
                  <a:ext uri="{FF2B5EF4-FFF2-40B4-BE49-F238E27FC236}">
                    <a16:creationId xmlns:a16="http://schemas.microsoft.com/office/drawing/2014/main" id="{AD473210-797E-9FAD-5380-691B3DE1981C}"/>
                  </a:ext>
                </a:extLst>
              </p:cNvPr>
              <p:cNvSpPr>
                <a:spLocks noChangeArrowheads="1"/>
              </p:cNvSpPr>
              <p:nvPr/>
            </p:nvSpPr>
            <p:spPr bwMode="auto">
              <a:xfrm>
                <a:off x="7218077" y="2362200"/>
                <a:ext cx="950912" cy="146050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cxnSp>
          <p:nvCxnSpPr>
            <p:cNvPr id="100412" name="Straight Connector 140">
              <a:extLst>
                <a:ext uri="{FF2B5EF4-FFF2-40B4-BE49-F238E27FC236}">
                  <a16:creationId xmlns:a16="http://schemas.microsoft.com/office/drawing/2014/main" id="{B4097F16-9502-7906-AC2B-94FC4CFB863F}"/>
                </a:ext>
              </a:extLst>
            </p:cNvPr>
            <p:cNvCxnSpPr>
              <a:cxnSpLocks noChangeShapeType="1"/>
            </p:cNvCxnSpPr>
            <p:nvPr/>
          </p:nvCxnSpPr>
          <p:spPr bwMode="auto">
            <a:xfrm rot="5400000" flipH="1" flipV="1">
              <a:off x="5003818" y="4191000"/>
              <a:ext cx="457200" cy="1588"/>
            </a:xfrm>
            <a:prstGeom prst="line">
              <a:avLst/>
            </a:prstGeom>
            <a:noFill/>
            <a:ln w="952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00413" name="Straight Connector 141">
              <a:extLst>
                <a:ext uri="{FF2B5EF4-FFF2-40B4-BE49-F238E27FC236}">
                  <a16:creationId xmlns:a16="http://schemas.microsoft.com/office/drawing/2014/main" id="{E589B761-2487-F1AB-CE4A-4878B0FDE626}"/>
                </a:ext>
              </a:extLst>
            </p:cNvPr>
            <p:cNvCxnSpPr>
              <a:cxnSpLocks noChangeShapeType="1"/>
            </p:cNvCxnSpPr>
            <p:nvPr/>
          </p:nvCxnSpPr>
          <p:spPr bwMode="auto">
            <a:xfrm>
              <a:off x="5041918" y="4711700"/>
              <a:ext cx="365760" cy="1588"/>
            </a:xfrm>
            <a:prstGeom prst="line">
              <a:avLst/>
            </a:prstGeom>
            <a:noFill/>
            <a:ln w="9525" algn="ctr">
              <a:solidFill>
                <a:schemeClr val="tx1"/>
              </a:solidFill>
              <a:round/>
              <a:headEnd type="oval" w="med" len="med"/>
              <a:tailEnd/>
            </a:ln>
            <a:extLst>
              <a:ext uri="{909E8E84-426E-40DD-AFC4-6F175D3DCCD1}">
                <a14:hiddenFill xmlns:a14="http://schemas.microsoft.com/office/drawing/2010/main">
                  <a:noFill/>
                </a14:hiddenFill>
              </a:ext>
            </a:extLst>
          </p:spPr>
        </p:cxnSp>
        <p:grpSp>
          <p:nvGrpSpPr>
            <p:cNvPr id="100414" name="Group 142">
              <a:extLst>
                <a:ext uri="{FF2B5EF4-FFF2-40B4-BE49-F238E27FC236}">
                  <a16:creationId xmlns:a16="http://schemas.microsoft.com/office/drawing/2014/main" id="{92D53544-BA85-E91D-9DED-36F424CF6CF7}"/>
                </a:ext>
              </a:extLst>
            </p:cNvPr>
            <p:cNvGrpSpPr>
              <a:grpSpLocks/>
            </p:cNvGrpSpPr>
            <p:nvPr/>
          </p:nvGrpSpPr>
          <p:grpSpPr bwMode="auto">
            <a:xfrm>
              <a:off x="5245100" y="5664200"/>
              <a:ext cx="1135378" cy="822960"/>
              <a:chOff x="6877786" y="2362200"/>
              <a:chExt cx="1870272" cy="1460500"/>
            </a:xfrm>
          </p:grpSpPr>
          <p:sp>
            <p:nvSpPr>
              <p:cNvPr id="100420" name="Rectangle 57">
                <a:extLst>
                  <a:ext uri="{FF2B5EF4-FFF2-40B4-BE49-F238E27FC236}">
                    <a16:creationId xmlns:a16="http://schemas.microsoft.com/office/drawing/2014/main" id="{8E8EEE46-014C-CEA8-44F3-C11497D2B663}"/>
                  </a:ext>
                </a:extLst>
              </p:cNvPr>
              <p:cNvSpPr>
                <a:spLocks noChangeArrowheads="1"/>
              </p:cNvSpPr>
              <p:nvPr/>
            </p:nvSpPr>
            <p:spPr bwMode="auto">
              <a:xfrm>
                <a:off x="7384588" y="2622885"/>
                <a:ext cx="219169" cy="43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solidFill>
                      <a:srgbClr val="000000"/>
                    </a:solidFill>
                    <a:latin typeface="Myriad Pro"/>
                  </a:rPr>
                  <a:t>D</a:t>
                </a:r>
                <a:endParaRPr lang="en-US" altLang="en-US" sz="1400" u="none">
                  <a:latin typeface="Times New Roman" panose="02020603050405020304" pitchFamily="18" charset="0"/>
                </a:endParaRPr>
              </a:p>
            </p:txBody>
          </p:sp>
          <p:sp>
            <p:nvSpPr>
              <p:cNvPr id="100421" name="Freeform 61">
                <a:extLst>
                  <a:ext uri="{FF2B5EF4-FFF2-40B4-BE49-F238E27FC236}">
                    <a16:creationId xmlns:a16="http://schemas.microsoft.com/office/drawing/2014/main" id="{2E02A3EE-F973-820E-E3EC-1751ED1E4DAD}"/>
                  </a:ext>
                </a:extLst>
              </p:cNvPr>
              <p:cNvSpPr>
                <a:spLocks/>
              </p:cNvSpPr>
              <p:nvPr/>
            </p:nvSpPr>
            <p:spPr bwMode="auto">
              <a:xfrm>
                <a:off x="7224457" y="3211512"/>
                <a:ext cx="207963" cy="207962"/>
              </a:xfrm>
              <a:custGeom>
                <a:avLst/>
                <a:gdLst>
                  <a:gd name="T0" fmla="*/ 0 w 155"/>
                  <a:gd name="T1" fmla="*/ 279020603 h 155"/>
                  <a:gd name="T2" fmla="*/ 279023286 w 155"/>
                  <a:gd name="T3" fmla="*/ 135010272 h 155"/>
                  <a:gd name="T4" fmla="*/ 0 w 155"/>
                  <a:gd name="T5" fmla="*/ 0 h 155"/>
                  <a:gd name="T6" fmla="*/ 0 60000 65536"/>
                  <a:gd name="T7" fmla="*/ 0 60000 65536"/>
                  <a:gd name="T8" fmla="*/ 0 60000 65536"/>
                  <a:gd name="T9" fmla="*/ 0 w 155"/>
                  <a:gd name="T10" fmla="*/ 0 h 155"/>
                  <a:gd name="T11" fmla="*/ 155 w 155"/>
                  <a:gd name="T12" fmla="*/ 155 h 155"/>
                </a:gdLst>
                <a:ahLst/>
                <a:cxnLst>
                  <a:cxn ang="T6">
                    <a:pos x="T0" y="T1"/>
                  </a:cxn>
                  <a:cxn ang="T7">
                    <a:pos x="T2" y="T3"/>
                  </a:cxn>
                  <a:cxn ang="T8">
                    <a:pos x="T4" y="T5"/>
                  </a:cxn>
                </a:cxnLst>
                <a:rect l="T9" t="T10" r="T11" b="T12"/>
                <a:pathLst>
                  <a:path w="155" h="155">
                    <a:moveTo>
                      <a:pt x="0" y="155"/>
                    </a:moveTo>
                    <a:lnTo>
                      <a:pt x="155" y="75"/>
                    </a:lnTo>
                    <a:lnTo>
                      <a:pt x="0" y="0"/>
                    </a:lnTo>
                  </a:path>
                </a:pathLst>
              </a:cu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422" name="Line 63">
                <a:extLst>
                  <a:ext uri="{FF2B5EF4-FFF2-40B4-BE49-F238E27FC236}">
                    <a16:creationId xmlns:a16="http://schemas.microsoft.com/office/drawing/2014/main" id="{552F8752-BD78-3119-CFFC-B8B947CF9260}"/>
                  </a:ext>
                </a:extLst>
              </p:cNvPr>
              <p:cNvSpPr>
                <a:spLocks noChangeShapeType="1"/>
              </p:cNvSpPr>
              <p:nvPr/>
            </p:nvSpPr>
            <p:spPr bwMode="auto">
              <a:xfrm>
                <a:off x="6877786" y="2801310"/>
                <a:ext cx="301251" cy="0"/>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100423" name="Line 64">
                <a:extLst>
                  <a:ext uri="{FF2B5EF4-FFF2-40B4-BE49-F238E27FC236}">
                    <a16:creationId xmlns:a16="http://schemas.microsoft.com/office/drawing/2014/main" id="{4AD445E2-FE79-F10B-589C-89FEDDC3F44A}"/>
                  </a:ext>
                </a:extLst>
              </p:cNvPr>
              <p:cNvSpPr>
                <a:spLocks noChangeShapeType="1"/>
              </p:cNvSpPr>
              <p:nvPr/>
            </p:nvSpPr>
            <p:spPr bwMode="auto">
              <a:xfrm>
                <a:off x="8199418" y="2814630"/>
                <a:ext cx="548640" cy="1588"/>
              </a:xfrm>
              <a:prstGeom prst="line">
                <a:avLst/>
              </a:prstGeom>
              <a:noFill/>
              <a:ln w="1270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100424" name="Rectangle 67">
                <a:extLst>
                  <a:ext uri="{FF2B5EF4-FFF2-40B4-BE49-F238E27FC236}">
                    <a16:creationId xmlns:a16="http://schemas.microsoft.com/office/drawing/2014/main" id="{1549346E-7EF3-DB7F-66F1-6EB74C797108}"/>
                  </a:ext>
                </a:extLst>
              </p:cNvPr>
              <p:cNvSpPr>
                <a:spLocks noChangeArrowheads="1"/>
              </p:cNvSpPr>
              <p:nvPr/>
            </p:nvSpPr>
            <p:spPr bwMode="auto">
              <a:xfrm>
                <a:off x="7218077" y="2362200"/>
                <a:ext cx="950912" cy="1460500"/>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cxnSp>
          <p:nvCxnSpPr>
            <p:cNvPr id="100415" name="Straight Connector 148">
              <a:extLst>
                <a:ext uri="{FF2B5EF4-FFF2-40B4-BE49-F238E27FC236}">
                  <a16:creationId xmlns:a16="http://schemas.microsoft.com/office/drawing/2014/main" id="{FC814762-9B15-F777-D544-68BB83351A19}"/>
                </a:ext>
              </a:extLst>
            </p:cNvPr>
            <p:cNvCxnSpPr>
              <a:cxnSpLocks noChangeShapeType="1"/>
            </p:cNvCxnSpPr>
            <p:nvPr/>
          </p:nvCxnSpPr>
          <p:spPr bwMode="auto">
            <a:xfrm rot="5400000" flipH="1" flipV="1">
              <a:off x="5016518" y="5689600"/>
              <a:ext cx="457200" cy="1588"/>
            </a:xfrm>
            <a:prstGeom prst="line">
              <a:avLst/>
            </a:prstGeom>
            <a:noFill/>
            <a:ln w="9525"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00416" name="Straight Connector 149">
              <a:extLst>
                <a:ext uri="{FF2B5EF4-FFF2-40B4-BE49-F238E27FC236}">
                  <a16:creationId xmlns:a16="http://schemas.microsoft.com/office/drawing/2014/main" id="{9FF3AC61-3856-A3A2-9AE4-99D6134216B6}"/>
                </a:ext>
              </a:extLst>
            </p:cNvPr>
            <p:cNvCxnSpPr>
              <a:cxnSpLocks noChangeShapeType="1"/>
            </p:cNvCxnSpPr>
            <p:nvPr/>
          </p:nvCxnSpPr>
          <p:spPr bwMode="auto">
            <a:xfrm>
              <a:off x="5054618" y="6210300"/>
              <a:ext cx="36576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0417" name="Straight Connector 151">
              <a:extLst>
                <a:ext uri="{FF2B5EF4-FFF2-40B4-BE49-F238E27FC236}">
                  <a16:creationId xmlns:a16="http://schemas.microsoft.com/office/drawing/2014/main" id="{6C613EE0-AD7E-6E26-DCDF-F7EA5C6BE537}"/>
                </a:ext>
              </a:extLst>
            </p:cNvPr>
            <p:cNvCxnSpPr>
              <a:cxnSpLocks noChangeShapeType="1"/>
            </p:cNvCxnSpPr>
            <p:nvPr/>
          </p:nvCxnSpPr>
          <p:spPr bwMode="auto">
            <a:xfrm rot="5400000" flipH="1" flipV="1">
              <a:off x="2057400" y="3251200"/>
              <a:ext cx="59436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0418" name="Straight Connector 153">
              <a:extLst>
                <a:ext uri="{FF2B5EF4-FFF2-40B4-BE49-F238E27FC236}">
                  <a16:creationId xmlns:a16="http://schemas.microsoft.com/office/drawing/2014/main" id="{A2B0B4F0-0467-7E84-EE38-A0E7F02BFAFC}"/>
                </a:ext>
              </a:extLst>
            </p:cNvPr>
            <p:cNvCxnSpPr>
              <a:cxnSpLocks noChangeShapeType="1"/>
            </p:cNvCxnSpPr>
            <p:nvPr/>
          </p:nvCxnSpPr>
          <p:spPr bwMode="auto">
            <a:xfrm rot="10800000">
              <a:off x="1920240" y="268288"/>
              <a:ext cx="310896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0419" name="Straight Connector 155">
              <a:extLst>
                <a:ext uri="{FF2B5EF4-FFF2-40B4-BE49-F238E27FC236}">
                  <a16:creationId xmlns:a16="http://schemas.microsoft.com/office/drawing/2014/main" id="{A51386D7-303E-F8A4-9A60-9B8491E03630}"/>
                </a:ext>
              </a:extLst>
            </p:cNvPr>
            <p:cNvCxnSpPr>
              <a:cxnSpLocks noChangeShapeType="1"/>
            </p:cNvCxnSpPr>
            <p:nvPr/>
          </p:nvCxnSpPr>
          <p:spPr bwMode="auto">
            <a:xfrm rot="5400000">
              <a:off x="1278636" y="893064"/>
              <a:ext cx="1252728" cy="1588"/>
            </a:xfrm>
            <a:prstGeom prst="line">
              <a:avLst/>
            </a:prstGeom>
            <a:noFill/>
            <a:ln w="9525" algn="ctr">
              <a:solidFill>
                <a:schemeClr val="tx1"/>
              </a:solidFill>
              <a:round/>
              <a:headEnd/>
              <a:tailEnd type="oval" w="med" len="med"/>
            </a:ln>
            <a:extLst>
              <a:ext uri="{909E8E84-426E-40DD-AFC4-6F175D3DCCD1}">
                <a14:hiddenFill xmlns:a14="http://schemas.microsoft.com/office/drawing/2010/main">
                  <a:noFill/>
                </a14:hiddenFill>
              </a:ext>
            </a:extLst>
          </p:spPr>
        </p:cxnSp>
      </p:grpSp>
      <p:sp>
        <p:nvSpPr>
          <p:cNvPr id="100356" name="TextBox 158">
            <a:extLst>
              <a:ext uri="{FF2B5EF4-FFF2-40B4-BE49-F238E27FC236}">
                <a16:creationId xmlns:a16="http://schemas.microsoft.com/office/drawing/2014/main" id="{43ACC038-CDDC-9E45-16E9-6F989903D3BA}"/>
              </a:ext>
            </a:extLst>
          </p:cNvPr>
          <p:cNvSpPr txBox="1">
            <a:spLocks noChangeArrowheads="1"/>
          </p:cNvSpPr>
          <p:nvPr/>
        </p:nvSpPr>
        <p:spPr bwMode="auto">
          <a:xfrm>
            <a:off x="8077200" y="1600201"/>
            <a:ext cx="2438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Port1 –Read/Write</a:t>
            </a:r>
          </a:p>
          <a:p>
            <a:pPr eaLnBrk="1" hangingPunct="1"/>
            <a:r>
              <a:rPr lang="en-US" altLang="en-US" u="none"/>
              <a:t>Port2, port3, port4  – Read-Only </a:t>
            </a:r>
            <a:endParaRPr lang="en-GB" altLang="en-US" u="none"/>
          </a:p>
        </p:txBody>
      </p:sp>
      <p:sp>
        <p:nvSpPr>
          <p:cNvPr id="100357" name="TextBox 159">
            <a:extLst>
              <a:ext uri="{FF2B5EF4-FFF2-40B4-BE49-F238E27FC236}">
                <a16:creationId xmlns:a16="http://schemas.microsoft.com/office/drawing/2014/main" id="{740EBDC2-C37D-AE03-8169-D2B6D072273F}"/>
              </a:ext>
            </a:extLst>
          </p:cNvPr>
          <p:cNvSpPr txBox="1">
            <a:spLocks noChangeArrowheads="1"/>
          </p:cNvSpPr>
          <p:nvPr/>
        </p:nvSpPr>
        <p:spPr bwMode="auto">
          <a:xfrm>
            <a:off x="8001000" y="3124200"/>
            <a:ext cx="167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RAM64X1Q</a:t>
            </a:r>
            <a:endParaRPr lang="en-GB" altLang="en-US" u="none"/>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
            <a:extLst>
              <a:ext uri="{FF2B5EF4-FFF2-40B4-BE49-F238E27FC236}">
                <a16:creationId xmlns:a16="http://schemas.microsoft.com/office/drawing/2014/main" id="{BDDD9857-B54B-2953-F14C-E47C3CB8CA24}"/>
              </a:ext>
            </a:extLst>
          </p:cNvPr>
          <p:cNvSpPr>
            <a:spLocks noGrp="1" noChangeArrowheads="1"/>
          </p:cNvSpPr>
          <p:nvPr>
            <p:ph type="title"/>
          </p:nvPr>
        </p:nvSpPr>
        <p:spPr/>
        <p:txBody>
          <a:bodyPr/>
          <a:lstStyle/>
          <a:p>
            <a:r>
              <a:rPr lang="en-US" altLang="en-US"/>
              <a:t>Shift Operations</a:t>
            </a:r>
            <a:endParaRPr lang="ru-RU" altLang="en-US"/>
          </a:p>
        </p:txBody>
      </p:sp>
      <p:sp>
        <p:nvSpPr>
          <p:cNvPr id="3" name="Text Placeholder 2">
            <a:extLst>
              <a:ext uri="{FF2B5EF4-FFF2-40B4-BE49-F238E27FC236}">
                <a16:creationId xmlns:a16="http://schemas.microsoft.com/office/drawing/2014/main" id="{3A9D0B9E-96FB-147F-93D6-70FF72DEA8F6}"/>
              </a:ext>
            </a:extLst>
          </p:cNvPr>
          <p:cNvSpPr>
            <a:spLocks noGrp="1"/>
          </p:cNvSpPr>
          <p:nvPr>
            <p:ph type="body" sz="quarter" idx="10"/>
          </p:nvPr>
        </p:nvSpPr>
        <p:spPr/>
        <p:txBody>
          <a:bodyPr/>
          <a:lstStyle/>
          <a:p>
            <a:pPr eaLnBrk="1" hangingPunct="1"/>
            <a:r>
              <a:rPr lang="ru-RU" altLang="en-US" sz="2400" b="0" u="none" dirty="0">
                <a:solidFill>
                  <a:srgbClr val="0000FF"/>
                </a:solidFill>
              </a:rPr>
              <a:t>Shift Operation</a:t>
            </a:r>
          </a:p>
          <a:p>
            <a:pPr lvl="1"/>
            <a:r>
              <a:rPr lang="ru-RU" altLang="en-US" b="0" u="none" dirty="0"/>
              <a:t>The shift operation is a single clock-edge operation</a:t>
            </a:r>
            <a:r>
              <a:rPr lang="en-US" altLang="en-US" b="0" u="none" dirty="0"/>
              <a:t>.</a:t>
            </a:r>
          </a:p>
          <a:p>
            <a:pPr lvl="1"/>
            <a:r>
              <a:rPr lang="ru-RU" altLang="en-US" b="0" u="none" dirty="0"/>
              <a:t> When </a:t>
            </a:r>
            <a:r>
              <a:rPr lang="en-US" altLang="en-US" b="0" u="none" dirty="0"/>
              <a:t>CE</a:t>
            </a:r>
            <a:r>
              <a:rPr lang="ru-RU" altLang="en-US" b="0" u="none" dirty="0"/>
              <a:t> is High, the input (D) is loaded into the first bit of the shift register.</a:t>
            </a:r>
          </a:p>
          <a:p>
            <a:pPr lvl="1"/>
            <a:r>
              <a:rPr lang="ru-RU" altLang="en-US" b="0" u="none" dirty="0"/>
              <a:t>Each bit is also shifted to the next highest bit position. In a cascadable shift register</a:t>
            </a:r>
            <a:r>
              <a:rPr lang="en-US" altLang="en-US" b="0" u="none" dirty="0"/>
              <a:t> </a:t>
            </a:r>
            <a:r>
              <a:rPr lang="ru-RU" altLang="en-US" b="0" u="none" dirty="0"/>
              <a:t>configuration, the last bit is shifted out on the M31 output.</a:t>
            </a:r>
          </a:p>
          <a:p>
            <a:pPr lvl="1"/>
            <a:r>
              <a:rPr lang="ru-RU" altLang="en-US" b="0" u="none" dirty="0"/>
              <a:t>The bit selected by the 5-bit address port (A[4:0]) appears on the Q output.</a:t>
            </a:r>
            <a:endParaRPr lang="en-US" altLang="en-US" b="0" u="none" dirty="0"/>
          </a:p>
          <a:p>
            <a:pPr eaLnBrk="1" hangingPunct="1"/>
            <a:endParaRPr lang="ru-RU" altLang="en-US" sz="2400" b="0" u="none" dirty="0"/>
          </a:p>
          <a:p>
            <a:pPr eaLnBrk="1" hangingPunct="1"/>
            <a:r>
              <a:rPr lang="ru-RU" altLang="en-US" sz="2400" b="0" u="none" dirty="0">
                <a:solidFill>
                  <a:srgbClr val="0000FF"/>
                </a:solidFill>
              </a:rPr>
              <a:t>Dynamic Read Operation</a:t>
            </a:r>
          </a:p>
          <a:p>
            <a:pPr lvl="1"/>
            <a:r>
              <a:rPr lang="ru-RU" altLang="en-US" b="0" u="none" dirty="0"/>
              <a:t>The Q output is determined by the 5-bit address. Each time a new address is applied to the</a:t>
            </a:r>
            <a:r>
              <a:rPr lang="en-US" altLang="en-US" b="0" u="none" dirty="0"/>
              <a:t> </a:t>
            </a:r>
            <a:r>
              <a:rPr lang="ru-RU" altLang="en-US" b="0" u="none" dirty="0"/>
              <a:t>5-input address pins, the new bit position value is available on the Q output after the time</a:t>
            </a:r>
            <a:r>
              <a:rPr lang="en-US" altLang="en-US" b="0" u="none" dirty="0"/>
              <a:t> </a:t>
            </a:r>
            <a:r>
              <a:rPr lang="ru-RU" altLang="en-US" b="0" u="none" dirty="0"/>
              <a:t>delay to access the LUT. This operation is asynchronous and independent of the clock and</a:t>
            </a:r>
            <a:r>
              <a:rPr lang="en-US" altLang="en-US" b="0" u="none" dirty="0"/>
              <a:t> </a:t>
            </a:r>
            <a:r>
              <a:rPr lang="ru-RU" altLang="en-US" b="0" u="none" dirty="0"/>
              <a:t>clock-enable signals.</a:t>
            </a:r>
          </a:p>
          <a:p>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a:extLst>
              <a:ext uri="{FF2B5EF4-FFF2-40B4-BE49-F238E27FC236}">
                <a16:creationId xmlns:a16="http://schemas.microsoft.com/office/drawing/2014/main" id="{D0680D9D-870C-4BDE-2481-82752F7FF040}"/>
              </a:ext>
            </a:extLst>
          </p:cNvPr>
          <p:cNvSpPr>
            <a:spLocks noGrp="1" noChangeArrowheads="1"/>
          </p:cNvSpPr>
          <p:nvPr>
            <p:ph type="title"/>
          </p:nvPr>
        </p:nvSpPr>
        <p:spPr>
          <a:xfrm>
            <a:off x="0" y="183401"/>
            <a:ext cx="11612880" cy="704088"/>
          </a:xfrm>
        </p:spPr>
        <p:txBody>
          <a:bodyPr/>
          <a:lstStyle/>
          <a:p>
            <a:r>
              <a:rPr lang="en-US" altLang="en-US"/>
              <a:t>Shift Register</a:t>
            </a:r>
            <a:endParaRPr lang="en-GB" altLang="en-US"/>
          </a:p>
        </p:txBody>
      </p:sp>
      <p:grpSp>
        <p:nvGrpSpPr>
          <p:cNvPr id="102403" name="Group 28">
            <a:extLst>
              <a:ext uri="{FF2B5EF4-FFF2-40B4-BE49-F238E27FC236}">
                <a16:creationId xmlns:a16="http://schemas.microsoft.com/office/drawing/2014/main" id="{7391B092-D77D-3481-17C7-1995E7C3CF30}"/>
              </a:ext>
            </a:extLst>
          </p:cNvPr>
          <p:cNvGrpSpPr>
            <a:grpSpLocks/>
          </p:cNvGrpSpPr>
          <p:nvPr/>
        </p:nvGrpSpPr>
        <p:grpSpPr bwMode="auto">
          <a:xfrm>
            <a:off x="2209800" y="1295400"/>
            <a:ext cx="7162800" cy="3592462"/>
            <a:chOff x="800100" y="1676400"/>
            <a:chExt cx="7810500" cy="3821922"/>
          </a:xfrm>
        </p:grpSpPr>
        <p:sp>
          <p:nvSpPr>
            <p:cNvPr id="3" name="Rectangle 2">
              <a:extLst>
                <a:ext uri="{FF2B5EF4-FFF2-40B4-BE49-F238E27FC236}">
                  <a16:creationId xmlns:a16="http://schemas.microsoft.com/office/drawing/2014/main" id="{3D8324E9-9335-4132-8AFF-D010BBF6B22F}"/>
                </a:ext>
              </a:extLst>
            </p:cNvPr>
            <p:cNvSpPr/>
            <p:nvPr/>
          </p:nvSpPr>
          <p:spPr bwMode="auto">
            <a:xfrm>
              <a:off x="3505733" y="1904402"/>
              <a:ext cx="3046649" cy="1295384"/>
            </a:xfrm>
            <a:prstGeom prst="rect">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lstStyle/>
            <a:p>
              <a:pPr algn="ctr" eaLnBrk="1" hangingPunct="1">
                <a:defRPr/>
              </a:pPr>
              <a:endParaRPr lang="ru-RU" dirty="0"/>
            </a:p>
            <a:p>
              <a:pPr algn="ctr" eaLnBrk="1" hangingPunct="1">
                <a:defRPr/>
              </a:pPr>
              <a:r>
                <a:rPr lang="ru-RU" dirty="0"/>
                <a:t>32-</a:t>
              </a:r>
              <a:r>
                <a:rPr lang="en-US" dirty="0"/>
                <a:t>bit  Shift  Register</a:t>
              </a:r>
              <a:endParaRPr lang="en-GB" dirty="0"/>
            </a:p>
          </p:txBody>
        </p:sp>
        <p:cxnSp>
          <p:nvCxnSpPr>
            <p:cNvPr id="102406" name="Straight Arrow Connector 4">
              <a:extLst>
                <a:ext uri="{FF2B5EF4-FFF2-40B4-BE49-F238E27FC236}">
                  <a16:creationId xmlns:a16="http://schemas.microsoft.com/office/drawing/2014/main" id="{BDFFCD83-B300-E61D-1115-580DBC589486}"/>
                </a:ext>
              </a:extLst>
            </p:cNvPr>
            <p:cNvCxnSpPr>
              <a:cxnSpLocks noChangeShapeType="1"/>
            </p:cNvCxnSpPr>
            <p:nvPr/>
          </p:nvCxnSpPr>
          <p:spPr bwMode="auto">
            <a:xfrm>
              <a:off x="2133600" y="2120900"/>
              <a:ext cx="1371600" cy="158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2407" name="Straight Arrow Connector 5">
              <a:extLst>
                <a:ext uri="{FF2B5EF4-FFF2-40B4-BE49-F238E27FC236}">
                  <a16:creationId xmlns:a16="http://schemas.microsoft.com/office/drawing/2014/main" id="{772362F9-2849-159F-3A53-C54DA4767101}"/>
                </a:ext>
              </a:extLst>
            </p:cNvPr>
            <p:cNvCxnSpPr>
              <a:cxnSpLocks noChangeShapeType="1"/>
            </p:cNvCxnSpPr>
            <p:nvPr/>
          </p:nvCxnSpPr>
          <p:spPr bwMode="auto">
            <a:xfrm>
              <a:off x="2133600" y="2514600"/>
              <a:ext cx="1371600" cy="158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2408" name="Straight Arrow Connector 6">
              <a:extLst>
                <a:ext uri="{FF2B5EF4-FFF2-40B4-BE49-F238E27FC236}">
                  <a16:creationId xmlns:a16="http://schemas.microsoft.com/office/drawing/2014/main" id="{5001CE3F-F0DB-02EB-D729-92A491008893}"/>
                </a:ext>
              </a:extLst>
            </p:cNvPr>
            <p:cNvCxnSpPr>
              <a:cxnSpLocks noChangeShapeType="1"/>
            </p:cNvCxnSpPr>
            <p:nvPr/>
          </p:nvCxnSpPr>
          <p:spPr bwMode="auto">
            <a:xfrm>
              <a:off x="2133600" y="2895600"/>
              <a:ext cx="1371600" cy="158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02409" name="Straight Arrow Connector 7">
              <a:extLst>
                <a:ext uri="{FF2B5EF4-FFF2-40B4-BE49-F238E27FC236}">
                  <a16:creationId xmlns:a16="http://schemas.microsoft.com/office/drawing/2014/main" id="{8EA8CD4D-FD1C-8000-B6F5-F4221F5C7F70}"/>
                </a:ext>
              </a:extLst>
            </p:cNvPr>
            <p:cNvCxnSpPr>
              <a:cxnSpLocks noChangeShapeType="1"/>
            </p:cNvCxnSpPr>
            <p:nvPr/>
          </p:nvCxnSpPr>
          <p:spPr bwMode="auto">
            <a:xfrm>
              <a:off x="6553200" y="2514600"/>
              <a:ext cx="1097280" cy="158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02410" name="TextBox 8">
              <a:extLst>
                <a:ext uri="{FF2B5EF4-FFF2-40B4-BE49-F238E27FC236}">
                  <a16:creationId xmlns:a16="http://schemas.microsoft.com/office/drawing/2014/main" id="{5A5B567C-DFF4-3366-BBB5-82A3D0EB0D7D}"/>
                </a:ext>
              </a:extLst>
            </p:cNvPr>
            <p:cNvSpPr txBox="1">
              <a:spLocks noChangeArrowheads="1"/>
            </p:cNvSpPr>
            <p:nvPr/>
          </p:nvSpPr>
          <p:spPr bwMode="auto">
            <a:xfrm>
              <a:off x="1143000" y="1676400"/>
              <a:ext cx="1447801" cy="687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Shift_in (D)</a:t>
              </a:r>
              <a:endParaRPr lang="en-GB" altLang="en-US" u="none"/>
            </a:p>
          </p:txBody>
        </p:sp>
        <p:sp>
          <p:nvSpPr>
            <p:cNvPr id="102411" name="TextBox 9">
              <a:extLst>
                <a:ext uri="{FF2B5EF4-FFF2-40B4-BE49-F238E27FC236}">
                  <a16:creationId xmlns:a16="http://schemas.microsoft.com/office/drawing/2014/main" id="{87AA1089-BC48-E393-577B-F7C6CC358424}"/>
                </a:ext>
              </a:extLst>
            </p:cNvPr>
            <p:cNvSpPr txBox="1">
              <a:spLocks noChangeArrowheads="1"/>
            </p:cNvSpPr>
            <p:nvPr/>
          </p:nvSpPr>
          <p:spPr bwMode="auto">
            <a:xfrm>
              <a:off x="1524000" y="2209800"/>
              <a:ext cx="762000" cy="39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WE</a:t>
              </a:r>
              <a:endParaRPr lang="en-GB" altLang="en-US" u="none"/>
            </a:p>
          </p:txBody>
        </p:sp>
        <p:sp>
          <p:nvSpPr>
            <p:cNvPr id="102412" name="TextBox 10">
              <a:extLst>
                <a:ext uri="{FF2B5EF4-FFF2-40B4-BE49-F238E27FC236}">
                  <a16:creationId xmlns:a16="http://schemas.microsoft.com/office/drawing/2014/main" id="{A9D416D8-3290-18A4-62A7-316FA105EFFE}"/>
                </a:ext>
              </a:extLst>
            </p:cNvPr>
            <p:cNvSpPr txBox="1">
              <a:spLocks noChangeArrowheads="1"/>
            </p:cNvSpPr>
            <p:nvPr/>
          </p:nvSpPr>
          <p:spPr bwMode="auto">
            <a:xfrm>
              <a:off x="1447800" y="2667000"/>
              <a:ext cx="762000" cy="39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CLK</a:t>
              </a:r>
              <a:endParaRPr lang="en-GB" altLang="en-US" u="none"/>
            </a:p>
          </p:txBody>
        </p:sp>
        <p:sp>
          <p:nvSpPr>
            <p:cNvPr id="102413" name="TextBox 11">
              <a:extLst>
                <a:ext uri="{FF2B5EF4-FFF2-40B4-BE49-F238E27FC236}">
                  <a16:creationId xmlns:a16="http://schemas.microsoft.com/office/drawing/2014/main" id="{77C13653-3706-F1FC-66B3-479991472557}"/>
                </a:ext>
              </a:extLst>
            </p:cNvPr>
            <p:cNvSpPr txBox="1">
              <a:spLocks noChangeArrowheads="1"/>
            </p:cNvSpPr>
            <p:nvPr/>
          </p:nvSpPr>
          <p:spPr bwMode="auto">
            <a:xfrm>
              <a:off x="7162799" y="2057400"/>
              <a:ext cx="1447801" cy="982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SHIFTOUT</a:t>
              </a:r>
            </a:p>
            <a:p>
              <a:pPr eaLnBrk="1" hangingPunct="1"/>
              <a:r>
                <a:rPr lang="en-US" altLang="en-US" u="none"/>
                <a:t>        Q31</a:t>
              </a:r>
            </a:p>
            <a:p>
              <a:pPr eaLnBrk="1" hangingPunct="1"/>
              <a:endParaRPr lang="en-GB" altLang="en-US" u="none"/>
            </a:p>
          </p:txBody>
        </p:sp>
        <p:sp>
          <p:nvSpPr>
            <p:cNvPr id="13" name="Trapezoid 12">
              <a:extLst>
                <a:ext uri="{FF2B5EF4-FFF2-40B4-BE49-F238E27FC236}">
                  <a16:creationId xmlns:a16="http://schemas.microsoft.com/office/drawing/2014/main" id="{50DD0E30-2198-401A-9253-068C767912CD}"/>
                </a:ext>
              </a:extLst>
            </p:cNvPr>
            <p:cNvSpPr/>
            <p:nvPr/>
          </p:nvSpPr>
          <p:spPr bwMode="auto">
            <a:xfrm rot="10800000">
              <a:off x="3886564" y="3963168"/>
              <a:ext cx="2361153" cy="685693"/>
            </a:xfrm>
            <a:prstGeom prst="trapezoid">
              <a:avLst>
                <a:gd name="adj" fmla="val 61905"/>
              </a:avLst>
            </a:prstGeom>
            <a:solidFill>
              <a:schemeClr val="accent1">
                <a:lumMod val="60000"/>
                <a:lumOff val="40000"/>
              </a:schemeClr>
            </a:solidFill>
            <a:ln w="19050" cap="flat" cmpd="sng" algn="ctr">
              <a:solidFill>
                <a:schemeClr val="tx1"/>
              </a:solidFill>
              <a:prstDash val="solid"/>
              <a:round/>
              <a:headEnd type="none" w="med" len="med"/>
              <a:tailEnd type="none" w="med" len="med"/>
            </a:ln>
            <a:effectLst/>
          </p:spPr>
          <p:txBody>
            <a:bodyPr/>
            <a:lstStyle/>
            <a:p>
              <a:pPr eaLnBrk="1" hangingPunct="1">
                <a:defRPr/>
              </a:pPr>
              <a:endParaRPr lang="en-GB"/>
            </a:p>
          </p:txBody>
        </p:sp>
        <p:cxnSp>
          <p:nvCxnSpPr>
            <p:cNvPr id="102415" name="Straight Connector 14">
              <a:extLst>
                <a:ext uri="{FF2B5EF4-FFF2-40B4-BE49-F238E27FC236}">
                  <a16:creationId xmlns:a16="http://schemas.microsoft.com/office/drawing/2014/main" id="{5118C3BC-DEBD-A61B-752E-8C3A91636C0E}"/>
                </a:ext>
              </a:extLst>
            </p:cNvPr>
            <p:cNvCxnSpPr>
              <a:cxnSpLocks noChangeShapeType="1"/>
            </p:cNvCxnSpPr>
            <p:nvPr/>
          </p:nvCxnSpPr>
          <p:spPr bwMode="auto">
            <a:xfrm rot="16200000" flipH="1">
              <a:off x="3848100" y="3390900"/>
              <a:ext cx="762000" cy="381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2416" name="Straight Connector 15">
              <a:extLst>
                <a:ext uri="{FF2B5EF4-FFF2-40B4-BE49-F238E27FC236}">
                  <a16:creationId xmlns:a16="http://schemas.microsoft.com/office/drawing/2014/main" id="{FE7D8C5A-BD4C-E1BB-4505-EEF773AA5DCA}"/>
                </a:ext>
              </a:extLst>
            </p:cNvPr>
            <p:cNvCxnSpPr>
              <a:cxnSpLocks noChangeShapeType="1"/>
            </p:cNvCxnSpPr>
            <p:nvPr/>
          </p:nvCxnSpPr>
          <p:spPr bwMode="auto">
            <a:xfrm rot="16200000" flipH="1">
              <a:off x="4114800" y="3390900"/>
              <a:ext cx="762000" cy="381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2417" name="Straight Connector 16">
              <a:extLst>
                <a:ext uri="{FF2B5EF4-FFF2-40B4-BE49-F238E27FC236}">
                  <a16:creationId xmlns:a16="http://schemas.microsoft.com/office/drawing/2014/main" id="{C3142811-0A79-664C-9831-32193D4CC6D8}"/>
                </a:ext>
              </a:extLst>
            </p:cNvPr>
            <p:cNvCxnSpPr>
              <a:cxnSpLocks noChangeShapeType="1"/>
            </p:cNvCxnSpPr>
            <p:nvPr/>
          </p:nvCxnSpPr>
          <p:spPr bwMode="auto">
            <a:xfrm rot="16200000" flipH="1">
              <a:off x="4394200" y="3390900"/>
              <a:ext cx="762000" cy="381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2418" name="Straight Connector 18">
              <a:extLst>
                <a:ext uri="{FF2B5EF4-FFF2-40B4-BE49-F238E27FC236}">
                  <a16:creationId xmlns:a16="http://schemas.microsoft.com/office/drawing/2014/main" id="{99AA48D1-DD1A-0415-7B13-6BA73B1AED6F}"/>
                </a:ext>
              </a:extLst>
            </p:cNvPr>
            <p:cNvCxnSpPr>
              <a:cxnSpLocks noChangeShapeType="1"/>
            </p:cNvCxnSpPr>
            <p:nvPr/>
          </p:nvCxnSpPr>
          <p:spPr bwMode="auto">
            <a:xfrm rot="5400000" flipH="1" flipV="1">
              <a:off x="5219700" y="3390900"/>
              <a:ext cx="762000" cy="381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2419" name="Straight Connector 19">
              <a:extLst>
                <a:ext uri="{FF2B5EF4-FFF2-40B4-BE49-F238E27FC236}">
                  <a16:creationId xmlns:a16="http://schemas.microsoft.com/office/drawing/2014/main" id="{18C4B139-CE6B-D57E-40FB-025AB8D7FA0B}"/>
                </a:ext>
              </a:extLst>
            </p:cNvPr>
            <p:cNvCxnSpPr>
              <a:cxnSpLocks noChangeShapeType="1"/>
            </p:cNvCxnSpPr>
            <p:nvPr/>
          </p:nvCxnSpPr>
          <p:spPr bwMode="auto">
            <a:xfrm rot="5400000" flipH="1" flipV="1">
              <a:off x="5461000" y="3390900"/>
              <a:ext cx="762000" cy="381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2420" name="Straight Connector 20">
              <a:extLst>
                <a:ext uri="{FF2B5EF4-FFF2-40B4-BE49-F238E27FC236}">
                  <a16:creationId xmlns:a16="http://schemas.microsoft.com/office/drawing/2014/main" id="{3B77F71F-0F62-13F7-8117-46CA986140F9}"/>
                </a:ext>
              </a:extLst>
            </p:cNvPr>
            <p:cNvCxnSpPr>
              <a:cxnSpLocks noChangeShapeType="1"/>
            </p:cNvCxnSpPr>
            <p:nvPr/>
          </p:nvCxnSpPr>
          <p:spPr bwMode="auto">
            <a:xfrm rot="5400000" flipH="1" flipV="1">
              <a:off x="5727700" y="3378200"/>
              <a:ext cx="762000" cy="3810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2421" name="Straight Arrow Connector 22">
              <a:extLst>
                <a:ext uri="{FF2B5EF4-FFF2-40B4-BE49-F238E27FC236}">
                  <a16:creationId xmlns:a16="http://schemas.microsoft.com/office/drawing/2014/main" id="{11FA7694-7A83-B303-600F-06DBB6E75402}"/>
                </a:ext>
              </a:extLst>
            </p:cNvPr>
            <p:cNvCxnSpPr>
              <a:cxnSpLocks noChangeShapeType="1"/>
              <a:stCxn id="13" idx="0"/>
            </p:cNvCxnSpPr>
            <p:nvPr/>
          </p:nvCxnSpPr>
          <p:spPr bwMode="auto">
            <a:xfrm rot="5400000">
              <a:off x="4838700" y="4876800"/>
              <a:ext cx="457200" cy="0"/>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02422" name="TextBox 23">
              <a:extLst>
                <a:ext uri="{FF2B5EF4-FFF2-40B4-BE49-F238E27FC236}">
                  <a16:creationId xmlns:a16="http://schemas.microsoft.com/office/drawing/2014/main" id="{7869833C-2A2F-D767-10FF-257C205D4CD6}"/>
                </a:ext>
              </a:extLst>
            </p:cNvPr>
            <p:cNvSpPr txBox="1">
              <a:spLocks noChangeArrowheads="1"/>
            </p:cNvSpPr>
            <p:nvPr/>
          </p:nvSpPr>
          <p:spPr bwMode="auto">
            <a:xfrm>
              <a:off x="4902200" y="5105400"/>
              <a:ext cx="762000" cy="39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Q</a:t>
              </a:r>
              <a:endParaRPr lang="en-GB" altLang="en-US" u="none"/>
            </a:p>
          </p:txBody>
        </p:sp>
        <p:cxnSp>
          <p:nvCxnSpPr>
            <p:cNvPr id="102423" name="Straight Arrow Connector 25">
              <a:extLst>
                <a:ext uri="{FF2B5EF4-FFF2-40B4-BE49-F238E27FC236}">
                  <a16:creationId xmlns:a16="http://schemas.microsoft.com/office/drawing/2014/main" id="{FC0876E7-BB30-95C6-2767-A379669E0BD2}"/>
                </a:ext>
              </a:extLst>
            </p:cNvPr>
            <p:cNvCxnSpPr>
              <a:cxnSpLocks noChangeShapeType="1"/>
            </p:cNvCxnSpPr>
            <p:nvPr/>
          </p:nvCxnSpPr>
          <p:spPr bwMode="auto">
            <a:xfrm>
              <a:off x="2540000" y="4356100"/>
              <a:ext cx="1554480" cy="158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02424" name="TextBox 26">
              <a:extLst>
                <a:ext uri="{FF2B5EF4-FFF2-40B4-BE49-F238E27FC236}">
                  <a16:creationId xmlns:a16="http://schemas.microsoft.com/office/drawing/2014/main" id="{10942D17-BF79-507C-1159-884593330FD2}"/>
                </a:ext>
              </a:extLst>
            </p:cNvPr>
            <p:cNvSpPr txBox="1">
              <a:spLocks noChangeArrowheads="1"/>
            </p:cNvSpPr>
            <p:nvPr/>
          </p:nvSpPr>
          <p:spPr bwMode="auto">
            <a:xfrm>
              <a:off x="800100" y="4127500"/>
              <a:ext cx="1981200" cy="687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Address (A[4:0])</a:t>
              </a:r>
              <a:endParaRPr lang="en-GB" altLang="en-US" u="none"/>
            </a:p>
          </p:txBody>
        </p:sp>
        <p:sp>
          <p:nvSpPr>
            <p:cNvPr id="102425" name="TextBox 27">
              <a:extLst>
                <a:ext uri="{FF2B5EF4-FFF2-40B4-BE49-F238E27FC236}">
                  <a16:creationId xmlns:a16="http://schemas.microsoft.com/office/drawing/2014/main" id="{E21A7289-4D19-AA59-BC3B-9C9A766260F3}"/>
                </a:ext>
              </a:extLst>
            </p:cNvPr>
            <p:cNvSpPr txBox="1">
              <a:spLocks noChangeArrowheads="1"/>
            </p:cNvSpPr>
            <p:nvPr/>
          </p:nvSpPr>
          <p:spPr bwMode="auto">
            <a:xfrm>
              <a:off x="4851401" y="3352800"/>
              <a:ext cx="914400" cy="982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sym typeface="Symbol" panose="05050102010706020507" pitchFamily="18" charset="2"/>
                </a:rPr>
                <a:t>    </a:t>
              </a:r>
              <a:endParaRPr lang="en-GB" altLang="en-US" u="none"/>
            </a:p>
            <a:p>
              <a:pPr eaLnBrk="1" hangingPunct="1"/>
              <a:endParaRPr lang="en-GB" altLang="en-US" u="none"/>
            </a:p>
            <a:p>
              <a:pPr eaLnBrk="1" hangingPunct="1"/>
              <a:endParaRPr lang="en-GB" altLang="en-US" u="none"/>
            </a:p>
          </p:txBody>
        </p:sp>
      </p:grpSp>
      <p:sp>
        <p:nvSpPr>
          <p:cNvPr id="102404" name="TextBox 29">
            <a:extLst>
              <a:ext uri="{FF2B5EF4-FFF2-40B4-BE49-F238E27FC236}">
                <a16:creationId xmlns:a16="http://schemas.microsoft.com/office/drawing/2014/main" id="{345B8470-925E-D2A2-B0DB-6008C5B6952C}"/>
              </a:ext>
            </a:extLst>
          </p:cNvPr>
          <p:cNvSpPr txBox="1">
            <a:spLocks noChangeArrowheads="1"/>
          </p:cNvSpPr>
          <p:nvPr/>
        </p:nvSpPr>
        <p:spPr bwMode="auto">
          <a:xfrm>
            <a:off x="2057400" y="4572000"/>
            <a:ext cx="6934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GB" altLang="en-US" b="0" u="none"/>
              <a:t>• Operates on a single clock edge</a:t>
            </a:r>
          </a:p>
          <a:p>
            <a:pPr eaLnBrk="1" hangingPunct="1"/>
            <a:r>
              <a:rPr lang="en-GB" altLang="en-US" b="0" u="none"/>
              <a:t>• Enabled by an active-High clock enable</a:t>
            </a:r>
          </a:p>
          <a:p>
            <a:pPr eaLnBrk="1" hangingPunct="1"/>
            <a:r>
              <a:rPr lang="en-GB" altLang="en-US" b="0" u="none"/>
              <a:t>• The input (D) is loaded into the first bit of the shift register</a:t>
            </a:r>
          </a:p>
          <a:p>
            <a:pPr eaLnBrk="1" hangingPunct="1"/>
            <a:r>
              <a:rPr lang="en-GB" altLang="en-US" b="0" u="none"/>
              <a:t>• Each bit is also shifted to the next highest bit position</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a:extLst>
              <a:ext uri="{FF2B5EF4-FFF2-40B4-BE49-F238E27FC236}">
                <a16:creationId xmlns:a16="http://schemas.microsoft.com/office/drawing/2014/main" id="{EB34558B-68D3-4A66-C2E1-FC67B627C3A0}"/>
              </a:ext>
            </a:extLst>
          </p:cNvPr>
          <p:cNvSpPr>
            <a:spLocks noGrp="1" noChangeArrowheads="1"/>
          </p:cNvSpPr>
          <p:nvPr>
            <p:ph type="title"/>
          </p:nvPr>
        </p:nvSpPr>
        <p:spPr>
          <a:xfrm>
            <a:off x="0" y="183401"/>
            <a:ext cx="11612880" cy="704088"/>
          </a:xfrm>
        </p:spPr>
        <p:txBody>
          <a:bodyPr>
            <a:normAutofit/>
          </a:bodyPr>
          <a:lstStyle/>
          <a:p>
            <a:r>
              <a:rPr lang="ru-RU" altLang="en-US" dirty="0"/>
              <a:t>32-</a:t>
            </a:r>
            <a:r>
              <a:rPr lang="en-US" altLang="en-US" dirty="0"/>
              <a:t>bit  Shift  Register (Configuration)</a:t>
            </a:r>
            <a:endParaRPr lang="en-GB" altLang="en-US" dirty="0"/>
          </a:p>
        </p:txBody>
      </p:sp>
      <p:grpSp>
        <p:nvGrpSpPr>
          <p:cNvPr id="103427" name="Group 112">
            <a:extLst>
              <a:ext uri="{FF2B5EF4-FFF2-40B4-BE49-F238E27FC236}">
                <a16:creationId xmlns:a16="http://schemas.microsoft.com/office/drawing/2014/main" id="{326B1F19-6910-A03B-A127-411F8175BB6B}"/>
              </a:ext>
            </a:extLst>
          </p:cNvPr>
          <p:cNvGrpSpPr>
            <a:grpSpLocks/>
          </p:cNvGrpSpPr>
          <p:nvPr/>
        </p:nvGrpSpPr>
        <p:grpSpPr bwMode="auto">
          <a:xfrm>
            <a:off x="2667000" y="1489075"/>
            <a:ext cx="5791200" cy="3879850"/>
            <a:chOff x="2743200" y="419100"/>
            <a:chExt cx="6184900" cy="5212080"/>
          </a:xfrm>
        </p:grpSpPr>
        <p:sp>
          <p:nvSpPr>
            <p:cNvPr id="103428" name="Text Box 20">
              <a:extLst>
                <a:ext uri="{FF2B5EF4-FFF2-40B4-BE49-F238E27FC236}">
                  <a16:creationId xmlns:a16="http://schemas.microsoft.com/office/drawing/2014/main" id="{7BDC4A1F-0FFD-1F3C-228E-EC65D44063C2}"/>
                </a:ext>
              </a:extLst>
            </p:cNvPr>
            <p:cNvSpPr txBox="1">
              <a:spLocks noChangeArrowheads="1"/>
            </p:cNvSpPr>
            <p:nvPr/>
          </p:nvSpPr>
          <p:spPr bwMode="auto">
            <a:xfrm>
              <a:off x="2864232" y="4996797"/>
              <a:ext cx="793368" cy="565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CLK</a:t>
              </a:r>
              <a:endParaRPr lang="ru-RU" altLang="en-US" b="0" u="none"/>
            </a:p>
          </p:txBody>
        </p:sp>
        <p:grpSp>
          <p:nvGrpSpPr>
            <p:cNvPr id="103429" name="Group 143">
              <a:extLst>
                <a:ext uri="{FF2B5EF4-FFF2-40B4-BE49-F238E27FC236}">
                  <a16:creationId xmlns:a16="http://schemas.microsoft.com/office/drawing/2014/main" id="{7BCD4566-0B60-93DE-7781-B4CC63B1EBF7}"/>
                </a:ext>
              </a:extLst>
            </p:cNvPr>
            <p:cNvGrpSpPr>
              <a:grpSpLocks/>
            </p:cNvGrpSpPr>
            <p:nvPr/>
          </p:nvGrpSpPr>
          <p:grpSpPr bwMode="auto">
            <a:xfrm>
              <a:off x="2743200" y="419100"/>
              <a:ext cx="6184900" cy="5212080"/>
              <a:chOff x="2133600" y="419100"/>
              <a:chExt cx="6184900" cy="5212080"/>
            </a:xfrm>
          </p:grpSpPr>
          <p:sp>
            <p:nvSpPr>
              <p:cNvPr id="111" name="Rectangle 110">
                <a:extLst>
                  <a:ext uri="{FF2B5EF4-FFF2-40B4-BE49-F238E27FC236}">
                    <a16:creationId xmlns:a16="http://schemas.microsoft.com/office/drawing/2014/main" id="{4C398B2B-A46A-41F8-925C-C80894494F4D}"/>
                  </a:ext>
                </a:extLst>
              </p:cNvPr>
              <p:cNvSpPr/>
              <p:nvPr/>
            </p:nvSpPr>
            <p:spPr>
              <a:xfrm>
                <a:off x="3276315" y="419100"/>
                <a:ext cx="4267378" cy="5212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3" name="Rectangle 19">
                <a:extLst>
                  <a:ext uri="{FF2B5EF4-FFF2-40B4-BE49-F238E27FC236}">
                    <a16:creationId xmlns:a16="http://schemas.microsoft.com/office/drawing/2014/main" id="{04DD4353-5A95-4378-90E9-7A5836F88D7D}"/>
                  </a:ext>
                </a:extLst>
              </p:cNvPr>
              <p:cNvSpPr>
                <a:spLocks noChangeArrowheads="1"/>
              </p:cNvSpPr>
              <p:nvPr/>
            </p:nvSpPr>
            <p:spPr bwMode="auto">
              <a:xfrm>
                <a:off x="4876793" y="3212809"/>
                <a:ext cx="640870" cy="914887"/>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600">
                  <a:latin typeface="Arial" charset="0"/>
                  <a:cs typeface="Arial" charset="0"/>
                </a:endParaRPr>
              </a:p>
            </p:txBody>
          </p:sp>
          <p:sp>
            <p:nvSpPr>
              <p:cNvPr id="103432" name="Text Box 20">
                <a:extLst>
                  <a:ext uri="{FF2B5EF4-FFF2-40B4-BE49-F238E27FC236}">
                    <a16:creationId xmlns:a16="http://schemas.microsoft.com/office/drawing/2014/main" id="{EAD9FCFB-CDDB-7370-FA66-8A6244DCC95C}"/>
                  </a:ext>
                </a:extLst>
              </p:cNvPr>
              <p:cNvSpPr txBox="1">
                <a:spLocks noChangeArrowheads="1"/>
              </p:cNvSpPr>
              <p:nvPr/>
            </p:nvSpPr>
            <p:spPr bwMode="auto">
              <a:xfrm>
                <a:off x="4824123" y="3300898"/>
                <a:ext cx="793368" cy="565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a:t>
                </a:r>
                <a:endParaRPr lang="ru-RU" altLang="en-US" sz="1600" b="0" u="none"/>
              </a:p>
            </p:txBody>
          </p:sp>
          <p:grpSp>
            <p:nvGrpSpPr>
              <p:cNvPr id="103433" name="Group 21">
                <a:extLst>
                  <a:ext uri="{FF2B5EF4-FFF2-40B4-BE49-F238E27FC236}">
                    <a16:creationId xmlns:a16="http://schemas.microsoft.com/office/drawing/2014/main" id="{2394E6BA-7E5B-7B74-943A-7F6A29178F7C}"/>
                  </a:ext>
                </a:extLst>
              </p:cNvPr>
              <p:cNvGrpSpPr>
                <a:grpSpLocks/>
              </p:cNvGrpSpPr>
              <p:nvPr/>
            </p:nvGrpSpPr>
            <p:grpSpPr bwMode="auto">
              <a:xfrm>
                <a:off x="4877014" y="3870814"/>
                <a:ext cx="104180" cy="133706"/>
                <a:chOff x="7187" y="13254"/>
                <a:chExt cx="119" cy="117"/>
              </a:xfrm>
            </p:grpSpPr>
            <p:sp>
              <p:nvSpPr>
                <p:cNvPr id="103523" name="Line 22">
                  <a:extLst>
                    <a:ext uri="{FF2B5EF4-FFF2-40B4-BE49-F238E27FC236}">
                      <a16:creationId xmlns:a16="http://schemas.microsoft.com/office/drawing/2014/main" id="{67688046-A20F-3E5C-5AE0-C035AA0D2AB2}"/>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24" name="Line 23">
                  <a:extLst>
                    <a:ext uri="{FF2B5EF4-FFF2-40B4-BE49-F238E27FC236}">
                      <a16:creationId xmlns:a16="http://schemas.microsoft.com/office/drawing/2014/main" id="{97204FE4-2368-6C78-A58C-C30A0622F4CD}"/>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25" name="Line 24">
                  <a:extLst>
                    <a:ext uri="{FF2B5EF4-FFF2-40B4-BE49-F238E27FC236}">
                      <a16:creationId xmlns:a16="http://schemas.microsoft.com/office/drawing/2014/main" id="{98EC34DB-C552-195C-C802-19CC188CB85C}"/>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26" name="Line 25">
                  <a:extLst>
                    <a:ext uri="{FF2B5EF4-FFF2-40B4-BE49-F238E27FC236}">
                      <a16:creationId xmlns:a16="http://schemas.microsoft.com/office/drawing/2014/main" id="{B18EB41C-1ECF-0092-1917-7EC183BF9A98}"/>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27" name="Line 26">
                  <a:extLst>
                    <a:ext uri="{FF2B5EF4-FFF2-40B4-BE49-F238E27FC236}">
                      <a16:creationId xmlns:a16="http://schemas.microsoft.com/office/drawing/2014/main" id="{2776D02F-69E6-4548-C122-CBE904A61C6B}"/>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3434" name="Line 30">
                <a:extLst>
                  <a:ext uri="{FF2B5EF4-FFF2-40B4-BE49-F238E27FC236}">
                    <a16:creationId xmlns:a16="http://schemas.microsoft.com/office/drawing/2014/main" id="{D8E00D0C-D1F7-B9AC-2C1D-5A70961F7F51}"/>
                  </a:ext>
                </a:extLst>
              </p:cNvPr>
              <p:cNvSpPr>
                <a:spLocks noChangeShapeType="1"/>
              </p:cNvSpPr>
              <p:nvPr/>
            </p:nvSpPr>
            <p:spPr bwMode="auto">
              <a:xfrm>
                <a:off x="4508500" y="3502490"/>
                <a:ext cx="368636"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3435" name="Line 31">
                <a:extLst>
                  <a:ext uri="{FF2B5EF4-FFF2-40B4-BE49-F238E27FC236}">
                    <a16:creationId xmlns:a16="http://schemas.microsoft.com/office/drawing/2014/main" id="{1E62202D-DFB6-F112-1A75-BE7DFF664BC1}"/>
                  </a:ext>
                </a:extLst>
              </p:cNvPr>
              <p:cNvSpPr>
                <a:spLocks noChangeShapeType="1"/>
              </p:cNvSpPr>
              <p:nvPr/>
            </p:nvSpPr>
            <p:spPr bwMode="auto">
              <a:xfrm>
                <a:off x="5499099" y="3505200"/>
                <a:ext cx="548640"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cxnSp>
            <p:nvCxnSpPr>
              <p:cNvPr id="15" name="Straight Connector 14">
                <a:extLst>
                  <a:ext uri="{FF2B5EF4-FFF2-40B4-BE49-F238E27FC236}">
                    <a16:creationId xmlns:a16="http://schemas.microsoft.com/office/drawing/2014/main" id="{A988D183-55F9-4C77-B288-A80A8E832C5D}"/>
                  </a:ext>
                </a:extLst>
              </p:cNvPr>
              <p:cNvCxnSpPr/>
              <p:nvPr/>
            </p:nvCxnSpPr>
            <p:spPr>
              <a:xfrm rot="16200000" flipH="1" flipV="1">
                <a:off x="4549577" y="3621724"/>
                <a:ext cx="0" cy="6408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19">
                <a:extLst>
                  <a:ext uri="{FF2B5EF4-FFF2-40B4-BE49-F238E27FC236}">
                    <a16:creationId xmlns:a16="http://schemas.microsoft.com/office/drawing/2014/main" id="{8C94FE9B-2431-43F7-8378-C94115587145}"/>
                  </a:ext>
                </a:extLst>
              </p:cNvPr>
              <p:cNvSpPr>
                <a:spLocks noChangeArrowheads="1"/>
              </p:cNvSpPr>
              <p:nvPr/>
            </p:nvSpPr>
            <p:spPr bwMode="auto">
              <a:xfrm>
                <a:off x="4876793" y="4445453"/>
                <a:ext cx="640870" cy="914887"/>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600">
                  <a:latin typeface="Arial" charset="0"/>
                  <a:cs typeface="Arial" charset="0"/>
                </a:endParaRPr>
              </a:p>
            </p:txBody>
          </p:sp>
          <p:sp>
            <p:nvSpPr>
              <p:cNvPr id="103438" name="Text Box 20">
                <a:extLst>
                  <a:ext uri="{FF2B5EF4-FFF2-40B4-BE49-F238E27FC236}">
                    <a16:creationId xmlns:a16="http://schemas.microsoft.com/office/drawing/2014/main" id="{6E7563B6-83C5-227E-6C37-611C8B3AF8BF}"/>
                  </a:ext>
                </a:extLst>
              </p:cNvPr>
              <p:cNvSpPr txBox="1">
                <a:spLocks noChangeArrowheads="1"/>
              </p:cNvSpPr>
              <p:nvPr/>
            </p:nvSpPr>
            <p:spPr bwMode="auto">
              <a:xfrm>
                <a:off x="4823909" y="4481998"/>
                <a:ext cx="793368" cy="565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a:t>
                </a:r>
                <a:endParaRPr lang="ru-RU" altLang="en-US" sz="1600" b="0" u="none"/>
              </a:p>
            </p:txBody>
          </p:sp>
          <p:grpSp>
            <p:nvGrpSpPr>
              <p:cNvPr id="103439" name="Group 21">
                <a:extLst>
                  <a:ext uri="{FF2B5EF4-FFF2-40B4-BE49-F238E27FC236}">
                    <a16:creationId xmlns:a16="http://schemas.microsoft.com/office/drawing/2014/main" id="{8F5B94AB-3CC6-911E-D54D-8C73BB93D57B}"/>
                  </a:ext>
                </a:extLst>
              </p:cNvPr>
              <p:cNvGrpSpPr>
                <a:grpSpLocks/>
              </p:cNvGrpSpPr>
              <p:nvPr/>
            </p:nvGrpSpPr>
            <p:grpSpPr bwMode="auto">
              <a:xfrm>
                <a:off x="4876800" y="5102714"/>
                <a:ext cx="104180" cy="133706"/>
                <a:chOff x="7187" y="13254"/>
                <a:chExt cx="119" cy="117"/>
              </a:xfrm>
            </p:grpSpPr>
            <p:sp>
              <p:nvSpPr>
                <p:cNvPr id="103518" name="Line 22">
                  <a:extLst>
                    <a:ext uri="{FF2B5EF4-FFF2-40B4-BE49-F238E27FC236}">
                      <a16:creationId xmlns:a16="http://schemas.microsoft.com/office/drawing/2014/main" id="{0AE3934A-7D15-9714-01E4-9276CA5574F8}"/>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19" name="Line 23">
                  <a:extLst>
                    <a:ext uri="{FF2B5EF4-FFF2-40B4-BE49-F238E27FC236}">
                      <a16:creationId xmlns:a16="http://schemas.microsoft.com/office/drawing/2014/main" id="{C0161049-A66B-046E-0033-9934B5384E82}"/>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20" name="Line 24">
                  <a:extLst>
                    <a:ext uri="{FF2B5EF4-FFF2-40B4-BE49-F238E27FC236}">
                      <a16:creationId xmlns:a16="http://schemas.microsoft.com/office/drawing/2014/main" id="{7FDB7F8A-737C-AE2F-2F3A-7EA487A50158}"/>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21" name="Line 25">
                  <a:extLst>
                    <a:ext uri="{FF2B5EF4-FFF2-40B4-BE49-F238E27FC236}">
                      <a16:creationId xmlns:a16="http://schemas.microsoft.com/office/drawing/2014/main" id="{DADFC00E-3B8A-50FA-C87C-87B198861381}"/>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22" name="Line 26">
                  <a:extLst>
                    <a:ext uri="{FF2B5EF4-FFF2-40B4-BE49-F238E27FC236}">
                      <a16:creationId xmlns:a16="http://schemas.microsoft.com/office/drawing/2014/main" id="{B6F2296D-80AA-22B0-F7D7-7E2249654B17}"/>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3440" name="Line 29">
                <a:extLst>
                  <a:ext uri="{FF2B5EF4-FFF2-40B4-BE49-F238E27FC236}">
                    <a16:creationId xmlns:a16="http://schemas.microsoft.com/office/drawing/2014/main" id="{4FE5E000-F9FB-36DE-2EBF-D1C97E10E908}"/>
                  </a:ext>
                </a:extLst>
              </p:cNvPr>
              <p:cNvSpPr>
                <a:spLocks noChangeShapeType="1"/>
              </p:cNvSpPr>
              <p:nvPr/>
            </p:nvSpPr>
            <p:spPr bwMode="auto">
              <a:xfrm>
                <a:off x="5753100" y="1689100"/>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41" name="Line 30">
                <a:extLst>
                  <a:ext uri="{FF2B5EF4-FFF2-40B4-BE49-F238E27FC236}">
                    <a16:creationId xmlns:a16="http://schemas.microsoft.com/office/drawing/2014/main" id="{AAB6A74F-7175-3E97-D719-F14B23286C1A}"/>
                  </a:ext>
                </a:extLst>
              </p:cNvPr>
              <p:cNvSpPr>
                <a:spLocks noChangeShapeType="1"/>
              </p:cNvSpPr>
              <p:nvPr/>
            </p:nvSpPr>
            <p:spPr bwMode="auto">
              <a:xfrm flipV="1">
                <a:off x="3441700" y="4683590"/>
                <a:ext cx="1435222"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3442" name="Line 31">
                <a:extLst>
                  <a:ext uri="{FF2B5EF4-FFF2-40B4-BE49-F238E27FC236}">
                    <a16:creationId xmlns:a16="http://schemas.microsoft.com/office/drawing/2014/main" id="{E7C3D240-C61A-A4B1-E934-D8243176D2AE}"/>
                  </a:ext>
                </a:extLst>
              </p:cNvPr>
              <p:cNvSpPr>
                <a:spLocks noChangeShapeType="1"/>
              </p:cNvSpPr>
              <p:nvPr/>
            </p:nvSpPr>
            <p:spPr bwMode="auto">
              <a:xfrm flipV="1">
                <a:off x="5511800" y="4665981"/>
                <a:ext cx="914400"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cxnSp>
            <p:nvCxnSpPr>
              <p:cNvPr id="39" name="Straight Connector 38">
                <a:extLst>
                  <a:ext uri="{FF2B5EF4-FFF2-40B4-BE49-F238E27FC236}">
                    <a16:creationId xmlns:a16="http://schemas.microsoft.com/office/drawing/2014/main" id="{9FD3490A-79AB-454E-A104-8CEB2E65A98C}"/>
                  </a:ext>
                </a:extLst>
              </p:cNvPr>
              <p:cNvCxnSpPr/>
              <p:nvPr/>
            </p:nvCxnSpPr>
            <p:spPr>
              <a:xfrm rot="16200000" flipH="1" flipV="1">
                <a:off x="4561446" y="4854368"/>
                <a:ext cx="0" cy="6408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Rectangle 19">
                <a:extLst>
                  <a:ext uri="{FF2B5EF4-FFF2-40B4-BE49-F238E27FC236}">
                    <a16:creationId xmlns:a16="http://schemas.microsoft.com/office/drawing/2014/main" id="{387FAF11-6805-43FB-881E-12BEFC90D26D}"/>
                  </a:ext>
                </a:extLst>
              </p:cNvPr>
              <p:cNvSpPr>
                <a:spLocks noChangeArrowheads="1"/>
              </p:cNvSpPr>
              <p:nvPr/>
            </p:nvSpPr>
            <p:spPr bwMode="auto">
              <a:xfrm>
                <a:off x="4814063" y="547056"/>
                <a:ext cx="639174" cy="912754"/>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600">
                  <a:latin typeface="Arial" charset="0"/>
                  <a:cs typeface="Arial" charset="0"/>
                </a:endParaRPr>
              </a:p>
            </p:txBody>
          </p:sp>
          <p:sp>
            <p:nvSpPr>
              <p:cNvPr id="103445" name="Text Box 20">
                <a:extLst>
                  <a:ext uri="{FF2B5EF4-FFF2-40B4-BE49-F238E27FC236}">
                    <a16:creationId xmlns:a16="http://schemas.microsoft.com/office/drawing/2014/main" id="{BDEEBE1B-B7D8-37DD-C928-C42123BEE97A}"/>
                  </a:ext>
                </a:extLst>
              </p:cNvPr>
              <p:cNvSpPr txBox="1">
                <a:spLocks noChangeArrowheads="1"/>
              </p:cNvSpPr>
              <p:nvPr/>
            </p:nvSpPr>
            <p:spPr bwMode="auto">
              <a:xfrm>
                <a:off x="4760409" y="621198"/>
                <a:ext cx="793368" cy="565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a:t>
                </a:r>
                <a:endParaRPr lang="ru-RU" altLang="en-US" sz="1600" b="0" u="none"/>
              </a:p>
            </p:txBody>
          </p:sp>
          <p:grpSp>
            <p:nvGrpSpPr>
              <p:cNvPr id="103446" name="Group 21">
                <a:extLst>
                  <a:ext uri="{FF2B5EF4-FFF2-40B4-BE49-F238E27FC236}">
                    <a16:creationId xmlns:a16="http://schemas.microsoft.com/office/drawing/2014/main" id="{B9491EE1-2274-4A7D-8397-E33022A52ABE}"/>
                  </a:ext>
                </a:extLst>
              </p:cNvPr>
              <p:cNvGrpSpPr>
                <a:grpSpLocks/>
              </p:cNvGrpSpPr>
              <p:nvPr/>
            </p:nvGrpSpPr>
            <p:grpSpPr bwMode="auto">
              <a:xfrm>
                <a:off x="4813300" y="1216514"/>
                <a:ext cx="104180" cy="133706"/>
                <a:chOff x="7187" y="13254"/>
                <a:chExt cx="119" cy="117"/>
              </a:xfrm>
            </p:grpSpPr>
            <p:sp>
              <p:nvSpPr>
                <p:cNvPr id="103513" name="Line 22">
                  <a:extLst>
                    <a:ext uri="{FF2B5EF4-FFF2-40B4-BE49-F238E27FC236}">
                      <a16:creationId xmlns:a16="http://schemas.microsoft.com/office/drawing/2014/main" id="{4ED77DD4-E9D4-6C77-2A73-4750C418C138}"/>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14" name="Line 23">
                  <a:extLst>
                    <a:ext uri="{FF2B5EF4-FFF2-40B4-BE49-F238E27FC236}">
                      <a16:creationId xmlns:a16="http://schemas.microsoft.com/office/drawing/2014/main" id="{5E89CB32-90E4-7059-8141-9B81786497FD}"/>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15" name="Line 24">
                  <a:extLst>
                    <a:ext uri="{FF2B5EF4-FFF2-40B4-BE49-F238E27FC236}">
                      <a16:creationId xmlns:a16="http://schemas.microsoft.com/office/drawing/2014/main" id="{B46C3110-3099-D191-EDFE-E173AE061D24}"/>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16" name="Line 25">
                  <a:extLst>
                    <a:ext uri="{FF2B5EF4-FFF2-40B4-BE49-F238E27FC236}">
                      <a16:creationId xmlns:a16="http://schemas.microsoft.com/office/drawing/2014/main" id="{BCF0BA2C-84C9-0F6B-5BEB-B91469563147}"/>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17" name="Line 26">
                  <a:extLst>
                    <a:ext uri="{FF2B5EF4-FFF2-40B4-BE49-F238E27FC236}">
                      <a16:creationId xmlns:a16="http://schemas.microsoft.com/office/drawing/2014/main" id="{B1A42B2F-80A5-65C7-B69C-F6ABC1771C68}"/>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3447" name="Line 30">
                <a:extLst>
                  <a:ext uri="{FF2B5EF4-FFF2-40B4-BE49-F238E27FC236}">
                    <a16:creationId xmlns:a16="http://schemas.microsoft.com/office/drawing/2014/main" id="{1D6039BC-F336-EC92-2F7D-9A229BCCB3F8}"/>
                  </a:ext>
                </a:extLst>
              </p:cNvPr>
              <p:cNvSpPr>
                <a:spLocks noChangeShapeType="1"/>
              </p:cNvSpPr>
              <p:nvPr/>
            </p:nvSpPr>
            <p:spPr bwMode="auto">
              <a:xfrm>
                <a:off x="4457486" y="835490"/>
                <a:ext cx="368636"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3448" name="Line 31">
                <a:extLst>
                  <a:ext uri="{FF2B5EF4-FFF2-40B4-BE49-F238E27FC236}">
                    <a16:creationId xmlns:a16="http://schemas.microsoft.com/office/drawing/2014/main" id="{8BC19954-C419-1097-4704-9545BFD3E276}"/>
                  </a:ext>
                </a:extLst>
              </p:cNvPr>
              <p:cNvSpPr>
                <a:spLocks noChangeShapeType="1"/>
              </p:cNvSpPr>
              <p:nvPr/>
            </p:nvSpPr>
            <p:spPr bwMode="auto">
              <a:xfrm>
                <a:off x="5466968" y="838198"/>
                <a:ext cx="2381632"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cxnSp>
            <p:nvCxnSpPr>
              <p:cNvPr id="50" name="Straight Connector 49">
                <a:extLst>
                  <a:ext uri="{FF2B5EF4-FFF2-40B4-BE49-F238E27FC236}">
                    <a16:creationId xmlns:a16="http://schemas.microsoft.com/office/drawing/2014/main" id="{E6229B7F-A28E-41C8-946C-25F10B4C1C40}"/>
                  </a:ext>
                </a:extLst>
              </p:cNvPr>
              <p:cNvCxnSpPr/>
              <p:nvPr/>
            </p:nvCxnSpPr>
            <p:spPr>
              <a:xfrm rot="16200000" flipH="1" flipV="1">
                <a:off x="4528384" y="1015391"/>
                <a:ext cx="0" cy="5476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Rectangle 19">
                <a:extLst>
                  <a:ext uri="{FF2B5EF4-FFF2-40B4-BE49-F238E27FC236}">
                    <a16:creationId xmlns:a16="http://schemas.microsoft.com/office/drawing/2014/main" id="{83D1F962-DDB7-4355-831C-8A8BC6B78909}"/>
                  </a:ext>
                </a:extLst>
              </p:cNvPr>
              <p:cNvSpPr>
                <a:spLocks noChangeArrowheads="1"/>
              </p:cNvSpPr>
              <p:nvPr/>
            </p:nvSpPr>
            <p:spPr bwMode="auto">
              <a:xfrm>
                <a:off x="4837799" y="1918320"/>
                <a:ext cx="640870" cy="912754"/>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600">
                  <a:latin typeface="Arial" charset="0"/>
                  <a:cs typeface="Arial" charset="0"/>
                </a:endParaRPr>
              </a:p>
            </p:txBody>
          </p:sp>
          <p:sp>
            <p:nvSpPr>
              <p:cNvPr id="103451" name="Text Box 20">
                <a:extLst>
                  <a:ext uri="{FF2B5EF4-FFF2-40B4-BE49-F238E27FC236}">
                    <a16:creationId xmlns:a16="http://schemas.microsoft.com/office/drawing/2014/main" id="{51FEA413-DBC0-F010-F01C-08894EFAC8FF}"/>
                  </a:ext>
                </a:extLst>
              </p:cNvPr>
              <p:cNvSpPr txBox="1">
                <a:spLocks noChangeArrowheads="1"/>
              </p:cNvSpPr>
              <p:nvPr/>
            </p:nvSpPr>
            <p:spPr bwMode="auto">
              <a:xfrm>
                <a:off x="4785595" y="2056298"/>
                <a:ext cx="793368" cy="565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a:t>
                </a:r>
                <a:endParaRPr lang="ru-RU" altLang="en-US" sz="1600" b="0" u="none"/>
              </a:p>
            </p:txBody>
          </p:sp>
          <p:grpSp>
            <p:nvGrpSpPr>
              <p:cNvPr id="103452" name="Group 21">
                <a:extLst>
                  <a:ext uri="{FF2B5EF4-FFF2-40B4-BE49-F238E27FC236}">
                    <a16:creationId xmlns:a16="http://schemas.microsoft.com/office/drawing/2014/main" id="{C376C4A9-219F-7256-383C-AB73642816CC}"/>
                  </a:ext>
                </a:extLst>
              </p:cNvPr>
              <p:cNvGrpSpPr>
                <a:grpSpLocks/>
              </p:cNvGrpSpPr>
              <p:nvPr/>
            </p:nvGrpSpPr>
            <p:grpSpPr bwMode="auto">
              <a:xfrm>
                <a:off x="4838486" y="2575414"/>
                <a:ext cx="104180" cy="133706"/>
                <a:chOff x="7187" y="13254"/>
                <a:chExt cx="119" cy="117"/>
              </a:xfrm>
            </p:grpSpPr>
            <p:sp>
              <p:nvSpPr>
                <p:cNvPr id="103508" name="Line 22">
                  <a:extLst>
                    <a:ext uri="{FF2B5EF4-FFF2-40B4-BE49-F238E27FC236}">
                      <a16:creationId xmlns:a16="http://schemas.microsoft.com/office/drawing/2014/main" id="{E895C07A-72F9-9D42-BC10-451DFDF72F89}"/>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09" name="Line 23">
                  <a:extLst>
                    <a:ext uri="{FF2B5EF4-FFF2-40B4-BE49-F238E27FC236}">
                      <a16:creationId xmlns:a16="http://schemas.microsoft.com/office/drawing/2014/main" id="{869398F6-C905-9398-9C2F-803953187F6D}"/>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10" name="Line 24">
                  <a:extLst>
                    <a:ext uri="{FF2B5EF4-FFF2-40B4-BE49-F238E27FC236}">
                      <a16:creationId xmlns:a16="http://schemas.microsoft.com/office/drawing/2014/main" id="{84685BE9-EDD1-D0B0-4FCF-A50C2DE33E29}"/>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11" name="Line 25">
                  <a:extLst>
                    <a:ext uri="{FF2B5EF4-FFF2-40B4-BE49-F238E27FC236}">
                      <a16:creationId xmlns:a16="http://schemas.microsoft.com/office/drawing/2014/main" id="{691B86AD-804A-A148-2EAF-C2765D5745CE}"/>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12" name="Line 26">
                  <a:extLst>
                    <a:ext uri="{FF2B5EF4-FFF2-40B4-BE49-F238E27FC236}">
                      <a16:creationId xmlns:a16="http://schemas.microsoft.com/office/drawing/2014/main" id="{48C1A518-94E5-2159-F400-E2382FE4DE53}"/>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3453" name="Line 29">
                <a:extLst>
                  <a:ext uri="{FF2B5EF4-FFF2-40B4-BE49-F238E27FC236}">
                    <a16:creationId xmlns:a16="http://schemas.microsoft.com/office/drawing/2014/main" id="{59158841-2095-A99F-C56E-4C84526A87B7}"/>
                  </a:ext>
                </a:extLst>
              </p:cNvPr>
              <p:cNvSpPr>
                <a:spLocks noChangeShapeType="1"/>
              </p:cNvSpPr>
              <p:nvPr/>
            </p:nvSpPr>
            <p:spPr bwMode="auto">
              <a:xfrm>
                <a:off x="4457700" y="838199"/>
                <a:ext cx="0" cy="8686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54" name="Line 30">
                <a:extLst>
                  <a:ext uri="{FF2B5EF4-FFF2-40B4-BE49-F238E27FC236}">
                    <a16:creationId xmlns:a16="http://schemas.microsoft.com/office/drawing/2014/main" id="{1E47C764-2C4D-4855-F083-62DD0474A3F3}"/>
                  </a:ext>
                </a:extLst>
              </p:cNvPr>
              <p:cNvSpPr>
                <a:spLocks noChangeShapeType="1"/>
              </p:cNvSpPr>
              <p:nvPr/>
            </p:nvSpPr>
            <p:spPr bwMode="auto">
              <a:xfrm>
                <a:off x="4482672" y="2219790"/>
                <a:ext cx="368636"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3455" name="Line 31">
                <a:extLst>
                  <a:ext uri="{FF2B5EF4-FFF2-40B4-BE49-F238E27FC236}">
                    <a16:creationId xmlns:a16="http://schemas.microsoft.com/office/drawing/2014/main" id="{139855A2-89DA-82F8-D07F-D270905AB2EE}"/>
                  </a:ext>
                </a:extLst>
              </p:cNvPr>
              <p:cNvSpPr>
                <a:spLocks noChangeShapeType="1"/>
              </p:cNvSpPr>
              <p:nvPr/>
            </p:nvSpPr>
            <p:spPr bwMode="auto">
              <a:xfrm>
                <a:off x="5473486" y="2146300"/>
                <a:ext cx="548640"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cxnSp>
            <p:nvCxnSpPr>
              <p:cNvPr id="62" name="Straight Connector 61">
                <a:extLst>
                  <a:ext uri="{FF2B5EF4-FFF2-40B4-BE49-F238E27FC236}">
                    <a16:creationId xmlns:a16="http://schemas.microsoft.com/office/drawing/2014/main" id="{9AB7B2FF-C2A2-4936-A514-79CC4C996723}"/>
                  </a:ext>
                </a:extLst>
              </p:cNvPr>
              <p:cNvCxnSpPr/>
              <p:nvPr/>
            </p:nvCxnSpPr>
            <p:spPr>
              <a:xfrm rot="16200000" flipH="1" flipV="1">
                <a:off x="4553816" y="2373858"/>
                <a:ext cx="0" cy="5476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270F6EB-E600-4822-BF68-02DD3C4B5B2C}"/>
                  </a:ext>
                </a:extLst>
              </p:cNvPr>
              <p:cNvCxnSpPr/>
              <p:nvPr/>
            </p:nvCxnSpPr>
            <p:spPr>
              <a:xfrm rot="16200000" flipH="1" flipV="1">
                <a:off x="5098046" y="1050109"/>
                <a:ext cx="0" cy="12800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3458" name="Line 29">
                <a:extLst>
                  <a:ext uri="{FF2B5EF4-FFF2-40B4-BE49-F238E27FC236}">
                    <a16:creationId xmlns:a16="http://schemas.microsoft.com/office/drawing/2014/main" id="{B3381F2B-136C-4823-C844-E3436C6F73C2}"/>
                  </a:ext>
                </a:extLst>
              </p:cNvPr>
              <p:cNvSpPr>
                <a:spLocks noChangeShapeType="1"/>
              </p:cNvSpPr>
              <p:nvPr/>
            </p:nvSpPr>
            <p:spPr bwMode="auto">
              <a:xfrm>
                <a:off x="5854700" y="3060700"/>
                <a:ext cx="0" cy="457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59" name="Line 29">
                <a:extLst>
                  <a:ext uri="{FF2B5EF4-FFF2-40B4-BE49-F238E27FC236}">
                    <a16:creationId xmlns:a16="http://schemas.microsoft.com/office/drawing/2014/main" id="{22026698-4A54-0A93-F5ED-3D6342B7322F}"/>
                  </a:ext>
                </a:extLst>
              </p:cNvPr>
              <p:cNvSpPr>
                <a:spLocks noChangeShapeType="1"/>
              </p:cNvSpPr>
              <p:nvPr/>
            </p:nvSpPr>
            <p:spPr bwMode="auto">
              <a:xfrm>
                <a:off x="5854700" y="4305300"/>
                <a:ext cx="0" cy="36576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67" name="Straight Connector 66">
                <a:extLst>
                  <a:ext uri="{FF2B5EF4-FFF2-40B4-BE49-F238E27FC236}">
                    <a16:creationId xmlns:a16="http://schemas.microsoft.com/office/drawing/2014/main" id="{E46D73D0-6D30-4AEF-A109-59EE55B7F82E}"/>
                  </a:ext>
                </a:extLst>
              </p:cNvPr>
              <p:cNvCxnSpPr/>
              <p:nvPr/>
            </p:nvCxnSpPr>
            <p:spPr>
              <a:xfrm rot="16200000" flipH="1" flipV="1">
                <a:off x="5183665" y="3654586"/>
                <a:ext cx="0" cy="13258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3461" name="Line 29">
                <a:extLst>
                  <a:ext uri="{FF2B5EF4-FFF2-40B4-BE49-F238E27FC236}">
                    <a16:creationId xmlns:a16="http://schemas.microsoft.com/office/drawing/2014/main" id="{77D0ECF6-C77F-17F7-8BFB-FDF84314FE7D}"/>
                  </a:ext>
                </a:extLst>
              </p:cNvPr>
              <p:cNvSpPr>
                <a:spLocks noChangeShapeType="1"/>
              </p:cNvSpPr>
              <p:nvPr/>
            </p:nvSpPr>
            <p:spPr bwMode="auto">
              <a:xfrm>
                <a:off x="4521200" y="3505199"/>
                <a:ext cx="0" cy="82296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69" name="Straight Connector 68">
                <a:extLst>
                  <a:ext uri="{FF2B5EF4-FFF2-40B4-BE49-F238E27FC236}">
                    <a16:creationId xmlns:a16="http://schemas.microsoft.com/office/drawing/2014/main" id="{13CBE5F3-B8B0-4464-B428-28E622727151}"/>
                  </a:ext>
                </a:extLst>
              </p:cNvPr>
              <p:cNvCxnSpPr/>
              <p:nvPr/>
            </p:nvCxnSpPr>
            <p:spPr>
              <a:xfrm rot="10800000">
                <a:off x="5346426" y="3074191"/>
                <a:ext cx="488282"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A29359B-EA11-4A12-B50A-B38C8A3E71B5}"/>
                  </a:ext>
                </a:extLst>
              </p:cNvPr>
              <p:cNvCxnSpPr/>
              <p:nvPr/>
            </p:nvCxnSpPr>
            <p:spPr>
              <a:xfrm rot="10800000">
                <a:off x="4495324" y="3048599"/>
                <a:ext cx="48828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3464" name="Line 29">
                <a:extLst>
                  <a:ext uri="{FF2B5EF4-FFF2-40B4-BE49-F238E27FC236}">
                    <a16:creationId xmlns:a16="http://schemas.microsoft.com/office/drawing/2014/main" id="{4E7051DE-C25B-FAAE-9A60-AAED81A66E8E}"/>
                  </a:ext>
                </a:extLst>
              </p:cNvPr>
              <p:cNvSpPr>
                <a:spLocks noChangeShapeType="1"/>
              </p:cNvSpPr>
              <p:nvPr/>
            </p:nvSpPr>
            <p:spPr bwMode="auto">
              <a:xfrm>
                <a:off x="4495800" y="2222500"/>
                <a:ext cx="0" cy="82296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73" name="Straight Connector 72">
                <a:extLst>
                  <a:ext uri="{FF2B5EF4-FFF2-40B4-BE49-F238E27FC236}">
                    <a16:creationId xmlns:a16="http://schemas.microsoft.com/office/drawing/2014/main" id="{563387BA-069A-4A5F-A600-91067E352E5B}"/>
                  </a:ext>
                </a:extLst>
              </p:cNvPr>
              <p:cNvCxnSpPr/>
              <p:nvPr/>
            </p:nvCxnSpPr>
            <p:spPr>
              <a:xfrm rot="16200000" flipH="1" flipV="1">
                <a:off x="3888362" y="3896444"/>
                <a:ext cx="0" cy="2010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399AF8E-7CE4-4060-8783-B01ED3D43305}"/>
                  </a:ext>
                </a:extLst>
              </p:cNvPr>
              <p:cNvCxnSpPr/>
              <p:nvPr/>
            </p:nvCxnSpPr>
            <p:spPr>
              <a:xfrm rot="16200000" flipH="1">
                <a:off x="2302175" y="3228805"/>
                <a:ext cx="39047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FB9659C-4ED9-4595-9D57-9BE0DA646D80}"/>
                  </a:ext>
                </a:extLst>
              </p:cNvPr>
              <p:cNvCxnSpPr/>
              <p:nvPr/>
            </p:nvCxnSpPr>
            <p:spPr>
              <a:xfrm rot="16200000" flipH="1" flipV="1">
                <a:off x="4307979" y="3184695"/>
                <a:ext cx="0" cy="10969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F5B82F0-5EE6-476C-AC31-1997B23879EA}"/>
                  </a:ext>
                </a:extLst>
              </p:cNvPr>
              <p:cNvCxnSpPr/>
              <p:nvPr/>
            </p:nvCxnSpPr>
            <p:spPr>
              <a:xfrm rot="16200000" flipH="1" flipV="1">
                <a:off x="4310522" y="1913094"/>
                <a:ext cx="0" cy="10511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447B344-F0B3-44FB-B1FF-13A3C978B493}"/>
                  </a:ext>
                </a:extLst>
              </p:cNvPr>
              <p:cNvCxnSpPr/>
              <p:nvPr/>
            </p:nvCxnSpPr>
            <p:spPr>
              <a:xfrm rot="16200000" flipH="1" flipV="1">
                <a:off x="4285091" y="529035"/>
                <a:ext cx="0" cy="10511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Trapezoid 78">
                <a:extLst>
                  <a:ext uri="{FF2B5EF4-FFF2-40B4-BE49-F238E27FC236}">
                    <a16:creationId xmlns:a16="http://schemas.microsoft.com/office/drawing/2014/main" id="{96A6B4BF-B755-44A6-A539-16DF7E8D6025}"/>
                  </a:ext>
                </a:extLst>
              </p:cNvPr>
              <p:cNvSpPr/>
              <p:nvPr/>
            </p:nvSpPr>
            <p:spPr>
              <a:xfrm rot="5400000">
                <a:off x="6230605" y="2667384"/>
                <a:ext cx="1554668" cy="640870"/>
              </a:xfrm>
              <a:prstGeom prst="trapezoid">
                <a:avLst>
                  <a:gd name="adj" fmla="val 61353"/>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600"/>
              </a:p>
            </p:txBody>
          </p:sp>
          <p:sp>
            <p:nvSpPr>
              <p:cNvPr id="103471" name="Text Box 20">
                <a:extLst>
                  <a:ext uri="{FF2B5EF4-FFF2-40B4-BE49-F238E27FC236}">
                    <a16:creationId xmlns:a16="http://schemas.microsoft.com/office/drawing/2014/main" id="{82471813-D8CD-E6C9-E280-F462FCB7B5E7}"/>
                  </a:ext>
                </a:extLst>
              </p:cNvPr>
              <p:cNvSpPr txBox="1">
                <a:spLocks noChangeArrowheads="1"/>
              </p:cNvSpPr>
              <p:nvPr/>
            </p:nvSpPr>
            <p:spPr bwMode="auto">
              <a:xfrm>
                <a:off x="6654800" y="3390901"/>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600" b="0" u="none"/>
                  <a:t>0</a:t>
                </a:r>
              </a:p>
            </p:txBody>
          </p:sp>
          <p:sp>
            <p:nvSpPr>
              <p:cNvPr id="103472" name="Text Box 20">
                <a:extLst>
                  <a:ext uri="{FF2B5EF4-FFF2-40B4-BE49-F238E27FC236}">
                    <a16:creationId xmlns:a16="http://schemas.microsoft.com/office/drawing/2014/main" id="{55F04527-B458-DCEB-1A60-ED1399A4E6A5}"/>
                  </a:ext>
                </a:extLst>
              </p:cNvPr>
              <p:cNvSpPr txBox="1">
                <a:spLocks noChangeArrowheads="1"/>
              </p:cNvSpPr>
              <p:nvPr/>
            </p:nvSpPr>
            <p:spPr bwMode="auto">
              <a:xfrm>
                <a:off x="6654800" y="31242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600" b="0" u="none"/>
                  <a:t>1</a:t>
                </a:r>
              </a:p>
            </p:txBody>
          </p:sp>
          <p:sp>
            <p:nvSpPr>
              <p:cNvPr id="103473" name="Text Box 20">
                <a:extLst>
                  <a:ext uri="{FF2B5EF4-FFF2-40B4-BE49-F238E27FC236}">
                    <a16:creationId xmlns:a16="http://schemas.microsoft.com/office/drawing/2014/main" id="{362AA950-D768-DEA6-619E-D6D0D660BE03}"/>
                  </a:ext>
                </a:extLst>
              </p:cNvPr>
              <p:cNvSpPr txBox="1">
                <a:spLocks noChangeArrowheads="1"/>
              </p:cNvSpPr>
              <p:nvPr/>
            </p:nvSpPr>
            <p:spPr bwMode="auto">
              <a:xfrm>
                <a:off x="6654800" y="23114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600" b="0" u="none"/>
                  <a:t>31</a:t>
                </a:r>
              </a:p>
            </p:txBody>
          </p:sp>
          <p:sp>
            <p:nvSpPr>
              <p:cNvPr id="103474" name="Text Box 20">
                <a:extLst>
                  <a:ext uri="{FF2B5EF4-FFF2-40B4-BE49-F238E27FC236}">
                    <a16:creationId xmlns:a16="http://schemas.microsoft.com/office/drawing/2014/main" id="{883EE659-6446-77CD-C14F-EF1A66260034}"/>
                  </a:ext>
                </a:extLst>
              </p:cNvPr>
              <p:cNvSpPr txBox="1">
                <a:spLocks noChangeArrowheads="1"/>
              </p:cNvSpPr>
              <p:nvPr/>
            </p:nvSpPr>
            <p:spPr bwMode="auto">
              <a:xfrm>
                <a:off x="6654800" y="25527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600" b="0" u="none"/>
                  <a:t>30</a:t>
                </a:r>
              </a:p>
            </p:txBody>
          </p:sp>
          <p:sp>
            <p:nvSpPr>
              <p:cNvPr id="103475" name="Line 31">
                <a:extLst>
                  <a:ext uri="{FF2B5EF4-FFF2-40B4-BE49-F238E27FC236}">
                    <a16:creationId xmlns:a16="http://schemas.microsoft.com/office/drawing/2014/main" id="{702BABD7-70E5-D4A8-82FC-83CE438F98FE}"/>
                  </a:ext>
                </a:extLst>
              </p:cNvPr>
              <p:cNvSpPr>
                <a:spLocks noChangeShapeType="1"/>
              </p:cNvSpPr>
              <p:nvPr/>
            </p:nvSpPr>
            <p:spPr bwMode="auto">
              <a:xfrm flipV="1">
                <a:off x="7327900" y="2984500"/>
                <a:ext cx="457200"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3476" name="Text Box 20">
                <a:extLst>
                  <a:ext uri="{FF2B5EF4-FFF2-40B4-BE49-F238E27FC236}">
                    <a16:creationId xmlns:a16="http://schemas.microsoft.com/office/drawing/2014/main" id="{6286C593-7B21-36E9-A98B-D8CDB5F5BCAD}"/>
                  </a:ext>
                </a:extLst>
              </p:cNvPr>
              <p:cNvSpPr txBox="1">
                <a:spLocks noChangeArrowheads="1"/>
              </p:cNvSpPr>
              <p:nvPr/>
            </p:nvSpPr>
            <p:spPr bwMode="auto">
              <a:xfrm>
                <a:off x="7785100" y="27813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Q</a:t>
                </a:r>
                <a:endParaRPr lang="ru-RU" altLang="en-US" sz="1600" b="0" u="none"/>
              </a:p>
            </p:txBody>
          </p:sp>
          <p:cxnSp>
            <p:nvCxnSpPr>
              <p:cNvPr id="87" name="Straight Connector 86">
                <a:extLst>
                  <a:ext uri="{FF2B5EF4-FFF2-40B4-BE49-F238E27FC236}">
                    <a16:creationId xmlns:a16="http://schemas.microsoft.com/office/drawing/2014/main" id="{E75B0A66-BFE6-45B9-A3EE-42D18DE54D61}"/>
                  </a:ext>
                </a:extLst>
              </p:cNvPr>
              <p:cNvCxnSpPr/>
              <p:nvPr/>
            </p:nvCxnSpPr>
            <p:spPr>
              <a:xfrm>
                <a:off x="2869413" y="2907848"/>
                <a:ext cx="1190186" cy="21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6C45444E-484C-4640-A66F-12B28A341C41}"/>
                  </a:ext>
                </a:extLst>
              </p:cNvPr>
              <p:cNvCxnSpPr/>
              <p:nvPr/>
            </p:nvCxnSpPr>
            <p:spPr>
              <a:xfrm rot="5400000">
                <a:off x="2772410" y="4201488"/>
                <a:ext cx="2559123" cy="169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84CB9886-1BF4-429D-8C32-B41E52B59045}"/>
                  </a:ext>
                </a:extLst>
              </p:cNvPr>
              <p:cNvCxnSpPr/>
              <p:nvPr/>
            </p:nvCxnSpPr>
            <p:spPr>
              <a:xfrm>
                <a:off x="4051123" y="5486163"/>
                <a:ext cx="2972074" cy="213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F02C7B2D-8EDE-4F11-AA21-967E165CE08F}"/>
                  </a:ext>
                </a:extLst>
              </p:cNvPr>
              <p:cNvCxnSpPr/>
              <p:nvPr/>
            </p:nvCxnSpPr>
            <p:spPr>
              <a:xfrm rot="5400000">
                <a:off x="6064374" y="4527777"/>
                <a:ext cx="1919342" cy="16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39B6DBC-9885-40C0-90CE-D1E394C1FFC1}"/>
                  </a:ext>
                </a:extLst>
              </p:cNvPr>
              <p:cNvCxnSpPr/>
              <p:nvPr/>
            </p:nvCxnSpPr>
            <p:spPr>
              <a:xfrm rot="16200000" flipH="1">
                <a:off x="5437921" y="1653029"/>
                <a:ext cx="1646369" cy="16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3482" name="Line 31">
                <a:extLst>
                  <a:ext uri="{FF2B5EF4-FFF2-40B4-BE49-F238E27FC236}">
                    <a16:creationId xmlns:a16="http://schemas.microsoft.com/office/drawing/2014/main" id="{985BB3D2-E2E7-EA2F-B059-6CBE2EBB275C}"/>
                  </a:ext>
                </a:extLst>
              </p:cNvPr>
              <p:cNvSpPr>
                <a:spLocks noChangeShapeType="1"/>
              </p:cNvSpPr>
              <p:nvPr/>
            </p:nvSpPr>
            <p:spPr bwMode="auto">
              <a:xfrm>
                <a:off x="6248399" y="2476500"/>
                <a:ext cx="457200"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3483" name="Line 29">
                <a:extLst>
                  <a:ext uri="{FF2B5EF4-FFF2-40B4-BE49-F238E27FC236}">
                    <a16:creationId xmlns:a16="http://schemas.microsoft.com/office/drawing/2014/main" id="{5F9EEC64-429D-2338-28C2-93F5E721DF97}"/>
                  </a:ext>
                </a:extLst>
              </p:cNvPr>
              <p:cNvSpPr>
                <a:spLocks noChangeShapeType="1"/>
              </p:cNvSpPr>
              <p:nvPr/>
            </p:nvSpPr>
            <p:spPr bwMode="auto">
              <a:xfrm>
                <a:off x="6007100" y="2133600"/>
                <a:ext cx="0" cy="5029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84" name="Line 31">
                <a:extLst>
                  <a:ext uri="{FF2B5EF4-FFF2-40B4-BE49-F238E27FC236}">
                    <a16:creationId xmlns:a16="http://schemas.microsoft.com/office/drawing/2014/main" id="{5FBDAFAD-DB44-9917-4DB5-AE7E49D12E0A}"/>
                  </a:ext>
                </a:extLst>
              </p:cNvPr>
              <p:cNvSpPr>
                <a:spLocks noChangeShapeType="1"/>
              </p:cNvSpPr>
              <p:nvPr/>
            </p:nvSpPr>
            <p:spPr bwMode="auto">
              <a:xfrm>
                <a:off x="6007100" y="2628900"/>
                <a:ext cx="685800"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3485" name="Line 29">
                <a:extLst>
                  <a:ext uri="{FF2B5EF4-FFF2-40B4-BE49-F238E27FC236}">
                    <a16:creationId xmlns:a16="http://schemas.microsoft.com/office/drawing/2014/main" id="{98C74F55-9376-5B35-0A5E-F3C2787AC3B4}"/>
                  </a:ext>
                </a:extLst>
              </p:cNvPr>
              <p:cNvSpPr>
                <a:spLocks noChangeShapeType="1"/>
              </p:cNvSpPr>
              <p:nvPr/>
            </p:nvSpPr>
            <p:spPr bwMode="auto">
              <a:xfrm>
                <a:off x="6032500" y="3213100"/>
                <a:ext cx="0" cy="2743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86" name="Line 31">
                <a:extLst>
                  <a:ext uri="{FF2B5EF4-FFF2-40B4-BE49-F238E27FC236}">
                    <a16:creationId xmlns:a16="http://schemas.microsoft.com/office/drawing/2014/main" id="{7CE6D104-2762-41D9-BE59-38E78D4D72C9}"/>
                  </a:ext>
                </a:extLst>
              </p:cNvPr>
              <p:cNvSpPr>
                <a:spLocks noChangeShapeType="1"/>
              </p:cNvSpPr>
              <p:nvPr/>
            </p:nvSpPr>
            <p:spPr bwMode="auto">
              <a:xfrm>
                <a:off x="6019800" y="3225800"/>
                <a:ext cx="685800"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3487" name="Line 29">
                <a:extLst>
                  <a:ext uri="{FF2B5EF4-FFF2-40B4-BE49-F238E27FC236}">
                    <a16:creationId xmlns:a16="http://schemas.microsoft.com/office/drawing/2014/main" id="{DCCE615B-4175-05AD-C7F2-FFBAD53EEA05}"/>
                  </a:ext>
                </a:extLst>
              </p:cNvPr>
              <p:cNvSpPr>
                <a:spLocks noChangeShapeType="1"/>
              </p:cNvSpPr>
              <p:nvPr/>
            </p:nvSpPr>
            <p:spPr bwMode="auto">
              <a:xfrm>
                <a:off x="6413500" y="3454399"/>
                <a:ext cx="0" cy="11887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88" name="Line 30">
                <a:extLst>
                  <a:ext uri="{FF2B5EF4-FFF2-40B4-BE49-F238E27FC236}">
                    <a16:creationId xmlns:a16="http://schemas.microsoft.com/office/drawing/2014/main" id="{26724D2B-AB83-9F21-84F9-EAD87D991AEE}"/>
                  </a:ext>
                </a:extLst>
              </p:cNvPr>
              <p:cNvSpPr>
                <a:spLocks noChangeShapeType="1"/>
              </p:cNvSpPr>
              <p:nvPr/>
            </p:nvSpPr>
            <p:spPr bwMode="auto">
              <a:xfrm>
                <a:off x="6400800" y="3454400"/>
                <a:ext cx="274320"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3489" name="Line 31">
                <a:extLst>
                  <a:ext uri="{FF2B5EF4-FFF2-40B4-BE49-F238E27FC236}">
                    <a16:creationId xmlns:a16="http://schemas.microsoft.com/office/drawing/2014/main" id="{883F7AE7-3159-49F5-22A4-B86D57F3E429}"/>
                  </a:ext>
                </a:extLst>
              </p:cNvPr>
              <p:cNvSpPr>
                <a:spLocks noChangeShapeType="1"/>
              </p:cNvSpPr>
              <p:nvPr/>
            </p:nvSpPr>
            <p:spPr bwMode="auto">
              <a:xfrm flipV="1">
                <a:off x="2895600" y="5181600"/>
                <a:ext cx="365760"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cxnSp>
            <p:nvCxnSpPr>
              <p:cNvPr id="105" name="Straight Connector 104">
                <a:extLst>
                  <a:ext uri="{FF2B5EF4-FFF2-40B4-BE49-F238E27FC236}">
                    <a16:creationId xmlns:a16="http://schemas.microsoft.com/office/drawing/2014/main" id="{58227AFD-8BFA-4381-8062-FC8D6D62F287}"/>
                  </a:ext>
                </a:extLst>
              </p:cNvPr>
              <p:cNvCxnSpPr/>
              <p:nvPr/>
            </p:nvCxnSpPr>
            <p:spPr>
              <a:xfrm rot="16200000" flipH="1">
                <a:off x="1839950" y="2976309"/>
                <a:ext cx="3840816" cy="16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24A27541-6D42-4336-95C9-88E2383EFDB6}"/>
                  </a:ext>
                </a:extLst>
              </p:cNvPr>
              <p:cNvCxnSpPr/>
              <p:nvPr/>
            </p:nvCxnSpPr>
            <p:spPr>
              <a:xfrm rot="5400000" flipH="1" flipV="1">
                <a:off x="1855731" y="3073342"/>
                <a:ext cx="3198903" cy="169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3492" name="Line 31">
                <a:extLst>
                  <a:ext uri="{FF2B5EF4-FFF2-40B4-BE49-F238E27FC236}">
                    <a16:creationId xmlns:a16="http://schemas.microsoft.com/office/drawing/2014/main" id="{E57B8C97-7F67-0FDB-291D-3C02D45143B6}"/>
                  </a:ext>
                </a:extLst>
              </p:cNvPr>
              <p:cNvSpPr>
                <a:spLocks noChangeShapeType="1"/>
              </p:cNvSpPr>
              <p:nvPr/>
            </p:nvSpPr>
            <p:spPr bwMode="auto">
              <a:xfrm>
                <a:off x="2819400" y="1473200"/>
                <a:ext cx="640080"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3493" name="Text Box 20">
                <a:extLst>
                  <a:ext uri="{FF2B5EF4-FFF2-40B4-BE49-F238E27FC236}">
                    <a16:creationId xmlns:a16="http://schemas.microsoft.com/office/drawing/2014/main" id="{EA17E925-7CDC-3171-77FA-00451A238392}"/>
                  </a:ext>
                </a:extLst>
              </p:cNvPr>
              <p:cNvSpPr txBox="1">
                <a:spLocks noChangeArrowheads="1"/>
              </p:cNvSpPr>
              <p:nvPr/>
            </p:nvSpPr>
            <p:spPr bwMode="auto">
              <a:xfrm>
                <a:off x="2438400" y="1257300"/>
                <a:ext cx="793368" cy="565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a:t>
                </a:r>
                <a:endParaRPr lang="ru-RU" altLang="en-US" sz="1600" b="0" u="none"/>
              </a:p>
            </p:txBody>
          </p:sp>
          <p:sp>
            <p:nvSpPr>
              <p:cNvPr id="103494" name="Text Box 20">
                <a:extLst>
                  <a:ext uri="{FF2B5EF4-FFF2-40B4-BE49-F238E27FC236}">
                    <a16:creationId xmlns:a16="http://schemas.microsoft.com/office/drawing/2014/main" id="{51379782-4050-6F11-462A-C2DD5D99BB7A}"/>
                  </a:ext>
                </a:extLst>
              </p:cNvPr>
              <p:cNvSpPr txBox="1">
                <a:spLocks noChangeArrowheads="1"/>
              </p:cNvSpPr>
              <p:nvPr/>
            </p:nvSpPr>
            <p:spPr bwMode="auto">
              <a:xfrm>
                <a:off x="2133600" y="2692400"/>
                <a:ext cx="1066800" cy="565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A[4:0]</a:t>
                </a:r>
                <a:endParaRPr lang="ru-RU" altLang="en-US" sz="1600" b="0" u="none"/>
              </a:p>
            </p:txBody>
          </p:sp>
          <p:sp>
            <p:nvSpPr>
              <p:cNvPr id="103495" name="Text Box 20">
                <a:extLst>
                  <a:ext uri="{FF2B5EF4-FFF2-40B4-BE49-F238E27FC236}">
                    <a16:creationId xmlns:a16="http://schemas.microsoft.com/office/drawing/2014/main" id="{647F0F25-7FF3-CA38-FA3D-CF755AC11DA3}"/>
                  </a:ext>
                </a:extLst>
              </p:cNvPr>
              <p:cNvSpPr txBox="1">
                <a:spLocks noChangeArrowheads="1"/>
              </p:cNvSpPr>
              <p:nvPr/>
            </p:nvSpPr>
            <p:spPr bwMode="auto">
              <a:xfrm>
                <a:off x="2374900" y="4749800"/>
                <a:ext cx="793368" cy="565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CE</a:t>
                </a:r>
                <a:endParaRPr lang="ru-RU" altLang="en-US" sz="1600" b="0" u="none"/>
              </a:p>
            </p:txBody>
          </p:sp>
          <p:grpSp>
            <p:nvGrpSpPr>
              <p:cNvPr id="103496" name="Group 21">
                <a:extLst>
                  <a:ext uri="{FF2B5EF4-FFF2-40B4-BE49-F238E27FC236}">
                    <a16:creationId xmlns:a16="http://schemas.microsoft.com/office/drawing/2014/main" id="{E4CB10E7-C2A2-CF52-F74B-30519A0680FB}"/>
                  </a:ext>
                </a:extLst>
              </p:cNvPr>
              <p:cNvGrpSpPr>
                <a:grpSpLocks/>
              </p:cNvGrpSpPr>
              <p:nvPr/>
            </p:nvGrpSpPr>
            <p:grpSpPr bwMode="auto">
              <a:xfrm>
                <a:off x="3276600" y="5105400"/>
                <a:ext cx="104180" cy="133706"/>
                <a:chOff x="7187" y="13254"/>
                <a:chExt cx="119" cy="117"/>
              </a:xfrm>
            </p:grpSpPr>
            <p:sp>
              <p:nvSpPr>
                <p:cNvPr id="103503" name="Line 22">
                  <a:extLst>
                    <a:ext uri="{FF2B5EF4-FFF2-40B4-BE49-F238E27FC236}">
                      <a16:creationId xmlns:a16="http://schemas.microsoft.com/office/drawing/2014/main" id="{411600CA-F2E3-105A-BEF2-1F163CA178EF}"/>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04" name="Line 23">
                  <a:extLst>
                    <a:ext uri="{FF2B5EF4-FFF2-40B4-BE49-F238E27FC236}">
                      <a16:creationId xmlns:a16="http://schemas.microsoft.com/office/drawing/2014/main" id="{DE98166A-9020-5CE2-E6BA-2AAB5C1C4BF3}"/>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05" name="Line 24">
                  <a:extLst>
                    <a:ext uri="{FF2B5EF4-FFF2-40B4-BE49-F238E27FC236}">
                      <a16:creationId xmlns:a16="http://schemas.microsoft.com/office/drawing/2014/main" id="{3DF1E8AA-4873-7F82-CA00-3CB71B589087}"/>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06" name="Line 25">
                  <a:extLst>
                    <a:ext uri="{FF2B5EF4-FFF2-40B4-BE49-F238E27FC236}">
                      <a16:creationId xmlns:a16="http://schemas.microsoft.com/office/drawing/2014/main" id="{49A5683F-1BC6-6732-36E9-577591674815}"/>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07" name="Line 26">
                  <a:extLst>
                    <a:ext uri="{FF2B5EF4-FFF2-40B4-BE49-F238E27FC236}">
                      <a16:creationId xmlns:a16="http://schemas.microsoft.com/office/drawing/2014/main" id="{D5F25BE7-B871-61F5-CC65-7BFC6BDDAE82}"/>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3497" name="Line 31">
                <a:extLst>
                  <a:ext uri="{FF2B5EF4-FFF2-40B4-BE49-F238E27FC236}">
                    <a16:creationId xmlns:a16="http://schemas.microsoft.com/office/drawing/2014/main" id="{62E666B0-BD27-DAEC-D449-67569CA1EA8B}"/>
                  </a:ext>
                </a:extLst>
              </p:cNvPr>
              <p:cNvSpPr>
                <a:spLocks noChangeShapeType="1"/>
              </p:cNvSpPr>
              <p:nvPr/>
            </p:nvSpPr>
            <p:spPr bwMode="auto">
              <a:xfrm flipV="1">
                <a:off x="3352800" y="5168900"/>
                <a:ext cx="914400"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03498" name="Text Box 20">
                <a:extLst>
                  <a:ext uri="{FF2B5EF4-FFF2-40B4-BE49-F238E27FC236}">
                    <a16:creationId xmlns:a16="http://schemas.microsoft.com/office/drawing/2014/main" id="{E15FE77D-7095-71EE-7341-9C7142792D9A}"/>
                  </a:ext>
                </a:extLst>
              </p:cNvPr>
              <p:cNvSpPr txBox="1">
                <a:spLocks noChangeArrowheads="1"/>
              </p:cNvSpPr>
              <p:nvPr/>
            </p:nvSpPr>
            <p:spPr bwMode="auto">
              <a:xfrm>
                <a:off x="5803900" y="42545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Q</a:t>
                </a:r>
                <a:r>
                  <a:rPr lang="ru-RU" altLang="en-US" sz="1600" b="0" u="none"/>
                  <a:t>0</a:t>
                </a:r>
              </a:p>
            </p:txBody>
          </p:sp>
          <p:sp>
            <p:nvSpPr>
              <p:cNvPr id="103499" name="Text Box 20">
                <a:extLst>
                  <a:ext uri="{FF2B5EF4-FFF2-40B4-BE49-F238E27FC236}">
                    <a16:creationId xmlns:a16="http://schemas.microsoft.com/office/drawing/2014/main" id="{FEA8CD57-77F0-4DD7-F191-1B2297A895C3}"/>
                  </a:ext>
                </a:extLst>
              </p:cNvPr>
              <p:cNvSpPr txBox="1">
                <a:spLocks noChangeArrowheads="1"/>
              </p:cNvSpPr>
              <p:nvPr/>
            </p:nvSpPr>
            <p:spPr bwMode="auto">
              <a:xfrm>
                <a:off x="5803900" y="28448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Q1</a:t>
                </a:r>
                <a:endParaRPr lang="ru-RU" altLang="en-US" sz="1600" b="0" u="none"/>
              </a:p>
            </p:txBody>
          </p:sp>
          <p:sp>
            <p:nvSpPr>
              <p:cNvPr id="103500" name="Text Box 20">
                <a:extLst>
                  <a:ext uri="{FF2B5EF4-FFF2-40B4-BE49-F238E27FC236}">
                    <a16:creationId xmlns:a16="http://schemas.microsoft.com/office/drawing/2014/main" id="{EFC1CE8D-3FEB-B180-33EE-C385CFB69C72}"/>
                  </a:ext>
                </a:extLst>
              </p:cNvPr>
              <p:cNvSpPr txBox="1">
                <a:spLocks noChangeArrowheads="1"/>
              </p:cNvSpPr>
              <p:nvPr/>
            </p:nvSpPr>
            <p:spPr bwMode="auto">
              <a:xfrm>
                <a:off x="5803900" y="1765300"/>
                <a:ext cx="749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Q30</a:t>
                </a:r>
                <a:endParaRPr lang="ru-RU" altLang="en-US" sz="1600" b="0" u="none"/>
              </a:p>
            </p:txBody>
          </p:sp>
          <p:sp>
            <p:nvSpPr>
              <p:cNvPr id="103501" name="Text Box 20">
                <a:extLst>
                  <a:ext uri="{FF2B5EF4-FFF2-40B4-BE49-F238E27FC236}">
                    <a16:creationId xmlns:a16="http://schemas.microsoft.com/office/drawing/2014/main" id="{E89A6148-14ED-CFAC-66BD-0C24C0FACD63}"/>
                  </a:ext>
                </a:extLst>
              </p:cNvPr>
              <p:cNvSpPr txBox="1">
                <a:spLocks noChangeArrowheads="1"/>
              </p:cNvSpPr>
              <p:nvPr/>
            </p:nvSpPr>
            <p:spPr bwMode="auto">
              <a:xfrm>
                <a:off x="5461000" y="457200"/>
                <a:ext cx="124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Q31</a:t>
                </a:r>
                <a:endParaRPr lang="ru-RU" altLang="en-US" sz="1600" b="0" u="none"/>
              </a:p>
            </p:txBody>
          </p:sp>
          <p:sp>
            <p:nvSpPr>
              <p:cNvPr id="103502" name="Text Box 20">
                <a:extLst>
                  <a:ext uri="{FF2B5EF4-FFF2-40B4-BE49-F238E27FC236}">
                    <a16:creationId xmlns:a16="http://schemas.microsoft.com/office/drawing/2014/main" id="{ED5EA1EC-0D8B-EA3D-65EF-D5D41254B2A5}"/>
                  </a:ext>
                </a:extLst>
              </p:cNvPr>
              <p:cNvSpPr txBox="1">
                <a:spLocks noChangeArrowheads="1"/>
              </p:cNvSpPr>
              <p:nvPr/>
            </p:nvSpPr>
            <p:spPr bwMode="auto">
              <a:xfrm>
                <a:off x="7620000" y="8382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Q31</a:t>
                </a:r>
                <a:endParaRPr lang="ru-RU" altLang="en-US" sz="1600" b="0" u="none"/>
              </a:p>
            </p:txBody>
          </p:sp>
        </p:gr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4">
            <a:extLst>
              <a:ext uri="{FF2B5EF4-FFF2-40B4-BE49-F238E27FC236}">
                <a16:creationId xmlns:a16="http://schemas.microsoft.com/office/drawing/2014/main" id="{EF438400-5BE3-BF95-EAD0-514C97D81B8F}"/>
              </a:ext>
            </a:extLst>
          </p:cNvPr>
          <p:cNvSpPr>
            <a:spLocks noGrp="1" noChangeArrowheads="1"/>
          </p:cNvSpPr>
          <p:nvPr>
            <p:ph type="title"/>
          </p:nvPr>
        </p:nvSpPr>
        <p:spPr>
          <a:xfrm>
            <a:off x="0" y="183401"/>
            <a:ext cx="11612880" cy="704088"/>
          </a:xfrm>
        </p:spPr>
        <p:txBody>
          <a:bodyPr/>
          <a:lstStyle/>
          <a:p>
            <a:r>
              <a:rPr lang="en-US" altLang="en-US"/>
              <a:t>32-bit Shift Register</a:t>
            </a:r>
            <a:r>
              <a:rPr lang="ru-RU" altLang="en-US"/>
              <a:t> </a:t>
            </a:r>
          </a:p>
        </p:txBody>
      </p:sp>
      <p:grpSp>
        <p:nvGrpSpPr>
          <p:cNvPr id="104451" name="Group 40">
            <a:extLst>
              <a:ext uri="{FF2B5EF4-FFF2-40B4-BE49-F238E27FC236}">
                <a16:creationId xmlns:a16="http://schemas.microsoft.com/office/drawing/2014/main" id="{BB42B3AF-E7C1-E5D1-E656-FECB6C4A4366}"/>
              </a:ext>
            </a:extLst>
          </p:cNvPr>
          <p:cNvGrpSpPr>
            <a:grpSpLocks/>
          </p:cNvGrpSpPr>
          <p:nvPr/>
        </p:nvGrpSpPr>
        <p:grpSpPr bwMode="auto">
          <a:xfrm>
            <a:off x="2681288" y="1447800"/>
            <a:ext cx="7529512" cy="4038600"/>
            <a:chOff x="700087" y="1676400"/>
            <a:chExt cx="7529513" cy="4038600"/>
          </a:xfrm>
        </p:grpSpPr>
        <p:sp>
          <p:nvSpPr>
            <p:cNvPr id="77828" name="Rectangle 6">
              <a:extLst>
                <a:ext uri="{FF2B5EF4-FFF2-40B4-BE49-F238E27FC236}">
                  <a16:creationId xmlns:a16="http://schemas.microsoft.com/office/drawing/2014/main" id="{625B1FA8-D17B-4C34-A7CD-722FAC413737}"/>
                </a:ext>
              </a:extLst>
            </p:cNvPr>
            <p:cNvSpPr>
              <a:spLocks noChangeArrowheads="1"/>
            </p:cNvSpPr>
            <p:nvPr/>
          </p:nvSpPr>
          <p:spPr bwMode="auto">
            <a:xfrm>
              <a:off x="2811462" y="2151063"/>
              <a:ext cx="1198562" cy="2424112"/>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77829" name="AutoShape 7">
              <a:extLst>
                <a:ext uri="{FF2B5EF4-FFF2-40B4-BE49-F238E27FC236}">
                  <a16:creationId xmlns:a16="http://schemas.microsoft.com/office/drawing/2014/main" id="{38774908-C196-4BE0-AD20-27EE3B534268}"/>
                </a:ext>
              </a:extLst>
            </p:cNvPr>
            <p:cNvSpPr>
              <a:spLocks noChangeArrowheads="1"/>
            </p:cNvSpPr>
            <p:nvPr/>
          </p:nvSpPr>
          <p:spPr bwMode="auto">
            <a:xfrm rot="-5400000">
              <a:off x="1928018" y="2461419"/>
              <a:ext cx="638175" cy="268287"/>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104456" name="Line 8">
              <a:extLst>
                <a:ext uri="{FF2B5EF4-FFF2-40B4-BE49-F238E27FC236}">
                  <a16:creationId xmlns:a16="http://schemas.microsoft.com/office/drawing/2014/main" id="{465DEDAD-1C86-10D7-D733-A8189725EF39}"/>
                </a:ext>
              </a:extLst>
            </p:cNvPr>
            <p:cNvSpPr>
              <a:spLocks noChangeShapeType="1"/>
            </p:cNvSpPr>
            <p:nvPr/>
          </p:nvSpPr>
          <p:spPr bwMode="auto">
            <a:xfrm>
              <a:off x="2378075" y="2590800"/>
              <a:ext cx="42068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4457" name="Text Box 9">
              <a:extLst>
                <a:ext uri="{FF2B5EF4-FFF2-40B4-BE49-F238E27FC236}">
                  <a16:creationId xmlns:a16="http://schemas.microsoft.com/office/drawing/2014/main" id="{6A84A79D-204D-3A1D-92EF-473531B9BD55}"/>
                </a:ext>
              </a:extLst>
            </p:cNvPr>
            <p:cNvSpPr txBox="1">
              <a:spLocks noChangeArrowheads="1"/>
            </p:cNvSpPr>
            <p:nvPr/>
          </p:nvSpPr>
          <p:spPr bwMode="auto">
            <a:xfrm>
              <a:off x="2754313" y="2357438"/>
              <a:ext cx="785812"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DI1</a:t>
              </a:r>
              <a:endParaRPr lang="ru-RU" altLang="en-US" sz="1600" b="0" u="none"/>
            </a:p>
          </p:txBody>
        </p:sp>
        <p:sp>
          <p:nvSpPr>
            <p:cNvPr id="104458" name="Line 10">
              <a:extLst>
                <a:ext uri="{FF2B5EF4-FFF2-40B4-BE49-F238E27FC236}">
                  <a16:creationId xmlns:a16="http://schemas.microsoft.com/office/drawing/2014/main" id="{268B4966-8B8A-562E-9E45-644D6393AAE8}"/>
                </a:ext>
              </a:extLst>
            </p:cNvPr>
            <p:cNvSpPr>
              <a:spLocks noChangeShapeType="1"/>
            </p:cNvSpPr>
            <p:nvPr/>
          </p:nvSpPr>
          <p:spPr bwMode="auto">
            <a:xfrm>
              <a:off x="1749425" y="3260725"/>
              <a:ext cx="102552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4459" name="Text Box 11">
              <a:extLst>
                <a:ext uri="{FF2B5EF4-FFF2-40B4-BE49-F238E27FC236}">
                  <a16:creationId xmlns:a16="http://schemas.microsoft.com/office/drawing/2014/main" id="{7B09C914-92FD-A63F-BB20-851C5459F1D5}"/>
                </a:ext>
              </a:extLst>
            </p:cNvPr>
            <p:cNvSpPr txBox="1">
              <a:spLocks noChangeArrowheads="1"/>
            </p:cNvSpPr>
            <p:nvPr/>
          </p:nvSpPr>
          <p:spPr bwMode="auto">
            <a:xfrm>
              <a:off x="2741613" y="3041650"/>
              <a:ext cx="93027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A[6:2]</a:t>
              </a:r>
              <a:endParaRPr lang="ru-RU" altLang="en-US" sz="1600" b="0" u="none"/>
            </a:p>
          </p:txBody>
        </p:sp>
        <p:sp>
          <p:nvSpPr>
            <p:cNvPr id="104460" name="Text Box 12">
              <a:extLst>
                <a:ext uri="{FF2B5EF4-FFF2-40B4-BE49-F238E27FC236}">
                  <a16:creationId xmlns:a16="http://schemas.microsoft.com/office/drawing/2014/main" id="{2FEFA8B5-DD72-767D-C906-7BC64B9C6A71}"/>
                </a:ext>
              </a:extLst>
            </p:cNvPr>
            <p:cNvSpPr txBox="1">
              <a:spLocks noChangeArrowheads="1"/>
            </p:cNvSpPr>
            <p:nvPr/>
          </p:nvSpPr>
          <p:spPr bwMode="auto">
            <a:xfrm>
              <a:off x="3292475" y="2508250"/>
              <a:ext cx="942975"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MC31</a:t>
              </a:r>
              <a:endParaRPr lang="ru-RU" altLang="en-US" sz="1600" b="0" u="none"/>
            </a:p>
          </p:txBody>
        </p:sp>
        <p:sp>
          <p:nvSpPr>
            <p:cNvPr id="104461" name="Line 13">
              <a:extLst>
                <a:ext uri="{FF2B5EF4-FFF2-40B4-BE49-F238E27FC236}">
                  <a16:creationId xmlns:a16="http://schemas.microsoft.com/office/drawing/2014/main" id="{A96E5E0F-5291-43C5-8FEF-1CD84AFF1087}"/>
                </a:ext>
              </a:extLst>
            </p:cNvPr>
            <p:cNvSpPr>
              <a:spLocks noChangeShapeType="1"/>
            </p:cNvSpPr>
            <p:nvPr/>
          </p:nvSpPr>
          <p:spPr bwMode="auto">
            <a:xfrm>
              <a:off x="4035425" y="2708275"/>
              <a:ext cx="66833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4462" name="Line 14">
              <a:extLst>
                <a:ext uri="{FF2B5EF4-FFF2-40B4-BE49-F238E27FC236}">
                  <a16:creationId xmlns:a16="http://schemas.microsoft.com/office/drawing/2014/main" id="{EFBEBC2E-5309-D65C-E299-95A645D2F18E}"/>
                </a:ext>
              </a:extLst>
            </p:cNvPr>
            <p:cNvSpPr>
              <a:spLocks noChangeShapeType="1"/>
            </p:cNvSpPr>
            <p:nvPr/>
          </p:nvSpPr>
          <p:spPr bwMode="auto">
            <a:xfrm>
              <a:off x="4024313" y="3944938"/>
              <a:ext cx="2039937"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4463" name="Line 15">
              <a:extLst>
                <a:ext uri="{FF2B5EF4-FFF2-40B4-BE49-F238E27FC236}">
                  <a16:creationId xmlns:a16="http://schemas.microsoft.com/office/drawing/2014/main" id="{487E03B6-50DC-FEE2-DE05-1C10A1F9DD67}"/>
                </a:ext>
              </a:extLst>
            </p:cNvPr>
            <p:cNvSpPr>
              <a:spLocks noChangeShapeType="1"/>
            </p:cNvSpPr>
            <p:nvPr/>
          </p:nvSpPr>
          <p:spPr bwMode="auto">
            <a:xfrm>
              <a:off x="1781175" y="3951288"/>
              <a:ext cx="102552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4464" name="Line 16">
              <a:extLst>
                <a:ext uri="{FF2B5EF4-FFF2-40B4-BE49-F238E27FC236}">
                  <a16:creationId xmlns:a16="http://schemas.microsoft.com/office/drawing/2014/main" id="{329558DB-C1F8-C520-D9E9-16DB2B5737D5}"/>
                </a:ext>
              </a:extLst>
            </p:cNvPr>
            <p:cNvSpPr>
              <a:spLocks noChangeShapeType="1"/>
            </p:cNvSpPr>
            <p:nvPr/>
          </p:nvSpPr>
          <p:spPr bwMode="auto">
            <a:xfrm>
              <a:off x="1787525" y="4292600"/>
              <a:ext cx="1027113"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4465" name="Text Box 17">
              <a:extLst>
                <a:ext uri="{FF2B5EF4-FFF2-40B4-BE49-F238E27FC236}">
                  <a16:creationId xmlns:a16="http://schemas.microsoft.com/office/drawing/2014/main" id="{397B1C94-9E83-E21A-0F7A-7E574701E3C2}"/>
                </a:ext>
              </a:extLst>
            </p:cNvPr>
            <p:cNvSpPr txBox="1">
              <a:spLocks noChangeArrowheads="1"/>
            </p:cNvSpPr>
            <p:nvPr/>
          </p:nvSpPr>
          <p:spPr bwMode="auto">
            <a:xfrm>
              <a:off x="2749550" y="3667125"/>
              <a:ext cx="93027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CLK</a:t>
              </a:r>
              <a:endParaRPr lang="ru-RU" altLang="en-US" sz="1600" b="0" u="none"/>
            </a:p>
          </p:txBody>
        </p:sp>
        <p:sp>
          <p:nvSpPr>
            <p:cNvPr id="104466" name="Text Box 18">
              <a:extLst>
                <a:ext uri="{FF2B5EF4-FFF2-40B4-BE49-F238E27FC236}">
                  <a16:creationId xmlns:a16="http://schemas.microsoft.com/office/drawing/2014/main" id="{84F74B6B-AF2A-C613-5A72-BA18B2483031}"/>
                </a:ext>
              </a:extLst>
            </p:cNvPr>
            <p:cNvSpPr txBox="1">
              <a:spLocks noChangeArrowheads="1"/>
            </p:cNvSpPr>
            <p:nvPr/>
          </p:nvSpPr>
          <p:spPr bwMode="auto">
            <a:xfrm>
              <a:off x="2754313" y="4078288"/>
              <a:ext cx="760412"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CE</a:t>
              </a:r>
              <a:endParaRPr lang="ru-RU" altLang="en-US" sz="1600" b="0" u="none"/>
            </a:p>
          </p:txBody>
        </p:sp>
        <p:sp>
          <p:nvSpPr>
            <p:cNvPr id="77841" name="Rectangle 19">
              <a:extLst>
                <a:ext uri="{FF2B5EF4-FFF2-40B4-BE49-F238E27FC236}">
                  <a16:creationId xmlns:a16="http://schemas.microsoft.com/office/drawing/2014/main" id="{30CDF1FC-6CCA-422F-80D5-2CC9ABF989CD}"/>
                </a:ext>
              </a:extLst>
            </p:cNvPr>
            <p:cNvSpPr>
              <a:spLocks noChangeArrowheads="1"/>
            </p:cNvSpPr>
            <p:nvPr/>
          </p:nvSpPr>
          <p:spPr bwMode="auto">
            <a:xfrm>
              <a:off x="4929188" y="4311650"/>
              <a:ext cx="785812" cy="1403350"/>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104468" name="Text Box 20">
              <a:extLst>
                <a:ext uri="{FF2B5EF4-FFF2-40B4-BE49-F238E27FC236}">
                  <a16:creationId xmlns:a16="http://schemas.microsoft.com/office/drawing/2014/main" id="{6D873A01-B857-AE46-84C0-62DA0746C43B}"/>
                </a:ext>
              </a:extLst>
            </p:cNvPr>
            <p:cNvSpPr txBox="1">
              <a:spLocks noChangeArrowheads="1"/>
            </p:cNvSpPr>
            <p:nvPr/>
          </p:nvSpPr>
          <p:spPr bwMode="auto">
            <a:xfrm>
              <a:off x="4876800" y="4446588"/>
              <a:ext cx="785813"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a:t>
              </a:r>
              <a:endParaRPr lang="ru-RU" altLang="en-US" b="0" u="none"/>
            </a:p>
          </p:txBody>
        </p:sp>
        <p:grpSp>
          <p:nvGrpSpPr>
            <p:cNvPr id="104469" name="Group 21">
              <a:extLst>
                <a:ext uri="{FF2B5EF4-FFF2-40B4-BE49-F238E27FC236}">
                  <a16:creationId xmlns:a16="http://schemas.microsoft.com/office/drawing/2014/main" id="{3F75D431-A5AE-BBCB-83FC-3861F1E40011}"/>
                </a:ext>
              </a:extLst>
            </p:cNvPr>
            <p:cNvGrpSpPr>
              <a:grpSpLocks/>
            </p:cNvGrpSpPr>
            <p:nvPr/>
          </p:nvGrpSpPr>
          <p:grpSpPr bwMode="auto">
            <a:xfrm>
              <a:off x="4929188" y="5262563"/>
              <a:ext cx="103187" cy="130175"/>
              <a:chOff x="7187" y="13254"/>
              <a:chExt cx="119" cy="117"/>
            </a:xfrm>
          </p:grpSpPr>
          <p:sp>
            <p:nvSpPr>
              <p:cNvPr id="104487" name="Line 22">
                <a:extLst>
                  <a:ext uri="{FF2B5EF4-FFF2-40B4-BE49-F238E27FC236}">
                    <a16:creationId xmlns:a16="http://schemas.microsoft.com/office/drawing/2014/main" id="{4817FA04-9925-55F4-065E-FDC6CD2449E7}"/>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88" name="Line 23">
                <a:extLst>
                  <a:ext uri="{FF2B5EF4-FFF2-40B4-BE49-F238E27FC236}">
                    <a16:creationId xmlns:a16="http://schemas.microsoft.com/office/drawing/2014/main" id="{5920831F-7952-B403-E5EC-72ED0A861A70}"/>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89" name="Line 24">
                <a:extLst>
                  <a:ext uri="{FF2B5EF4-FFF2-40B4-BE49-F238E27FC236}">
                    <a16:creationId xmlns:a16="http://schemas.microsoft.com/office/drawing/2014/main" id="{F1C488BF-54C6-D254-1770-81E3E0E8D9E6}"/>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90" name="Line 25">
                <a:extLst>
                  <a:ext uri="{FF2B5EF4-FFF2-40B4-BE49-F238E27FC236}">
                    <a16:creationId xmlns:a16="http://schemas.microsoft.com/office/drawing/2014/main" id="{49D4071A-3EDC-F56F-C313-994FFDDAE9A0}"/>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91" name="Line 26">
                <a:extLst>
                  <a:ext uri="{FF2B5EF4-FFF2-40B4-BE49-F238E27FC236}">
                    <a16:creationId xmlns:a16="http://schemas.microsoft.com/office/drawing/2014/main" id="{15431C92-E66E-F684-1338-46DD1E9A0263}"/>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470" name="Line 27">
              <a:extLst>
                <a:ext uri="{FF2B5EF4-FFF2-40B4-BE49-F238E27FC236}">
                  <a16:creationId xmlns:a16="http://schemas.microsoft.com/office/drawing/2014/main" id="{D6AB26D4-B6C6-D232-6969-6CE65E5DAED1}"/>
                </a:ext>
              </a:extLst>
            </p:cNvPr>
            <p:cNvSpPr>
              <a:spLocks noChangeShapeType="1"/>
            </p:cNvSpPr>
            <p:nvPr/>
          </p:nvSpPr>
          <p:spPr bwMode="auto">
            <a:xfrm>
              <a:off x="2413000" y="3962400"/>
              <a:ext cx="0" cy="1368425"/>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04471" name="Line 28">
              <a:extLst>
                <a:ext uri="{FF2B5EF4-FFF2-40B4-BE49-F238E27FC236}">
                  <a16:creationId xmlns:a16="http://schemas.microsoft.com/office/drawing/2014/main" id="{DE5396D9-4F43-4C32-D908-0AA07C4FCE89}"/>
                </a:ext>
              </a:extLst>
            </p:cNvPr>
            <p:cNvSpPr>
              <a:spLocks noChangeShapeType="1"/>
            </p:cNvSpPr>
            <p:nvPr/>
          </p:nvSpPr>
          <p:spPr bwMode="auto">
            <a:xfrm>
              <a:off x="2414588" y="5329238"/>
              <a:ext cx="25146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72" name="Line 29">
              <a:extLst>
                <a:ext uri="{FF2B5EF4-FFF2-40B4-BE49-F238E27FC236}">
                  <a16:creationId xmlns:a16="http://schemas.microsoft.com/office/drawing/2014/main" id="{2F6F25DF-E259-66CB-26D0-0D5106A9FE8F}"/>
                </a:ext>
              </a:extLst>
            </p:cNvPr>
            <p:cNvSpPr>
              <a:spLocks noChangeShapeType="1"/>
            </p:cNvSpPr>
            <p:nvPr/>
          </p:nvSpPr>
          <p:spPr bwMode="auto">
            <a:xfrm>
              <a:off x="4576763" y="3944938"/>
              <a:ext cx="0" cy="725487"/>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04473" name="Line 30">
              <a:extLst>
                <a:ext uri="{FF2B5EF4-FFF2-40B4-BE49-F238E27FC236}">
                  <a16:creationId xmlns:a16="http://schemas.microsoft.com/office/drawing/2014/main" id="{49DE744D-E151-34B2-7220-C79C432EAD21}"/>
                </a:ext>
              </a:extLst>
            </p:cNvPr>
            <p:cNvSpPr>
              <a:spLocks noChangeShapeType="1"/>
            </p:cNvSpPr>
            <p:nvPr/>
          </p:nvSpPr>
          <p:spPr bwMode="auto">
            <a:xfrm>
              <a:off x="4576763" y="4679950"/>
              <a:ext cx="36512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4474" name="Line 31">
              <a:extLst>
                <a:ext uri="{FF2B5EF4-FFF2-40B4-BE49-F238E27FC236}">
                  <a16:creationId xmlns:a16="http://schemas.microsoft.com/office/drawing/2014/main" id="{9D47A808-1485-09BA-7F34-D73EB934AB69}"/>
                </a:ext>
              </a:extLst>
            </p:cNvPr>
            <p:cNvSpPr>
              <a:spLocks noChangeShapeType="1"/>
            </p:cNvSpPr>
            <p:nvPr/>
          </p:nvSpPr>
          <p:spPr bwMode="auto">
            <a:xfrm>
              <a:off x="5715000" y="4713288"/>
              <a:ext cx="366713"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4475" name="Text Box 32">
              <a:extLst>
                <a:ext uri="{FF2B5EF4-FFF2-40B4-BE49-F238E27FC236}">
                  <a16:creationId xmlns:a16="http://schemas.microsoft.com/office/drawing/2014/main" id="{E753F568-C223-AFFF-2E17-BE93EEBBA36E}"/>
                </a:ext>
              </a:extLst>
            </p:cNvPr>
            <p:cNvSpPr txBox="1">
              <a:spLocks noChangeArrowheads="1"/>
            </p:cNvSpPr>
            <p:nvPr/>
          </p:nvSpPr>
          <p:spPr bwMode="auto">
            <a:xfrm>
              <a:off x="6186488" y="4513263"/>
              <a:ext cx="2043112"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Registered </a:t>
              </a:r>
              <a:br>
                <a:rPr lang="en-US" altLang="en-US" b="0" u="none"/>
              </a:br>
              <a:r>
                <a:rPr lang="en-US" altLang="en-US" b="0" u="none"/>
                <a:t>Output</a:t>
              </a:r>
              <a:endParaRPr lang="ru-RU" altLang="en-US" b="0" u="none"/>
            </a:p>
          </p:txBody>
        </p:sp>
        <p:sp>
          <p:nvSpPr>
            <p:cNvPr id="104476" name="Line 33">
              <a:extLst>
                <a:ext uri="{FF2B5EF4-FFF2-40B4-BE49-F238E27FC236}">
                  <a16:creationId xmlns:a16="http://schemas.microsoft.com/office/drawing/2014/main" id="{9B56ED49-2493-1735-C263-57D8DF227EBC}"/>
                </a:ext>
              </a:extLst>
            </p:cNvPr>
            <p:cNvSpPr>
              <a:spLocks noChangeShapeType="1"/>
            </p:cNvSpPr>
            <p:nvPr/>
          </p:nvSpPr>
          <p:spPr bwMode="auto">
            <a:xfrm>
              <a:off x="1798638" y="2457450"/>
              <a:ext cx="3143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77" name="Line 34">
              <a:extLst>
                <a:ext uri="{FF2B5EF4-FFF2-40B4-BE49-F238E27FC236}">
                  <a16:creationId xmlns:a16="http://schemas.microsoft.com/office/drawing/2014/main" id="{D4C4E776-8178-1F20-1450-7AA7951C541D}"/>
                </a:ext>
              </a:extLst>
            </p:cNvPr>
            <p:cNvSpPr>
              <a:spLocks noChangeShapeType="1"/>
            </p:cNvSpPr>
            <p:nvPr/>
          </p:nvSpPr>
          <p:spPr bwMode="auto">
            <a:xfrm>
              <a:off x="1793875" y="2732088"/>
              <a:ext cx="3143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78" name="Text Box 35">
              <a:extLst>
                <a:ext uri="{FF2B5EF4-FFF2-40B4-BE49-F238E27FC236}">
                  <a16:creationId xmlns:a16="http://schemas.microsoft.com/office/drawing/2014/main" id="{B69E3074-E094-4CED-4D23-6E91131E9E1C}"/>
                </a:ext>
              </a:extLst>
            </p:cNvPr>
            <p:cNvSpPr txBox="1">
              <a:spLocks noChangeArrowheads="1"/>
            </p:cNvSpPr>
            <p:nvPr/>
          </p:nvSpPr>
          <p:spPr bwMode="auto">
            <a:xfrm>
              <a:off x="6010275" y="3651250"/>
              <a:ext cx="1433513"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Output Q</a:t>
              </a:r>
              <a:endParaRPr lang="ru-RU" altLang="en-US" b="0" u="none"/>
            </a:p>
          </p:txBody>
        </p:sp>
        <p:sp>
          <p:nvSpPr>
            <p:cNvPr id="104479" name="Text Box 36">
              <a:extLst>
                <a:ext uri="{FF2B5EF4-FFF2-40B4-BE49-F238E27FC236}">
                  <a16:creationId xmlns:a16="http://schemas.microsoft.com/office/drawing/2014/main" id="{B0F65E1B-41B9-920A-9F59-E0F2038DD4E4}"/>
                </a:ext>
              </a:extLst>
            </p:cNvPr>
            <p:cNvSpPr txBox="1">
              <a:spLocks noChangeArrowheads="1"/>
            </p:cNvSpPr>
            <p:nvPr/>
          </p:nvSpPr>
          <p:spPr bwMode="auto">
            <a:xfrm>
              <a:off x="4772025" y="2308225"/>
              <a:ext cx="1433513"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Output  Q31</a:t>
              </a:r>
              <a:endParaRPr lang="ru-RU" altLang="en-US" b="0" u="none"/>
            </a:p>
          </p:txBody>
        </p:sp>
        <p:sp>
          <p:nvSpPr>
            <p:cNvPr id="104480" name="Text Box 37">
              <a:extLst>
                <a:ext uri="{FF2B5EF4-FFF2-40B4-BE49-F238E27FC236}">
                  <a16:creationId xmlns:a16="http://schemas.microsoft.com/office/drawing/2014/main" id="{4CB2EF34-AAB7-9DCE-E6B4-27A9780674F2}"/>
                </a:ext>
              </a:extLst>
            </p:cNvPr>
            <p:cNvSpPr txBox="1">
              <a:spLocks noChangeArrowheads="1"/>
            </p:cNvSpPr>
            <p:nvPr/>
          </p:nvSpPr>
          <p:spPr bwMode="auto">
            <a:xfrm>
              <a:off x="700087" y="1676400"/>
              <a:ext cx="2043113"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Shiftin (MC31 of previous LUT)</a:t>
              </a:r>
              <a:endParaRPr lang="ru-RU" altLang="en-US" sz="1600" u="none"/>
            </a:p>
          </p:txBody>
        </p:sp>
        <p:sp>
          <p:nvSpPr>
            <p:cNvPr id="104481" name="Text Box 38">
              <a:extLst>
                <a:ext uri="{FF2B5EF4-FFF2-40B4-BE49-F238E27FC236}">
                  <a16:creationId xmlns:a16="http://schemas.microsoft.com/office/drawing/2014/main" id="{3847AB53-86A2-63DC-1CBE-9A08B1B287BE}"/>
                </a:ext>
              </a:extLst>
            </p:cNvPr>
            <p:cNvSpPr txBox="1">
              <a:spLocks noChangeArrowheads="1"/>
            </p:cNvSpPr>
            <p:nvPr/>
          </p:nvSpPr>
          <p:spPr bwMode="auto">
            <a:xfrm>
              <a:off x="1314450" y="2508250"/>
              <a:ext cx="110013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Din</a:t>
              </a:r>
              <a:endParaRPr lang="ru-RU" altLang="en-US" b="0" u="none"/>
            </a:p>
          </p:txBody>
        </p:sp>
        <p:sp>
          <p:nvSpPr>
            <p:cNvPr id="104482" name="Text Box 39">
              <a:extLst>
                <a:ext uri="{FF2B5EF4-FFF2-40B4-BE49-F238E27FC236}">
                  <a16:creationId xmlns:a16="http://schemas.microsoft.com/office/drawing/2014/main" id="{76B3150D-CBC0-7B1F-0FC6-78A7208B0CA7}"/>
                </a:ext>
              </a:extLst>
            </p:cNvPr>
            <p:cNvSpPr txBox="1">
              <a:spLocks noChangeArrowheads="1"/>
            </p:cNvSpPr>
            <p:nvPr/>
          </p:nvSpPr>
          <p:spPr bwMode="auto">
            <a:xfrm>
              <a:off x="908050" y="3011488"/>
              <a:ext cx="1068388"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A[4:0]</a:t>
              </a:r>
              <a:endParaRPr lang="ru-RU" altLang="en-US" b="0" u="none"/>
            </a:p>
          </p:txBody>
        </p:sp>
        <p:sp>
          <p:nvSpPr>
            <p:cNvPr id="104483" name="Text Box 40">
              <a:extLst>
                <a:ext uri="{FF2B5EF4-FFF2-40B4-BE49-F238E27FC236}">
                  <a16:creationId xmlns:a16="http://schemas.microsoft.com/office/drawing/2014/main" id="{3C815B2E-95C6-5D7D-B35A-97AC95CC2C74}"/>
                </a:ext>
              </a:extLst>
            </p:cNvPr>
            <p:cNvSpPr txBox="1">
              <a:spLocks noChangeArrowheads="1"/>
            </p:cNvSpPr>
            <p:nvPr/>
          </p:nvSpPr>
          <p:spPr bwMode="auto">
            <a:xfrm>
              <a:off x="1222375" y="3714750"/>
              <a:ext cx="7778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CLK</a:t>
              </a:r>
              <a:endParaRPr lang="ru-RU" altLang="en-US" b="0" u="none"/>
            </a:p>
          </p:txBody>
        </p:sp>
        <p:sp>
          <p:nvSpPr>
            <p:cNvPr id="104484" name="Text Box 41">
              <a:extLst>
                <a:ext uri="{FF2B5EF4-FFF2-40B4-BE49-F238E27FC236}">
                  <a16:creationId xmlns:a16="http://schemas.microsoft.com/office/drawing/2014/main" id="{838305C2-BC6A-4FA6-5B2E-CA4AE4837506}"/>
                </a:ext>
              </a:extLst>
            </p:cNvPr>
            <p:cNvSpPr txBox="1">
              <a:spLocks noChangeArrowheads="1"/>
            </p:cNvSpPr>
            <p:nvPr/>
          </p:nvSpPr>
          <p:spPr bwMode="auto">
            <a:xfrm>
              <a:off x="1244600" y="4071938"/>
              <a:ext cx="776288"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CE</a:t>
              </a:r>
              <a:endParaRPr lang="ru-RU" altLang="en-US" b="0" u="none"/>
            </a:p>
          </p:txBody>
        </p:sp>
        <p:sp>
          <p:nvSpPr>
            <p:cNvPr id="104485" name="Text Box 42">
              <a:extLst>
                <a:ext uri="{FF2B5EF4-FFF2-40B4-BE49-F238E27FC236}">
                  <a16:creationId xmlns:a16="http://schemas.microsoft.com/office/drawing/2014/main" id="{8157734D-4D5E-3355-730F-6CE034B698B1}"/>
                </a:ext>
              </a:extLst>
            </p:cNvPr>
            <p:cNvSpPr txBox="1">
              <a:spLocks noChangeArrowheads="1"/>
            </p:cNvSpPr>
            <p:nvPr/>
          </p:nvSpPr>
          <p:spPr bwMode="auto">
            <a:xfrm>
              <a:off x="1985963" y="3578225"/>
              <a:ext cx="776287"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WE</a:t>
              </a:r>
              <a:endParaRPr lang="ru-RU" altLang="en-US" b="0" u="none"/>
            </a:p>
          </p:txBody>
        </p:sp>
        <p:sp>
          <p:nvSpPr>
            <p:cNvPr id="104486" name="Text Box 43">
              <a:extLst>
                <a:ext uri="{FF2B5EF4-FFF2-40B4-BE49-F238E27FC236}">
                  <a16:creationId xmlns:a16="http://schemas.microsoft.com/office/drawing/2014/main" id="{06441772-FB05-D9E0-834C-CFE12173C17E}"/>
                </a:ext>
              </a:extLst>
            </p:cNvPr>
            <p:cNvSpPr txBox="1">
              <a:spLocks noChangeArrowheads="1"/>
            </p:cNvSpPr>
            <p:nvPr/>
          </p:nvSpPr>
          <p:spPr bwMode="auto">
            <a:xfrm>
              <a:off x="3514725" y="3694113"/>
              <a:ext cx="760413"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O6</a:t>
              </a:r>
              <a:endParaRPr lang="ru-RU" altLang="en-US" sz="1600" b="0" u="none"/>
            </a:p>
          </p:txBody>
        </p:sp>
      </p:grpSp>
      <p:sp>
        <p:nvSpPr>
          <p:cNvPr id="104452" name="TextBox 41">
            <a:extLst>
              <a:ext uri="{FF2B5EF4-FFF2-40B4-BE49-F238E27FC236}">
                <a16:creationId xmlns:a16="http://schemas.microsoft.com/office/drawing/2014/main" id="{862AC11A-CD70-94F1-ED49-AEE88E28D837}"/>
              </a:ext>
            </a:extLst>
          </p:cNvPr>
          <p:cNvSpPr txBox="1">
            <a:spLocks noChangeArrowheads="1"/>
          </p:cNvSpPr>
          <p:nvPr/>
        </p:nvSpPr>
        <p:spPr bwMode="auto">
          <a:xfrm>
            <a:off x="4953000" y="18669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SRL32</a:t>
            </a:r>
            <a:r>
              <a:rPr lang="en-US" altLang="en-US" sz="1600" b="0"/>
              <a:t> </a:t>
            </a:r>
            <a:endParaRPr lang="en-GB" altLang="en-US" sz="1600" b="0"/>
          </a:p>
        </p:txBody>
      </p:sp>
      <p:cxnSp>
        <p:nvCxnSpPr>
          <p:cNvPr id="104453" name="Straight Connector 43">
            <a:extLst>
              <a:ext uri="{FF2B5EF4-FFF2-40B4-BE49-F238E27FC236}">
                <a16:creationId xmlns:a16="http://schemas.microsoft.com/office/drawing/2014/main" id="{2B9417F7-4D51-B2E1-5E16-6DE099997BBD}"/>
              </a:ext>
            </a:extLst>
          </p:cNvPr>
          <p:cNvCxnSpPr>
            <a:cxnSpLocks noChangeShapeType="1"/>
          </p:cNvCxnSpPr>
          <p:nvPr/>
        </p:nvCxnSpPr>
        <p:spPr bwMode="auto">
          <a:xfrm>
            <a:off x="4762500" y="2146300"/>
            <a:ext cx="12192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4">
            <a:extLst>
              <a:ext uri="{FF2B5EF4-FFF2-40B4-BE49-F238E27FC236}">
                <a16:creationId xmlns:a16="http://schemas.microsoft.com/office/drawing/2014/main" id="{ED3ABF07-4673-F17B-84F0-AA3225633028}"/>
              </a:ext>
            </a:extLst>
          </p:cNvPr>
          <p:cNvSpPr>
            <a:spLocks noGrp="1" noChangeArrowheads="1"/>
          </p:cNvSpPr>
          <p:nvPr>
            <p:ph type="title"/>
          </p:nvPr>
        </p:nvSpPr>
        <p:spPr>
          <a:xfrm>
            <a:off x="0" y="183401"/>
            <a:ext cx="11612880" cy="704088"/>
          </a:xfrm>
        </p:spPr>
        <p:txBody>
          <a:bodyPr/>
          <a:lstStyle/>
          <a:p>
            <a:r>
              <a:rPr lang="en-US" altLang="en-US"/>
              <a:t>128-bit Shift Register</a:t>
            </a:r>
            <a:endParaRPr lang="ru-RU" altLang="en-US"/>
          </a:p>
        </p:txBody>
      </p:sp>
      <p:grpSp>
        <p:nvGrpSpPr>
          <p:cNvPr id="105475" name="Group 115">
            <a:extLst>
              <a:ext uri="{FF2B5EF4-FFF2-40B4-BE49-F238E27FC236}">
                <a16:creationId xmlns:a16="http://schemas.microsoft.com/office/drawing/2014/main" id="{90C1F4C0-A7D3-D5ED-CE7F-AEAAFE1B8777}"/>
              </a:ext>
            </a:extLst>
          </p:cNvPr>
          <p:cNvGrpSpPr>
            <a:grpSpLocks/>
          </p:cNvGrpSpPr>
          <p:nvPr/>
        </p:nvGrpSpPr>
        <p:grpSpPr bwMode="auto">
          <a:xfrm>
            <a:off x="2743201" y="1143000"/>
            <a:ext cx="6621463" cy="4495800"/>
            <a:chOff x="1257300" y="1066800"/>
            <a:chExt cx="6621462" cy="4495800"/>
          </a:xfrm>
        </p:grpSpPr>
        <p:sp>
          <p:nvSpPr>
            <p:cNvPr id="105480" name="Text Box 7">
              <a:extLst>
                <a:ext uri="{FF2B5EF4-FFF2-40B4-BE49-F238E27FC236}">
                  <a16:creationId xmlns:a16="http://schemas.microsoft.com/office/drawing/2014/main" id="{6A4AEFE4-99C2-E48D-719E-512906FE6D7B}"/>
                </a:ext>
              </a:extLst>
            </p:cNvPr>
            <p:cNvSpPr txBox="1">
              <a:spLocks noChangeArrowheads="1"/>
            </p:cNvSpPr>
            <p:nvPr/>
          </p:nvSpPr>
          <p:spPr bwMode="auto">
            <a:xfrm>
              <a:off x="6705600" y="3124200"/>
              <a:ext cx="1173162" cy="420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Registered</a:t>
              </a:r>
            </a:p>
            <a:p>
              <a:pPr eaLnBrk="1" hangingPunct="1"/>
              <a:r>
                <a:rPr lang="en-US" altLang="en-US" sz="1400" b="0" u="none"/>
                <a:t>Output</a:t>
              </a:r>
              <a:endParaRPr lang="ru-RU" altLang="en-US" sz="1400" b="0" u="none"/>
            </a:p>
          </p:txBody>
        </p:sp>
        <p:sp>
          <p:nvSpPr>
            <p:cNvPr id="105481" name="Text Box 6">
              <a:extLst>
                <a:ext uri="{FF2B5EF4-FFF2-40B4-BE49-F238E27FC236}">
                  <a16:creationId xmlns:a16="http://schemas.microsoft.com/office/drawing/2014/main" id="{520F792F-E749-3E7D-F4C0-8DEA5658C7E6}"/>
                </a:ext>
              </a:extLst>
            </p:cNvPr>
            <p:cNvSpPr txBox="1">
              <a:spLocks noChangeArrowheads="1"/>
            </p:cNvSpPr>
            <p:nvPr/>
          </p:nvSpPr>
          <p:spPr bwMode="auto">
            <a:xfrm>
              <a:off x="6718300" y="2819400"/>
              <a:ext cx="784696" cy="2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Output</a:t>
              </a:r>
              <a:endParaRPr lang="ru-RU" altLang="en-US" sz="1400" b="0" u="none"/>
            </a:p>
          </p:txBody>
        </p:sp>
        <p:sp>
          <p:nvSpPr>
            <p:cNvPr id="79879" name="Rectangle 8">
              <a:extLst>
                <a:ext uri="{FF2B5EF4-FFF2-40B4-BE49-F238E27FC236}">
                  <a16:creationId xmlns:a16="http://schemas.microsoft.com/office/drawing/2014/main" id="{D4FC8FDC-A944-4AAD-9EE2-584F250F41C4}"/>
                </a:ext>
              </a:extLst>
            </p:cNvPr>
            <p:cNvSpPr>
              <a:spLocks noChangeArrowheads="1"/>
            </p:cNvSpPr>
            <p:nvPr/>
          </p:nvSpPr>
          <p:spPr bwMode="auto">
            <a:xfrm>
              <a:off x="2879725" y="1154113"/>
              <a:ext cx="998538" cy="947737"/>
            </a:xfrm>
            <a:prstGeom prst="rect">
              <a:avLst/>
            </a:prstGeom>
            <a:solidFill>
              <a:schemeClr val="accent1">
                <a:lumMod val="60000"/>
                <a:lumOff val="40000"/>
              </a:schemeClr>
            </a:solidFill>
            <a:ln w="9525">
              <a:solidFill>
                <a:srgbClr val="000000"/>
              </a:solidFill>
              <a:miter lim="800000"/>
              <a:headEnd/>
              <a:tailEnd/>
            </a:ln>
          </p:spPr>
          <p:txBody>
            <a:bodyPr/>
            <a:lstStyle/>
            <a:p>
              <a:pPr eaLnBrk="1" hangingPunct="1">
                <a:defRPr/>
              </a:pPr>
              <a:endParaRPr lang="en-US" sz="1200">
                <a:latin typeface="Arial" charset="0"/>
                <a:cs typeface="Arial" charset="0"/>
              </a:endParaRPr>
            </a:p>
          </p:txBody>
        </p:sp>
        <p:sp>
          <p:nvSpPr>
            <p:cNvPr id="105483" name="Line 9">
              <a:extLst>
                <a:ext uri="{FF2B5EF4-FFF2-40B4-BE49-F238E27FC236}">
                  <a16:creationId xmlns:a16="http://schemas.microsoft.com/office/drawing/2014/main" id="{170032EF-FBB8-3E13-3FE5-DC0962F54AD6}"/>
                </a:ext>
              </a:extLst>
            </p:cNvPr>
            <p:cNvSpPr>
              <a:spLocks noChangeShapeType="1"/>
            </p:cNvSpPr>
            <p:nvPr/>
          </p:nvSpPr>
          <p:spPr bwMode="auto">
            <a:xfrm>
              <a:off x="1789174" y="1329772"/>
              <a:ext cx="109728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484" name="Text Box 10">
              <a:extLst>
                <a:ext uri="{FF2B5EF4-FFF2-40B4-BE49-F238E27FC236}">
                  <a16:creationId xmlns:a16="http://schemas.microsoft.com/office/drawing/2014/main" id="{83DD4946-54E6-33D6-2443-E6C41EF7DA85}"/>
                </a:ext>
              </a:extLst>
            </p:cNvPr>
            <p:cNvSpPr txBox="1">
              <a:spLocks noChangeArrowheads="1"/>
            </p:cNvSpPr>
            <p:nvPr/>
          </p:nvSpPr>
          <p:spPr bwMode="auto">
            <a:xfrm>
              <a:off x="2833632" y="1210578"/>
              <a:ext cx="652970" cy="223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DI1</a:t>
              </a:r>
              <a:endParaRPr lang="ru-RU" altLang="en-US" sz="1200" b="0" u="none"/>
            </a:p>
          </p:txBody>
        </p:sp>
        <p:sp>
          <p:nvSpPr>
            <p:cNvPr id="105485" name="Line 11">
              <a:extLst>
                <a:ext uri="{FF2B5EF4-FFF2-40B4-BE49-F238E27FC236}">
                  <a16:creationId xmlns:a16="http://schemas.microsoft.com/office/drawing/2014/main" id="{23822AA4-1964-4CA4-A67C-EAE73CCF55D3}"/>
                </a:ext>
              </a:extLst>
            </p:cNvPr>
            <p:cNvSpPr>
              <a:spLocks noChangeShapeType="1"/>
            </p:cNvSpPr>
            <p:nvPr/>
          </p:nvSpPr>
          <p:spPr bwMode="auto">
            <a:xfrm>
              <a:off x="1822261" y="1534952"/>
              <a:ext cx="1059482"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486" name="Text Box 12">
              <a:extLst>
                <a:ext uri="{FF2B5EF4-FFF2-40B4-BE49-F238E27FC236}">
                  <a16:creationId xmlns:a16="http://schemas.microsoft.com/office/drawing/2014/main" id="{8141FC55-F067-BC55-C582-BFD5D540AE3E}"/>
                </a:ext>
              </a:extLst>
            </p:cNvPr>
            <p:cNvSpPr txBox="1">
              <a:spLocks noChangeArrowheads="1"/>
            </p:cNvSpPr>
            <p:nvPr/>
          </p:nvSpPr>
          <p:spPr bwMode="auto">
            <a:xfrm>
              <a:off x="2822301" y="1440342"/>
              <a:ext cx="606700" cy="236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A[6:2]</a:t>
              </a:r>
              <a:endParaRPr lang="ru-RU" altLang="en-US" sz="1200" b="0" u="none"/>
            </a:p>
          </p:txBody>
        </p:sp>
        <p:sp>
          <p:nvSpPr>
            <p:cNvPr id="105487" name="Text Box 13">
              <a:extLst>
                <a:ext uri="{FF2B5EF4-FFF2-40B4-BE49-F238E27FC236}">
                  <a16:creationId xmlns:a16="http://schemas.microsoft.com/office/drawing/2014/main" id="{BD09F0BC-DD54-C2BF-5222-14BBFAE29EFC}"/>
                </a:ext>
              </a:extLst>
            </p:cNvPr>
            <p:cNvSpPr txBox="1">
              <a:spLocks noChangeArrowheads="1"/>
            </p:cNvSpPr>
            <p:nvPr/>
          </p:nvSpPr>
          <p:spPr bwMode="auto">
            <a:xfrm>
              <a:off x="3454023" y="1298429"/>
              <a:ext cx="535407" cy="15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O5</a:t>
              </a:r>
              <a:endParaRPr lang="ru-RU" altLang="en-US" sz="1200" b="0" u="none"/>
            </a:p>
          </p:txBody>
        </p:sp>
        <p:sp>
          <p:nvSpPr>
            <p:cNvPr id="105488" name="Line 14">
              <a:extLst>
                <a:ext uri="{FF2B5EF4-FFF2-40B4-BE49-F238E27FC236}">
                  <a16:creationId xmlns:a16="http://schemas.microsoft.com/office/drawing/2014/main" id="{2B24E1E8-BA85-8043-B883-BF4F098C0EAC}"/>
                </a:ext>
              </a:extLst>
            </p:cNvPr>
            <p:cNvSpPr>
              <a:spLocks noChangeShapeType="1"/>
            </p:cNvSpPr>
            <p:nvPr/>
          </p:nvSpPr>
          <p:spPr bwMode="auto">
            <a:xfrm>
              <a:off x="3873379" y="1398165"/>
              <a:ext cx="457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489" name="Line 15">
              <a:extLst>
                <a:ext uri="{FF2B5EF4-FFF2-40B4-BE49-F238E27FC236}">
                  <a16:creationId xmlns:a16="http://schemas.microsoft.com/office/drawing/2014/main" id="{2DCFF866-17BF-71D8-D099-8318B983861D}"/>
                </a:ext>
              </a:extLst>
            </p:cNvPr>
            <p:cNvSpPr>
              <a:spLocks noChangeShapeType="1"/>
            </p:cNvSpPr>
            <p:nvPr/>
          </p:nvSpPr>
          <p:spPr bwMode="auto">
            <a:xfrm>
              <a:off x="1803895" y="1807517"/>
              <a:ext cx="1059482"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490" name="Line 16">
              <a:extLst>
                <a:ext uri="{FF2B5EF4-FFF2-40B4-BE49-F238E27FC236}">
                  <a16:creationId xmlns:a16="http://schemas.microsoft.com/office/drawing/2014/main" id="{DFE44B74-1669-C3BA-E754-D4541B145986}"/>
                </a:ext>
              </a:extLst>
            </p:cNvPr>
            <p:cNvSpPr>
              <a:spLocks noChangeShapeType="1"/>
            </p:cNvSpPr>
            <p:nvPr/>
          </p:nvSpPr>
          <p:spPr bwMode="auto">
            <a:xfrm>
              <a:off x="1799645" y="1946052"/>
              <a:ext cx="1059482"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491" name="Text Box 17">
              <a:extLst>
                <a:ext uri="{FF2B5EF4-FFF2-40B4-BE49-F238E27FC236}">
                  <a16:creationId xmlns:a16="http://schemas.microsoft.com/office/drawing/2014/main" id="{E6373578-196D-F177-C9D2-78E1A4952858}"/>
                </a:ext>
              </a:extLst>
            </p:cNvPr>
            <p:cNvSpPr txBox="1">
              <a:spLocks noChangeArrowheads="1"/>
            </p:cNvSpPr>
            <p:nvPr/>
          </p:nvSpPr>
          <p:spPr bwMode="auto">
            <a:xfrm>
              <a:off x="2827966" y="1712908"/>
              <a:ext cx="774782" cy="189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CLK</a:t>
              </a:r>
              <a:endParaRPr lang="ru-RU" altLang="en-US" sz="1200" b="0" u="none"/>
            </a:p>
          </p:txBody>
        </p:sp>
        <p:sp>
          <p:nvSpPr>
            <p:cNvPr id="105492" name="Text Box 18">
              <a:extLst>
                <a:ext uri="{FF2B5EF4-FFF2-40B4-BE49-F238E27FC236}">
                  <a16:creationId xmlns:a16="http://schemas.microsoft.com/office/drawing/2014/main" id="{2CA0E874-0DD2-75AF-C7F5-3407EA6E9A1D}"/>
                </a:ext>
              </a:extLst>
            </p:cNvPr>
            <p:cNvSpPr txBox="1">
              <a:spLocks noChangeArrowheads="1"/>
            </p:cNvSpPr>
            <p:nvPr/>
          </p:nvSpPr>
          <p:spPr bwMode="auto">
            <a:xfrm>
              <a:off x="2833632" y="1866084"/>
              <a:ext cx="631723" cy="189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WE</a:t>
              </a:r>
              <a:endParaRPr lang="ru-RU" altLang="en-US" sz="1200" b="0" u="none"/>
            </a:p>
          </p:txBody>
        </p:sp>
        <p:sp>
          <p:nvSpPr>
            <p:cNvPr id="105493" name="Text Box 19">
              <a:extLst>
                <a:ext uri="{FF2B5EF4-FFF2-40B4-BE49-F238E27FC236}">
                  <a16:creationId xmlns:a16="http://schemas.microsoft.com/office/drawing/2014/main" id="{337AC188-AF8D-C10D-AA32-91E23855BE77}"/>
                </a:ext>
              </a:extLst>
            </p:cNvPr>
            <p:cNvSpPr txBox="1">
              <a:spLocks noChangeArrowheads="1"/>
            </p:cNvSpPr>
            <p:nvPr/>
          </p:nvSpPr>
          <p:spPr bwMode="auto">
            <a:xfrm>
              <a:off x="1369962" y="1178420"/>
              <a:ext cx="654386" cy="243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Din</a:t>
              </a:r>
              <a:endParaRPr lang="ru-RU" altLang="en-US" sz="1400" b="0" u="none"/>
            </a:p>
          </p:txBody>
        </p:sp>
        <p:sp>
          <p:nvSpPr>
            <p:cNvPr id="105494" name="Text Box 20">
              <a:extLst>
                <a:ext uri="{FF2B5EF4-FFF2-40B4-BE49-F238E27FC236}">
                  <a16:creationId xmlns:a16="http://schemas.microsoft.com/office/drawing/2014/main" id="{BC33EE8D-98F3-30F3-DFD4-F743D7D564AD}"/>
                </a:ext>
              </a:extLst>
            </p:cNvPr>
            <p:cNvSpPr txBox="1">
              <a:spLocks noChangeArrowheads="1"/>
            </p:cNvSpPr>
            <p:nvPr/>
          </p:nvSpPr>
          <p:spPr bwMode="auto">
            <a:xfrm>
              <a:off x="1316647" y="1622882"/>
              <a:ext cx="647303" cy="215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CLK</a:t>
              </a:r>
              <a:endParaRPr lang="ru-RU" altLang="en-US" sz="1400" b="0" u="none"/>
            </a:p>
          </p:txBody>
        </p:sp>
        <p:sp>
          <p:nvSpPr>
            <p:cNvPr id="105495" name="Text Box 21">
              <a:extLst>
                <a:ext uri="{FF2B5EF4-FFF2-40B4-BE49-F238E27FC236}">
                  <a16:creationId xmlns:a16="http://schemas.microsoft.com/office/drawing/2014/main" id="{4AF648FF-5A60-6336-5664-F33A3C5C95FE}"/>
                </a:ext>
              </a:extLst>
            </p:cNvPr>
            <p:cNvSpPr txBox="1">
              <a:spLocks noChangeArrowheads="1"/>
            </p:cNvSpPr>
            <p:nvPr/>
          </p:nvSpPr>
          <p:spPr bwMode="auto">
            <a:xfrm>
              <a:off x="1354938" y="1793574"/>
              <a:ext cx="647303" cy="2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CE</a:t>
              </a:r>
              <a:endParaRPr lang="ru-RU" altLang="en-US" sz="1400" b="0" u="none"/>
            </a:p>
          </p:txBody>
        </p:sp>
        <p:sp>
          <p:nvSpPr>
            <p:cNvPr id="79893" name="Rectangle 22">
              <a:extLst>
                <a:ext uri="{FF2B5EF4-FFF2-40B4-BE49-F238E27FC236}">
                  <a16:creationId xmlns:a16="http://schemas.microsoft.com/office/drawing/2014/main" id="{EE9AB29E-7CEC-4832-AC6C-C4738E07DA85}"/>
                </a:ext>
              </a:extLst>
            </p:cNvPr>
            <p:cNvSpPr>
              <a:spLocks noChangeArrowheads="1"/>
            </p:cNvSpPr>
            <p:nvPr/>
          </p:nvSpPr>
          <p:spPr bwMode="auto">
            <a:xfrm>
              <a:off x="2887663" y="2289175"/>
              <a:ext cx="996950" cy="949325"/>
            </a:xfrm>
            <a:prstGeom prst="rect">
              <a:avLst/>
            </a:prstGeom>
            <a:solidFill>
              <a:schemeClr val="accent1">
                <a:lumMod val="60000"/>
                <a:lumOff val="40000"/>
              </a:schemeClr>
            </a:solidFill>
            <a:ln w="22225">
              <a:solidFill>
                <a:srgbClr val="000000"/>
              </a:solidFill>
              <a:miter lim="800000"/>
              <a:headEnd/>
              <a:tailEnd/>
            </a:ln>
          </p:spPr>
          <p:txBody>
            <a:bodyPr/>
            <a:lstStyle/>
            <a:p>
              <a:pPr eaLnBrk="1" hangingPunct="1">
                <a:defRPr/>
              </a:pPr>
              <a:endParaRPr lang="en-US" sz="1200">
                <a:latin typeface="Arial" charset="0"/>
                <a:cs typeface="Arial" charset="0"/>
              </a:endParaRPr>
            </a:p>
          </p:txBody>
        </p:sp>
        <p:sp>
          <p:nvSpPr>
            <p:cNvPr id="105497" name="Line 23">
              <a:extLst>
                <a:ext uri="{FF2B5EF4-FFF2-40B4-BE49-F238E27FC236}">
                  <a16:creationId xmlns:a16="http://schemas.microsoft.com/office/drawing/2014/main" id="{AA24793F-F402-5CC4-7A45-161DD0EF52D3}"/>
                </a:ext>
              </a:extLst>
            </p:cNvPr>
            <p:cNvSpPr>
              <a:spLocks noChangeShapeType="1"/>
            </p:cNvSpPr>
            <p:nvPr/>
          </p:nvSpPr>
          <p:spPr bwMode="auto">
            <a:xfrm>
              <a:off x="2571546" y="2426982"/>
              <a:ext cx="33832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498" name="Text Box 24">
              <a:extLst>
                <a:ext uri="{FF2B5EF4-FFF2-40B4-BE49-F238E27FC236}">
                  <a16:creationId xmlns:a16="http://schemas.microsoft.com/office/drawing/2014/main" id="{857CE910-54A7-A384-1785-F74130F5DDEA}"/>
                </a:ext>
              </a:extLst>
            </p:cNvPr>
            <p:cNvSpPr txBox="1">
              <a:spLocks noChangeArrowheads="1"/>
            </p:cNvSpPr>
            <p:nvPr/>
          </p:nvSpPr>
          <p:spPr bwMode="auto">
            <a:xfrm>
              <a:off x="2840714" y="2345888"/>
              <a:ext cx="654386" cy="223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DI1</a:t>
              </a:r>
              <a:endParaRPr lang="ru-RU" altLang="en-US" sz="1200" b="0" u="none"/>
            </a:p>
          </p:txBody>
        </p:sp>
        <p:sp>
          <p:nvSpPr>
            <p:cNvPr id="105499" name="Line 25">
              <a:extLst>
                <a:ext uri="{FF2B5EF4-FFF2-40B4-BE49-F238E27FC236}">
                  <a16:creationId xmlns:a16="http://schemas.microsoft.com/office/drawing/2014/main" id="{CAEA37C9-9203-970A-2932-7977AB9BC6D8}"/>
                </a:ext>
              </a:extLst>
            </p:cNvPr>
            <p:cNvSpPr>
              <a:spLocks noChangeShapeType="1"/>
            </p:cNvSpPr>
            <p:nvPr/>
          </p:nvSpPr>
          <p:spPr bwMode="auto">
            <a:xfrm>
              <a:off x="2376128" y="2661252"/>
              <a:ext cx="522658" cy="0"/>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00" name="Text Box 26">
              <a:extLst>
                <a:ext uri="{FF2B5EF4-FFF2-40B4-BE49-F238E27FC236}">
                  <a16:creationId xmlns:a16="http://schemas.microsoft.com/office/drawing/2014/main" id="{75405C4F-FA00-3AB7-72FE-AA1E9C0C5962}"/>
                </a:ext>
              </a:extLst>
            </p:cNvPr>
            <p:cNvSpPr txBox="1">
              <a:spLocks noChangeArrowheads="1"/>
            </p:cNvSpPr>
            <p:nvPr/>
          </p:nvSpPr>
          <p:spPr bwMode="auto">
            <a:xfrm>
              <a:off x="2829383" y="2568895"/>
              <a:ext cx="774781" cy="189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A[6:2]</a:t>
              </a:r>
              <a:endParaRPr lang="ru-RU" altLang="en-US" sz="1200" b="0" u="none"/>
            </a:p>
          </p:txBody>
        </p:sp>
        <p:sp>
          <p:nvSpPr>
            <p:cNvPr id="105501" name="Text Box 27">
              <a:extLst>
                <a:ext uri="{FF2B5EF4-FFF2-40B4-BE49-F238E27FC236}">
                  <a16:creationId xmlns:a16="http://schemas.microsoft.com/office/drawing/2014/main" id="{8C0908F9-40A8-BBD4-9DA7-A9B4DD100965}"/>
                </a:ext>
              </a:extLst>
            </p:cNvPr>
            <p:cNvSpPr txBox="1">
              <a:spLocks noChangeArrowheads="1"/>
            </p:cNvSpPr>
            <p:nvPr/>
          </p:nvSpPr>
          <p:spPr bwMode="auto">
            <a:xfrm>
              <a:off x="3483769" y="2433739"/>
              <a:ext cx="533990" cy="15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O6</a:t>
              </a:r>
              <a:endParaRPr lang="ru-RU" altLang="en-US" sz="1200" b="0" u="none"/>
            </a:p>
          </p:txBody>
        </p:sp>
        <p:sp>
          <p:nvSpPr>
            <p:cNvPr id="105502" name="Line 28">
              <a:extLst>
                <a:ext uri="{FF2B5EF4-FFF2-40B4-BE49-F238E27FC236}">
                  <a16:creationId xmlns:a16="http://schemas.microsoft.com/office/drawing/2014/main" id="{6F40B73A-12A0-28C9-C88F-AC5CD5487057}"/>
                </a:ext>
              </a:extLst>
            </p:cNvPr>
            <p:cNvSpPr>
              <a:spLocks noChangeShapeType="1"/>
            </p:cNvSpPr>
            <p:nvPr/>
          </p:nvSpPr>
          <p:spPr bwMode="auto">
            <a:xfrm>
              <a:off x="3907277" y="2514833"/>
              <a:ext cx="43200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03" name="Line 29">
              <a:extLst>
                <a:ext uri="{FF2B5EF4-FFF2-40B4-BE49-F238E27FC236}">
                  <a16:creationId xmlns:a16="http://schemas.microsoft.com/office/drawing/2014/main" id="{AE42F755-41A0-B8DD-5FE8-5EDC8F642C71}"/>
                </a:ext>
              </a:extLst>
            </p:cNvPr>
            <p:cNvSpPr>
              <a:spLocks noChangeShapeType="1"/>
            </p:cNvSpPr>
            <p:nvPr/>
          </p:nvSpPr>
          <p:spPr bwMode="auto">
            <a:xfrm>
              <a:off x="2224571" y="2945080"/>
              <a:ext cx="647304" cy="0"/>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04" name="Line 30">
              <a:extLst>
                <a:ext uri="{FF2B5EF4-FFF2-40B4-BE49-F238E27FC236}">
                  <a16:creationId xmlns:a16="http://schemas.microsoft.com/office/drawing/2014/main" id="{F1BC668B-EFCD-1BCC-3684-688B374170C4}"/>
                </a:ext>
              </a:extLst>
            </p:cNvPr>
            <p:cNvSpPr>
              <a:spLocks noChangeShapeType="1"/>
            </p:cNvSpPr>
            <p:nvPr/>
          </p:nvSpPr>
          <p:spPr bwMode="auto">
            <a:xfrm>
              <a:off x="2057434" y="3082488"/>
              <a:ext cx="832855" cy="0"/>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05" name="Text Box 31">
              <a:extLst>
                <a:ext uri="{FF2B5EF4-FFF2-40B4-BE49-F238E27FC236}">
                  <a16:creationId xmlns:a16="http://schemas.microsoft.com/office/drawing/2014/main" id="{23EBC578-63F3-8F98-3FF6-143A54A51342}"/>
                </a:ext>
              </a:extLst>
            </p:cNvPr>
            <p:cNvSpPr txBox="1">
              <a:spLocks noChangeArrowheads="1"/>
            </p:cNvSpPr>
            <p:nvPr/>
          </p:nvSpPr>
          <p:spPr bwMode="auto">
            <a:xfrm>
              <a:off x="2836464" y="2848218"/>
              <a:ext cx="773365" cy="189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CLK</a:t>
              </a:r>
              <a:endParaRPr lang="ru-RU" altLang="en-US" sz="1200" b="0" u="none"/>
            </a:p>
          </p:txBody>
        </p:sp>
        <p:sp>
          <p:nvSpPr>
            <p:cNvPr id="105506" name="Text Box 32">
              <a:extLst>
                <a:ext uri="{FF2B5EF4-FFF2-40B4-BE49-F238E27FC236}">
                  <a16:creationId xmlns:a16="http://schemas.microsoft.com/office/drawing/2014/main" id="{3F362AB0-CF18-3441-6C91-DC042636E35C}"/>
                </a:ext>
              </a:extLst>
            </p:cNvPr>
            <p:cNvSpPr txBox="1">
              <a:spLocks noChangeArrowheads="1"/>
            </p:cNvSpPr>
            <p:nvPr/>
          </p:nvSpPr>
          <p:spPr bwMode="auto">
            <a:xfrm>
              <a:off x="2840714" y="2987879"/>
              <a:ext cx="631723" cy="189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WE</a:t>
              </a:r>
              <a:endParaRPr lang="ru-RU" altLang="en-US" sz="1200" b="0" u="none"/>
            </a:p>
          </p:txBody>
        </p:sp>
        <p:sp>
          <p:nvSpPr>
            <p:cNvPr id="105507" name="Line 33">
              <a:extLst>
                <a:ext uri="{FF2B5EF4-FFF2-40B4-BE49-F238E27FC236}">
                  <a16:creationId xmlns:a16="http://schemas.microsoft.com/office/drawing/2014/main" id="{5C193B59-10B8-5160-34F3-8890F8ADFC2E}"/>
                </a:ext>
              </a:extLst>
            </p:cNvPr>
            <p:cNvSpPr>
              <a:spLocks noChangeShapeType="1"/>
            </p:cNvSpPr>
            <p:nvPr/>
          </p:nvSpPr>
          <p:spPr bwMode="auto">
            <a:xfrm>
              <a:off x="3890233" y="3067847"/>
              <a:ext cx="30175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08" name="Text Box 34">
              <a:extLst>
                <a:ext uri="{FF2B5EF4-FFF2-40B4-BE49-F238E27FC236}">
                  <a16:creationId xmlns:a16="http://schemas.microsoft.com/office/drawing/2014/main" id="{86C4D875-13E1-02E2-BD12-362538E2E12A}"/>
                </a:ext>
              </a:extLst>
            </p:cNvPr>
            <p:cNvSpPr txBox="1">
              <a:spLocks noChangeArrowheads="1"/>
            </p:cNvSpPr>
            <p:nvPr/>
          </p:nvSpPr>
          <p:spPr bwMode="auto">
            <a:xfrm>
              <a:off x="3344959" y="2992384"/>
              <a:ext cx="686963" cy="15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MC31</a:t>
              </a:r>
              <a:endParaRPr lang="ru-RU" altLang="en-US" sz="1200" b="0" u="none"/>
            </a:p>
          </p:txBody>
        </p:sp>
        <p:sp>
          <p:nvSpPr>
            <p:cNvPr id="105509" name="Line 35">
              <a:extLst>
                <a:ext uri="{FF2B5EF4-FFF2-40B4-BE49-F238E27FC236}">
                  <a16:creationId xmlns:a16="http://schemas.microsoft.com/office/drawing/2014/main" id="{8A047CB8-8185-C230-936C-5FABC25E0C60}"/>
                </a:ext>
              </a:extLst>
            </p:cNvPr>
            <p:cNvSpPr>
              <a:spLocks noChangeShapeType="1"/>
            </p:cNvSpPr>
            <p:nvPr/>
          </p:nvSpPr>
          <p:spPr bwMode="auto">
            <a:xfrm flipH="1">
              <a:off x="2370463" y="1534952"/>
              <a:ext cx="0" cy="3453235"/>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5510" name="Line 36">
              <a:extLst>
                <a:ext uri="{FF2B5EF4-FFF2-40B4-BE49-F238E27FC236}">
                  <a16:creationId xmlns:a16="http://schemas.microsoft.com/office/drawing/2014/main" id="{8A61D899-23BC-4A20-4328-6E16811FE404}"/>
                </a:ext>
              </a:extLst>
            </p:cNvPr>
            <p:cNvSpPr>
              <a:spLocks noChangeShapeType="1"/>
            </p:cNvSpPr>
            <p:nvPr/>
          </p:nvSpPr>
          <p:spPr bwMode="auto">
            <a:xfrm>
              <a:off x="2221738" y="1807516"/>
              <a:ext cx="0" cy="347472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5511" name="Text Box 37">
              <a:extLst>
                <a:ext uri="{FF2B5EF4-FFF2-40B4-BE49-F238E27FC236}">
                  <a16:creationId xmlns:a16="http://schemas.microsoft.com/office/drawing/2014/main" id="{C84B7E59-84F0-3104-84A3-B907FB921268}"/>
                </a:ext>
              </a:extLst>
            </p:cNvPr>
            <p:cNvSpPr txBox="1">
              <a:spLocks noChangeArrowheads="1"/>
            </p:cNvSpPr>
            <p:nvPr/>
          </p:nvSpPr>
          <p:spPr bwMode="auto">
            <a:xfrm>
              <a:off x="1257300" y="1385854"/>
              <a:ext cx="647304" cy="215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A[4:0]</a:t>
              </a:r>
              <a:endParaRPr lang="ru-RU" altLang="en-US" sz="1400" b="0" u="none"/>
            </a:p>
          </p:txBody>
        </p:sp>
        <p:sp>
          <p:nvSpPr>
            <p:cNvPr id="105512" name="Line 38">
              <a:extLst>
                <a:ext uri="{FF2B5EF4-FFF2-40B4-BE49-F238E27FC236}">
                  <a16:creationId xmlns:a16="http://schemas.microsoft.com/office/drawing/2014/main" id="{82A22C46-81CD-3563-0E05-AB65CABCB670}"/>
                </a:ext>
              </a:extLst>
            </p:cNvPr>
            <p:cNvSpPr>
              <a:spLocks noChangeShapeType="1"/>
            </p:cNvSpPr>
            <p:nvPr/>
          </p:nvSpPr>
          <p:spPr bwMode="auto">
            <a:xfrm>
              <a:off x="2058851" y="1949430"/>
              <a:ext cx="0" cy="347472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5513" name="Text Box 39">
              <a:extLst>
                <a:ext uri="{FF2B5EF4-FFF2-40B4-BE49-F238E27FC236}">
                  <a16:creationId xmlns:a16="http://schemas.microsoft.com/office/drawing/2014/main" id="{8A653CEA-B400-424D-D448-9497743AFA17}"/>
                </a:ext>
              </a:extLst>
            </p:cNvPr>
            <p:cNvSpPr txBox="1">
              <a:spLocks noChangeArrowheads="1"/>
            </p:cNvSpPr>
            <p:nvPr/>
          </p:nvSpPr>
          <p:spPr bwMode="auto">
            <a:xfrm>
              <a:off x="3367622" y="1866084"/>
              <a:ext cx="664300" cy="15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MC31</a:t>
              </a:r>
              <a:endParaRPr lang="ru-RU" altLang="en-US" sz="1200" b="0" u="none"/>
            </a:p>
          </p:txBody>
        </p:sp>
        <p:sp>
          <p:nvSpPr>
            <p:cNvPr id="79911" name="AutoShape 40">
              <a:extLst>
                <a:ext uri="{FF2B5EF4-FFF2-40B4-BE49-F238E27FC236}">
                  <a16:creationId xmlns:a16="http://schemas.microsoft.com/office/drawing/2014/main" id="{7C3FEC9D-1EE4-43A8-8041-72FAD996AC52}"/>
                </a:ext>
              </a:extLst>
            </p:cNvPr>
            <p:cNvSpPr>
              <a:spLocks noChangeArrowheads="1"/>
            </p:cNvSpPr>
            <p:nvPr/>
          </p:nvSpPr>
          <p:spPr bwMode="auto">
            <a:xfrm rot="16200000">
              <a:off x="4532311" y="2089151"/>
              <a:ext cx="371475" cy="23495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2225">
              <a:solidFill>
                <a:srgbClr val="000000"/>
              </a:solidFill>
              <a:miter lim="800000"/>
              <a:headEnd/>
              <a:tailEnd/>
            </a:ln>
          </p:spPr>
          <p:txBody>
            <a:bodyPr/>
            <a:lstStyle/>
            <a:p>
              <a:pPr eaLnBrk="1" hangingPunct="1">
                <a:defRPr/>
              </a:pPr>
              <a:endParaRPr lang="en-US" sz="1200">
                <a:latin typeface="Arial" charset="0"/>
                <a:cs typeface="Arial" charset="0"/>
              </a:endParaRPr>
            </a:p>
          </p:txBody>
        </p:sp>
        <p:sp>
          <p:nvSpPr>
            <p:cNvPr id="105515" name="Line 41">
              <a:extLst>
                <a:ext uri="{FF2B5EF4-FFF2-40B4-BE49-F238E27FC236}">
                  <a16:creationId xmlns:a16="http://schemas.microsoft.com/office/drawing/2014/main" id="{DB67CE69-2C88-A78E-C7EA-790E895F4BD4}"/>
                </a:ext>
              </a:extLst>
            </p:cNvPr>
            <p:cNvSpPr>
              <a:spLocks noChangeShapeType="1"/>
            </p:cNvSpPr>
            <p:nvPr/>
          </p:nvSpPr>
          <p:spPr bwMode="auto">
            <a:xfrm>
              <a:off x="3890280" y="1940420"/>
              <a:ext cx="22662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16" name="Line 42">
              <a:extLst>
                <a:ext uri="{FF2B5EF4-FFF2-40B4-BE49-F238E27FC236}">
                  <a16:creationId xmlns:a16="http://schemas.microsoft.com/office/drawing/2014/main" id="{6762B13D-7A9B-5708-52DA-62BC0B781053}"/>
                </a:ext>
              </a:extLst>
            </p:cNvPr>
            <p:cNvSpPr>
              <a:spLocks noChangeShapeType="1"/>
            </p:cNvSpPr>
            <p:nvPr/>
          </p:nvSpPr>
          <p:spPr bwMode="auto">
            <a:xfrm flipV="1">
              <a:off x="2572963" y="2203974"/>
              <a:ext cx="0" cy="21737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17" name="Line 43">
              <a:extLst>
                <a:ext uri="{FF2B5EF4-FFF2-40B4-BE49-F238E27FC236}">
                  <a16:creationId xmlns:a16="http://schemas.microsoft.com/office/drawing/2014/main" id="{25222EBB-AD43-5C84-74E6-4E0B3F5D8F0C}"/>
                </a:ext>
              </a:extLst>
            </p:cNvPr>
            <p:cNvSpPr>
              <a:spLocks noChangeShapeType="1"/>
            </p:cNvSpPr>
            <p:nvPr/>
          </p:nvSpPr>
          <p:spPr bwMode="auto">
            <a:xfrm>
              <a:off x="2560263" y="2196091"/>
              <a:ext cx="156231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18" name="Line 44">
              <a:extLst>
                <a:ext uri="{FF2B5EF4-FFF2-40B4-BE49-F238E27FC236}">
                  <a16:creationId xmlns:a16="http://schemas.microsoft.com/office/drawing/2014/main" id="{B2F61C09-0DE0-7EFE-5271-35CA3DC9C937}"/>
                </a:ext>
              </a:extLst>
            </p:cNvPr>
            <p:cNvSpPr>
              <a:spLocks noChangeShapeType="1"/>
            </p:cNvSpPr>
            <p:nvPr/>
          </p:nvSpPr>
          <p:spPr bwMode="auto">
            <a:xfrm>
              <a:off x="4118372" y="1940420"/>
              <a:ext cx="0" cy="25567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19" name="Line 45">
              <a:extLst>
                <a:ext uri="{FF2B5EF4-FFF2-40B4-BE49-F238E27FC236}">
                  <a16:creationId xmlns:a16="http://schemas.microsoft.com/office/drawing/2014/main" id="{58426012-6985-C839-D3C7-ABC7787B273A}"/>
                </a:ext>
              </a:extLst>
            </p:cNvPr>
            <p:cNvSpPr>
              <a:spLocks noChangeShapeType="1"/>
            </p:cNvSpPr>
            <p:nvPr/>
          </p:nvSpPr>
          <p:spPr bwMode="auto">
            <a:xfrm>
              <a:off x="4176350" y="3068972"/>
              <a:ext cx="0" cy="25567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17" name="Rectangle 46">
              <a:extLst>
                <a:ext uri="{FF2B5EF4-FFF2-40B4-BE49-F238E27FC236}">
                  <a16:creationId xmlns:a16="http://schemas.microsoft.com/office/drawing/2014/main" id="{A31BF523-F9B1-4EE3-875B-422F37921441}"/>
                </a:ext>
              </a:extLst>
            </p:cNvPr>
            <p:cNvSpPr>
              <a:spLocks noChangeArrowheads="1"/>
            </p:cNvSpPr>
            <p:nvPr/>
          </p:nvSpPr>
          <p:spPr bwMode="auto">
            <a:xfrm>
              <a:off x="2876550" y="3478213"/>
              <a:ext cx="998538" cy="949325"/>
            </a:xfrm>
            <a:prstGeom prst="rect">
              <a:avLst/>
            </a:prstGeom>
            <a:solidFill>
              <a:schemeClr val="accent1">
                <a:lumMod val="60000"/>
                <a:lumOff val="40000"/>
              </a:schemeClr>
            </a:solidFill>
            <a:ln w="22225">
              <a:solidFill>
                <a:srgbClr val="000000"/>
              </a:solidFill>
              <a:miter lim="800000"/>
              <a:headEnd/>
              <a:tailEnd/>
            </a:ln>
          </p:spPr>
          <p:txBody>
            <a:bodyPr/>
            <a:lstStyle/>
            <a:p>
              <a:pPr eaLnBrk="1" hangingPunct="1">
                <a:defRPr/>
              </a:pPr>
              <a:endParaRPr lang="en-US" sz="1200">
                <a:latin typeface="Arial" charset="0"/>
                <a:cs typeface="Arial" charset="0"/>
              </a:endParaRPr>
            </a:p>
          </p:txBody>
        </p:sp>
        <p:sp>
          <p:nvSpPr>
            <p:cNvPr id="105521" name="Line 47">
              <a:extLst>
                <a:ext uri="{FF2B5EF4-FFF2-40B4-BE49-F238E27FC236}">
                  <a16:creationId xmlns:a16="http://schemas.microsoft.com/office/drawing/2014/main" id="{6CBC51D2-21FD-1893-4F49-557A16BBFC5C}"/>
                </a:ext>
              </a:extLst>
            </p:cNvPr>
            <p:cNvSpPr>
              <a:spLocks noChangeShapeType="1"/>
            </p:cNvSpPr>
            <p:nvPr/>
          </p:nvSpPr>
          <p:spPr bwMode="auto">
            <a:xfrm>
              <a:off x="2558846" y="3623112"/>
              <a:ext cx="308779"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22" name="Text Box 48">
              <a:extLst>
                <a:ext uri="{FF2B5EF4-FFF2-40B4-BE49-F238E27FC236}">
                  <a16:creationId xmlns:a16="http://schemas.microsoft.com/office/drawing/2014/main" id="{E2554E03-3C1C-1120-89B8-46B5E8CD0200}"/>
                </a:ext>
              </a:extLst>
            </p:cNvPr>
            <p:cNvSpPr txBox="1">
              <a:spLocks noChangeArrowheads="1"/>
            </p:cNvSpPr>
            <p:nvPr/>
          </p:nvSpPr>
          <p:spPr bwMode="auto">
            <a:xfrm>
              <a:off x="2840714" y="3535261"/>
              <a:ext cx="654386" cy="223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DI1</a:t>
              </a:r>
              <a:endParaRPr lang="ru-RU" altLang="en-US" sz="1200" b="0" u="none"/>
            </a:p>
          </p:txBody>
        </p:sp>
        <p:sp>
          <p:nvSpPr>
            <p:cNvPr id="105523" name="Line 49">
              <a:extLst>
                <a:ext uri="{FF2B5EF4-FFF2-40B4-BE49-F238E27FC236}">
                  <a16:creationId xmlns:a16="http://schemas.microsoft.com/office/drawing/2014/main" id="{731A24DC-9C0C-1F2B-12C2-F491D8A44C93}"/>
                </a:ext>
              </a:extLst>
            </p:cNvPr>
            <p:cNvSpPr>
              <a:spLocks noChangeShapeType="1"/>
            </p:cNvSpPr>
            <p:nvPr/>
          </p:nvSpPr>
          <p:spPr bwMode="auto">
            <a:xfrm>
              <a:off x="2376128" y="3850624"/>
              <a:ext cx="522658" cy="0"/>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24" name="Text Box 50">
              <a:extLst>
                <a:ext uri="{FF2B5EF4-FFF2-40B4-BE49-F238E27FC236}">
                  <a16:creationId xmlns:a16="http://schemas.microsoft.com/office/drawing/2014/main" id="{30F0330B-37B6-B7A9-486E-54330043B8AB}"/>
                </a:ext>
              </a:extLst>
            </p:cNvPr>
            <p:cNvSpPr txBox="1">
              <a:spLocks noChangeArrowheads="1"/>
            </p:cNvSpPr>
            <p:nvPr/>
          </p:nvSpPr>
          <p:spPr bwMode="auto">
            <a:xfrm>
              <a:off x="2829383" y="3758268"/>
              <a:ext cx="774781" cy="189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A[6:2]</a:t>
              </a:r>
              <a:endParaRPr lang="ru-RU" altLang="en-US" sz="1200" b="0" u="none"/>
            </a:p>
          </p:txBody>
        </p:sp>
        <p:sp>
          <p:nvSpPr>
            <p:cNvPr id="105525" name="Text Box 51">
              <a:extLst>
                <a:ext uri="{FF2B5EF4-FFF2-40B4-BE49-F238E27FC236}">
                  <a16:creationId xmlns:a16="http://schemas.microsoft.com/office/drawing/2014/main" id="{BFE7FA78-6016-1DF9-746B-C7BD3F544DFC}"/>
                </a:ext>
              </a:extLst>
            </p:cNvPr>
            <p:cNvSpPr txBox="1">
              <a:spLocks noChangeArrowheads="1"/>
            </p:cNvSpPr>
            <p:nvPr/>
          </p:nvSpPr>
          <p:spPr bwMode="auto">
            <a:xfrm>
              <a:off x="3483769" y="3623112"/>
              <a:ext cx="533990" cy="15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O6</a:t>
              </a:r>
              <a:endParaRPr lang="ru-RU" altLang="en-US" sz="1200" b="0" u="none"/>
            </a:p>
          </p:txBody>
        </p:sp>
        <p:sp>
          <p:nvSpPr>
            <p:cNvPr id="105526" name="Line 52">
              <a:extLst>
                <a:ext uri="{FF2B5EF4-FFF2-40B4-BE49-F238E27FC236}">
                  <a16:creationId xmlns:a16="http://schemas.microsoft.com/office/drawing/2014/main" id="{360ED9B1-85AA-74E3-FDC6-2B2DC0B8C0D7}"/>
                </a:ext>
              </a:extLst>
            </p:cNvPr>
            <p:cNvSpPr>
              <a:spLocks noChangeShapeType="1"/>
            </p:cNvSpPr>
            <p:nvPr/>
          </p:nvSpPr>
          <p:spPr bwMode="auto">
            <a:xfrm>
              <a:off x="3884615" y="3703080"/>
              <a:ext cx="42917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27" name="Line 53">
              <a:extLst>
                <a:ext uri="{FF2B5EF4-FFF2-40B4-BE49-F238E27FC236}">
                  <a16:creationId xmlns:a16="http://schemas.microsoft.com/office/drawing/2014/main" id="{0F923369-EDD0-9FF9-0BC5-678C609FC125}"/>
                </a:ext>
              </a:extLst>
            </p:cNvPr>
            <p:cNvSpPr>
              <a:spLocks noChangeShapeType="1"/>
            </p:cNvSpPr>
            <p:nvPr/>
          </p:nvSpPr>
          <p:spPr bwMode="auto">
            <a:xfrm>
              <a:off x="2224571" y="4134452"/>
              <a:ext cx="647304" cy="0"/>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28" name="Line 54">
              <a:extLst>
                <a:ext uri="{FF2B5EF4-FFF2-40B4-BE49-F238E27FC236}">
                  <a16:creationId xmlns:a16="http://schemas.microsoft.com/office/drawing/2014/main" id="{F6867EAB-1A11-66C3-B425-28FCC34F915C}"/>
                </a:ext>
              </a:extLst>
            </p:cNvPr>
            <p:cNvSpPr>
              <a:spLocks noChangeShapeType="1"/>
            </p:cNvSpPr>
            <p:nvPr/>
          </p:nvSpPr>
          <p:spPr bwMode="auto">
            <a:xfrm>
              <a:off x="2057434" y="4271861"/>
              <a:ext cx="832855" cy="0"/>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29" name="Text Box 55">
              <a:extLst>
                <a:ext uri="{FF2B5EF4-FFF2-40B4-BE49-F238E27FC236}">
                  <a16:creationId xmlns:a16="http://schemas.microsoft.com/office/drawing/2014/main" id="{82A3C097-AC00-8B89-3053-FDA9C89941F5}"/>
                </a:ext>
              </a:extLst>
            </p:cNvPr>
            <p:cNvSpPr txBox="1">
              <a:spLocks noChangeArrowheads="1"/>
            </p:cNvSpPr>
            <p:nvPr/>
          </p:nvSpPr>
          <p:spPr bwMode="auto">
            <a:xfrm>
              <a:off x="2836464" y="4037590"/>
              <a:ext cx="773365" cy="189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CLK</a:t>
              </a:r>
              <a:endParaRPr lang="ru-RU" altLang="en-US" sz="1200" b="0" u="none"/>
            </a:p>
          </p:txBody>
        </p:sp>
        <p:sp>
          <p:nvSpPr>
            <p:cNvPr id="105530" name="Text Box 56">
              <a:extLst>
                <a:ext uri="{FF2B5EF4-FFF2-40B4-BE49-F238E27FC236}">
                  <a16:creationId xmlns:a16="http://schemas.microsoft.com/office/drawing/2014/main" id="{EBBDE833-F5D6-395A-E0D7-94779DAADE1E}"/>
                </a:ext>
              </a:extLst>
            </p:cNvPr>
            <p:cNvSpPr txBox="1">
              <a:spLocks noChangeArrowheads="1"/>
            </p:cNvSpPr>
            <p:nvPr/>
          </p:nvSpPr>
          <p:spPr bwMode="auto">
            <a:xfrm>
              <a:off x="2840714" y="4177251"/>
              <a:ext cx="631723" cy="189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WE</a:t>
              </a:r>
              <a:endParaRPr lang="ru-RU" altLang="en-US" sz="1200" b="0" u="none"/>
            </a:p>
          </p:txBody>
        </p:sp>
        <p:sp>
          <p:nvSpPr>
            <p:cNvPr id="105531" name="Line 57">
              <a:extLst>
                <a:ext uri="{FF2B5EF4-FFF2-40B4-BE49-F238E27FC236}">
                  <a16:creationId xmlns:a16="http://schemas.microsoft.com/office/drawing/2014/main" id="{E198E200-DB4C-7A16-3371-CE3B61F0D47F}"/>
                </a:ext>
              </a:extLst>
            </p:cNvPr>
            <p:cNvSpPr>
              <a:spLocks noChangeShapeType="1"/>
            </p:cNvSpPr>
            <p:nvPr/>
          </p:nvSpPr>
          <p:spPr bwMode="auto">
            <a:xfrm>
              <a:off x="3866202" y="4263977"/>
              <a:ext cx="2889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32" name="Text Box 58">
              <a:extLst>
                <a:ext uri="{FF2B5EF4-FFF2-40B4-BE49-F238E27FC236}">
                  <a16:creationId xmlns:a16="http://schemas.microsoft.com/office/drawing/2014/main" id="{3950A07A-A8A2-BDA3-66D6-B762F448BE74}"/>
                </a:ext>
              </a:extLst>
            </p:cNvPr>
            <p:cNvSpPr txBox="1">
              <a:spLocks noChangeArrowheads="1"/>
            </p:cNvSpPr>
            <p:nvPr/>
          </p:nvSpPr>
          <p:spPr bwMode="auto">
            <a:xfrm>
              <a:off x="3344959" y="4181757"/>
              <a:ext cx="686963" cy="15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MC31</a:t>
              </a:r>
              <a:endParaRPr lang="ru-RU" altLang="en-US" sz="1200" b="0" u="none"/>
            </a:p>
          </p:txBody>
        </p:sp>
        <p:sp>
          <p:nvSpPr>
            <p:cNvPr id="105533" name="Line 59">
              <a:extLst>
                <a:ext uri="{FF2B5EF4-FFF2-40B4-BE49-F238E27FC236}">
                  <a16:creationId xmlns:a16="http://schemas.microsoft.com/office/drawing/2014/main" id="{A95BCAA2-1A13-74E6-4534-7EF88BB42B56}"/>
                </a:ext>
              </a:extLst>
            </p:cNvPr>
            <p:cNvSpPr>
              <a:spLocks noChangeShapeType="1"/>
            </p:cNvSpPr>
            <p:nvPr/>
          </p:nvSpPr>
          <p:spPr bwMode="auto">
            <a:xfrm flipV="1">
              <a:off x="2560263" y="3328021"/>
              <a:ext cx="0" cy="29396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34" name="Line 60">
              <a:extLst>
                <a:ext uri="{FF2B5EF4-FFF2-40B4-BE49-F238E27FC236}">
                  <a16:creationId xmlns:a16="http://schemas.microsoft.com/office/drawing/2014/main" id="{9DE604A1-D389-F58A-B2E8-98240617FB2E}"/>
                </a:ext>
              </a:extLst>
            </p:cNvPr>
            <p:cNvSpPr>
              <a:spLocks noChangeShapeType="1"/>
            </p:cNvSpPr>
            <p:nvPr/>
          </p:nvSpPr>
          <p:spPr bwMode="auto">
            <a:xfrm>
              <a:off x="2547562" y="3326895"/>
              <a:ext cx="164592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35" name="Line 61">
              <a:extLst>
                <a:ext uri="{FF2B5EF4-FFF2-40B4-BE49-F238E27FC236}">
                  <a16:creationId xmlns:a16="http://schemas.microsoft.com/office/drawing/2014/main" id="{3F251165-B35D-8AF1-75B6-D8FF18EDA031}"/>
                </a:ext>
              </a:extLst>
            </p:cNvPr>
            <p:cNvSpPr>
              <a:spLocks noChangeShapeType="1"/>
            </p:cNvSpPr>
            <p:nvPr/>
          </p:nvSpPr>
          <p:spPr bwMode="auto">
            <a:xfrm>
              <a:off x="4150950" y="4265103"/>
              <a:ext cx="0" cy="25567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33" name="Rectangle 62">
              <a:extLst>
                <a:ext uri="{FF2B5EF4-FFF2-40B4-BE49-F238E27FC236}">
                  <a16:creationId xmlns:a16="http://schemas.microsoft.com/office/drawing/2014/main" id="{5514A671-ABDC-4515-8834-3A45F43FB96B}"/>
                </a:ext>
              </a:extLst>
            </p:cNvPr>
            <p:cNvSpPr>
              <a:spLocks noChangeArrowheads="1"/>
            </p:cNvSpPr>
            <p:nvPr/>
          </p:nvSpPr>
          <p:spPr bwMode="auto">
            <a:xfrm>
              <a:off x="2908300" y="4614863"/>
              <a:ext cx="960438" cy="947737"/>
            </a:xfrm>
            <a:prstGeom prst="rect">
              <a:avLst/>
            </a:prstGeom>
            <a:solidFill>
              <a:schemeClr val="accent1">
                <a:lumMod val="60000"/>
                <a:lumOff val="40000"/>
              </a:schemeClr>
            </a:solidFill>
            <a:ln w="22225">
              <a:solidFill>
                <a:srgbClr val="000000"/>
              </a:solidFill>
              <a:miter lim="800000"/>
              <a:headEnd/>
              <a:tailEnd/>
            </a:ln>
          </p:spPr>
          <p:txBody>
            <a:bodyPr/>
            <a:lstStyle/>
            <a:p>
              <a:pPr eaLnBrk="1" hangingPunct="1">
                <a:defRPr/>
              </a:pPr>
              <a:endParaRPr lang="en-US" sz="1200">
                <a:latin typeface="Arial" charset="0"/>
                <a:cs typeface="Arial" charset="0"/>
              </a:endParaRPr>
            </a:p>
          </p:txBody>
        </p:sp>
        <p:sp>
          <p:nvSpPr>
            <p:cNvPr id="105537" name="Line 63">
              <a:extLst>
                <a:ext uri="{FF2B5EF4-FFF2-40B4-BE49-F238E27FC236}">
                  <a16:creationId xmlns:a16="http://schemas.microsoft.com/office/drawing/2014/main" id="{0FCCA3E5-F3C3-D989-03C6-9386E8B603E4}"/>
                </a:ext>
              </a:extLst>
            </p:cNvPr>
            <p:cNvSpPr>
              <a:spLocks noChangeShapeType="1"/>
            </p:cNvSpPr>
            <p:nvPr/>
          </p:nvSpPr>
          <p:spPr bwMode="auto">
            <a:xfrm>
              <a:off x="2580093" y="4751664"/>
              <a:ext cx="310195"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38" name="Text Box 64">
              <a:extLst>
                <a:ext uri="{FF2B5EF4-FFF2-40B4-BE49-F238E27FC236}">
                  <a16:creationId xmlns:a16="http://schemas.microsoft.com/office/drawing/2014/main" id="{10E0C08A-CDC0-836D-E2B4-BF2FD0E2C12E}"/>
                </a:ext>
              </a:extLst>
            </p:cNvPr>
            <p:cNvSpPr txBox="1">
              <a:spLocks noChangeArrowheads="1"/>
            </p:cNvSpPr>
            <p:nvPr/>
          </p:nvSpPr>
          <p:spPr bwMode="auto">
            <a:xfrm>
              <a:off x="2861960" y="4670571"/>
              <a:ext cx="654386" cy="223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DI1</a:t>
              </a:r>
              <a:endParaRPr lang="ru-RU" altLang="en-US" sz="1200" b="0" u="none"/>
            </a:p>
          </p:txBody>
        </p:sp>
        <p:sp>
          <p:nvSpPr>
            <p:cNvPr id="105539" name="Line 65">
              <a:extLst>
                <a:ext uri="{FF2B5EF4-FFF2-40B4-BE49-F238E27FC236}">
                  <a16:creationId xmlns:a16="http://schemas.microsoft.com/office/drawing/2014/main" id="{EC707524-ED11-A827-423F-EAF88F0A3FDA}"/>
                </a:ext>
              </a:extLst>
            </p:cNvPr>
            <p:cNvSpPr>
              <a:spLocks noChangeShapeType="1"/>
            </p:cNvSpPr>
            <p:nvPr/>
          </p:nvSpPr>
          <p:spPr bwMode="auto">
            <a:xfrm>
              <a:off x="2376128" y="4985935"/>
              <a:ext cx="522658" cy="0"/>
            </a:xfrm>
            <a:prstGeom prst="line">
              <a:avLst/>
            </a:prstGeom>
            <a:noFill/>
            <a:ln w="222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40" name="Text Box 66">
              <a:extLst>
                <a:ext uri="{FF2B5EF4-FFF2-40B4-BE49-F238E27FC236}">
                  <a16:creationId xmlns:a16="http://schemas.microsoft.com/office/drawing/2014/main" id="{18C7E635-5D23-D687-8382-F68C8286D917}"/>
                </a:ext>
              </a:extLst>
            </p:cNvPr>
            <p:cNvSpPr txBox="1">
              <a:spLocks noChangeArrowheads="1"/>
            </p:cNvSpPr>
            <p:nvPr/>
          </p:nvSpPr>
          <p:spPr bwMode="auto">
            <a:xfrm>
              <a:off x="2850629" y="4893578"/>
              <a:ext cx="774782" cy="189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A[6:2]</a:t>
              </a:r>
              <a:endParaRPr lang="ru-RU" altLang="en-US" sz="1200" b="0" u="none"/>
            </a:p>
          </p:txBody>
        </p:sp>
        <p:sp>
          <p:nvSpPr>
            <p:cNvPr id="105541" name="Text Box 67">
              <a:extLst>
                <a:ext uri="{FF2B5EF4-FFF2-40B4-BE49-F238E27FC236}">
                  <a16:creationId xmlns:a16="http://schemas.microsoft.com/office/drawing/2014/main" id="{33867553-1C13-FB1D-F9B4-1573639BED50}"/>
                </a:ext>
              </a:extLst>
            </p:cNvPr>
            <p:cNvSpPr txBox="1">
              <a:spLocks noChangeArrowheads="1"/>
            </p:cNvSpPr>
            <p:nvPr/>
          </p:nvSpPr>
          <p:spPr bwMode="auto">
            <a:xfrm>
              <a:off x="3505014" y="4758422"/>
              <a:ext cx="535407" cy="15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O6</a:t>
              </a:r>
              <a:endParaRPr lang="ru-RU" altLang="en-US" sz="1200" b="0" u="none"/>
            </a:p>
          </p:txBody>
        </p:sp>
        <p:sp>
          <p:nvSpPr>
            <p:cNvPr id="105542" name="Line 68">
              <a:extLst>
                <a:ext uri="{FF2B5EF4-FFF2-40B4-BE49-F238E27FC236}">
                  <a16:creationId xmlns:a16="http://schemas.microsoft.com/office/drawing/2014/main" id="{6D1A9B79-5520-CAF2-97D2-BF350D4DC115}"/>
                </a:ext>
              </a:extLst>
            </p:cNvPr>
            <p:cNvSpPr>
              <a:spLocks noChangeShapeType="1"/>
            </p:cNvSpPr>
            <p:nvPr/>
          </p:nvSpPr>
          <p:spPr bwMode="auto">
            <a:xfrm>
              <a:off x="3883245" y="4839516"/>
              <a:ext cx="457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43" name="Line 69">
              <a:extLst>
                <a:ext uri="{FF2B5EF4-FFF2-40B4-BE49-F238E27FC236}">
                  <a16:creationId xmlns:a16="http://schemas.microsoft.com/office/drawing/2014/main" id="{1C4B224A-6185-09E4-86E2-0D2275131A0E}"/>
                </a:ext>
              </a:extLst>
            </p:cNvPr>
            <p:cNvSpPr>
              <a:spLocks noChangeShapeType="1"/>
            </p:cNvSpPr>
            <p:nvPr/>
          </p:nvSpPr>
          <p:spPr bwMode="auto">
            <a:xfrm>
              <a:off x="2224571" y="5269762"/>
              <a:ext cx="677049" cy="0"/>
            </a:xfrm>
            <a:prstGeom prst="line">
              <a:avLst/>
            </a:prstGeom>
            <a:noFill/>
            <a:ln w="222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44" name="Line 70">
              <a:extLst>
                <a:ext uri="{FF2B5EF4-FFF2-40B4-BE49-F238E27FC236}">
                  <a16:creationId xmlns:a16="http://schemas.microsoft.com/office/drawing/2014/main" id="{8B883F95-CBBE-3FDD-A0F6-95D20955CB0D}"/>
                </a:ext>
              </a:extLst>
            </p:cNvPr>
            <p:cNvSpPr>
              <a:spLocks noChangeShapeType="1"/>
            </p:cNvSpPr>
            <p:nvPr/>
          </p:nvSpPr>
          <p:spPr bwMode="auto">
            <a:xfrm>
              <a:off x="2058851" y="5407171"/>
              <a:ext cx="832855" cy="0"/>
            </a:xfrm>
            <a:prstGeom prst="line">
              <a:avLst/>
            </a:prstGeom>
            <a:noFill/>
            <a:ln w="222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45" name="Text Box 71">
              <a:extLst>
                <a:ext uri="{FF2B5EF4-FFF2-40B4-BE49-F238E27FC236}">
                  <a16:creationId xmlns:a16="http://schemas.microsoft.com/office/drawing/2014/main" id="{A57F9AEC-0F31-7A54-C41C-20402F7B3DFA}"/>
                </a:ext>
              </a:extLst>
            </p:cNvPr>
            <p:cNvSpPr txBox="1">
              <a:spLocks noChangeArrowheads="1"/>
            </p:cNvSpPr>
            <p:nvPr/>
          </p:nvSpPr>
          <p:spPr bwMode="auto">
            <a:xfrm>
              <a:off x="2857711" y="5172900"/>
              <a:ext cx="774781" cy="189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CLK</a:t>
              </a:r>
              <a:endParaRPr lang="ru-RU" altLang="en-US" sz="1200" b="0" u="none"/>
            </a:p>
          </p:txBody>
        </p:sp>
        <p:sp>
          <p:nvSpPr>
            <p:cNvPr id="105546" name="Text Box 72">
              <a:extLst>
                <a:ext uri="{FF2B5EF4-FFF2-40B4-BE49-F238E27FC236}">
                  <a16:creationId xmlns:a16="http://schemas.microsoft.com/office/drawing/2014/main" id="{7736E21C-2B61-EE7F-0FD7-A08B2C040B80}"/>
                </a:ext>
              </a:extLst>
            </p:cNvPr>
            <p:cNvSpPr txBox="1">
              <a:spLocks noChangeArrowheads="1"/>
            </p:cNvSpPr>
            <p:nvPr/>
          </p:nvSpPr>
          <p:spPr bwMode="auto">
            <a:xfrm>
              <a:off x="2861960" y="5312561"/>
              <a:ext cx="633140" cy="189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WE</a:t>
              </a:r>
              <a:endParaRPr lang="ru-RU" altLang="en-US" sz="1200" b="0" u="none"/>
            </a:p>
          </p:txBody>
        </p:sp>
        <p:sp>
          <p:nvSpPr>
            <p:cNvPr id="105547" name="Line 73">
              <a:extLst>
                <a:ext uri="{FF2B5EF4-FFF2-40B4-BE49-F238E27FC236}">
                  <a16:creationId xmlns:a16="http://schemas.microsoft.com/office/drawing/2014/main" id="{23269B0C-9B4C-69F2-68BE-FF8E5EC792F9}"/>
                </a:ext>
              </a:extLst>
            </p:cNvPr>
            <p:cNvSpPr>
              <a:spLocks noChangeShapeType="1"/>
            </p:cNvSpPr>
            <p:nvPr/>
          </p:nvSpPr>
          <p:spPr bwMode="auto">
            <a:xfrm>
              <a:off x="3888912" y="5399287"/>
              <a:ext cx="584982"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48" name="Text Box 74">
              <a:extLst>
                <a:ext uri="{FF2B5EF4-FFF2-40B4-BE49-F238E27FC236}">
                  <a16:creationId xmlns:a16="http://schemas.microsoft.com/office/drawing/2014/main" id="{0CF5319D-36AC-7260-610B-D939FC184BEF}"/>
                </a:ext>
              </a:extLst>
            </p:cNvPr>
            <p:cNvSpPr txBox="1">
              <a:spLocks noChangeArrowheads="1"/>
            </p:cNvSpPr>
            <p:nvPr/>
          </p:nvSpPr>
          <p:spPr bwMode="auto">
            <a:xfrm>
              <a:off x="3367622" y="5317067"/>
              <a:ext cx="686963" cy="15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MC31</a:t>
              </a:r>
              <a:endParaRPr lang="ru-RU" altLang="en-US" sz="1200" b="0" u="none"/>
            </a:p>
          </p:txBody>
        </p:sp>
        <p:sp>
          <p:nvSpPr>
            <p:cNvPr id="105549" name="Line 75">
              <a:extLst>
                <a:ext uri="{FF2B5EF4-FFF2-40B4-BE49-F238E27FC236}">
                  <a16:creationId xmlns:a16="http://schemas.microsoft.com/office/drawing/2014/main" id="{6BC904C0-630C-94E1-1AE3-0F82B36B8BC5}"/>
                </a:ext>
              </a:extLst>
            </p:cNvPr>
            <p:cNvSpPr>
              <a:spLocks noChangeShapeType="1"/>
            </p:cNvSpPr>
            <p:nvPr/>
          </p:nvSpPr>
          <p:spPr bwMode="auto">
            <a:xfrm flipV="1">
              <a:off x="2581509" y="4528657"/>
              <a:ext cx="0" cy="21737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50" name="Line 76">
              <a:extLst>
                <a:ext uri="{FF2B5EF4-FFF2-40B4-BE49-F238E27FC236}">
                  <a16:creationId xmlns:a16="http://schemas.microsoft.com/office/drawing/2014/main" id="{75418DB2-5BD6-06E1-F98B-7898A8B73590}"/>
                </a:ext>
              </a:extLst>
            </p:cNvPr>
            <p:cNvSpPr>
              <a:spLocks noChangeShapeType="1"/>
            </p:cNvSpPr>
            <p:nvPr/>
          </p:nvSpPr>
          <p:spPr bwMode="auto">
            <a:xfrm>
              <a:off x="2567439" y="4520773"/>
              <a:ext cx="1600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51" name="Line 77">
              <a:extLst>
                <a:ext uri="{FF2B5EF4-FFF2-40B4-BE49-F238E27FC236}">
                  <a16:creationId xmlns:a16="http://schemas.microsoft.com/office/drawing/2014/main" id="{2C2A55C4-FF2E-F901-E53D-C778E7CA1494}"/>
                </a:ext>
              </a:extLst>
            </p:cNvPr>
            <p:cNvSpPr>
              <a:spLocks noChangeShapeType="1"/>
            </p:cNvSpPr>
            <p:nvPr/>
          </p:nvSpPr>
          <p:spPr bwMode="auto">
            <a:xfrm>
              <a:off x="4337869" y="2102607"/>
              <a:ext cx="26203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52" name="Line 78">
              <a:extLst>
                <a:ext uri="{FF2B5EF4-FFF2-40B4-BE49-F238E27FC236}">
                  <a16:creationId xmlns:a16="http://schemas.microsoft.com/office/drawing/2014/main" id="{BCF388FD-7D2B-53B6-9D4D-E3134770378F}"/>
                </a:ext>
              </a:extLst>
            </p:cNvPr>
            <p:cNvSpPr>
              <a:spLocks noChangeShapeType="1"/>
            </p:cNvSpPr>
            <p:nvPr/>
          </p:nvSpPr>
          <p:spPr bwMode="auto">
            <a:xfrm>
              <a:off x="4326538" y="1385465"/>
              <a:ext cx="0" cy="72984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53" name="Line 79">
              <a:extLst>
                <a:ext uri="{FF2B5EF4-FFF2-40B4-BE49-F238E27FC236}">
                  <a16:creationId xmlns:a16="http://schemas.microsoft.com/office/drawing/2014/main" id="{11864339-F44E-434E-2EF6-42BFFAFADA95}"/>
                </a:ext>
              </a:extLst>
            </p:cNvPr>
            <p:cNvSpPr>
              <a:spLocks noChangeShapeType="1"/>
            </p:cNvSpPr>
            <p:nvPr/>
          </p:nvSpPr>
          <p:spPr bwMode="auto">
            <a:xfrm>
              <a:off x="4326538" y="2318857"/>
              <a:ext cx="0" cy="19147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54" name="Line 80">
              <a:extLst>
                <a:ext uri="{FF2B5EF4-FFF2-40B4-BE49-F238E27FC236}">
                  <a16:creationId xmlns:a16="http://schemas.microsoft.com/office/drawing/2014/main" id="{848DC1DB-F2C3-F435-D5B5-E11DC3AC96E3}"/>
                </a:ext>
              </a:extLst>
            </p:cNvPr>
            <p:cNvSpPr>
              <a:spLocks noChangeShapeType="1"/>
            </p:cNvSpPr>
            <p:nvPr/>
          </p:nvSpPr>
          <p:spPr bwMode="auto">
            <a:xfrm>
              <a:off x="4326538" y="2312099"/>
              <a:ext cx="26203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55" name="Line 81">
              <a:extLst>
                <a:ext uri="{FF2B5EF4-FFF2-40B4-BE49-F238E27FC236}">
                  <a16:creationId xmlns:a16="http://schemas.microsoft.com/office/drawing/2014/main" id="{F8EAA205-50A6-AE45-846E-6AE00D858521}"/>
                </a:ext>
              </a:extLst>
            </p:cNvPr>
            <p:cNvSpPr>
              <a:spLocks noChangeShapeType="1"/>
            </p:cNvSpPr>
            <p:nvPr/>
          </p:nvSpPr>
          <p:spPr bwMode="auto">
            <a:xfrm>
              <a:off x="4839281" y="2203974"/>
              <a:ext cx="22237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56" name="AutoShape 82">
              <a:extLst>
                <a:ext uri="{FF2B5EF4-FFF2-40B4-BE49-F238E27FC236}">
                  <a16:creationId xmlns:a16="http://schemas.microsoft.com/office/drawing/2014/main" id="{49F86F11-683B-71EE-8BE3-8F66936216C7}"/>
                </a:ext>
              </a:extLst>
            </p:cNvPr>
            <p:cNvSpPr>
              <a:spLocks noChangeArrowheads="1"/>
            </p:cNvSpPr>
            <p:nvPr/>
          </p:nvSpPr>
          <p:spPr bwMode="auto">
            <a:xfrm rot="-5400000">
              <a:off x="4532194" y="4418415"/>
              <a:ext cx="370553" cy="235126"/>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solidFill>
            <a:ln w="22225">
              <a:solidFill>
                <a:srgbClr val="000000"/>
              </a:solidFill>
              <a:miter lim="800000"/>
              <a:headEnd/>
              <a:tailEnd/>
            </a:ln>
          </p:spPr>
          <p:txBody>
            <a:bodyPr/>
            <a:lstStyle/>
            <a:p>
              <a:endParaRPr lang="en-US"/>
            </a:p>
          </p:txBody>
        </p:sp>
        <p:sp>
          <p:nvSpPr>
            <p:cNvPr id="105557" name="Line 83">
              <a:extLst>
                <a:ext uri="{FF2B5EF4-FFF2-40B4-BE49-F238E27FC236}">
                  <a16:creationId xmlns:a16="http://schemas.microsoft.com/office/drawing/2014/main" id="{74482CC5-9443-E72F-5F1C-35FAAEF73C2D}"/>
                </a:ext>
              </a:extLst>
            </p:cNvPr>
            <p:cNvSpPr>
              <a:spLocks noChangeShapeType="1"/>
            </p:cNvSpPr>
            <p:nvPr/>
          </p:nvSpPr>
          <p:spPr bwMode="auto">
            <a:xfrm>
              <a:off x="4325169" y="4431795"/>
              <a:ext cx="26203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58" name="Line 84">
              <a:extLst>
                <a:ext uri="{FF2B5EF4-FFF2-40B4-BE49-F238E27FC236}">
                  <a16:creationId xmlns:a16="http://schemas.microsoft.com/office/drawing/2014/main" id="{0FF4D917-9EA8-47FB-89ED-ACDD10347F13}"/>
                </a:ext>
              </a:extLst>
            </p:cNvPr>
            <p:cNvSpPr>
              <a:spLocks noChangeShapeType="1"/>
            </p:cNvSpPr>
            <p:nvPr/>
          </p:nvSpPr>
          <p:spPr bwMode="auto">
            <a:xfrm>
              <a:off x="4326538" y="3701953"/>
              <a:ext cx="0" cy="72984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59" name="Line 85">
              <a:extLst>
                <a:ext uri="{FF2B5EF4-FFF2-40B4-BE49-F238E27FC236}">
                  <a16:creationId xmlns:a16="http://schemas.microsoft.com/office/drawing/2014/main" id="{B3B7B423-0F26-1304-F8E3-6A09A22DF8BE}"/>
                </a:ext>
              </a:extLst>
            </p:cNvPr>
            <p:cNvSpPr>
              <a:spLocks noChangeShapeType="1"/>
            </p:cNvSpPr>
            <p:nvPr/>
          </p:nvSpPr>
          <p:spPr bwMode="auto">
            <a:xfrm>
              <a:off x="4326538" y="4648045"/>
              <a:ext cx="0" cy="19147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60" name="Line 86">
              <a:extLst>
                <a:ext uri="{FF2B5EF4-FFF2-40B4-BE49-F238E27FC236}">
                  <a16:creationId xmlns:a16="http://schemas.microsoft.com/office/drawing/2014/main" id="{7E6D69A4-D0D8-C73B-6D24-C5EA301D64E1}"/>
                </a:ext>
              </a:extLst>
            </p:cNvPr>
            <p:cNvSpPr>
              <a:spLocks noChangeShapeType="1"/>
            </p:cNvSpPr>
            <p:nvPr/>
          </p:nvSpPr>
          <p:spPr bwMode="auto">
            <a:xfrm>
              <a:off x="4313838" y="4641287"/>
              <a:ext cx="26203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61" name="Line 87">
              <a:extLst>
                <a:ext uri="{FF2B5EF4-FFF2-40B4-BE49-F238E27FC236}">
                  <a16:creationId xmlns:a16="http://schemas.microsoft.com/office/drawing/2014/main" id="{637D3F59-71DD-FCAE-954D-12C413472F3D}"/>
                </a:ext>
              </a:extLst>
            </p:cNvPr>
            <p:cNvSpPr>
              <a:spLocks noChangeShapeType="1"/>
            </p:cNvSpPr>
            <p:nvPr/>
          </p:nvSpPr>
          <p:spPr bwMode="auto">
            <a:xfrm>
              <a:off x="4839281" y="4533162"/>
              <a:ext cx="22237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62" name="Line 88">
              <a:extLst>
                <a:ext uri="{FF2B5EF4-FFF2-40B4-BE49-F238E27FC236}">
                  <a16:creationId xmlns:a16="http://schemas.microsoft.com/office/drawing/2014/main" id="{775131BE-E07D-C64E-98B7-B5639901B194}"/>
                </a:ext>
              </a:extLst>
            </p:cNvPr>
            <p:cNvSpPr>
              <a:spLocks noChangeShapeType="1"/>
            </p:cNvSpPr>
            <p:nvPr/>
          </p:nvSpPr>
          <p:spPr bwMode="auto">
            <a:xfrm>
              <a:off x="4730218" y="2339130"/>
              <a:ext cx="0" cy="1407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63" name="Line 89">
              <a:extLst>
                <a:ext uri="{FF2B5EF4-FFF2-40B4-BE49-F238E27FC236}">
                  <a16:creationId xmlns:a16="http://schemas.microsoft.com/office/drawing/2014/main" id="{59563410-0491-5385-4605-B43022B5B4AD}"/>
                </a:ext>
              </a:extLst>
            </p:cNvPr>
            <p:cNvSpPr>
              <a:spLocks noChangeShapeType="1"/>
            </p:cNvSpPr>
            <p:nvPr/>
          </p:nvSpPr>
          <p:spPr bwMode="auto">
            <a:xfrm>
              <a:off x="4730218" y="4668318"/>
              <a:ext cx="0" cy="1407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64" name="Line 90">
              <a:extLst>
                <a:ext uri="{FF2B5EF4-FFF2-40B4-BE49-F238E27FC236}">
                  <a16:creationId xmlns:a16="http://schemas.microsoft.com/office/drawing/2014/main" id="{BFCA765C-AACC-E080-E652-36E318F1885A}"/>
                </a:ext>
              </a:extLst>
            </p:cNvPr>
            <p:cNvSpPr>
              <a:spLocks noChangeShapeType="1"/>
            </p:cNvSpPr>
            <p:nvPr/>
          </p:nvSpPr>
          <p:spPr bwMode="auto">
            <a:xfrm>
              <a:off x="2374712" y="3400105"/>
              <a:ext cx="3597705"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79962" name="AutoShape 91">
              <a:extLst>
                <a:ext uri="{FF2B5EF4-FFF2-40B4-BE49-F238E27FC236}">
                  <a16:creationId xmlns:a16="http://schemas.microsoft.com/office/drawing/2014/main" id="{E2D49E3A-BE71-4C1E-AFC3-F34A492B0873}"/>
                </a:ext>
              </a:extLst>
            </p:cNvPr>
            <p:cNvSpPr>
              <a:spLocks noChangeArrowheads="1"/>
            </p:cNvSpPr>
            <p:nvPr/>
          </p:nvSpPr>
          <p:spPr bwMode="auto">
            <a:xfrm rot="16200000">
              <a:off x="5261768" y="2820194"/>
              <a:ext cx="371475" cy="233363"/>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2225">
              <a:solidFill>
                <a:srgbClr val="000000"/>
              </a:solidFill>
              <a:miter lim="800000"/>
              <a:headEnd/>
              <a:tailEnd/>
            </a:ln>
          </p:spPr>
          <p:txBody>
            <a:bodyPr/>
            <a:lstStyle/>
            <a:p>
              <a:pPr eaLnBrk="1" hangingPunct="1">
                <a:defRPr/>
              </a:pPr>
              <a:endParaRPr lang="en-US" sz="1200">
                <a:latin typeface="Arial" charset="0"/>
                <a:cs typeface="Arial" charset="0"/>
              </a:endParaRPr>
            </a:p>
          </p:txBody>
        </p:sp>
        <p:sp>
          <p:nvSpPr>
            <p:cNvPr id="105566" name="Line 92">
              <a:extLst>
                <a:ext uri="{FF2B5EF4-FFF2-40B4-BE49-F238E27FC236}">
                  <a16:creationId xmlns:a16="http://schemas.microsoft.com/office/drawing/2014/main" id="{53E7A6D0-DE06-EE1F-A23B-31F29C030954}"/>
                </a:ext>
              </a:extLst>
            </p:cNvPr>
            <p:cNvSpPr>
              <a:spLocks noChangeShapeType="1"/>
            </p:cNvSpPr>
            <p:nvPr/>
          </p:nvSpPr>
          <p:spPr bwMode="auto">
            <a:xfrm>
              <a:off x="5068741" y="2832450"/>
              <a:ext cx="26203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67" name="Line 93">
              <a:extLst>
                <a:ext uri="{FF2B5EF4-FFF2-40B4-BE49-F238E27FC236}">
                  <a16:creationId xmlns:a16="http://schemas.microsoft.com/office/drawing/2014/main" id="{0478F70E-303B-6818-56D5-0487926EF0AF}"/>
                </a:ext>
              </a:extLst>
            </p:cNvPr>
            <p:cNvSpPr>
              <a:spLocks noChangeShapeType="1"/>
            </p:cNvSpPr>
            <p:nvPr/>
          </p:nvSpPr>
          <p:spPr bwMode="auto">
            <a:xfrm>
              <a:off x="5057410" y="3048699"/>
              <a:ext cx="0" cy="148108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68" name="Line 94">
              <a:extLst>
                <a:ext uri="{FF2B5EF4-FFF2-40B4-BE49-F238E27FC236}">
                  <a16:creationId xmlns:a16="http://schemas.microsoft.com/office/drawing/2014/main" id="{41709511-B108-8E75-C4D4-B90D7B6F4239}"/>
                </a:ext>
              </a:extLst>
            </p:cNvPr>
            <p:cNvSpPr>
              <a:spLocks noChangeShapeType="1"/>
            </p:cNvSpPr>
            <p:nvPr/>
          </p:nvSpPr>
          <p:spPr bwMode="auto">
            <a:xfrm>
              <a:off x="5057410" y="3041941"/>
              <a:ext cx="26203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69" name="Line 95">
              <a:extLst>
                <a:ext uri="{FF2B5EF4-FFF2-40B4-BE49-F238E27FC236}">
                  <a16:creationId xmlns:a16="http://schemas.microsoft.com/office/drawing/2014/main" id="{002B20E5-D983-191C-90A6-1F81BE1E5E28}"/>
                </a:ext>
              </a:extLst>
            </p:cNvPr>
            <p:cNvSpPr>
              <a:spLocks noChangeShapeType="1"/>
            </p:cNvSpPr>
            <p:nvPr/>
          </p:nvSpPr>
          <p:spPr bwMode="auto">
            <a:xfrm>
              <a:off x="5570154" y="2933817"/>
              <a:ext cx="118872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70" name="Line 96">
              <a:extLst>
                <a:ext uri="{FF2B5EF4-FFF2-40B4-BE49-F238E27FC236}">
                  <a16:creationId xmlns:a16="http://schemas.microsoft.com/office/drawing/2014/main" id="{76EA4E76-8C94-1AB7-E13E-4E5769DCC5EB}"/>
                </a:ext>
              </a:extLst>
            </p:cNvPr>
            <p:cNvSpPr>
              <a:spLocks noChangeShapeType="1"/>
            </p:cNvSpPr>
            <p:nvPr/>
          </p:nvSpPr>
          <p:spPr bwMode="auto">
            <a:xfrm>
              <a:off x="5461090" y="3068972"/>
              <a:ext cx="0" cy="1407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71" name="Line 97">
              <a:extLst>
                <a:ext uri="{FF2B5EF4-FFF2-40B4-BE49-F238E27FC236}">
                  <a16:creationId xmlns:a16="http://schemas.microsoft.com/office/drawing/2014/main" id="{11A6A6DE-69EA-88D3-AD60-8AC5727BD3F5}"/>
                </a:ext>
              </a:extLst>
            </p:cNvPr>
            <p:cNvSpPr>
              <a:spLocks noChangeShapeType="1"/>
            </p:cNvSpPr>
            <p:nvPr/>
          </p:nvSpPr>
          <p:spPr bwMode="auto">
            <a:xfrm>
              <a:off x="5068741" y="2203974"/>
              <a:ext cx="0" cy="62284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969" name="Rectangle 98">
              <a:extLst>
                <a:ext uri="{FF2B5EF4-FFF2-40B4-BE49-F238E27FC236}">
                  <a16:creationId xmlns:a16="http://schemas.microsoft.com/office/drawing/2014/main" id="{4A36CF65-2B0A-483B-8447-F2135BD1DDB9}"/>
                </a:ext>
              </a:extLst>
            </p:cNvPr>
            <p:cNvSpPr>
              <a:spLocks noChangeArrowheads="1"/>
            </p:cNvSpPr>
            <p:nvPr/>
          </p:nvSpPr>
          <p:spPr bwMode="auto">
            <a:xfrm>
              <a:off x="5984874" y="3001963"/>
              <a:ext cx="457200" cy="515937"/>
            </a:xfrm>
            <a:prstGeom prst="rect">
              <a:avLst/>
            </a:prstGeom>
            <a:solidFill>
              <a:schemeClr val="accent1">
                <a:lumMod val="60000"/>
                <a:lumOff val="40000"/>
              </a:schemeClr>
            </a:solidFill>
            <a:ln w="22225">
              <a:solidFill>
                <a:srgbClr val="000000"/>
              </a:solidFill>
              <a:miter lim="800000"/>
              <a:headEnd/>
              <a:tailEnd/>
            </a:ln>
          </p:spPr>
          <p:txBody>
            <a:bodyPr/>
            <a:lstStyle/>
            <a:p>
              <a:pPr eaLnBrk="1" hangingPunct="1">
                <a:defRPr/>
              </a:pPr>
              <a:endParaRPr lang="en-US" sz="1200">
                <a:latin typeface="Arial" charset="0"/>
                <a:cs typeface="Arial" charset="0"/>
              </a:endParaRPr>
            </a:p>
          </p:txBody>
        </p:sp>
        <p:sp>
          <p:nvSpPr>
            <p:cNvPr id="105573" name="Text Box 99">
              <a:extLst>
                <a:ext uri="{FF2B5EF4-FFF2-40B4-BE49-F238E27FC236}">
                  <a16:creationId xmlns:a16="http://schemas.microsoft.com/office/drawing/2014/main" id="{6456116E-A9BC-D347-E0A6-58504BB9B10F}"/>
                </a:ext>
              </a:extLst>
            </p:cNvPr>
            <p:cNvSpPr txBox="1">
              <a:spLocks noChangeArrowheads="1"/>
            </p:cNvSpPr>
            <p:nvPr/>
          </p:nvSpPr>
          <p:spPr bwMode="auto">
            <a:xfrm>
              <a:off x="5941256" y="3055457"/>
              <a:ext cx="654386" cy="223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a:t>
              </a:r>
              <a:endParaRPr lang="ru-RU" altLang="en-US" sz="1200" b="0" u="none"/>
            </a:p>
          </p:txBody>
        </p:sp>
        <p:grpSp>
          <p:nvGrpSpPr>
            <p:cNvPr id="105574" name="Group 100">
              <a:extLst>
                <a:ext uri="{FF2B5EF4-FFF2-40B4-BE49-F238E27FC236}">
                  <a16:creationId xmlns:a16="http://schemas.microsoft.com/office/drawing/2014/main" id="{ED9B5696-6FCF-8E06-193E-A99A2B3CD8C2}"/>
                </a:ext>
              </a:extLst>
            </p:cNvPr>
            <p:cNvGrpSpPr>
              <a:grpSpLocks/>
            </p:cNvGrpSpPr>
            <p:nvPr/>
          </p:nvGrpSpPr>
          <p:grpSpPr bwMode="auto">
            <a:xfrm>
              <a:off x="5985165" y="3373073"/>
              <a:ext cx="86401" cy="51810"/>
              <a:chOff x="7187" y="13254"/>
              <a:chExt cx="119" cy="117"/>
            </a:xfrm>
          </p:grpSpPr>
          <p:sp>
            <p:nvSpPr>
              <p:cNvPr id="105586" name="Line 101">
                <a:extLst>
                  <a:ext uri="{FF2B5EF4-FFF2-40B4-BE49-F238E27FC236}">
                    <a16:creationId xmlns:a16="http://schemas.microsoft.com/office/drawing/2014/main" id="{DD6B763C-2C4B-1091-A357-6D827BDAF614}"/>
                  </a:ext>
                </a:extLst>
              </p:cNvPr>
              <p:cNvSpPr>
                <a:spLocks noChangeShapeType="1"/>
              </p:cNvSpPr>
              <p:nvPr/>
            </p:nvSpPr>
            <p:spPr bwMode="auto">
              <a:xfrm>
                <a:off x="7222" y="13321"/>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87" name="Line 102">
                <a:extLst>
                  <a:ext uri="{FF2B5EF4-FFF2-40B4-BE49-F238E27FC236}">
                    <a16:creationId xmlns:a16="http://schemas.microsoft.com/office/drawing/2014/main" id="{4FF83F41-1313-4D8B-1F51-60B3F5EBAB04}"/>
                  </a:ext>
                </a:extLst>
              </p:cNvPr>
              <p:cNvSpPr>
                <a:spLocks noChangeShapeType="1"/>
              </p:cNvSpPr>
              <p:nvPr/>
            </p:nvSpPr>
            <p:spPr bwMode="auto">
              <a:xfrm>
                <a:off x="7222" y="13321"/>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88" name="Line 103">
                <a:extLst>
                  <a:ext uri="{FF2B5EF4-FFF2-40B4-BE49-F238E27FC236}">
                    <a16:creationId xmlns:a16="http://schemas.microsoft.com/office/drawing/2014/main" id="{09DD942A-D1DD-FED7-0800-94A306571178}"/>
                  </a:ext>
                </a:extLst>
              </p:cNvPr>
              <p:cNvSpPr>
                <a:spLocks noChangeShapeType="1"/>
              </p:cNvSpPr>
              <p:nvPr/>
            </p:nvSpPr>
            <p:spPr bwMode="auto">
              <a:xfrm>
                <a:off x="7286" y="13295"/>
                <a:ext cx="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89" name="Line 104">
                <a:extLst>
                  <a:ext uri="{FF2B5EF4-FFF2-40B4-BE49-F238E27FC236}">
                    <a16:creationId xmlns:a16="http://schemas.microsoft.com/office/drawing/2014/main" id="{3EB9AE1A-8AE1-462A-1F2A-FAFFEF331EDF}"/>
                  </a:ext>
                </a:extLst>
              </p:cNvPr>
              <p:cNvSpPr>
                <a:spLocks noChangeShapeType="1"/>
              </p:cNvSpPr>
              <p:nvPr/>
            </p:nvSpPr>
            <p:spPr bwMode="auto">
              <a:xfrm>
                <a:off x="7196" y="13254"/>
                <a:ext cx="107" cy="6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90" name="Line 105">
                <a:extLst>
                  <a:ext uri="{FF2B5EF4-FFF2-40B4-BE49-F238E27FC236}">
                    <a16:creationId xmlns:a16="http://schemas.microsoft.com/office/drawing/2014/main" id="{E115967E-10AC-338B-3A7C-01048E8FC258}"/>
                  </a:ext>
                </a:extLst>
              </p:cNvPr>
              <p:cNvSpPr>
                <a:spLocks noChangeShapeType="1"/>
              </p:cNvSpPr>
              <p:nvPr/>
            </p:nvSpPr>
            <p:spPr bwMode="auto">
              <a:xfrm flipV="1">
                <a:off x="7187" y="13317"/>
                <a:ext cx="119" cy="5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5575" name="Line 106">
              <a:extLst>
                <a:ext uri="{FF2B5EF4-FFF2-40B4-BE49-F238E27FC236}">
                  <a16:creationId xmlns:a16="http://schemas.microsoft.com/office/drawing/2014/main" id="{36A2560D-C32B-85A7-0B40-5C255FAE8708}"/>
                </a:ext>
              </a:extLst>
            </p:cNvPr>
            <p:cNvSpPr>
              <a:spLocks noChangeShapeType="1"/>
            </p:cNvSpPr>
            <p:nvPr/>
          </p:nvSpPr>
          <p:spPr bwMode="auto">
            <a:xfrm>
              <a:off x="5742957" y="2932691"/>
              <a:ext cx="0" cy="213997"/>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5576" name="Line 107">
              <a:extLst>
                <a:ext uri="{FF2B5EF4-FFF2-40B4-BE49-F238E27FC236}">
                  <a16:creationId xmlns:a16="http://schemas.microsoft.com/office/drawing/2014/main" id="{6FB798AE-D192-3E36-620E-A642388CE87E}"/>
                </a:ext>
              </a:extLst>
            </p:cNvPr>
            <p:cNvSpPr>
              <a:spLocks noChangeShapeType="1"/>
            </p:cNvSpPr>
            <p:nvPr/>
          </p:nvSpPr>
          <p:spPr bwMode="auto">
            <a:xfrm>
              <a:off x="5742957" y="3148940"/>
              <a:ext cx="2294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77" name="Line 108">
              <a:extLst>
                <a:ext uri="{FF2B5EF4-FFF2-40B4-BE49-F238E27FC236}">
                  <a16:creationId xmlns:a16="http://schemas.microsoft.com/office/drawing/2014/main" id="{CA30DB72-7166-B8C3-D782-0AD03EC93ED5}"/>
                </a:ext>
              </a:extLst>
            </p:cNvPr>
            <p:cNvSpPr>
              <a:spLocks noChangeShapeType="1"/>
            </p:cNvSpPr>
            <p:nvPr/>
          </p:nvSpPr>
          <p:spPr bwMode="auto">
            <a:xfrm>
              <a:off x="6434934" y="3214382"/>
              <a:ext cx="305947"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578" name="Text Box 109">
              <a:extLst>
                <a:ext uri="{FF2B5EF4-FFF2-40B4-BE49-F238E27FC236}">
                  <a16:creationId xmlns:a16="http://schemas.microsoft.com/office/drawing/2014/main" id="{496F6DFD-51C6-8912-D037-0C314DE8CDD9}"/>
                </a:ext>
              </a:extLst>
            </p:cNvPr>
            <p:cNvSpPr txBox="1">
              <a:spLocks noChangeArrowheads="1"/>
            </p:cNvSpPr>
            <p:nvPr/>
          </p:nvSpPr>
          <p:spPr bwMode="auto">
            <a:xfrm>
              <a:off x="4500758" y="5312561"/>
              <a:ext cx="2018397" cy="2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Shiftout (Q127)</a:t>
              </a:r>
              <a:endParaRPr lang="ru-RU" altLang="en-US" sz="1400" b="0" u="none"/>
            </a:p>
          </p:txBody>
        </p:sp>
        <p:sp>
          <p:nvSpPr>
            <p:cNvPr id="105579" name="Text Box 110">
              <a:extLst>
                <a:ext uri="{FF2B5EF4-FFF2-40B4-BE49-F238E27FC236}">
                  <a16:creationId xmlns:a16="http://schemas.microsoft.com/office/drawing/2014/main" id="{D4621ABD-7CDA-E446-67C1-A9F97719DC77}"/>
                </a:ext>
              </a:extLst>
            </p:cNvPr>
            <p:cNvSpPr txBox="1">
              <a:spLocks noChangeArrowheads="1"/>
            </p:cNvSpPr>
            <p:nvPr/>
          </p:nvSpPr>
          <p:spPr bwMode="auto">
            <a:xfrm>
              <a:off x="4425687" y="2487802"/>
              <a:ext cx="645887" cy="2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A[</a:t>
              </a:r>
              <a:r>
                <a:rPr lang="ru-RU" altLang="en-US" sz="1400" b="0" u="none"/>
                <a:t>5</a:t>
              </a:r>
              <a:r>
                <a:rPr lang="en-US" altLang="en-US" sz="1400" b="0" u="none"/>
                <a:t>]</a:t>
              </a:r>
              <a:endParaRPr lang="ru-RU" altLang="en-US" sz="1400" b="0" u="none"/>
            </a:p>
          </p:txBody>
        </p:sp>
        <p:sp>
          <p:nvSpPr>
            <p:cNvPr id="105580" name="Text Box 111">
              <a:extLst>
                <a:ext uri="{FF2B5EF4-FFF2-40B4-BE49-F238E27FC236}">
                  <a16:creationId xmlns:a16="http://schemas.microsoft.com/office/drawing/2014/main" id="{2BAA94FD-F457-D273-3EBF-179F8CEEC580}"/>
                </a:ext>
              </a:extLst>
            </p:cNvPr>
            <p:cNvSpPr txBox="1">
              <a:spLocks noChangeArrowheads="1"/>
            </p:cNvSpPr>
            <p:nvPr/>
          </p:nvSpPr>
          <p:spPr bwMode="auto">
            <a:xfrm>
              <a:off x="4505198" y="4816795"/>
              <a:ext cx="647304" cy="2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A[</a:t>
              </a:r>
              <a:r>
                <a:rPr lang="ru-RU" altLang="en-US" sz="1400" b="0" u="none"/>
                <a:t>5</a:t>
              </a:r>
              <a:r>
                <a:rPr lang="en-US" altLang="en-US" sz="1400" b="0" u="none"/>
                <a:t>]</a:t>
              </a:r>
              <a:endParaRPr lang="ru-RU" altLang="en-US" sz="1400" b="0" u="none"/>
            </a:p>
          </p:txBody>
        </p:sp>
        <p:sp>
          <p:nvSpPr>
            <p:cNvPr id="105581" name="Text Box 112">
              <a:extLst>
                <a:ext uri="{FF2B5EF4-FFF2-40B4-BE49-F238E27FC236}">
                  <a16:creationId xmlns:a16="http://schemas.microsoft.com/office/drawing/2014/main" id="{43406243-D386-6816-37F1-C89A7CFCF5E2}"/>
                </a:ext>
              </a:extLst>
            </p:cNvPr>
            <p:cNvSpPr txBox="1">
              <a:spLocks noChangeArrowheads="1"/>
            </p:cNvSpPr>
            <p:nvPr/>
          </p:nvSpPr>
          <p:spPr bwMode="auto">
            <a:xfrm>
              <a:off x="5210383" y="3152513"/>
              <a:ext cx="647304" cy="2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a:t>
              </a:r>
              <a:r>
                <a:rPr lang="ru-RU" altLang="en-US" sz="1200" b="0" u="none"/>
                <a:t>6</a:t>
              </a:r>
              <a:r>
                <a:rPr lang="en-US" altLang="en-US" sz="1200" b="0" u="none"/>
                <a:t>]</a:t>
              </a:r>
              <a:endParaRPr lang="ru-RU" altLang="en-US" sz="1200" b="0" u="none"/>
            </a:p>
          </p:txBody>
        </p:sp>
        <p:sp>
          <p:nvSpPr>
            <p:cNvPr id="105582" name="Text Box 113">
              <a:extLst>
                <a:ext uri="{FF2B5EF4-FFF2-40B4-BE49-F238E27FC236}">
                  <a16:creationId xmlns:a16="http://schemas.microsoft.com/office/drawing/2014/main" id="{C46C2EE1-4F95-B2CD-E5A8-D3926113673F}"/>
                </a:ext>
              </a:extLst>
            </p:cNvPr>
            <p:cNvSpPr txBox="1">
              <a:spLocks noChangeArrowheads="1"/>
            </p:cNvSpPr>
            <p:nvPr/>
          </p:nvSpPr>
          <p:spPr bwMode="auto">
            <a:xfrm>
              <a:off x="3835400" y="1066800"/>
              <a:ext cx="654386" cy="243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SR1</a:t>
              </a:r>
              <a:endParaRPr lang="ru-RU" altLang="en-US" sz="1400" b="0" u="none"/>
            </a:p>
          </p:txBody>
        </p:sp>
        <p:sp>
          <p:nvSpPr>
            <p:cNvPr id="105583" name="Text Box 114">
              <a:extLst>
                <a:ext uri="{FF2B5EF4-FFF2-40B4-BE49-F238E27FC236}">
                  <a16:creationId xmlns:a16="http://schemas.microsoft.com/office/drawing/2014/main" id="{5025C35B-C25D-D51A-9C41-CD8795B87037}"/>
                </a:ext>
              </a:extLst>
            </p:cNvPr>
            <p:cNvSpPr txBox="1">
              <a:spLocks noChangeArrowheads="1"/>
            </p:cNvSpPr>
            <p:nvPr/>
          </p:nvSpPr>
          <p:spPr bwMode="auto">
            <a:xfrm>
              <a:off x="3836457" y="3433894"/>
              <a:ext cx="654386" cy="243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SR3</a:t>
              </a:r>
              <a:endParaRPr lang="ru-RU" altLang="en-US" sz="1200" b="0" u="none"/>
            </a:p>
          </p:txBody>
        </p:sp>
        <p:sp>
          <p:nvSpPr>
            <p:cNvPr id="105584" name="Text Box 115">
              <a:extLst>
                <a:ext uri="{FF2B5EF4-FFF2-40B4-BE49-F238E27FC236}">
                  <a16:creationId xmlns:a16="http://schemas.microsoft.com/office/drawing/2014/main" id="{9C414C9E-7D62-74BD-90AD-4F8CF31463FF}"/>
                </a:ext>
              </a:extLst>
            </p:cNvPr>
            <p:cNvSpPr txBox="1">
              <a:spLocks noChangeArrowheads="1"/>
            </p:cNvSpPr>
            <p:nvPr/>
          </p:nvSpPr>
          <p:spPr bwMode="auto">
            <a:xfrm>
              <a:off x="3813794" y="2238579"/>
              <a:ext cx="654386" cy="243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b="0" u="none"/>
                <a:t>SR2</a:t>
              </a:r>
              <a:endParaRPr lang="ru-RU" altLang="en-US" sz="1400" b="0" u="none"/>
            </a:p>
          </p:txBody>
        </p:sp>
        <p:sp>
          <p:nvSpPr>
            <p:cNvPr id="105585" name="Text Box 116">
              <a:extLst>
                <a:ext uri="{FF2B5EF4-FFF2-40B4-BE49-F238E27FC236}">
                  <a16:creationId xmlns:a16="http://schemas.microsoft.com/office/drawing/2014/main" id="{6AA372B0-34D9-AEBF-FC30-0177A5E2EDF4}"/>
                </a:ext>
              </a:extLst>
            </p:cNvPr>
            <p:cNvSpPr txBox="1">
              <a:spLocks noChangeArrowheads="1"/>
            </p:cNvSpPr>
            <p:nvPr/>
          </p:nvSpPr>
          <p:spPr bwMode="auto">
            <a:xfrm>
              <a:off x="3847788" y="4543804"/>
              <a:ext cx="652970" cy="243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SR4</a:t>
              </a:r>
              <a:endParaRPr lang="ru-RU" altLang="en-US" sz="1200" b="0" u="none"/>
            </a:p>
          </p:txBody>
        </p:sp>
      </p:grpSp>
      <p:sp>
        <p:nvSpPr>
          <p:cNvPr id="105476" name="TextBox 114">
            <a:extLst>
              <a:ext uri="{FF2B5EF4-FFF2-40B4-BE49-F238E27FC236}">
                <a16:creationId xmlns:a16="http://schemas.microsoft.com/office/drawing/2014/main" id="{A6E92249-4422-AFB5-09EB-C8C8A1DF44A6}"/>
              </a:ext>
            </a:extLst>
          </p:cNvPr>
          <p:cNvSpPr txBox="1">
            <a:spLocks noChangeArrowheads="1"/>
          </p:cNvSpPr>
          <p:nvPr/>
        </p:nvSpPr>
        <p:spPr bwMode="auto">
          <a:xfrm>
            <a:off x="4622800" y="1247776"/>
            <a:ext cx="914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SRL32</a:t>
            </a:r>
            <a:r>
              <a:rPr lang="en-US" altLang="en-US" sz="1200" b="0"/>
              <a:t> </a:t>
            </a:r>
            <a:endParaRPr lang="en-GB" altLang="en-US" sz="1200" b="0"/>
          </a:p>
        </p:txBody>
      </p:sp>
      <p:sp>
        <p:nvSpPr>
          <p:cNvPr id="105477" name="TextBox 115">
            <a:extLst>
              <a:ext uri="{FF2B5EF4-FFF2-40B4-BE49-F238E27FC236}">
                <a16:creationId xmlns:a16="http://schemas.microsoft.com/office/drawing/2014/main" id="{6B8EB18F-4559-D433-7ACB-C4D1F4F225D2}"/>
              </a:ext>
            </a:extLst>
          </p:cNvPr>
          <p:cNvSpPr txBox="1">
            <a:spLocks noChangeArrowheads="1"/>
          </p:cNvSpPr>
          <p:nvPr/>
        </p:nvSpPr>
        <p:spPr bwMode="auto">
          <a:xfrm>
            <a:off x="4610100" y="2390776"/>
            <a:ext cx="914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SRL32</a:t>
            </a:r>
            <a:r>
              <a:rPr lang="en-US" altLang="en-US" sz="1200" b="0"/>
              <a:t> </a:t>
            </a:r>
            <a:endParaRPr lang="en-GB" altLang="en-US" sz="1200" b="0"/>
          </a:p>
        </p:txBody>
      </p:sp>
      <p:sp>
        <p:nvSpPr>
          <p:cNvPr id="105478" name="TextBox 116">
            <a:extLst>
              <a:ext uri="{FF2B5EF4-FFF2-40B4-BE49-F238E27FC236}">
                <a16:creationId xmlns:a16="http://schemas.microsoft.com/office/drawing/2014/main" id="{93034104-7077-A656-3D29-61D256AA23DC}"/>
              </a:ext>
            </a:extLst>
          </p:cNvPr>
          <p:cNvSpPr txBox="1">
            <a:spLocks noChangeArrowheads="1"/>
          </p:cNvSpPr>
          <p:nvPr/>
        </p:nvSpPr>
        <p:spPr bwMode="auto">
          <a:xfrm>
            <a:off x="4610100" y="3533776"/>
            <a:ext cx="914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SRL32</a:t>
            </a:r>
            <a:r>
              <a:rPr lang="en-US" altLang="en-US" sz="1200" b="0"/>
              <a:t> </a:t>
            </a:r>
            <a:endParaRPr lang="en-GB" altLang="en-US" sz="1200" b="0"/>
          </a:p>
        </p:txBody>
      </p:sp>
      <p:sp>
        <p:nvSpPr>
          <p:cNvPr id="105479" name="TextBox 117">
            <a:extLst>
              <a:ext uri="{FF2B5EF4-FFF2-40B4-BE49-F238E27FC236}">
                <a16:creationId xmlns:a16="http://schemas.microsoft.com/office/drawing/2014/main" id="{39AB042F-202F-CD93-43F4-E8BCD34C0CFF}"/>
              </a:ext>
            </a:extLst>
          </p:cNvPr>
          <p:cNvSpPr txBox="1">
            <a:spLocks noChangeArrowheads="1"/>
          </p:cNvSpPr>
          <p:nvPr/>
        </p:nvSpPr>
        <p:spPr bwMode="auto">
          <a:xfrm>
            <a:off x="4648200" y="4648201"/>
            <a:ext cx="9144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SRL32</a:t>
            </a:r>
            <a:r>
              <a:rPr lang="en-US" altLang="en-US" sz="1200" b="0"/>
              <a:t> </a:t>
            </a:r>
            <a:endParaRPr lang="en-GB" altLang="en-US" sz="1200" b="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4">
            <a:extLst>
              <a:ext uri="{FF2B5EF4-FFF2-40B4-BE49-F238E27FC236}">
                <a16:creationId xmlns:a16="http://schemas.microsoft.com/office/drawing/2014/main" id="{9DE94BD0-4FA9-6E12-3AA6-B4D584EF59A9}"/>
              </a:ext>
            </a:extLst>
          </p:cNvPr>
          <p:cNvSpPr>
            <a:spLocks noGrp="1" noChangeArrowheads="1"/>
          </p:cNvSpPr>
          <p:nvPr>
            <p:ph type="title"/>
          </p:nvPr>
        </p:nvSpPr>
        <p:spPr>
          <a:xfrm>
            <a:off x="0" y="183401"/>
            <a:ext cx="11612880" cy="704088"/>
          </a:xfrm>
        </p:spPr>
        <p:txBody>
          <a:bodyPr/>
          <a:lstStyle/>
          <a:p>
            <a:r>
              <a:rPr lang="en-US" altLang="en-US"/>
              <a:t>Four MUX 4:1 </a:t>
            </a:r>
            <a:endParaRPr lang="ru-RU" altLang="en-US"/>
          </a:p>
        </p:txBody>
      </p:sp>
      <p:grpSp>
        <p:nvGrpSpPr>
          <p:cNvPr id="106499" name="Group 88">
            <a:extLst>
              <a:ext uri="{FF2B5EF4-FFF2-40B4-BE49-F238E27FC236}">
                <a16:creationId xmlns:a16="http://schemas.microsoft.com/office/drawing/2014/main" id="{27B83B3B-2D4D-4F96-3088-2167630E178B}"/>
              </a:ext>
            </a:extLst>
          </p:cNvPr>
          <p:cNvGrpSpPr>
            <a:grpSpLocks/>
          </p:cNvGrpSpPr>
          <p:nvPr/>
        </p:nvGrpSpPr>
        <p:grpSpPr bwMode="auto">
          <a:xfrm>
            <a:off x="1905000" y="1143000"/>
            <a:ext cx="5791200" cy="4495800"/>
            <a:chOff x="0" y="1219200"/>
            <a:chExt cx="6019800" cy="5410200"/>
          </a:xfrm>
        </p:grpSpPr>
        <p:grpSp>
          <p:nvGrpSpPr>
            <p:cNvPr id="106501" name="Group 92">
              <a:extLst>
                <a:ext uri="{FF2B5EF4-FFF2-40B4-BE49-F238E27FC236}">
                  <a16:creationId xmlns:a16="http://schemas.microsoft.com/office/drawing/2014/main" id="{40942781-9F27-11D2-DA36-E66282CD6A79}"/>
                </a:ext>
              </a:extLst>
            </p:cNvPr>
            <p:cNvGrpSpPr>
              <a:grpSpLocks/>
            </p:cNvGrpSpPr>
            <p:nvPr/>
          </p:nvGrpSpPr>
          <p:grpSpPr bwMode="auto">
            <a:xfrm>
              <a:off x="0" y="1219200"/>
              <a:ext cx="6019800" cy="5148263"/>
              <a:chOff x="240" y="768"/>
              <a:chExt cx="3792" cy="3243"/>
            </a:xfrm>
          </p:grpSpPr>
          <p:sp>
            <p:nvSpPr>
              <p:cNvPr id="80903" name="Rectangle 6">
                <a:extLst>
                  <a:ext uri="{FF2B5EF4-FFF2-40B4-BE49-F238E27FC236}">
                    <a16:creationId xmlns:a16="http://schemas.microsoft.com/office/drawing/2014/main" id="{12EE79D0-51A3-49E1-83AB-1475953B41AB}"/>
                  </a:ext>
                </a:extLst>
              </p:cNvPr>
              <p:cNvSpPr>
                <a:spLocks noChangeArrowheads="1"/>
              </p:cNvSpPr>
              <p:nvPr/>
            </p:nvSpPr>
            <p:spPr bwMode="auto">
              <a:xfrm>
                <a:off x="1203" y="768"/>
                <a:ext cx="636" cy="663"/>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600">
                  <a:latin typeface="Arial" charset="0"/>
                  <a:cs typeface="Arial" charset="0"/>
                </a:endParaRPr>
              </a:p>
            </p:txBody>
          </p:sp>
          <p:sp>
            <p:nvSpPr>
              <p:cNvPr id="106504" name="Line 7">
                <a:extLst>
                  <a:ext uri="{FF2B5EF4-FFF2-40B4-BE49-F238E27FC236}">
                    <a16:creationId xmlns:a16="http://schemas.microsoft.com/office/drawing/2014/main" id="{DA8DD555-7F35-B213-3C26-197A427A8B45}"/>
                  </a:ext>
                </a:extLst>
              </p:cNvPr>
              <p:cNvSpPr>
                <a:spLocks noChangeShapeType="1"/>
              </p:cNvSpPr>
              <p:nvPr/>
            </p:nvSpPr>
            <p:spPr bwMode="auto">
              <a:xfrm>
                <a:off x="822" y="1113"/>
                <a:ext cx="381"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05" name="Line 8">
                <a:extLst>
                  <a:ext uri="{FF2B5EF4-FFF2-40B4-BE49-F238E27FC236}">
                    <a16:creationId xmlns:a16="http://schemas.microsoft.com/office/drawing/2014/main" id="{45517444-35A1-FBF5-CC81-84A284CE972F}"/>
                  </a:ext>
                </a:extLst>
              </p:cNvPr>
              <p:cNvSpPr>
                <a:spLocks noChangeShapeType="1"/>
              </p:cNvSpPr>
              <p:nvPr/>
            </p:nvSpPr>
            <p:spPr bwMode="auto">
              <a:xfrm>
                <a:off x="1846" y="941"/>
                <a:ext cx="1066"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06" name="Text Box 9">
                <a:extLst>
                  <a:ext uri="{FF2B5EF4-FFF2-40B4-BE49-F238E27FC236}">
                    <a16:creationId xmlns:a16="http://schemas.microsoft.com/office/drawing/2014/main" id="{3CD97A54-4DF8-A644-0702-EF21216F5A04}"/>
                  </a:ext>
                </a:extLst>
              </p:cNvPr>
              <p:cNvSpPr txBox="1">
                <a:spLocks noChangeArrowheads="1"/>
              </p:cNvSpPr>
              <p:nvPr/>
            </p:nvSpPr>
            <p:spPr bwMode="auto">
              <a:xfrm>
                <a:off x="1203" y="1027"/>
                <a:ext cx="57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A[6:1]</a:t>
                </a:r>
                <a:endParaRPr lang="ru-RU" altLang="en-US" sz="1600" u="none"/>
              </a:p>
            </p:txBody>
          </p:sp>
          <p:sp>
            <p:nvSpPr>
              <p:cNvPr id="106507" name="Text Box 10">
                <a:extLst>
                  <a:ext uri="{FF2B5EF4-FFF2-40B4-BE49-F238E27FC236}">
                    <a16:creationId xmlns:a16="http://schemas.microsoft.com/office/drawing/2014/main" id="{C6E33CD2-2A80-A2FA-341C-C7B86F957ABA}"/>
                  </a:ext>
                </a:extLst>
              </p:cNvPr>
              <p:cNvSpPr txBox="1">
                <a:spLocks noChangeArrowheads="1"/>
              </p:cNvSpPr>
              <p:nvPr/>
            </p:nvSpPr>
            <p:spPr bwMode="auto">
              <a:xfrm>
                <a:off x="1576" y="854"/>
                <a:ext cx="461"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O6</a:t>
                </a:r>
                <a:endParaRPr lang="ru-RU" altLang="en-US" sz="1600" u="none"/>
              </a:p>
            </p:txBody>
          </p:sp>
          <p:sp>
            <p:nvSpPr>
              <p:cNvPr id="106508" name="Text Box 11">
                <a:extLst>
                  <a:ext uri="{FF2B5EF4-FFF2-40B4-BE49-F238E27FC236}">
                    <a16:creationId xmlns:a16="http://schemas.microsoft.com/office/drawing/2014/main" id="{72F15DE4-4052-9939-8D7E-232775CB7F76}"/>
                  </a:ext>
                </a:extLst>
              </p:cNvPr>
              <p:cNvSpPr txBox="1">
                <a:spLocks noChangeArrowheads="1"/>
              </p:cNvSpPr>
              <p:nvPr/>
            </p:nvSpPr>
            <p:spPr bwMode="auto">
              <a:xfrm>
                <a:off x="2990" y="861"/>
                <a:ext cx="572"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Output</a:t>
                </a:r>
                <a:endParaRPr lang="ru-RU" altLang="en-US" sz="1600" u="none"/>
              </a:p>
            </p:txBody>
          </p:sp>
          <p:sp>
            <p:nvSpPr>
              <p:cNvPr id="80909" name="Rectangle 12">
                <a:extLst>
                  <a:ext uri="{FF2B5EF4-FFF2-40B4-BE49-F238E27FC236}">
                    <a16:creationId xmlns:a16="http://schemas.microsoft.com/office/drawing/2014/main" id="{A1ABB9EF-DA63-4297-9558-3546D56E6FB8}"/>
                  </a:ext>
                </a:extLst>
              </p:cNvPr>
              <p:cNvSpPr>
                <a:spLocks noChangeArrowheads="1"/>
              </p:cNvSpPr>
              <p:nvPr/>
            </p:nvSpPr>
            <p:spPr bwMode="auto">
              <a:xfrm>
                <a:off x="2309" y="1077"/>
                <a:ext cx="361" cy="439"/>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600">
                  <a:latin typeface="Arial" charset="0"/>
                  <a:cs typeface="Arial" charset="0"/>
                </a:endParaRPr>
              </a:p>
            </p:txBody>
          </p:sp>
          <p:sp>
            <p:nvSpPr>
              <p:cNvPr id="106510" name="Text Box 13">
                <a:extLst>
                  <a:ext uri="{FF2B5EF4-FFF2-40B4-BE49-F238E27FC236}">
                    <a16:creationId xmlns:a16="http://schemas.microsoft.com/office/drawing/2014/main" id="{F2AFDD73-27D3-DEF4-865D-EC550609328A}"/>
                  </a:ext>
                </a:extLst>
              </p:cNvPr>
              <p:cNvSpPr txBox="1">
                <a:spLocks noChangeArrowheads="1"/>
              </p:cNvSpPr>
              <p:nvPr/>
            </p:nvSpPr>
            <p:spPr bwMode="auto">
              <a:xfrm>
                <a:off x="2275" y="1135"/>
                <a:ext cx="477"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D</a:t>
                </a:r>
                <a:endParaRPr lang="ru-RU" altLang="en-US" sz="1600" u="none"/>
              </a:p>
            </p:txBody>
          </p:sp>
          <p:grpSp>
            <p:nvGrpSpPr>
              <p:cNvPr id="106511" name="Group 14">
                <a:extLst>
                  <a:ext uri="{FF2B5EF4-FFF2-40B4-BE49-F238E27FC236}">
                    <a16:creationId xmlns:a16="http://schemas.microsoft.com/office/drawing/2014/main" id="{D4C9A643-EBB8-27C8-20EA-D6C828BA57D9}"/>
                  </a:ext>
                </a:extLst>
              </p:cNvPr>
              <p:cNvGrpSpPr>
                <a:grpSpLocks/>
              </p:cNvGrpSpPr>
              <p:nvPr/>
            </p:nvGrpSpPr>
            <p:grpSpPr bwMode="auto">
              <a:xfrm>
                <a:off x="2307" y="1371"/>
                <a:ext cx="63" cy="57"/>
                <a:chOff x="7187" y="13254"/>
                <a:chExt cx="119" cy="117"/>
              </a:xfrm>
            </p:grpSpPr>
            <p:sp>
              <p:nvSpPr>
                <p:cNvPr id="106581" name="Line 15">
                  <a:extLst>
                    <a:ext uri="{FF2B5EF4-FFF2-40B4-BE49-F238E27FC236}">
                      <a16:creationId xmlns:a16="http://schemas.microsoft.com/office/drawing/2014/main" id="{977511FC-7E67-CE11-DC88-FB0516055F4F}"/>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82" name="Line 16">
                  <a:extLst>
                    <a:ext uri="{FF2B5EF4-FFF2-40B4-BE49-F238E27FC236}">
                      <a16:creationId xmlns:a16="http://schemas.microsoft.com/office/drawing/2014/main" id="{AF4A4CE2-623A-C6E8-20FD-D0491A9E1E49}"/>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83" name="Line 17">
                  <a:extLst>
                    <a:ext uri="{FF2B5EF4-FFF2-40B4-BE49-F238E27FC236}">
                      <a16:creationId xmlns:a16="http://schemas.microsoft.com/office/drawing/2014/main" id="{4E32622E-980E-C317-CB1C-C0C87778F44B}"/>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84" name="Line 18">
                  <a:extLst>
                    <a:ext uri="{FF2B5EF4-FFF2-40B4-BE49-F238E27FC236}">
                      <a16:creationId xmlns:a16="http://schemas.microsoft.com/office/drawing/2014/main" id="{62A79259-FC38-A53A-5005-4D61AA41774F}"/>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85" name="Line 19">
                  <a:extLst>
                    <a:ext uri="{FF2B5EF4-FFF2-40B4-BE49-F238E27FC236}">
                      <a16:creationId xmlns:a16="http://schemas.microsoft.com/office/drawing/2014/main" id="{EDECA285-3673-AFFA-3C54-9D3C647D210A}"/>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6512" name="Line 20">
                <a:extLst>
                  <a:ext uri="{FF2B5EF4-FFF2-40B4-BE49-F238E27FC236}">
                    <a16:creationId xmlns:a16="http://schemas.microsoft.com/office/drawing/2014/main" id="{B7073454-B2C0-4FF4-509F-03310F7F4C17}"/>
                  </a:ext>
                </a:extLst>
              </p:cNvPr>
              <p:cNvSpPr>
                <a:spLocks noChangeShapeType="1"/>
              </p:cNvSpPr>
              <p:nvPr/>
            </p:nvSpPr>
            <p:spPr bwMode="auto">
              <a:xfrm>
                <a:off x="2186" y="946"/>
                <a:ext cx="0" cy="283"/>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6513" name="Line 21">
                <a:extLst>
                  <a:ext uri="{FF2B5EF4-FFF2-40B4-BE49-F238E27FC236}">
                    <a16:creationId xmlns:a16="http://schemas.microsoft.com/office/drawing/2014/main" id="{8E1C208B-0C48-CD21-A54D-BFB3BC961B49}"/>
                  </a:ext>
                </a:extLst>
              </p:cNvPr>
              <p:cNvSpPr>
                <a:spLocks noChangeShapeType="1"/>
              </p:cNvSpPr>
              <p:nvPr/>
            </p:nvSpPr>
            <p:spPr bwMode="auto">
              <a:xfrm>
                <a:off x="2186" y="1234"/>
                <a:ext cx="10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4" name="Line 22">
                <a:extLst>
                  <a:ext uri="{FF2B5EF4-FFF2-40B4-BE49-F238E27FC236}">
                    <a16:creationId xmlns:a16="http://schemas.microsoft.com/office/drawing/2014/main" id="{2BBCB849-B566-C236-42D5-10C03C0D533C}"/>
                  </a:ext>
                </a:extLst>
              </p:cNvPr>
              <p:cNvSpPr>
                <a:spLocks noChangeShapeType="1"/>
              </p:cNvSpPr>
              <p:nvPr/>
            </p:nvSpPr>
            <p:spPr bwMode="auto">
              <a:xfrm>
                <a:off x="2664" y="1221"/>
                <a:ext cx="238"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15" name="Text Box 23">
                <a:extLst>
                  <a:ext uri="{FF2B5EF4-FFF2-40B4-BE49-F238E27FC236}">
                    <a16:creationId xmlns:a16="http://schemas.microsoft.com/office/drawing/2014/main" id="{4F6A837F-D436-4BC1-50CB-018BB19EB17D}"/>
                  </a:ext>
                </a:extLst>
              </p:cNvPr>
              <p:cNvSpPr txBox="1">
                <a:spLocks noChangeArrowheads="1"/>
              </p:cNvSpPr>
              <p:nvPr/>
            </p:nvSpPr>
            <p:spPr bwMode="auto">
              <a:xfrm>
                <a:off x="2982" y="1142"/>
                <a:ext cx="906"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Registered</a:t>
                </a:r>
              </a:p>
              <a:p>
                <a:pPr eaLnBrk="1" hangingPunct="1"/>
                <a:r>
                  <a:rPr lang="en-US" altLang="en-US" sz="1600" u="none"/>
                  <a:t>Output</a:t>
                </a:r>
                <a:endParaRPr lang="ru-RU" altLang="en-US" sz="1600" u="none"/>
              </a:p>
            </p:txBody>
          </p:sp>
          <p:sp>
            <p:nvSpPr>
              <p:cNvPr id="106516" name="Line 24">
                <a:extLst>
                  <a:ext uri="{FF2B5EF4-FFF2-40B4-BE49-F238E27FC236}">
                    <a16:creationId xmlns:a16="http://schemas.microsoft.com/office/drawing/2014/main" id="{803A1D93-FFD4-16E4-D656-D92481B47C2D}"/>
                  </a:ext>
                </a:extLst>
              </p:cNvPr>
              <p:cNvSpPr>
                <a:spLocks noChangeShapeType="1"/>
              </p:cNvSpPr>
              <p:nvPr/>
            </p:nvSpPr>
            <p:spPr bwMode="auto">
              <a:xfrm>
                <a:off x="2023" y="1399"/>
                <a:ext cx="0" cy="260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7" name="Line 25">
                <a:extLst>
                  <a:ext uri="{FF2B5EF4-FFF2-40B4-BE49-F238E27FC236}">
                    <a16:creationId xmlns:a16="http://schemas.microsoft.com/office/drawing/2014/main" id="{FB464A1B-93AD-AA1D-4980-6F2D0AB44E6D}"/>
                  </a:ext>
                </a:extLst>
              </p:cNvPr>
              <p:cNvSpPr>
                <a:spLocks noChangeShapeType="1"/>
              </p:cNvSpPr>
              <p:nvPr/>
            </p:nvSpPr>
            <p:spPr bwMode="auto">
              <a:xfrm>
                <a:off x="2029" y="1399"/>
                <a:ext cx="27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8" name="Rectangle 26">
                <a:extLst>
                  <a:ext uri="{FF2B5EF4-FFF2-40B4-BE49-F238E27FC236}">
                    <a16:creationId xmlns:a16="http://schemas.microsoft.com/office/drawing/2014/main" id="{AC71FEE6-C5F3-4734-A9AC-BBAE3C624F5D}"/>
                  </a:ext>
                </a:extLst>
              </p:cNvPr>
              <p:cNvSpPr>
                <a:spLocks noChangeArrowheads="1"/>
              </p:cNvSpPr>
              <p:nvPr/>
            </p:nvSpPr>
            <p:spPr bwMode="auto">
              <a:xfrm>
                <a:off x="1193" y="1580"/>
                <a:ext cx="637" cy="663"/>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600">
                  <a:latin typeface="Arial" charset="0"/>
                  <a:cs typeface="Arial" charset="0"/>
                </a:endParaRPr>
              </a:p>
            </p:txBody>
          </p:sp>
          <p:sp>
            <p:nvSpPr>
              <p:cNvPr id="106519" name="Line 27">
                <a:extLst>
                  <a:ext uri="{FF2B5EF4-FFF2-40B4-BE49-F238E27FC236}">
                    <a16:creationId xmlns:a16="http://schemas.microsoft.com/office/drawing/2014/main" id="{5C49D215-2F70-9BD1-DF20-E6DA890BFD03}"/>
                  </a:ext>
                </a:extLst>
              </p:cNvPr>
              <p:cNvSpPr>
                <a:spLocks noChangeShapeType="1"/>
              </p:cNvSpPr>
              <p:nvPr/>
            </p:nvSpPr>
            <p:spPr bwMode="auto">
              <a:xfrm>
                <a:off x="812" y="1926"/>
                <a:ext cx="381"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20" name="Line 28">
                <a:extLst>
                  <a:ext uri="{FF2B5EF4-FFF2-40B4-BE49-F238E27FC236}">
                    <a16:creationId xmlns:a16="http://schemas.microsoft.com/office/drawing/2014/main" id="{D8E8466D-A1D4-CC2C-7C9B-CC887041A08A}"/>
                  </a:ext>
                </a:extLst>
              </p:cNvPr>
              <p:cNvSpPr>
                <a:spLocks noChangeShapeType="1"/>
              </p:cNvSpPr>
              <p:nvPr/>
            </p:nvSpPr>
            <p:spPr bwMode="auto">
              <a:xfrm>
                <a:off x="1837" y="1753"/>
                <a:ext cx="1066"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21" name="Text Box 29">
                <a:extLst>
                  <a:ext uri="{FF2B5EF4-FFF2-40B4-BE49-F238E27FC236}">
                    <a16:creationId xmlns:a16="http://schemas.microsoft.com/office/drawing/2014/main" id="{8FA0BB36-5321-E53E-8373-58797DAE008B}"/>
                  </a:ext>
                </a:extLst>
              </p:cNvPr>
              <p:cNvSpPr txBox="1">
                <a:spLocks noChangeArrowheads="1"/>
              </p:cNvSpPr>
              <p:nvPr/>
            </p:nvSpPr>
            <p:spPr bwMode="auto">
              <a:xfrm>
                <a:off x="1193" y="1839"/>
                <a:ext cx="57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A[6:1]</a:t>
                </a:r>
                <a:endParaRPr lang="ru-RU" altLang="en-US" sz="1600" u="none"/>
              </a:p>
            </p:txBody>
          </p:sp>
          <p:sp>
            <p:nvSpPr>
              <p:cNvPr id="106522" name="Text Box 30">
                <a:extLst>
                  <a:ext uri="{FF2B5EF4-FFF2-40B4-BE49-F238E27FC236}">
                    <a16:creationId xmlns:a16="http://schemas.microsoft.com/office/drawing/2014/main" id="{BD73A00D-5AAC-69E3-77C9-DA3584EC46AA}"/>
                  </a:ext>
                </a:extLst>
              </p:cNvPr>
              <p:cNvSpPr txBox="1">
                <a:spLocks noChangeArrowheads="1"/>
              </p:cNvSpPr>
              <p:nvPr/>
            </p:nvSpPr>
            <p:spPr bwMode="auto">
              <a:xfrm>
                <a:off x="1567" y="1667"/>
                <a:ext cx="460"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O6</a:t>
                </a:r>
                <a:endParaRPr lang="ru-RU" altLang="en-US" sz="1600" u="none"/>
              </a:p>
            </p:txBody>
          </p:sp>
          <p:sp>
            <p:nvSpPr>
              <p:cNvPr id="106523" name="Text Box 31">
                <a:extLst>
                  <a:ext uri="{FF2B5EF4-FFF2-40B4-BE49-F238E27FC236}">
                    <a16:creationId xmlns:a16="http://schemas.microsoft.com/office/drawing/2014/main" id="{AA0A8D84-FCA0-89AF-3B54-E8CFFE62A9B7}"/>
                  </a:ext>
                </a:extLst>
              </p:cNvPr>
              <p:cNvSpPr txBox="1">
                <a:spLocks noChangeArrowheads="1"/>
              </p:cNvSpPr>
              <p:nvPr/>
            </p:nvSpPr>
            <p:spPr bwMode="auto">
              <a:xfrm>
                <a:off x="2989" y="1674"/>
                <a:ext cx="571"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Output</a:t>
                </a:r>
                <a:endParaRPr lang="ru-RU" altLang="en-US" sz="1600" u="none"/>
              </a:p>
            </p:txBody>
          </p:sp>
          <p:sp>
            <p:nvSpPr>
              <p:cNvPr id="80924" name="Rectangle 32">
                <a:extLst>
                  <a:ext uri="{FF2B5EF4-FFF2-40B4-BE49-F238E27FC236}">
                    <a16:creationId xmlns:a16="http://schemas.microsoft.com/office/drawing/2014/main" id="{788A2FD4-6C91-4403-95F0-2C03850C74C5}"/>
                  </a:ext>
                </a:extLst>
              </p:cNvPr>
              <p:cNvSpPr>
                <a:spLocks noChangeArrowheads="1"/>
              </p:cNvSpPr>
              <p:nvPr/>
            </p:nvSpPr>
            <p:spPr bwMode="auto">
              <a:xfrm>
                <a:off x="2308" y="1890"/>
                <a:ext cx="360" cy="440"/>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600">
                  <a:latin typeface="Arial" charset="0"/>
                  <a:cs typeface="Arial" charset="0"/>
                </a:endParaRPr>
              </a:p>
            </p:txBody>
          </p:sp>
          <p:sp>
            <p:nvSpPr>
              <p:cNvPr id="106525" name="Text Box 33">
                <a:extLst>
                  <a:ext uri="{FF2B5EF4-FFF2-40B4-BE49-F238E27FC236}">
                    <a16:creationId xmlns:a16="http://schemas.microsoft.com/office/drawing/2014/main" id="{FD8B3756-EA34-E5CD-778F-B25BD91DE970}"/>
                  </a:ext>
                </a:extLst>
              </p:cNvPr>
              <p:cNvSpPr txBox="1">
                <a:spLocks noChangeArrowheads="1"/>
              </p:cNvSpPr>
              <p:nvPr/>
            </p:nvSpPr>
            <p:spPr bwMode="auto">
              <a:xfrm>
                <a:off x="2274" y="1947"/>
                <a:ext cx="476"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D</a:t>
                </a:r>
                <a:endParaRPr lang="ru-RU" altLang="en-US" sz="1600" u="none"/>
              </a:p>
            </p:txBody>
          </p:sp>
          <p:grpSp>
            <p:nvGrpSpPr>
              <p:cNvPr id="106526" name="Group 34">
                <a:extLst>
                  <a:ext uri="{FF2B5EF4-FFF2-40B4-BE49-F238E27FC236}">
                    <a16:creationId xmlns:a16="http://schemas.microsoft.com/office/drawing/2014/main" id="{4854003F-9837-8CEA-8085-D45FBBE355E9}"/>
                  </a:ext>
                </a:extLst>
              </p:cNvPr>
              <p:cNvGrpSpPr>
                <a:grpSpLocks/>
              </p:cNvGrpSpPr>
              <p:nvPr/>
            </p:nvGrpSpPr>
            <p:grpSpPr bwMode="auto">
              <a:xfrm>
                <a:off x="2305" y="2184"/>
                <a:ext cx="63" cy="56"/>
                <a:chOff x="7187" y="13254"/>
                <a:chExt cx="119" cy="117"/>
              </a:xfrm>
            </p:grpSpPr>
            <p:sp>
              <p:nvSpPr>
                <p:cNvPr id="106576" name="Line 35">
                  <a:extLst>
                    <a:ext uri="{FF2B5EF4-FFF2-40B4-BE49-F238E27FC236}">
                      <a16:creationId xmlns:a16="http://schemas.microsoft.com/office/drawing/2014/main" id="{222C0890-E2B1-5CB0-2317-1AF68C04D5F4}"/>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77" name="Line 36">
                  <a:extLst>
                    <a:ext uri="{FF2B5EF4-FFF2-40B4-BE49-F238E27FC236}">
                      <a16:creationId xmlns:a16="http://schemas.microsoft.com/office/drawing/2014/main" id="{AF87D1EF-D066-824A-AE91-D0646369F48A}"/>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78" name="Line 37">
                  <a:extLst>
                    <a:ext uri="{FF2B5EF4-FFF2-40B4-BE49-F238E27FC236}">
                      <a16:creationId xmlns:a16="http://schemas.microsoft.com/office/drawing/2014/main" id="{D0B7A231-76A2-4E8A-0189-106978C991F7}"/>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79" name="Line 38">
                  <a:extLst>
                    <a:ext uri="{FF2B5EF4-FFF2-40B4-BE49-F238E27FC236}">
                      <a16:creationId xmlns:a16="http://schemas.microsoft.com/office/drawing/2014/main" id="{E02ADB8B-0C14-059C-4BE1-F7E73DD045A8}"/>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80" name="Line 39">
                  <a:extLst>
                    <a:ext uri="{FF2B5EF4-FFF2-40B4-BE49-F238E27FC236}">
                      <a16:creationId xmlns:a16="http://schemas.microsoft.com/office/drawing/2014/main" id="{99288882-9386-4B56-1C03-C0149AD7E34F}"/>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6527" name="Line 40">
                <a:extLst>
                  <a:ext uri="{FF2B5EF4-FFF2-40B4-BE49-F238E27FC236}">
                    <a16:creationId xmlns:a16="http://schemas.microsoft.com/office/drawing/2014/main" id="{7239F807-E200-1EF2-0DE0-1B5D88E0FA9A}"/>
                  </a:ext>
                </a:extLst>
              </p:cNvPr>
              <p:cNvSpPr>
                <a:spLocks noChangeShapeType="1"/>
              </p:cNvSpPr>
              <p:nvPr/>
            </p:nvSpPr>
            <p:spPr bwMode="auto">
              <a:xfrm>
                <a:off x="2185" y="1759"/>
                <a:ext cx="0" cy="283"/>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6528" name="Line 41">
                <a:extLst>
                  <a:ext uri="{FF2B5EF4-FFF2-40B4-BE49-F238E27FC236}">
                    <a16:creationId xmlns:a16="http://schemas.microsoft.com/office/drawing/2014/main" id="{B8CFC8A8-52B8-6EC3-34CC-2BD01F59C437}"/>
                  </a:ext>
                </a:extLst>
              </p:cNvPr>
              <p:cNvSpPr>
                <a:spLocks noChangeShapeType="1"/>
              </p:cNvSpPr>
              <p:nvPr/>
            </p:nvSpPr>
            <p:spPr bwMode="auto">
              <a:xfrm>
                <a:off x="2185" y="2046"/>
                <a:ext cx="10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29" name="Line 42">
                <a:extLst>
                  <a:ext uri="{FF2B5EF4-FFF2-40B4-BE49-F238E27FC236}">
                    <a16:creationId xmlns:a16="http://schemas.microsoft.com/office/drawing/2014/main" id="{B372B3E1-1E3E-E5AC-0ECF-8B4501D05F2F}"/>
                  </a:ext>
                </a:extLst>
              </p:cNvPr>
              <p:cNvSpPr>
                <a:spLocks noChangeShapeType="1"/>
              </p:cNvSpPr>
              <p:nvPr/>
            </p:nvSpPr>
            <p:spPr bwMode="auto">
              <a:xfrm>
                <a:off x="2663" y="2033"/>
                <a:ext cx="237"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30" name="Text Box 43">
                <a:extLst>
                  <a:ext uri="{FF2B5EF4-FFF2-40B4-BE49-F238E27FC236}">
                    <a16:creationId xmlns:a16="http://schemas.microsoft.com/office/drawing/2014/main" id="{86675224-BBE8-74EB-2F45-FB02CFF93647}"/>
                  </a:ext>
                </a:extLst>
              </p:cNvPr>
              <p:cNvSpPr txBox="1">
                <a:spLocks noChangeArrowheads="1"/>
              </p:cNvSpPr>
              <p:nvPr/>
            </p:nvSpPr>
            <p:spPr bwMode="auto">
              <a:xfrm>
                <a:off x="2996" y="1954"/>
                <a:ext cx="98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Registered</a:t>
                </a:r>
              </a:p>
              <a:p>
                <a:pPr eaLnBrk="1" hangingPunct="1"/>
                <a:r>
                  <a:rPr lang="en-US" altLang="en-US" sz="1600" u="none"/>
                  <a:t>Output</a:t>
                </a:r>
                <a:endParaRPr lang="ru-RU" altLang="en-US" sz="1600" u="none"/>
              </a:p>
            </p:txBody>
          </p:sp>
          <p:sp>
            <p:nvSpPr>
              <p:cNvPr id="106531" name="Line 44">
                <a:extLst>
                  <a:ext uri="{FF2B5EF4-FFF2-40B4-BE49-F238E27FC236}">
                    <a16:creationId xmlns:a16="http://schemas.microsoft.com/office/drawing/2014/main" id="{9E9322D3-2614-16B2-07FF-702DCEBF2DA6}"/>
                  </a:ext>
                </a:extLst>
              </p:cNvPr>
              <p:cNvSpPr>
                <a:spLocks noChangeShapeType="1"/>
              </p:cNvSpPr>
              <p:nvPr/>
            </p:nvSpPr>
            <p:spPr bwMode="auto">
              <a:xfrm>
                <a:off x="2019" y="2212"/>
                <a:ext cx="279"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80932" name="Rectangle 45">
                <a:extLst>
                  <a:ext uri="{FF2B5EF4-FFF2-40B4-BE49-F238E27FC236}">
                    <a16:creationId xmlns:a16="http://schemas.microsoft.com/office/drawing/2014/main" id="{F9E9D226-9C98-486D-A134-527CE4196D3A}"/>
                  </a:ext>
                </a:extLst>
              </p:cNvPr>
              <p:cNvSpPr>
                <a:spLocks noChangeArrowheads="1"/>
              </p:cNvSpPr>
              <p:nvPr/>
            </p:nvSpPr>
            <p:spPr bwMode="auto">
              <a:xfrm>
                <a:off x="1203" y="2400"/>
                <a:ext cx="636" cy="663"/>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600">
                  <a:latin typeface="Arial" charset="0"/>
                  <a:cs typeface="Arial" charset="0"/>
                </a:endParaRPr>
              </a:p>
            </p:txBody>
          </p:sp>
          <p:sp>
            <p:nvSpPr>
              <p:cNvPr id="106533" name="Line 46">
                <a:extLst>
                  <a:ext uri="{FF2B5EF4-FFF2-40B4-BE49-F238E27FC236}">
                    <a16:creationId xmlns:a16="http://schemas.microsoft.com/office/drawing/2014/main" id="{96AF39DA-900F-354A-4E05-FF7049D21032}"/>
                  </a:ext>
                </a:extLst>
              </p:cNvPr>
              <p:cNvSpPr>
                <a:spLocks noChangeShapeType="1"/>
              </p:cNvSpPr>
              <p:nvPr/>
            </p:nvSpPr>
            <p:spPr bwMode="auto">
              <a:xfrm>
                <a:off x="822" y="2745"/>
                <a:ext cx="381"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34" name="Line 47">
                <a:extLst>
                  <a:ext uri="{FF2B5EF4-FFF2-40B4-BE49-F238E27FC236}">
                    <a16:creationId xmlns:a16="http://schemas.microsoft.com/office/drawing/2014/main" id="{28E9E9A6-CBC0-FEA1-C3E4-ED571EF95D76}"/>
                  </a:ext>
                </a:extLst>
              </p:cNvPr>
              <p:cNvSpPr>
                <a:spLocks noChangeShapeType="1"/>
              </p:cNvSpPr>
              <p:nvPr/>
            </p:nvSpPr>
            <p:spPr bwMode="auto">
              <a:xfrm>
                <a:off x="1846" y="2573"/>
                <a:ext cx="1066"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35" name="Text Box 48">
                <a:extLst>
                  <a:ext uri="{FF2B5EF4-FFF2-40B4-BE49-F238E27FC236}">
                    <a16:creationId xmlns:a16="http://schemas.microsoft.com/office/drawing/2014/main" id="{3F47BFC6-21AA-0FB7-EC14-52FDB9984443}"/>
                  </a:ext>
                </a:extLst>
              </p:cNvPr>
              <p:cNvSpPr txBox="1">
                <a:spLocks noChangeArrowheads="1"/>
              </p:cNvSpPr>
              <p:nvPr/>
            </p:nvSpPr>
            <p:spPr bwMode="auto">
              <a:xfrm>
                <a:off x="1203" y="2659"/>
                <a:ext cx="57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A[6:1]</a:t>
                </a:r>
                <a:endParaRPr lang="ru-RU" altLang="en-US" sz="1600" u="none"/>
              </a:p>
            </p:txBody>
          </p:sp>
          <p:sp>
            <p:nvSpPr>
              <p:cNvPr id="106536" name="Text Box 49">
                <a:extLst>
                  <a:ext uri="{FF2B5EF4-FFF2-40B4-BE49-F238E27FC236}">
                    <a16:creationId xmlns:a16="http://schemas.microsoft.com/office/drawing/2014/main" id="{68AA9843-A76E-7129-90D3-26913AF1B19F}"/>
                  </a:ext>
                </a:extLst>
              </p:cNvPr>
              <p:cNvSpPr txBox="1">
                <a:spLocks noChangeArrowheads="1"/>
              </p:cNvSpPr>
              <p:nvPr/>
            </p:nvSpPr>
            <p:spPr bwMode="auto">
              <a:xfrm>
                <a:off x="1576" y="2486"/>
                <a:ext cx="461"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O6</a:t>
                </a:r>
                <a:endParaRPr lang="ru-RU" altLang="en-US" sz="1600" u="none"/>
              </a:p>
            </p:txBody>
          </p:sp>
          <p:sp>
            <p:nvSpPr>
              <p:cNvPr id="106537" name="Text Box 50">
                <a:extLst>
                  <a:ext uri="{FF2B5EF4-FFF2-40B4-BE49-F238E27FC236}">
                    <a16:creationId xmlns:a16="http://schemas.microsoft.com/office/drawing/2014/main" id="{3B3F2D5F-7889-A458-F110-C3FE7D5545A4}"/>
                  </a:ext>
                </a:extLst>
              </p:cNvPr>
              <p:cNvSpPr txBox="1">
                <a:spLocks noChangeArrowheads="1"/>
              </p:cNvSpPr>
              <p:nvPr/>
            </p:nvSpPr>
            <p:spPr bwMode="auto">
              <a:xfrm>
                <a:off x="2990" y="2494"/>
                <a:ext cx="572"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Output</a:t>
                </a:r>
                <a:endParaRPr lang="ru-RU" altLang="en-US" sz="1600" u="none"/>
              </a:p>
            </p:txBody>
          </p:sp>
          <p:sp>
            <p:nvSpPr>
              <p:cNvPr id="80938" name="Rectangle 51">
                <a:extLst>
                  <a:ext uri="{FF2B5EF4-FFF2-40B4-BE49-F238E27FC236}">
                    <a16:creationId xmlns:a16="http://schemas.microsoft.com/office/drawing/2014/main" id="{13628FA0-652F-4202-A26F-25E981BF2CB5}"/>
                  </a:ext>
                </a:extLst>
              </p:cNvPr>
              <p:cNvSpPr>
                <a:spLocks noChangeArrowheads="1"/>
              </p:cNvSpPr>
              <p:nvPr/>
            </p:nvSpPr>
            <p:spPr bwMode="auto">
              <a:xfrm>
                <a:off x="2309" y="2709"/>
                <a:ext cx="361" cy="440"/>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600">
                  <a:latin typeface="Arial" charset="0"/>
                  <a:cs typeface="Arial" charset="0"/>
                </a:endParaRPr>
              </a:p>
            </p:txBody>
          </p:sp>
          <p:sp>
            <p:nvSpPr>
              <p:cNvPr id="106539" name="Text Box 52">
                <a:extLst>
                  <a:ext uri="{FF2B5EF4-FFF2-40B4-BE49-F238E27FC236}">
                    <a16:creationId xmlns:a16="http://schemas.microsoft.com/office/drawing/2014/main" id="{7761336B-686D-6094-4FE5-F184006D9B94}"/>
                  </a:ext>
                </a:extLst>
              </p:cNvPr>
              <p:cNvSpPr txBox="1">
                <a:spLocks noChangeArrowheads="1"/>
              </p:cNvSpPr>
              <p:nvPr/>
            </p:nvSpPr>
            <p:spPr bwMode="auto">
              <a:xfrm>
                <a:off x="2275" y="2767"/>
                <a:ext cx="477"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D</a:t>
                </a:r>
                <a:endParaRPr lang="ru-RU" altLang="en-US" sz="1600" u="none"/>
              </a:p>
            </p:txBody>
          </p:sp>
          <p:grpSp>
            <p:nvGrpSpPr>
              <p:cNvPr id="106540" name="Group 53">
                <a:extLst>
                  <a:ext uri="{FF2B5EF4-FFF2-40B4-BE49-F238E27FC236}">
                    <a16:creationId xmlns:a16="http://schemas.microsoft.com/office/drawing/2014/main" id="{FFEF5E12-D846-C49C-57BD-CB54F99E83DA}"/>
                  </a:ext>
                </a:extLst>
              </p:cNvPr>
              <p:cNvGrpSpPr>
                <a:grpSpLocks/>
              </p:cNvGrpSpPr>
              <p:nvPr/>
            </p:nvGrpSpPr>
            <p:grpSpPr bwMode="auto">
              <a:xfrm>
                <a:off x="2307" y="3004"/>
                <a:ext cx="63" cy="56"/>
                <a:chOff x="7187" y="13254"/>
                <a:chExt cx="119" cy="117"/>
              </a:xfrm>
            </p:grpSpPr>
            <p:sp>
              <p:nvSpPr>
                <p:cNvPr id="106571" name="Line 54">
                  <a:extLst>
                    <a:ext uri="{FF2B5EF4-FFF2-40B4-BE49-F238E27FC236}">
                      <a16:creationId xmlns:a16="http://schemas.microsoft.com/office/drawing/2014/main" id="{8A255050-AF1D-7CA5-F9BC-1B071E79DD74}"/>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72" name="Line 55">
                  <a:extLst>
                    <a:ext uri="{FF2B5EF4-FFF2-40B4-BE49-F238E27FC236}">
                      <a16:creationId xmlns:a16="http://schemas.microsoft.com/office/drawing/2014/main" id="{1C1682DF-A1C8-D8EE-CB01-6B5DA6E757BC}"/>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73" name="Line 56">
                  <a:extLst>
                    <a:ext uri="{FF2B5EF4-FFF2-40B4-BE49-F238E27FC236}">
                      <a16:creationId xmlns:a16="http://schemas.microsoft.com/office/drawing/2014/main" id="{D0B090CF-0B16-F92C-D507-A11EADA6D0D6}"/>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74" name="Line 57">
                  <a:extLst>
                    <a:ext uri="{FF2B5EF4-FFF2-40B4-BE49-F238E27FC236}">
                      <a16:creationId xmlns:a16="http://schemas.microsoft.com/office/drawing/2014/main" id="{3C670F3C-BEFD-CF33-3EEE-471EB8B40262}"/>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75" name="Line 58">
                  <a:extLst>
                    <a:ext uri="{FF2B5EF4-FFF2-40B4-BE49-F238E27FC236}">
                      <a16:creationId xmlns:a16="http://schemas.microsoft.com/office/drawing/2014/main" id="{D22FFB84-0863-2DC5-1B2B-87B3F1F001D8}"/>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6541" name="Line 59">
                <a:extLst>
                  <a:ext uri="{FF2B5EF4-FFF2-40B4-BE49-F238E27FC236}">
                    <a16:creationId xmlns:a16="http://schemas.microsoft.com/office/drawing/2014/main" id="{8FE41C9D-C3B8-ABED-61E0-9019CACACD61}"/>
                  </a:ext>
                </a:extLst>
              </p:cNvPr>
              <p:cNvSpPr>
                <a:spLocks noChangeShapeType="1"/>
              </p:cNvSpPr>
              <p:nvPr/>
            </p:nvSpPr>
            <p:spPr bwMode="auto">
              <a:xfrm>
                <a:off x="2186" y="2578"/>
                <a:ext cx="0" cy="283"/>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6542" name="Line 60">
                <a:extLst>
                  <a:ext uri="{FF2B5EF4-FFF2-40B4-BE49-F238E27FC236}">
                    <a16:creationId xmlns:a16="http://schemas.microsoft.com/office/drawing/2014/main" id="{9F4C1255-51AC-CB13-132F-4DCE436C9321}"/>
                  </a:ext>
                </a:extLst>
              </p:cNvPr>
              <p:cNvSpPr>
                <a:spLocks noChangeShapeType="1"/>
              </p:cNvSpPr>
              <p:nvPr/>
            </p:nvSpPr>
            <p:spPr bwMode="auto">
              <a:xfrm>
                <a:off x="2186" y="2866"/>
                <a:ext cx="10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43" name="Line 61">
                <a:extLst>
                  <a:ext uri="{FF2B5EF4-FFF2-40B4-BE49-F238E27FC236}">
                    <a16:creationId xmlns:a16="http://schemas.microsoft.com/office/drawing/2014/main" id="{52D7ADEC-5E93-6B6F-05E4-8CC6113D536A}"/>
                  </a:ext>
                </a:extLst>
              </p:cNvPr>
              <p:cNvSpPr>
                <a:spLocks noChangeShapeType="1"/>
              </p:cNvSpPr>
              <p:nvPr/>
            </p:nvSpPr>
            <p:spPr bwMode="auto">
              <a:xfrm>
                <a:off x="2664" y="2853"/>
                <a:ext cx="238"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44" name="Text Box 62">
                <a:extLst>
                  <a:ext uri="{FF2B5EF4-FFF2-40B4-BE49-F238E27FC236}">
                    <a16:creationId xmlns:a16="http://schemas.microsoft.com/office/drawing/2014/main" id="{03BD0BC4-2211-3E08-F696-2573714F877F}"/>
                  </a:ext>
                </a:extLst>
              </p:cNvPr>
              <p:cNvSpPr txBox="1">
                <a:spLocks noChangeArrowheads="1"/>
              </p:cNvSpPr>
              <p:nvPr/>
            </p:nvSpPr>
            <p:spPr bwMode="auto">
              <a:xfrm>
                <a:off x="2982" y="2774"/>
                <a:ext cx="100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Registered</a:t>
                </a:r>
              </a:p>
              <a:p>
                <a:pPr eaLnBrk="1" hangingPunct="1"/>
                <a:r>
                  <a:rPr lang="en-US" altLang="en-US" sz="1600" u="none"/>
                  <a:t>Output</a:t>
                </a:r>
                <a:endParaRPr lang="ru-RU" altLang="en-US" sz="1600" u="none"/>
              </a:p>
            </p:txBody>
          </p:sp>
          <p:sp>
            <p:nvSpPr>
              <p:cNvPr id="106545" name="Line 63">
                <a:extLst>
                  <a:ext uri="{FF2B5EF4-FFF2-40B4-BE49-F238E27FC236}">
                    <a16:creationId xmlns:a16="http://schemas.microsoft.com/office/drawing/2014/main" id="{08C99839-AD7C-9562-F259-80FDEDC43FA9}"/>
                  </a:ext>
                </a:extLst>
              </p:cNvPr>
              <p:cNvSpPr>
                <a:spLocks noChangeShapeType="1"/>
              </p:cNvSpPr>
              <p:nvPr/>
            </p:nvSpPr>
            <p:spPr bwMode="auto">
              <a:xfrm>
                <a:off x="2023" y="3031"/>
                <a:ext cx="0" cy="61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46" name="Line 64">
                <a:extLst>
                  <a:ext uri="{FF2B5EF4-FFF2-40B4-BE49-F238E27FC236}">
                    <a16:creationId xmlns:a16="http://schemas.microsoft.com/office/drawing/2014/main" id="{3FFC997F-78E2-48D3-0F38-FD5C3C06DA10}"/>
                  </a:ext>
                </a:extLst>
              </p:cNvPr>
              <p:cNvSpPr>
                <a:spLocks noChangeShapeType="1"/>
              </p:cNvSpPr>
              <p:nvPr/>
            </p:nvSpPr>
            <p:spPr bwMode="auto">
              <a:xfrm>
                <a:off x="2029" y="3031"/>
                <a:ext cx="27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47" name="Rectangle 65">
                <a:extLst>
                  <a:ext uri="{FF2B5EF4-FFF2-40B4-BE49-F238E27FC236}">
                    <a16:creationId xmlns:a16="http://schemas.microsoft.com/office/drawing/2014/main" id="{20393132-86E8-4BED-B14C-0D10CE21CD8B}"/>
                  </a:ext>
                </a:extLst>
              </p:cNvPr>
              <p:cNvSpPr>
                <a:spLocks noChangeArrowheads="1"/>
              </p:cNvSpPr>
              <p:nvPr/>
            </p:nvSpPr>
            <p:spPr bwMode="auto">
              <a:xfrm>
                <a:off x="1193" y="3213"/>
                <a:ext cx="637" cy="662"/>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600">
                  <a:latin typeface="Arial" charset="0"/>
                  <a:cs typeface="Arial" charset="0"/>
                </a:endParaRPr>
              </a:p>
            </p:txBody>
          </p:sp>
          <p:sp>
            <p:nvSpPr>
              <p:cNvPr id="106548" name="Line 66">
                <a:extLst>
                  <a:ext uri="{FF2B5EF4-FFF2-40B4-BE49-F238E27FC236}">
                    <a16:creationId xmlns:a16="http://schemas.microsoft.com/office/drawing/2014/main" id="{6302790E-688F-F006-6AB9-69A6656C9A4D}"/>
                  </a:ext>
                </a:extLst>
              </p:cNvPr>
              <p:cNvSpPr>
                <a:spLocks noChangeShapeType="1"/>
              </p:cNvSpPr>
              <p:nvPr/>
            </p:nvSpPr>
            <p:spPr bwMode="auto">
              <a:xfrm>
                <a:off x="812" y="3558"/>
                <a:ext cx="381"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49" name="Line 67">
                <a:extLst>
                  <a:ext uri="{FF2B5EF4-FFF2-40B4-BE49-F238E27FC236}">
                    <a16:creationId xmlns:a16="http://schemas.microsoft.com/office/drawing/2014/main" id="{43256DFC-149A-F0F8-1CCF-7C8FCAF0E782}"/>
                  </a:ext>
                </a:extLst>
              </p:cNvPr>
              <p:cNvSpPr>
                <a:spLocks noChangeShapeType="1"/>
              </p:cNvSpPr>
              <p:nvPr/>
            </p:nvSpPr>
            <p:spPr bwMode="auto">
              <a:xfrm>
                <a:off x="1837" y="3385"/>
                <a:ext cx="1066"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50" name="Text Box 68">
                <a:extLst>
                  <a:ext uri="{FF2B5EF4-FFF2-40B4-BE49-F238E27FC236}">
                    <a16:creationId xmlns:a16="http://schemas.microsoft.com/office/drawing/2014/main" id="{B8B7057D-0F3F-1342-AD26-2CCC7DD62BBB}"/>
                  </a:ext>
                </a:extLst>
              </p:cNvPr>
              <p:cNvSpPr txBox="1">
                <a:spLocks noChangeArrowheads="1"/>
              </p:cNvSpPr>
              <p:nvPr/>
            </p:nvSpPr>
            <p:spPr bwMode="auto">
              <a:xfrm>
                <a:off x="1193" y="3471"/>
                <a:ext cx="57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A[6:1]</a:t>
                </a:r>
                <a:endParaRPr lang="ru-RU" altLang="en-US" sz="1600" u="none"/>
              </a:p>
            </p:txBody>
          </p:sp>
          <p:sp>
            <p:nvSpPr>
              <p:cNvPr id="106551" name="Text Box 69">
                <a:extLst>
                  <a:ext uri="{FF2B5EF4-FFF2-40B4-BE49-F238E27FC236}">
                    <a16:creationId xmlns:a16="http://schemas.microsoft.com/office/drawing/2014/main" id="{00BDE234-A768-EC68-3989-62C732382CDE}"/>
                  </a:ext>
                </a:extLst>
              </p:cNvPr>
              <p:cNvSpPr txBox="1">
                <a:spLocks noChangeArrowheads="1"/>
              </p:cNvSpPr>
              <p:nvPr/>
            </p:nvSpPr>
            <p:spPr bwMode="auto">
              <a:xfrm>
                <a:off x="1567" y="3299"/>
                <a:ext cx="460"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O6</a:t>
                </a:r>
                <a:endParaRPr lang="ru-RU" altLang="en-US" sz="1600" u="none"/>
              </a:p>
            </p:txBody>
          </p:sp>
          <p:sp>
            <p:nvSpPr>
              <p:cNvPr id="106552" name="Text Box 70">
                <a:extLst>
                  <a:ext uri="{FF2B5EF4-FFF2-40B4-BE49-F238E27FC236}">
                    <a16:creationId xmlns:a16="http://schemas.microsoft.com/office/drawing/2014/main" id="{89923E78-BCA8-F1DB-FF2C-84F8E51171EA}"/>
                  </a:ext>
                </a:extLst>
              </p:cNvPr>
              <p:cNvSpPr txBox="1">
                <a:spLocks noChangeArrowheads="1"/>
              </p:cNvSpPr>
              <p:nvPr/>
            </p:nvSpPr>
            <p:spPr bwMode="auto">
              <a:xfrm>
                <a:off x="2989" y="3306"/>
                <a:ext cx="571"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Output</a:t>
                </a:r>
                <a:endParaRPr lang="ru-RU" altLang="en-US" sz="1600" u="none"/>
              </a:p>
            </p:txBody>
          </p:sp>
          <p:sp>
            <p:nvSpPr>
              <p:cNvPr id="80953" name="Rectangle 71">
                <a:extLst>
                  <a:ext uri="{FF2B5EF4-FFF2-40B4-BE49-F238E27FC236}">
                    <a16:creationId xmlns:a16="http://schemas.microsoft.com/office/drawing/2014/main" id="{DDFF8099-5AF6-42EA-BD24-83D55B271812}"/>
                  </a:ext>
                </a:extLst>
              </p:cNvPr>
              <p:cNvSpPr>
                <a:spLocks noChangeArrowheads="1"/>
              </p:cNvSpPr>
              <p:nvPr/>
            </p:nvSpPr>
            <p:spPr bwMode="auto">
              <a:xfrm>
                <a:off x="2308" y="3523"/>
                <a:ext cx="360" cy="439"/>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sz="1600">
                  <a:latin typeface="Arial" charset="0"/>
                  <a:cs typeface="Arial" charset="0"/>
                </a:endParaRPr>
              </a:p>
            </p:txBody>
          </p:sp>
          <p:sp>
            <p:nvSpPr>
              <p:cNvPr id="106554" name="Text Box 72">
                <a:extLst>
                  <a:ext uri="{FF2B5EF4-FFF2-40B4-BE49-F238E27FC236}">
                    <a16:creationId xmlns:a16="http://schemas.microsoft.com/office/drawing/2014/main" id="{1B20D85C-7BCF-3E15-0043-417F78218DF1}"/>
                  </a:ext>
                </a:extLst>
              </p:cNvPr>
              <p:cNvSpPr txBox="1">
                <a:spLocks noChangeArrowheads="1"/>
              </p:cNvSpPr>
              <p:nvPr/>
            </p:nvSpPr>
            <p:spPr bwMode="auto">
              <a:xfrm>
                <a:off x="2274" y="3579"/>
                <a:ext cx="47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D</a:t>
                </a:r>
                <a:endParaRPr lang="ru-RU" altLang="en-US" sz="1600" u="none"/>
              </a:p>
            </p:txBody>
          </p:sp>
          <p:grpSp>
            <p:nvGrpSpPr>
              <p:cNvPr id="106555" name="Group 73">
                <a:extLst>
                  <a:ext uri="{FF2B5EF4-FFF2-40B4-BE49-F238E27FC236}">
                    <a16:creationId xmlns:a16="http://schemas.microsoft.com/office/drawing/2014/main" id="{B15A0766-0E6C-4B00-AD96-9A89CDF85073}"/>
                  </a:ext>
                </a:extLst>
              </p:cNvPr>
              <p:cNvGrpSpPr>
                <a:grpSpLocks/>
              </p:cNvGrpSpPr>
              <p:nvPr/>
            </p:nvGrpSpPr>
            <p:grpSpPr bwMode="auto">
              <a:xfrm>
                <a:off x="2305" y="3816"/>
                <a:ext cx="63" cy="56"/>
                <a:chOff x="7187" y="13254"/>
                <a:chExt cx="119" cy="117"/>
              </a:xfrm>
            </p:grpSpPr>
            <p:sp>
              <p:nvSpPr>
                <p:cNvPr id="106566" name="Line 74">
                  <a:extLst>
                    <a:ext uri="{FF2B5EF4-FFF2-40B4-BE49-F238E27FC236}">
                      <a16:creationId xmlns:a16="http://schemas.microsoft.com/office/drawing/2014/main" id="{BAC4EC80-7EB8-181A-671E-F8FE848F26FF}"/>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7" name="Line 75">
                  <a:extLst>
                    <a:ext uri="{FF2B5EF4-FFF2-40B4-BE49-F238E27FC236}">
                      <a16:creationId xmlns:a16="http://schemas.microsoft.com/office/drawing/2014/main" id="{205F2C46-2B54-D41C-CA8C-B918E2359494}"/>
                    </a:ext>
                  </a:extLst>
                </p:cNvPr>
                <p:cNvSpPr>
                  <a:spLocks noChangeShapeType="1"/>
                </p:cNvSpPr>
                <p:nvPr/>
              </p:nvSpPr>
              <p:spPr bwMode="auto">
                <a:xfrm>
                  <a:off x="7222" y="13321"/>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8" name="Line 76">
                  <a:extLst>
                    <a:ext uri="{FF2B5EF4-FFF2-40B4-BE49-F238E27FC236}">
                      <a16:creationId xmlns:a16="http://schemas.microsoft.com/office/drawing/2014/main" id="{D5B75627-F638-B6B5-CF05-EC39D2C6EB65}"/>
                    </a:ext>
                  </a:extLst>
                </p:cNvPr>
                <p:cNvSpPr>
                  <a:spLocks noChangeShapeType="1"/>
                </p:cNvSpPr>
                <p:nvPr/>
              </p:nvSpPr>
              <p:spPr bwMode="auto">
                <a:xfrm>
                  <a:off x="7286" y="13295"/>
                  <a:ext cx="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9" name="Line 77">
                  <a:extLst>
                    <a:ext uri="{FF2B5EF4-FFF2-40B4-BE49-F238E27FC236}">
                      <a16:creationId xmlns:a16="http://schemas.microsoft.com/office/drawing/2014/main" id="{58197CB0-6B8C-8D34-F094-D3915F0D29A4}"/>
                    </a:ext>
                  </a:extLst>
                </p:cNvPr>
                <p:cNvSpPr>
                  <a:spLocks noChangeShapeType="1"/>
                </p:cNvSpPr>
                <p:nvPr/>
              </p:nvSpPr>
              <p:spPr bwMode="auto">
                <a:xfrm>
                  <a:off x="7196" y="13254"/>
                  <a:ext cx="107" cy="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70" name="Line 78">
                  <a:extLst>
                    <a:ext uri="{FF2B5EF4-FFF2-40B4-BE49-F238E27FC236}">
                      <a16:creationId xmlns:a16="http://schemas.microsoft.com/office/drawing/2014/main" id="{BF7B92ED-61B2-16CD-B6DE-60D4190CE303}"/>
                    </a:ext>
                  </a:extLst>
                </p:cNvPr>
                <p:cNvSpPr>
                  <a:spLocks noChangeShapeType="1"/>
                </p:cNvSpPr>
                <p:nvPr/>
              </p:nvSpPr>
              <p:spPr bwMode="auto">
                <a:xfrm flipV="1">
                  <a:off x="7187" y="13317"/>
                  <a:ext cx="119" cy="5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6556" name="Line 79">
                <a:extLst>
                  <a:ext uri="{FF2B5EF4-FFF2-40B4-BE49-F238E27FC236}">
                    <a16:creationId xmlns:a16="http://schemas.microsoft.com/office/drawing/2014/main" id="{CAA41D2E-8DA3-4901-98D8-0933A9E5C2DE}"/>
                  </a:ext>
                </a:extLst>
              </p:cNvPr>
              <p:cNvSpPr>
                <a:spLocks noChangeShapeType="1"/>
              </p:cNvSpPr>
              <p:nvPr/>
            </p:nvSpPr>
            <p:spPr bwMode="auto">
              <a:xfrm>
                <a:off x="2185" y="3391"/>
                <a:ext cx="0" cy="283"/>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6557" name="Line 80">
                <a:extLst>
                  <a:ext uri="{FF2B5EF4-FFF2-40B4-BE49-F238E27FC236}">
                    <a16:creationId xmlns:a16="http://schemas.microsoft.com/office/drawing/2014/main" id="{B2D65396-5CF3-E4FB-99A8-04FF22969072}"/>
                  </a:ext>
                </a:extLst>
              </p:cNvPr>
              <p:cNvSpPr>
                <a:spLocks noChangeShapeType="1"/>
              </p:cNvSpPr>
              <p:nvPr/>
            </p:nvSpPr>
            <p:spPr bwMode="auto">
              <a:xfrm>
                <a:off x="2185" y="3678"/>
                <a:ext cx="10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58" name="Line 81">
                <a:extLst>
                  <a:ext uri="{FF2B5EF4-FFF2-40B4-BE49-F238E27FC236}">
                    <a16:creationId xmlns:a16="http://schemas.microsoft.com/office/drawing/2014/main" id="{E8C87A6B-37C2-1B76-A600-74A8BF42F993}"/>
                  </a:ext>
                </a:extLst>
              </p:cNvPr>
              <p:cNvSpPr>
                <a:spLocks noChangeShapeType="1"/>
              </p:cNvSpPr>
              <p:nvPr/>
            </p:nvSpPr>
            <p:spPr bwMode="auto">
              <a:xfrm>
                <a:off x="2663" y="3666"/>
                <a:ext cx="237"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59" name="Text Box 82">
                <a:extLst>
                  <a:ext uri="{FF2B5EF4-FFF2-40B4-BE49-F238E27FC236}">
                    <a16:creationId xmlns:a16="http://schemas.microsoft.com/office/drawing/2014/main" id="{3E9E5747-A0B7-E5F2-738A-91135D5ECEAD}"/>
                  </a:ext>
                </a:extLst>
              </p:cNvPr>
              <p:cNvSpPr txBox="1">
                <a:spLocks noChangeArrowheads="1"/>
              </p:cNvSpPr>
              <p:nvPr/>
            </p:nvSpPr>
            <p:spPr bwMode="auto">
              <a:xfrm>
                <a:off x="2996" y="3586"/>
                <a:ext cx="103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Registered</a:t>
                </a:r>
              </a:p>
              <a:p>
                <a:pPr eaLnBrk="1" hangingPunct="1"/>
                <a:r>
                  <a:rPr lang="en-US" altLang="en-US" sz="1600" u="none"/>
                  <a:t>Output</a:t>
                </a:r>
                <a:endParaRPr lang="ru-RU" altLang="en-US" sz="1600" u="none"/>
              </a:p>
            </p:txBody>
          </p:sp>
          <p:sp>
            <p:nvSpPr>
              <p:cNvPr id="106560" name="Line 83">
                <a:extLst>
                  <a:ext uri="{FF2B5EF4-FFF2-40B4-BE49-F238E27FC236}">
                    <a16:creationId xmlns:a16="http://schemas.microsoft.com/office/drawing/2014/main" id="{DC3E74D9-B123-C695-57BD-23D5B074151E}"/>
                  </a:ext>
                </a:extLst>
              </p:cNvPr>
              <p:cNvSpPr>
                <a:spLocks noChangeShapeType="1"/>
              </p:cNvSpPr>
              <p:nvPr/>
            </p:nvSpPr>
            <p:spPr bwMode="auto">
              <a:xfrm>
                <a:off x="2019" y="3844"/>
                <a:ext cx="279"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6561" name="Line 84">
                <a:extLst>
                  <a:ext uri="{FF2B5EF4-FFF2-40B4-BE49-F238E27FC236}">
                    <a16:creationId xmlns:a16="http://schemas.microsoft.com/office/drawing/2014/main" id="{D95F4328-111C-DDAA-BEBC-40D26CFFA4B2}"/>
                  </a:ext>
                </a:extLst>
              </p:cNvPr>
              <p:cNvSpPr>
                <a:spLocks noChangeShapeType="1"/>
              </p:cNvSpPr>
              <p:nvPr/>
            </p:nvSpPr>
            <p:spPr bwMode="auto">
              <a:xfrm>
                <a:off x="809" y="4011"/>
                <a:ext cx="121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2" name="Text Box 85">
                <a:extLst>
                  <a:ext uri="{FF2B5EF4-FFF2-40B4-BE49-F238E27FC236}">
                    <a16:creationId xmlns:a16="http://schemas.microsoft.com/office/drawing/2014/main" id="{93757ADE-E1AB-AEAE-EFCE-2E34BF382B73}"/>
                  </a:ext>
                </a:extLst>
              </p:cNvPr>
              <p:cNvSpPr txBox="1">
                <a:spLocks noChangeArrowheads="1"/>
              </p:cNvSpPr>
              <p:nvPr/>
            </p:nvSpPr>
            <p:spPr bwMode="auto">
              <a:xfrm>
                <a:off x="288" y="1027"/>
                <a:ext cx="611"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D[6:1]</a:t>
                </a:r>
                <a:endParaRPr lang="ru-RU" altLang="en-US" sz="1600" u="none"/>
              </a:p>
            </p:txBody>
          </p:sp>
          <p:sp>
            <p:nvSpPr>
              <p:cNvPr id="106563" name="Text Box 86">
                <a:extLst>
                  <a:ext uri="{FF2B5EF4-FFF2-40B4-BE49-F238E27FC236}">
                    <a16:creationId xmlns:a16="http://schemas.microsoft.com/office/drawing/2014/main" id="{8DFDA9A8-8D13-17B8-BE39-12D30CFB5971}"/>
                  </a:ext>
                </a:extLst>
              </p:cNvPr>
              <p:cNvSpPr txBox="1">
                <a:spLocks noChangeArrowheads="1"/>
              </p:cNvSpPr>
              <p:nvPr/>
            </p:nvSpPr>
            <p:spPr bwMode="auto">
              <a:xfrm>
                <a:off x="240" y="3464"/>
                <a:ext cx="636"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A[6:1]</a:t>
                </a:r>
                <a:endParaRPr lang="ru-RU" altLang="en-US" sz="1600" u="none"/>
              </a:p>
            </p:txBody>
          </p:sp>
          <p:sp>
            <p:nvSpPr>
              <p:cNvPr id="106564" name="Text Box 87">
                <a:extLst>
                  <a:ext uri="{FF2B5EF4-FFF2-40B4-BE49-F238E27FC236}">
                    <a16:creationId xmlns:a16="http://schemas.microsoft.com/office/drawing/2014/main" id="{1A144BE4-CC96-46B2-D45D-74765AF9DD33}"/>
                  </a:ext>
                </a:extLst>
              </p:cNvPr>
              <p:cNvSpPr txBox="1">
                <a:spLocks noChangeArrowheads="1"/>
              </p:cNvSpPr>
              <p:nvPr/>
            </p:nvSpPr>
            <p:spPr bwMode="auto">
              <a:xfrm>
                <a:off x="288" y="1813"/>
                <a:ext cx="608"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C[6:1]</a:t>
                </a:r>
                <a:endParaRPr lang="ru-RU" altLang="en-US" sz="1600" u="none"/>
              </a:p>
            </p:txBody>
          </p:sp>
          <p:sp>
            <p:nvSpPr>
              <p:cNvPr id="106565" name="Text Box 88">
                <a:extLst>
                  <a:ext uri="{FF2B5EF4-FFF2-40B4-BE49-F238E27FC236}">
                    <a16:creationId xmlns:a16="http://schemas.microsoft.com/office/drawing/2014/main" id="{405B17E9-FC53-5244-25BE-0D81782ADE7C}"/>
                  </a:ext>
                </a:extLst>
              </p:cNvPr>
              <p:cNvSpPr txBox="1">
                <a:spLocks noChangeArrowheads="1"/>
              </p:cNvSpPr>
              <p:nvPr/>
            </p:nvSpPr>
            <p:spPr bwMode="auto">
              <a:xfrm>
                <a:off x="288" y="2622"/>
                <a:ext cx="605"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B[6:1]</a:t>
                </a:r>
                <a:endParaRPr lang="ru-RU" altLang="en-US" sz="1600" u="none"/>
              </a:p>
            </p:txBody>
          </p:sp>
        </p:grpSp>
        <p:sp>
          <p:nvSpPr>
            <p:cNvPr id="106502" name="Text Box 89">
              <a:extLst>
                <a:ext uri="{FF2B5EF4-FFF2-40B4-BE49-F238E27FC236}">
                  <a16:creationId xmlns:a16="http://schemas.microsoft.com/office/drawing/2014/main" id="{35E340C9-12EA-3662-A0C9-E1E8D0CF589F}"/>
                </a:ext>
              </a:extLst>
            </p:cNvPr>
            <p:cNvSpPr txBox="1">
              <a:spLocks noChangeArrowheads="1"/>
            </p:cNvSpPr>
            <p:nvPr/>
          </p:nvSpPr>
          <p:spPr bwMode="auto">
            <a:xfrm>
              <a:off x="0" y="6218238"/>
              <a:ext cx="757237"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CLK</a:t>
              </a:r>
              <a:endParaRPr lang="ru-RU" altLang="en-US" sz="1600" u="none"/>
            </a:p>
          </p:txBody>
        </p:sp>
      </p:grpSp>
      <p:sp>
        <p:nvSpPr>
          <p:cNvPr id="106500" name="Text Box 91">
            <a:extLst>
              <a:ext uri="{FF2B5EF4-FFF2-40B4-BE49-F238E27FC236}">
                <a16:creationId xmlns:a16="http://schemas.microsoft.com/office/drawing/2014/main" id="{06D650B8-6000-5D8A-E107-BC18C3C3F057}"/>
              </a:ext>
            </a:extLst>
          </p:cNvPr>
          <p:cNvSpPr txBox="1">
            <a:spLocks noChangeArrowheads="1"/>
          </p:cNvSpPr>
          <p:nvPr/>
        </p:nvSpPr>
        <p:spPr bwMode="auto">
          <a:xfrm>
            <a:off x="7315201" y="3429001"/>
            <a:ext cx="3128963"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A</a:t>
            </a:r>
            <a:r>
              <a:rPr lang="ru-RU" altLang="en-US" b="0" u="none"/>
              <a:t>  - </a:t>
            </a:r>
            <a:r>
              <a:rPr lang="en-US" altLang="en-US" b="0" u="none"/>
              <a:t>Sel A</a:t>
            </a:r>
            <a:r>
              <a:rPr lang="ru-RU" altLang="en-US" b="0" u="none"/>
              <a:t>[1:0] </a:t>
            </a:r>
            <a:r>
              <a:rPr lang="en-US" altLang="en-US" b="0" u="none"/>
              <a:t>DataA</a:t>
            </a:r>
            <a:r>
              <a:rPr lang="ru-RU" altLang="en-US" b="0" u="none"/>
              <a:t>[3:0]</a:t>
            </a:r>
            <a:endParaRPr lang="da-DK" altLang="en-US" b="0" u="none"/>
          </a:p>
          <a:p>
            <a:pPr eaLnBrk="1" hangingPunct="1"/>
            <a:r>
              <a:rPr lang="da-DK" altLang="en-US" b="0" u="none"/>
              <a:t>B</a:t>
            </a:r>
            <a:r>
              <a:rPr lang="ru-RU" altLang="en-US" b="0" u="none"/>
              <a:t>  - </a:t>
            </a:r>
            <a:r>
              <a:rPr lang="da-DK" altLang="en-US" b="0" u="none"/>
              <a:t>Sel B</a:t>
            </a:r>
            <a:r>
              <a:rPr lang="ru-RU" altLang="en-US" b="0" u="none"/>
              <a:t>[1:0] </a:t>
            </a:r>
            <a:r>
              <a:rPr lang="da-DK" altLang="en-US" b="0" u="none"/>
              <a:t>DataB</a:t>
            </a:r>
            <a:r>
              <a:rPr lang="ru-RU" altLang="en-US" b="0" u="none"/>
              <a:t>[3:0]</a:t>
            </a:r>
            <a:endParaRPr lang="da-DK" altLang="en-US" b="0" u="none"/>
          </a:p>
          <a:p>
            <a:pPr eaLnBrk="1" hangingPunct="1"/>
            <a:r>
              <a:rPr lang="da-DK" altLang="en-US" b="0" u="none"/>
              <a:t>C  </a:t>
            </a:r>
            <a:r>
              <a:rPr lang="ru-RU" altLang="en-US" b="0" u="none"/>
              <a:t>- </a:t>
            </a:r>
            <a:r>
              <a:rPr lang="da-DK" altLang="en-US" b="0" u="none"/>
              <a:t>Sel C</a:t>
            </a:r>
            <a:r>
              <a:rPr lang="ru-RU" altLang="en-US" b="0" u="none"/>
              <a:t>[1:0] </a:t>
            </a:r>
            <a:r>
              <a:rPr lang="da-DK" altLang="en-US" b="0" u="none"/>
              <a:t>DataC</a:t>
            </a:r>
            <a:r>
              <a:rPr lang="ru-RU" altLang="en-US" b="0" u="none"/>
              <a:t>[3:0]</a:t>
            </a:r>
            <a:endParaRPr lang="da-DK" altLang="en-US" b="0" u="none"/>
          </a:p>
          <a:p>
            <a:pPr eaLnBrk="1" hangingPunct="1"/>
            <a:r>
              <a:rPr lang="da-DK" altLang="en-US" b="0" u="none"/>
              <a:t>D</a:t>
            </a:r>
            <a:r>
              <a:rPr lang="ru-RU" altLang="en-US" b="0" u="none"/>
              <a:t>  - </a:t>
            </a:r>
            <a:r>
              <a:rPr lang="da-DK" altLang="en-US" b="0" u="none"/>
              <a:t>Sel D</a:t>
            </a:r>
            <a:r>
              <a:rPr lang="ru-RU" altLang="en-US" b="0" u="none"/>
              <a:t>[1:0] </a:t>
            </a:r>
            <a:r>
              <a:rPr lang="da-DK" altLang="en-US" b="0" u="none"/>
              <a:t>DataD</a:t>
            </a:r>
            <a:r>
              <a:rPr lang="ru-RU" altLang="en-US" b="0" u="none"/>
              <a:t>[3:0]</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DCB6ED17-4EB6-9215-D3DF-947E8129681A}"/>
              </a:ext>
            </a:extLst>
          </p:cNvPr>
          <p:cNvSpPr>
            <a:spLocks noGrp="1" noChangeArrowheads="1"/>
          </p:cNvSpPr>
          <p:nvPr>
            <p:ph type="title"/>
          </p:nvPr>
        </p:nvSpPr>
        <p:spPr>
          <a:xfrm>
            <a:off x="0" y="183401"/>
            <a:ext cx="11612880" cy="704088"/>
          </a:xfrm>
        </p:spPr>
        <p:txBody>
          <a:bodyPr/>
          <a:lstStyle/>
          <a:p>
            <a:r>
              <a:rPr lang="en-US" altLang="en-US"/>
              <a:t>MUX 16:1 (One Slice)</a:t>
            </a:r>
            <a:endParaRPr lang="en-GB" altLang="en-US"/>
          </a:p>
        </p:txBody>
      </p:sp>
      <p:grpSp>
        <p:nvGrpSpPr>
          <p:cNvPr id="107523" name="Group 234">
            <a:extLst>
              <a:ext uri="{FF2B5EF4-FFF2-40B4-BE49-F238E27FC236}">
                <a16:creationId xmlns:a16="http://schemas.microsoft.com/office/drawing/2014/main" id="{488DAEE6-3E0B-EF42-18CC-23FA2A3FCACC}"/>
              </a:ext>
            </a:extLst>
          </p:cNvPr>
          <p:cNvGrpSpPr>
            <a:grpSpLocks/>
          </p:cNvGrpSpPr>
          <p:nvPr/>
        </p:nvGrpSpPr>
        <p:grpSpPr bwMode="auto">
          <a:xfrm>
            <a:off x="1790700" y="1219201"/>
            <a:ext cx="8504238" cy="4519613"/>
            <a:chOff x="457200" y="1028700"/>
            <a:chExt cx="8751787" cy="5560053"/>
          </a:xfrm>
        </p:grpSpPr>
        <p:sp>
          <p:nvSpPr>
            <p:cNvPr id="88" name="Rectangle 6">
              <a:extLst>
                <a:ext uri="{FF2B5EF4-FFF2-40B4-BE49-F238E27FC236}">
                  <a16:creationId xmlns:a16="http://schemas.microsoft.com/office/drawing/2014/main" id="{62DBACE2-07BD-4826-8351-973889B3F878}"/>
                </a:ext>
              </a:extLst>
            </p:cNvPr>
            <p:cNvSpPr>
              <a:spLocks noChangeArrowheads="1"/>
            </p:cNvSpPr>
            <p:nvPr/>
          </p:nvSpPr>
          <p:spPr bwMode="auto">
            <a:xfrm>
              <a:off x="3054799" y="1028700"/>
              <a:ext cx="1035772" cy="1005771"/>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107525" name="Line 7">
              <a:extLst>
                <a:ext uri="{FF2B5EF4-FFF2-40B4-BE49-F238E27FC236}">
                  <a16:creationId xmlns:a16="http://schemas.microsoft.com/office/drawing/2014/main" id="{405FA58D-0B25-4E58-D6E3-265CB93CEABF}"/>
                </a:ext>
              </a:extLst>
            </p:cNvPr>
            <p:cNvSpPr>
              <a:spLocks noChangeShapeType="1"/>
            </p:cNvSpPr>
            <p:nvPr/>
          </p:nvSpPr>
          <p:spPr bwMode="auto">
            <a:xfrm>
              <a:off x="1752600" y="1562607"/>
              <a:ext cx="128016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26" name="Line 8">
              <a:extLst>
                <a:ext uri="{FF2B5EF4-FFF2-40B4-BE49-F238E27FC236}">
                  <a16:creationId xmlns:a16="http://schemas.microsoft.com/office/drawing/2014/main" id="{47B407E4-060B-F306-5E9D-59FF27500371}"/>
                </a:ext>
              </a:extLst>
            </p:cNvPr>
            <p:cNvSpPr>
              <a:spLocks noChangeShapeType="1"/>
            </p:cNvSpPr>
            <p:nvPr/>
          </p:nvSpPr>
          <p:spPr bwMode="auto">
            <a:xfrm>
              <a:off x="4102120" y="1328232"/>
              <a:ext cx="5486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27" name="Text Box 9">
              <a:extLst>
                <a:ext uri="{FF2B5EF4-FFF2-40B4-BE49-F238E27FC236}">
                  <a16:creationId xmlns:a16="http://schemas.microsoft.com/office/drawing/2014/main" id="{BCA76E73-BACE-D7D8-CFD0-A5D239BA6613}"/>
                </a:ext>
              </a:extLst>
            </p:cNvPr>
            <p:cNvSpPr txBox="1">
              <a:spLocks noChangeArrowheads="1"/>
            </p:cNvSpPr>
            <p:nvPr/>
          </p:nvSpPr>
          <p:spPr bwMode="auto">
            <a:xfrm>
              <a:off x="3055515" y="1420020"/>
              <a:ext cx="931039"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A[6:1]</a:t>
              </a:r>
              <a:endParaRPr lang="ru-RU" altLang="en-US" sz="1600" u="none"/>
            </a:p>
          </p:txBody>
        </p:sp>
        <p:sp>
          <p:nvSpPr>
            <p:cNvPr id="107528" name="Text Box 10">
              <a:extLst>
                <a:ext uri="{FF2B5EF4-FFF2-40B4-BE49-F238E27FC236}">
                  <a16:creationId xmlns:a16="http://schemas.microsoft.com/office/drawing/2014/main" id="{CDC104BA-5AB0-A5B7-1991-92F35058EB15}"/>
                </a:ext>
              </a:extLst>
            </p:cNvPr>
            <p:cNvSpPr txBox="1">
              <a:spLocks noChangeArrowheads="1"/>
            </p:cNvSpPr>
            <p:nvPr/>
          </p:nvSpPr>
          <p:spPr bwMode="auto">
            <a:xfrm>
              <a:off x="3662644" y="1133187"/>
              <a:ext cx="750365"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O6</a:t>
              </a:r>
              <a:endParaRPr lang="ru-RU" altLang="en-US" sz="1600" u="none"/>
            </a:p>
          </p:txBody>
        </p:sp>
        <p:sp>
          <p:nvSpPr>
            <p:cNvPr id="107529" name="Text Box 11">
              <a:extLst>
                <a:ext uri="{FF2B5EF4-FFF2-40B4-BE49-F238E27FC236}">
                  <a16:creationId xmlns:a16="http://schemas.microsoft.com/office/drawing/2014/main" id="{2DD68EDA-E008-34C4-8134-1924C858499F}"/>
                </a:ext>
              </a:extLst>
            </p:cNvPr>
            <p:cNvSpPr txBox="1">
              <a:spLocks noChangeArrowheads="1"/>
            </p:cNvSpPr>
            <p:nvPr/>
          </p:nvSpPr>
          <p:spPr bwMode="auto">
            <a:xfrm>
              <a:off x="7543800" y="1216211"/>
              <a:ext cx="1447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8:1 MUX</a:t>
              </a:r>
            </a:p>
            <a:p>
              <a:pPr eaLnBrk="1" hangingPunct="1"/>
              <a:r>
                <a:rPr lang="en-US" altLang="en-US" sz="1600" b="0" u="none"/>
                <a:t>output1</a:t>
              </a:r>
              <a:endParaRPr lang="ru-RU" altLang="en-US" sz="1600" b="0" u="none"/>
            </a:p>
          </p:txBody>
        </p:sp>
        <p:sp>
          <p:nvSpPr>
            <p:cNvPr id="107530" name="Text Box 23">
              <a:extLst>
                <a:ext uri="{FF2B5EF4-FFF2-40B4-BE49-F238E27FC236}">
                  <a16:creationId xmlns:a16="http://schemas.microsoft.com/office/drawing/2014/main" id="{81637EDD-FCC6-9633-C3C7-F80FE513D7EF}"/>
                </a:ext>
              </a:extLst>
            </p:cNvPr>
            <p:cNvSpPr txBox="1">
              <a:spLocks noChangeArrowheads="1"/>
            </p:cNvSpPr>
            <p:nvPr/>
          </p:nvSpPr>
          <p:spPr bwMode="auto">
            <a:xfrm>
              <a:off x="7821713" y="2133600"/>
              <a:ext cx="1322287" cy="572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Registered</a:t>
              </a:r>
            </a:p>
            <a:p>
              <a:pPr eaLnBrk="1" hangingPunct="1"/>
              <a:r>
                <a:rPr lang="en-US" altLang="en-US" sz="1600" u="none"/>
                <a:t>Output</a:t>
              </a:r>
              <a:endParaRPr lang="ru-RU" altLang="en-US" sz="1600" u="none"/>
            </a:p>
          </p:txBody>
        </p:sp>
        <p:sp>
          <p:nvSpPr>
            <p:cNvPr id="103" name="Rectangle 26">
              <a:extLst>
                <a:ext uri="{FF2B5EF4-FFF2-40B4-BE49-F238E27FC236}">
                  <a16:creationId xmlns:a16="http://schemas.microsoft.com/office/drawing/2014/main" id="{95EC46BD-AEC2-451F-8B92-537D3A5643C9}"/>
                </a:ext>
              </a:extLst>
            </p:cNvPr>
            <p:cNvSpPr>
              <a:spLocks noChangeArrowheads="1"/>
            </p:cNvSpPr>
            <p:nvPr/>
          </p:nvSpPr>
          <p:spPr bwMode="auto">
            <a:xfrm>
              <a:off x="3038462" y="2362566"/>
              <a:ext cx="1037407" cy="1005769"/>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107532" name="Line 27">
              <a:extLst>
                <a:ext uri="{FF2B5EF4-FFF2-40B4-BE49-F238E27FC236}">
                  <a16:creationId xmlns:a16="http://schemas.microsoft.com/office/drawing/2014/main" id="{A729F77B-BD07-BDE0-343B-AD2444A1491B}"/>
                </a:ext>
              </a:extLst>
            </p:cNvPr>
            <p:cNvSpPr>
              <a:spLocks noChangeShapeType="1"/>
            </p:cNvSpPr>
            <p:nvPr/>
          </p:nvSpPr>
          <p:spPr bwMode="auto">
            <a:xfrm>
              <a:off x="1859280" y="2910553"/>
              <a:ext cx="118872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33" name="Line 28">
              <a:extLst>
                <a:ext uri="{FF2B5EF4-FFF2-40B4-BE49-F238E27FC236}">
                  <a16:creationId xmlns:a16="http://schemas.microsoft.com/office/drawing/2014/main" id="{882A631E-6DC2-865F-3E2B-075C24808CE5}"/>
                </a:ext>
              </a:extLst>
            </p:cNvPr>
            <p:cNvSpPr>
              <a:spLocks noChangeShapeType="1"/>
            </p:cNvSpPr>
            <p:nvPr/>
          </p:nvSpPr>
          <p:spPr bwMode="auto">
            <a:xfrm>
              <a:off x="4087471" y="2623721"/>
              <a:ext cx="5486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34" name="Text Box 29">
              <a:extLst>
                <a:ext uri="{FF2B5EF4-FFF2-40B4-BE49-F238E27FC236}">
                  <a16:creationId xmlns:a16="http://schemas.microsoft.com/office/drawing/2014/main" id="{D9508C22-6046-1FC8-D4F3-D35473A6FD26}"/>
                </a:ext>
              </a:extLst>
            </p:cNvPr>
            <p:cNvSpPr txBox="1">
              <a:spLocks noChangeArrowheads="1"/>
            </p:cNvSpPr>
            <p:nvPr/>
          </p:nvSpPr>
          <p:spPr bwMode="auto">
            <a:xfrm>
              <a:off x="3039238" y="2766308"/>
              <a:ext cx="931039"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A[6:1]</a:t>
              </a:r>
              <a:endParaRPr lang="ru-RU" altLang="en-US" sz="1600" u="none"/>
            </a:p>
          </p:txBody>
        </p:sp>
        <p:sp>
          <p:nvSpPr>
            <p:cNvPr id="107535" name="Text Box 30">
              <a:extLst>
                <a:ext uri="{FF2B5EF4-FFF2-40B4-BE49-F238E27FC236}">
                  <a16:creationId xmlns:a16="http://schemas.microsoft.com/office/drawing/2014/main" id="{1B0BECCC-41E7-D10C-6851-737C5DF56B17}"/>
                </a:ext>
              </a:extLst>
            </p:cNvPr>
            <p:cNvSpPr txBox="1">
              <a:spLocks noChangeArrowheads="1"/>
            </p:cNvSpPr>
            <p:nvPr/>
          </p:nvSpPr>
          <p:spPr bwMode="auto">
            <a:xfrm>
              <a:off x="3647994" y="2481133"/>
              <a:ext cx="748737"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O6</a:t>
              </a:r>
              <a:endParaRPr lang="ru-RU" altLang="en-US" sz="1600" u="none"/>
            </a:p>
          </p:txBody>
        </p:sp>
        <p:sp>
          <p:nvSpPr>
            <p:cNvPr id="107536" name="Text Box 31">
              <a:extLst>
                <a:ext uri="{FF2B5EF4-FFF2-40B4-BE49-F238E27FC236}">
                  <a16:creationId xmlns:a16="http://schemas.microsoft.com/office/drawing/2014/main" id="{0D242D0D-8A3D-E9CD-6400-797056E88B43}"/>
                </a:ext>
              </a:extLst>
            </p:cNvPr>
            <p:cNvSpPr txBox="1">
              <a:spLocks noChangeArrowheads="1"/>
            </p:cNvSpPr>
            <p:nvPr/>
          </p:nvSpPr>
          <p:spPr bwMode="auto">
            <a:xfrm>
              <a:off x="7848600" y="4216392"/>
              <a:ext cx="1143000" cy="378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8:1 MUX output2</a:t>
              </a:r>
              <a:endParaRPr lang="ru-RU" altLang="en-US" sz="1600" b="0" u="none"/>
            </a:p>
          </p:txBody>
        </p:sp>
        <p:sp>
          <p:nvSpPr>
            <p:cNvPr id="107537" name="Line 40">
              <a:extLst>
                <a:ext uri="{FF2B5EF4-FFF2-40B4-BE49-F238E27FC236}">
                  <a16:creationId xmlns:a16="http://schemas.microsoft.com/office/drawing/2014/main" id="{2015E914-8A2E-FEB3-F16A-C336463BC9E9}"/>
                </a:ext>
              </a:extLst>
            </p:cNvPr>
            <p:cNvSpPr>
              <a:spLocks noChangeShapeType="1"/>
            </p:cNvSpPr>
            <p:nvPr/>
          </p:nvSpPr>
          <p:spPr bwMode="auto">
            <a:xfrm>
              <a:off x="4624950" y="2349500"/>
              <a:ext cx="0" cy="274320"/>
            </a:xfrm>
            <a:prstGeom prst="line">
              <a:avLst/>
            </a:prstGeom>
            <a:noFill/>
            <a:ln w="25400">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107538" name="Line 42">
              <a:extLst>
                <a:ext uri="{FF2B5EF4-FFF2-40B4-BE49-F238E27FC236}">
                  <a16:creationId xmlns:a16="http://schemas.microsoft.com/office/drawing/2014/main" id="{92462C02-8486-E8B6-6947-9312C5701852}"/>
                </a:ext>
              </a:extLst>
            </p:cNvPr>
            <p:cNvSpPr>
              <a:spLocks noChangeShapeType="1"/>
            </p:cNvSpPr>
            <p:nvPr/>
          </p:nvSpPr>
          <p:spPr bwMode="auto">
            <a:xfrm>
              <a:off x="4637650" y="1625600"/>
              <a:ext cx="385763"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7" name="Rectangle 45">
              <a:extLst>
                <a:ext uri="{FF2B5EF4-FFF2-40B4-BE49-F238E27FC236}">
                  <a16:creationId xmlns:a16="http://schemas.microsoft.com/office/drawing/2014/main" id="{D3C39C33-59EA-4CE6-8FE3-D937B3E3A4E2}"/>
                </a:ext>
              </a:extLst>
            </p:cNvPr>
            <p:cNvSpPr>
              <a:spLocks noChangeArrowheads="1"/>
            </p:cNvSpPr>
            <p:nvPr/>
          </p:nvSpPr>
          <p:spPr bwMode="auto">
            <a:xfrm>
              <a:off x="3054799" y="3862433"/>
              <a:ext cx="1035772" cy="1005769"/>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107540" name="Line 46">
              <a:extLst>
                <a:ext uri="{FF2B5EF4-FFF2-40B4-BE49-F238E27FC236}">
                  <a16:creationId xmlns:a16="http://schemas.microsoft.com/office/drawing/2014/main" id="{23928BC1-75C3-3A69-7B97-C5607547FB13}"/>
                </a:ext>
              </a:extLst>
            </p:cNvPr>
            <p:cNvSpPr>
              <a:spLocks noChangeShapeType="1"/>
            </p:cNvSpPr>
            <p:nvPr/>
          </p:nvSpPr>
          <p:spPr bwMode="auto">
            <a:xfrm>
              <a:off x="1940066" y="4433547"/>
              <a:ext cx="109728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41" name="Text Box 48">
              <a:extLst>
                <a:ext uri="{FF2B5EF4-FFF2-40B4-BE49-F238E27FC236}">
                  <a16:creationId xmlns:a16="http://schemas.microsoft.com/office/drawing/2014/main" id="{9842B490-97DE-BAC0-4344-1B4C92A206A9}"/>
                </a:ext>
              </a:extLst>
            </p:cNvPr>
            <p:cNvSpPr txBox="1">
              <a:spLocks noChangeArrowheads="1"/>
            </p:cNvSpPr>
            <p:nvPr/>
          </p:nvSpPr>
          <p:spPr bwMode="auto">
            <a:xfrm>
              <a:off x="3017415" y="4252860"/>
              <a:ext cx="931039"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A[6:1]</a:t>
              </a:r>
              <a:endParaRPr lang="ru-RU" altLang="en-US" sz="1600" u="none"/>
            </a:p>
          </p:txBody>
        </p:sp>
        <p:sp>
          <p:nvSpPr>
            <p:cNvPr id="107542" name="Text Box 49">
              <a:extLst>
                <a:ext uri="{FF2B5EF4-FFF2-40B4-BE49-F238E27FC236}">
                  <a16:creationId xmlns:a16="http://schemas.microsoft.com/office/drawing/2014/main" id="{EC5C0C29-AA2C-A35A-4671-6E5FD398C825}"/>
                </a:ext>
              </a:extLst>
            </p:cNvPr>
            <p:cNvSpPr txBox="1">
              <a:spLocks noChangeArrowheads="1"/>
            </p:cNvSpPr>
            <p:nvPr/>
          </p:nvSpPr>
          <p:spPr bwMode="auto">
            <a:xfrm>
              <a:off x="3662644" y="4004128"/>
              <a:ext cx="750365"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O6</a:t>
              </a:r>
              <a:endParaRPr lang="ru-RU" altLang="en-US" sz="1600" u="none"/>
            </a:p>
          </p:txBody>
        </p:sp>
        <p:sp>
          <p:nvSpPr>
            <p:cNvPr id="107543" name="Line 59">
              <a:extLst>
                <a:ext uri="{FF2B5EF4-FFF2-40B4-BE49-F238E27FC236}">
                  <a16:creationId xmlns:a16="http://schemas.microsoft.com/office/drawing/2014/main" id="{24DF7FB5-85B6-0FF2-8F92-38BB3FD5B9E8}"/>
                </a:ext>
              </a:extLst>
            </p:cNvPr>
            <p:cNvSpPr>
              <a:spLocks noChangeShapeType="1"/>
            </p:cNvSpPr>
            <p:nvPr/>
          </p:nvSpPr>
          <p:spPr bwMode="auto">
            <a:xfrm>
              <a:off x="6441050" y="1981200"/>
              <a:ext cx="0" cy="469211"/>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2" name="Rectangle 65">
              <a:extLst>
                <a:ext uri="{FF2B5EF4-FFF2-40B4-BE49-F238E27FC236}">
                  <a16:creationId xmlns:a16="http://schemas.microsoft.com/office/drawing/2014/main" id="{92AA34AD-0264-463A-A9D6-26182CCAE116}"/>
                </a:ext>
              </a:extLst>
            </p:cNvPr>
            <p:cNvSpPr>
              <a:spLocks noChangeArrowheads="1"/>
            </p:cNvSpPr>
            <p:nvPr/>
          </p:nvSpPr>
          <p:spPr bwMode="auto">
            <a:xfrm>
              <a:off x="3077671" y="5184580"/>
              <a:ext cx="1035772" cy="1005771"/>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p:txBody>
        </p:sp>
        <p:sp>
          <p:nvSpPr>
            <p:cNvPr id="107545" name="Line 66">
              <a:extLst>
                <a:ext uri="{FF2B5EF4-FFF2-40B4-BE49-F238E27FC236}">
                  <a16:creationId xmlns:a16="http://schemas.microsoft.com/office/drawing/2014/main" id="{57D3B9F9-AE80-7A0C-A7AF-90633A312053}"/>
                </a:ext>
              </a:extLst>
            </p:cNvPr>
            <p:cNvSpPr>
              <a:spLocks noChangeShapeType="1"/>
            </p:cNvSpPr>
            <p:nvPr/>
          </p:nvSpPr>
          <p:spPr bwMode="auto">
            <a:xfrm>
              <a:off x="1961889" y="5717993"/>
              <a:ext cx="109728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46" name="Text Box 68">
              <a:extLst>
                <a:ext uri="{FF2B5EF4-FFF2-40B4-BE49-F238E27FC236}">
                  <a16:creationId xmlns:a16="http://schemas.microsoft.com/office/drawing/2014/main" id="{599A362A-D172-693C-05B8-62CFDA853598}"/>
                </a:ext>
              </a:extLst>
            </p:cNvPr>
            <p:cNvSpPr txBox="1">
              <a:spLocks noChangeArrowheads="1"/>
            </p:cNvSpPr>
            <p:nvPr/>
          </p:nvSpPr>
          <p:spPr bwMode="auto">
            <a:xfrm>
              <a:off x="3077338" y="5611848"/>
              <a:ext cx="931039"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A[6:1]</a:t>
              </a:r>
              <a:endParaRPr lang="ru-RU" altLang="en-US" sz="1600" u="none"/>
            </a:p>
          </p:txBody>
        </p:sp>
        <p:sp>
          <p:nvSpPr>
            <p:cNvPr id="107547" name="Text Box 69">
              <a:extLst>
                <a:ext uri="{FF2B5EF4-FFF2-40B4-BE49-F238E27FC236}">
                  <a16:creationId xmlns:a16="http://schemas.microsoft.com/office/drawing/2014/main" id="{414CCAFF-EE41-49E9-EA68-50D42A591CD3}"/>
                </a:ext>
              </a:extLst>
            </p:cNvPr>
            <p:cNvSpPr txBox="1">
              <a:spLocks noChangeArrowheads="1"/>
            </p:cNvSpPr>
            <p:nvPr/>
          </p:nvSpPr>
          <p:spPr bwMode="auto">
            <a:xfrm>
              <a:off x="3697850" y="5295900"/>
              <a:ext cx="748737"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O6</a:t>
              </a:r>
              <a:endParaRPr lang="ru-RU" altLang="en-US" sz="1600" u="none"/>
            </a:p>
          </p:txBody>
        </p:sp>
        <p:sp>
          <p:nvSpPr>
            <p:cNvPr id="107548" name="Line 84">
              <a:extLst>
                <a:ext uri="{FF2B5EF4-FFF2-40B4-BE49-F238E27FC236}">
                  <a16:creationId xmlns:a16="http://schemas.microsoft.com/office/drawing/2014/main" id="{DD3EB7CE-2AB9-18C6-2272-FE1715EE5EE1}"/>
                </a:ext>
              </a:extLst>
            </p:cNvPr>
            <p:cNvSpPr>
              <a:spLocks noChangeShapeType="1"/>
            </p:cNvSpPr>
            <p:nvPr/>
          </p:nvSpPr>
          <p:spPr bwMode="auto">
            <a:xfrm>
              <a:off x="1767449" y="3505200"/>
              <a:ext cx="34747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49" name="Text Box 85">
              <a:extLst>
                <a:ext uri="{FF2B5EF4-FFF2-40B4-BE49-F238E27FC236}">
                  <a16:creationId xmlns:a16="http://schemas.microsoft.com/office/drawing/2014/main" id="{E9F61C3A-37B4-F959-381E-B0CFAC805176}"/>
                </a:ext>
              </a:extLst>
            </p:cNvPr>
            <p:cNvSpPr txBox="1">
              <a:spLocks noChangeArrowheads="1"/>
            </p:cNvSpPr>
            <p:nvPr/>
          </p:nvSpPr>
          <p:spPr bwMode="auto">
            <a:xfrm>
              <a:off x="2250050" y="1206500"/>
              <a:ext cx="994519"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D[6:1]</a:t>
              </a:r>
              <a:endParaRPr lang="ru-RU" altLang="en-US" sz="1600" u="none"/>
            </a:p>
          </p:txBody>
        </p:sp>
        <p:sp>
          <p:nvSpPr>
            <p:cNvPr id="107550" name="Text Box 86">
              <a:extLst>
                <a:ext uri="{FF2B5EF4-FFF2-40B4-BE49-F238E27FC236}">
                  <a16:creationId xmlns:a16="http://schemas.microsoft.com/office/drawing/2014/main" id="{7D3934E5-1E31-C6A6-784B-59B4B610D79A}"/>
                </a:ext>
              </a:extLst>
            </p:cNvPr>
            <p:cNvSpPr txBox="1">
              <a:spLocks noChangeArrowheads="1"/>
            </p:cNvSpPr>
            <p:nvPr/>
          </p:nvSpPr>
          <p:spPr bwMode="auto">
            <a:xfrm>
              <a:off x="2205935" y="5257801"/>
              <a:ext cx="1035211" cy="429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A[6:1]</a:t>
              </a:r>
              <a:endParaRPr lang="ru-RU" altLang="en-US" sz="1600" u="none"/>
            </a:p>
          </p:txBody>
        </p:sp>
        <p:sp>
          <p:nvSpPr>
            <p:cNvPr id="107551" name="Text Box 87">
              <a:extLst>
                <a:ext uri="{FF2B5EF4-FFF2-40B4-BE49-F238E27FC236}">
                  <a16:creationId xmlns:a16="http://schemas.microsoft.com/office/drawing/2014/main" id="{718A4ACF-EB07-C01C-88E5-50CCE45C4C02}"/>
                </a:ext>
              </a:extLst>
            </p:cNvPr>
            <p:cNvSpPr txBox="1">
              <a:spLocks noChangeArrowheads="1"/>
            </p:cNvSpPr>
            <p:nvPr/>
          </p:nvSpPr>
          <p:spPr bwMode="auto">
            <a:xfrm>
              <a:off x="2300094" y="2362201"/>
              <a:ext cx="989635" cy="429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C[6:1]</a:t>
              </a:r>
              <a:endParaRPr lang="ru-RU" altLang="en-US" sz="1600" u="none"/>
            </a:p>
          </p:txBody>
        </p:sp>
        <p:sp>
          <p:nvSpPr>
            <p:cNvPr id="107552" name="Text Box 88">
              <a:extLst>
                <a:ext uri="{FF2B5EF4-FFF2-40B4-BE49-F238E27FC236}">
                  <a16:creationId xmlns:a16="http://schemas.microsoft.com/office/drawing/2014/main" id="{9E8013ED-23F7-1A5D-15C3-F49EAB5E7C30}"/>
                </a:ext>
              </a:extLst>
            </p:cNvPr>
            <p:cNvSpPr txBox="1">
              <a:spLocks noChangeArrowheads="1"/>
            </p:cNvSpPr>
            <p:nvPr/>
          </p:nvSpPr>
          <p:spPr bwMode="auto">
            <a:xfrm>
              <a:off x="2334816" y="3935125"/>
              <a:ext cx="984752" cy="42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B[6:1]</a:t>
              </a:r>
              <a:endParaRPr lang="ru-RU" altLang="en-US" sz="1600" u="none"/>
            </a:p>
          </p:txBody>
        </p:sp>
        <p:sp>
          <p:nvSpPr>
            <p:cNvPr id="107553" name="Line 40">
              <a:extLst>
                <a:ext uri="{FF2B5EF4-FFF2-40B4-BE49-F238E27FC236}">
                  <a16:creationId xmlns:a16="http://schemas.microsoft.com/office/drawing/2014/main" id="{7134A965-4C32-7412-0A89-7EED9224BF43}"/>
                </a:ext>
              </a:extLst>
            </p:cNvPr>
            <p:cNvSpPr>
              <a:spLocks noChangeShapeType="1"/>
            </p:cNvSpPr>
            <p:nvPr/>
          </p:nvSpPr>
          <p:spPr bwMode="auto">
            <a:xfrm>
              <a:off x="4637650" y="1346200"/>
              <a:ext cx="0" cy="274320"/>
            </a:xfrm>
            <a:prstGeom prst="line">
              <a:avLst/>
            </a:prstGeom>
            <a:noFill/>
            <a:ln w="25400">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175" name="Trapezoid 174">
              <a:extLst>
                <a:ext uri="{FF2B5EF4-FFF2-40B4-BE49-F238E27FC236}">
                  <a16:creationId xmlns:a16="http://schemas.microsoft.com/office/drawing/2014/main" id="{C7F2B0BD-CACE-4F26-90C4-0B6152F5330E}"/>
                </a:ext>
              </a:extLst>
            </p:cNvPr>
            <p:cNvSpPr/>
            <p:nvPr/>
          </p:nvSpPr>
          <p:spPr bwMode="auto">
            <a:xfrm rot="5400000">
              <a:off x="4712505" y="1742280"/>
              <a:ext cx="1095606" cy="457439"/>
            </a:xfrm>
            <a:prstGeom prst="trapezoid">
              <a:avLst>
                <a:gd name="adj" fmla="val 50000"/>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lstStyle/>
            <a:p>
              <a:pPr eaLnBrk="1" hangingPunct="1">
                <a:defRPr/>
              </a:pPr>
              <a:endParaRPr lang="en-GB"/>
            </a:p>
          </p:txBody>
        </p:sp>
        <p:sp>
          <p:nvSpPr>
            <p:cNvPr id="107555" name="Line 42">
              <a:extLst>
                <a:ext uri="{FF2B5EF4-FFF2-40B4-BE49-F238E27FC236}">
                  <a16:creationId xmlns:a16="http://schemas.microsoft.com/office/drawing/2014/main" id="{4F60E3CB-23F5-655B-2125-AE26D0E544E2}"/>
                </a:ext>
              </a:extLst>
            </p:cNvPr>
            <p:cNvSpPr>
              <a:spLocks noChangeShapeType="1"/>
            </p:cNvSpPr>
            <p:nvPr/>
          </p:nvSpPr>
          <p:spPr bwMode="auto">
            <a:xfrm>
              <a:off x="4612250" y="2336800"/>
              <a:ext cx="385763"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56" name="Text Box 10">
              <a:extLst>
                <a:ext uri="{FF2B5EF4-FFF2-40B4-BE49-F238E27FC236}">
                  <a16:creationId xmlns:a16="http://schemas.microsoft.com/office/drawing/2014/main" id="{1E922C88-FB77-3268-4E20-1132E058AA32}"/>
                </a:ext>
              </a:extLst>
            </p:cNvPr>
            <p:cNvSpPr txBox="1">
              <a:spLocks noChangeArrowheads="1"/>
            </p:cNvSpPr>
            <p:nvPr/>
          </p:nvSpPr>
          <p:spPr bwMode="auto">
            <a:xfrm>
              <a:off x="4993250" y="1447800"/>
              <a:ext cx="381000"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0</a:t>
              </a:r>
              <a:endParaRPr lang="ru-RU" altLang="en-US" sz="1600" u="none"/>
            </a:p>
          </p:txBody>
        </p:sp>
        <p:sp>
          <p:nvSpPr>
            <p:cNvPr id="107557" name="Text Box 10">
              <a:extLst>
                <a:ext uri="{FF2B5EF4-FFF2-40B4-BE49-F238E27FC236}">
                  <a16:creationId xmlns:a16="http://schemas.microsoft.com/office/drawing/2014/main" id="{634035D6-2FAE-74EB-C422-C42E206EA61B}"/>
                </a:ext>
              </a:extLst>
            </p:cNvPr>
            <p:cNvSpPr txBox="1">
              <a:spLocks noChangeArrowheads="1"/>
            </p:cNvSpPr>
            <p:nvPr/>
          </p:nvSpPr>
          <p:spPr bwMode="auto">
            <a:xfrm>
              <a:off x="4993250" y="2108200"/>
              <a:ext cx="381000"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1</a:t>
              </a:r>
              <a:endParaRPr lang="ru-RU" altLang="en-US" sz="1600" u="none"/>
            </a:p>
          </p:txBody>
        </p:sp>
        <p:sp>
          <p:nvSpPr>
            <p:cNvPr id="107558" name="Line 47">
              <a:extLst>
                <a:ext uri="{FF2B5EF4-FFF2-40B4-BE49-F238E27FC236}">
                  <a16:creationId xmlns:a16="http://schemas.microsoft.com/office/drawing/2014/main" id="{6BDAAB58-665B-9F4B-6DB6-0E3C64DC1424}"/>
                </a:ext>
              </a:extLst>
            </p:cNvPr>
            <p:cNvSpPr>
              <a:spLocks noChangeShapeType="1"/>
            </p:cNvSpPr>
            <p:nvPr/>
          </p:nvSpPr>
          <p:spPr bwMode="auto">
            <a:xfrm>
              <a:off x="5488549" y="1968500"/>
              <a:ext cx="237744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59" name="Rectangle 32">
              <a:extLst>
                <a:ext uri="{FF2B5EF4-FFF2-40B4-BE49-F238E27FC236}">
                  <a16:creationId xmlns:a16="http://schemas.microsoft.com/office/drawing/2014/main" id="{6FAEF925-3B83-8FB3-C773-57E9726B0C34}"/>
                </a:ext>
              </a:extLst>
            </p:cNvPr>
            <p:cNvSpPr>
              <a:spLocks noChangeArrowheads="1"/>
            </p:cNvSpPr>
            <p:nvPr/>
          </p:nvSpPr>
          <p:spPr bwMode="auto">
            <a:xfrm>
              <a:off x="6733150" y="2184400"/>
              <a:ext cx="581085" cy="822960"/>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7560" name="Text Box 33">
              <a:extLst>
                <a:ext uri="{FF2B5EF4-FFF2-40B4-BE49-F238E27FC236}">
                  <a16:creationId xmlns:a16="http://schemas.microsoft.com/office/drawing/2014/main" id="{255A13A4-A28A-AF69-860D-9957C872C528}"/>
                </a:ext>
              </a:extLst>
            </p:cNvPr>
            <p:cNvSpPr txBox="1">
              <a:spLocks noChangeArrowheads="1"/>
            </p:cNvSpPr>
            <p:nvPr/>
          </p:nvSpPr>
          <p:spPr bwMode="auto">
            <a:xfrm>
              <a:off x="6704836" y="2278906"/>
              <a:ext cx="803014" cy="39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D</a:t>
              </a:r>
              <a:endParaRPr lang="ru-RU" altLang="en-US" sz="1600" u="none"/>
            </a:p>
          </p:txBody>
        </p:sp>
        <p:sp>
          <p:nvSpPr>
            <p:cNvPr id="107561" name="Line 41">
              <a:extLst>
                <a:ext uri="{FF2B5EF4-FFF2-40B4-BE49-F238E27FC236}">
                  <a16:creationId xmlns:a16="http://schemas.microsoft.com/office/drawing/2014/main" id="{E202D774-E4AB-E142-38FC-F9ACEBCFD370}"/>
                </a:ext>
              </a:extLst>
            </p:cNvPr>
            <p:cNvSpPr>
              <a:spLocks noChangeShapeType="1"/>
            </p:cNvSpPr>
            <p:nvPr/>
          </p:nvSpPr>
          <p:spPr bwMode="auto">
            <a:xfrm>
              <a:off x="6445671" y="2443047"/>
              <a:ext cx="2743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62" name="Text Box 33">
              <a:extLst>
                <a:ext uri="{FF2B5EF4-FFF2-40B4-BE49-F238E27FC236}">
                  <a16:creationId xmlns:a16="http://schemas.microsoft.com/office/drawing/2014/main" id="{E70645A9-2942-0ABB-3422-1F1C6F80EFE2}"/>
                </a:ext>
              </a:extLst>
            </p:cNvPr>
            <p:cNvSpPr txBox="1">
              <a:spLocks noChangeArrowheads="1"/>
            </p:cNvSpPr>
            <p:nvPr/>
          </p:nvSpPr>
          <p:spPr bwMode="auto">
            <a:xfrm>
              <a:off x="6644250" y="2565400"/>
              <a:ext cx="803014" cy="39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&gt;</a:t>
              </a:r>
              <a:endParaRPr lang="ru-RU" altLang="en-US" sz="1600" u="none"/>
            </a:p>
          </p:txBody>
        </p:sp>
        <p:cxnSp>
          <p:nvCxnSpPr>
            <p:cNvPr id="107563" name="Straight Arrow Connector 186">
              <a:extLst>
                <a:ext uri="{FF2B5EF4-FFF2-40B4-BE49-F238E27FC236}">
                  <a16:creationId xmlns:a16="http://schemas.microsoft.com/office/drawing/2014/main" id="{F154B977-3159-D4AA-7120-ED31F5FB6FB3}"/>
                </a:ext>
              </a:extLst>
            </p:cNvPr>
            <p:cNvCxnSpPr>
              <a:cxnSpLocks noChangeShapeType="1"/>
              <a:endCxn id="175" idx="3"/>
            </p:cNvCxnSpPr>
            <p:nvPr/>
          </p:nvCxnSpPr>
          <p:spPr bwMode="auto">
            <a:xfrm rot="5400000" flipH="1" flipV="1">
              <a:off x="4711310" y="2954020"/>
              <a:ext cx="1097280"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07564" name="Line 84">
              <a:extLst>
                <a:ext uri="{FF2B5EF4-FFF2-40B4-BE49-F238E27FC236}">
                  <a16:creationId xmlns:a16="http://schemas.microsoft.com/office/drawing/2014/main" id="{402924B7-A502-4449-687B-6C48470D4E19}"/>
                </a:ext>
              </a:extLst>
            </p:cNvPr>
            <p:cNvSpPr>
              <a:spLocks noChangeShapeType="1"/>
            </p:cNvSpPr>
            <p:nvPr/>
          </p:nvSpPr>
          <p:spPr bwMode="auto">
            <a:xfrm>
              <a:off x="1881750" y="3657600"/>
              <a:ext cx="4297680" cy="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cxnSp>
          <p:nvCxnSpPr>
            <p:cNvPr id="107565" name="Straight Connector 189">
              <a:extLst>
                <a:ext uri="{FF2B5EF4-FFF2-40B4-BE49-F238E27FC236}">
                  <a16:creationId xmlns:a16="http://schemas.microsoft.com/office/drawing/2014/main" id="{EDAF1E3D-72DF-F7F2-285B-8F421AA7AD99}"/>
                </a:ext>
              </a:extLst>
            </p:cNvPr>
            <p:cNvCxnSpPr>
              <a:cxnSpLocks noChangeShapeType="1"/>
            </p:cNvCxnSpPr>
            <p:nvPr/>
          </p:nvCxnSpPr>
          <p:spPr bwMode="auto">
            <a:xfrm rot="5400000">
              <a:off x="4746870" y="4183380"/>
              <a:ext cx="288036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07566" name="Line 41">
              <a:extLst>
                <a:ext uri="{FF2B5EF4-FFF2-40B4-BE49-F238E27FC236}">
                  <a16:creationId xmlns:a16="http://schemas.microsoft.com/office/drawing/2014/main" id="{A6DF3A68-3934-068B-6110-5DB9E4E44F64}"/>
                </a:ext>
              </a:extLst>
            </p:cNvPr>
            <p:cNvSpPr>
              <a:spLocks noChangeShapeType="1"/>
            </p:cNvSpPr>
            <p:nvPr/>
          </p:nvSpPr>
          <p:spPr bwMode="auto">
            <a:xfrm>
              <a:off x="6187050" y="2743200"/>
              <a:ext cx="5486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67" name="Line 66">
              <a:extLst>
                <a:ext uri="{FF2B5EF4-FFF2-40B4-BE49-F238E27FC236}">
                  <a16:creationId xmlns:a16="http://schemas.microsoft.com/office/drawing/2014/main" id="{A53D346A-2E4B-D68B-7091-4157ABC93F39}"/>
                </a:ext>
              </a:extLst>
            </p:cNvPr>
            <p:cNvSpPr>
              <a:spLocks noChangeShapeType="1"/>
            </p:cNvSpPr>
            <p:nvPr/>
          </p:nvSpPr>
          <p:spPr bwMode="auto">
            <a:xfrm>
              <a:off x="7315200" y="2438400"/>
              <a:ext cx="62015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68" name="Line 8">
              <a:extLst>
                <a:ext uri="{FF2B5EF4-FFF2-40B4-BE49-F238E27FC236}">
                  <a16:creationId xmlns:a16="http://schemas.microsoft.com/office/drawing/2014/main" id="{C8E548EE-2898-B411-AB68-0A7B56B21DBB}"/>
                </a:ext>
              </a:extLst>
            </p:cNvPr>
            <p:cNvSpPr>
              <a:spLocks noChangeShapeType="1"/>
            </p:cNvSpPr>
            <p:nvPr/>
          </p:nvSpPr>
          <p:spPr bwMode="auto">
            <a:xfrm>
              <a:off x="4102120" y="4173032"/>
              <a:ext cx="5486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69" name="Line 28">
              <a:extLst>
                <a:ext uri="{FF2B5EF4-FFF2-40B4-BE49-F238E27FC236}">
                  <a16:creationId xmlns:a16="http://schemas.microsoft.com/office/drawing/2014/main" id="{28620760-7F05-E630-7459-366A6C03542F}"/>
                </a:ext>
              </a:extLst>
            </p:cNvPr>
            <p:cNvSpPr>
              <a:spLocks noChangeShapeType="1"/>
            </p:cNvSpPr>
            <p:nvPr/>
          </p:nvSpPr>
          <p:spPr bwMode="auto">
            <a:xfrm>
              <a:off x="4087471" y="5468521"/>
              <a:ext cx="5486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70" name="Line 40">
              <a:extLst>
                <a:ext uri="{FF2B5EF4-FFF2-40B4-BE49-F238E27FC236}">
                  <a16:creationId xmlns:a16="http://schemas.microsoft.com/office/drawing/2014/main" id="{8E0F5758-60F4-08E6-BE80-261CCFB9C0D0}"/>
                </a:ext>
              </a:extLst>
            </p:cNvPr>
            <p:cNvSpPr>
              <a:spLocks noChangeShapeType="1"/>
            </p:cNvSpPr>
            <p:nvPr/>
          </p:nvSpPr>
          <p:spPr bwMode="auto">
            <a:xfrm>
              <a:off x="4624950" y="5194300"/>
              <a:ext cx="0" cy="274320"/>
            </a:xfrm>
            <a:prstGeom prst="line">
              <a:avLst/>
            </a:prstGeom>
            <a:noFill/>
            <a:ln w="25400">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107571" name="Line 42">
              <a:extLst>
                <a:ext uri="{FF2B5EF4-FFF2-40B4-BE49-F238E27FC236}">
                  <a16:creationId xmlns:a16="http://schemas.microsoft.com/office/drawing/2014/main" id="{E88B1DEC-53E6-303F-9F93-87D8C3B2AA90}"/>
                </a:ext>
              </a:extLst>
            </p:cNvPr>
            <p:cNvSpPr>
              <a:spLocks noChangeShapeType="1"/>
            </p:cNvSpPr>
            <p:nvPr/>
          </p:nvSpPr>
          <p:spPr bwMode="auto">
            <a:xfrm>
              <a:off x="4637650" y="4470400"/>
              <a:ext cx="385763"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72" name="Line 59">
              <a:extLst>
                <a:ext uri="{FF2B5EF4-FFF2-40B4-BE49-F238E27FC236}">
                  <a16:creationId xmlns:a16="http://schemas.microsoft.com/office/drawing/2014/main" id="{182AE6DC-D127-FCFA-0197-E02422195E87}"/>
                </a:ext>
              </a:extLst>
            </p:cNvPr>
            <p:cNvSpPr>
              <a:spLocks noChangeShapeType="1"/>
            </p:cNvSpPr>
            <p:nvPr/>
          </p:nvSpPr>
          <p:spPr bwMode="auto">
            <a:xfrm>
              <a:off x="6441050" y="4826000"/>
              <a:ext cx="0" cy="469211"/>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7573" name="Line 40">
              <a:extLst>
                <a:ext uri="{FF2B5EF4-FFF2-40B4-BE49-F238E27FC236}">
                  <a16:creationId xmlns:a16="http://schemas.microsoft.com/office/drawing/2014/main" id="{5E4B7CD1-8EAF-B9D3-14F2-9ED743109D21}"/>
                </a:ext>
              </a:extLst>
            </p:cNvPr>
            <p:cNvSpPr>
              <a:spLocks noChangeShapeType="1"/>
            </p:cNvSpPr>
            <p:nvPr/>
          </p:nvSpPr>
          <p:spPr bwMode="auto">
            <a:xfrm>
              <a:off x="4637650" y="4191000"/>
              <a:ext cx="0" cy="274320"/>
            </a:xfrm>
            <a:prstGeom prst="line">
              <a:avLst/>
            </a:prstGeom>
            <a:noFill/>
            <a:ln w="25400">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199" name="Trapezoid 198">
              <a:extLst>
                <a:ext uri="{FF2B5EF4-FFF2-40B4-BE49-F238E27FC236}">
                  <a16:creationId xmlns:a16="http://schemas.microsoft.com/office/drawing/2014/main" id="{F715B99B-6709-4B25-9E05-315E70BB7C51}"/>
                </a:ext>
              </a:extLst>
            </p:cNvPr>
            <p:cNvSpPr/>
            <p:nvPr/>
          </p:nvSpPr>
          <p:spPr bwMode="auto">
            <a:xfrm rot="5400000">
              <a:off x="4711529" y="4586754"/>
              <a:ext cx="1097559" cy="457439"/>
            </a:xfrm>
            <a:prstGeom prst="trapezoid">
              <a:avLst>
                <a:gd name="adj" fmla="val 50000"/>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lstStyle/>
            <a:p>
              <a:pPr eaLnBrk="1" hangingPunct="1">
                <a:defRPr/>
              </a:pPr>
              <a:endParaRPr lang="en-GB"/>
            </a:p>
          </p:txBody>
        </p:sp>
        <p:sp>
          <p:nvSpPr>
            <p:cNvPr id="107575" name="Line 42">
              <a:extLst>
                <a:ext uri="{FF2B5EF4-FFF2-40B4-BE49-F238E27FC236}">
                  <a16:creationId xmlns:a16="http://schemas.microsoft.com/office/drawing/2014/main" id="{05939C99-56BC-31A5-0FA5-AB9DF9CBEF63}"/>
                </a:ext>
              </a:extLst>
            </p:cNvPr>
            <p:cNvSpPr>
              <a:spLocks noChangeShapeType="1"/>
            </p:cNvSpPr>
            <p:nvPr/>
          </p:nvSpPr>
          <p:spPr bwMode="auto">
            <a:xfrm>
              <a:off x="4612250" y="5181600"/>
              <a:ext cx="385763"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76" name="Text Box 10">
              <a:extLst>
                <a:ext uri="{FF2B5EF4-FFF2-40B4-BE49-F238E27FC236}">
                  <a16:creationId xmlns:a16="http://schemas.microsoft.com/office/drawing/2014/main" id="{14B2BCE6-C3A3-9431-FF2F-DBC9BEA08367}"/>
                </a:ext>
              </a:extLst>
            </p:cNvPr>
            <p:cNvSpPr txBox="1">
              <a:spLocks noChangeArrowheads="1"/>
            </p:cNvSpPr>
            <p:nvPr/>
          </p:nvSpPr>
          <p:spPr bwMode="auto">
            <a:xfrm>
              <a:off x="4993250" y="4292600"/>
              <a:ext cx="381000"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0</a:t>
              </a:r>
              <a:endParaRPr lang="ru-RU" altLang="en-US" sz="1600" u="none"/>
            </a:p>
          </p:txBody>
        </p:sp>
        <p:sp>
          <p:nvSpPr>
            <p:cNvPr id="107577" name="Text Box 10">
              <a:extLst>
                <a:ext uri="{FF2B5EF4-FFF2-40B4-BE49-F238E27FC236}">
                  <a16:creationId xmlns:a16="http://schemas.microsoft.com/office/drawing/2014/main" id="{D1D92C84-A819-D028-9958-006DABA3E092}"/>
                </a:ext>
              </a:extLst>
            </p:cNvPr>
            <p:cNvSpPr txBox="1">
              <a:spLocks noChangeArrowheads="1"/>
            </p:cNvSpPr>
            <p:nvPr/>
          </p:nvSpPr>
          <p:spPr bwMode="auto">
            <a:xfrm>
              <a:off x="4993250" y="4953000"/>
              <a:ext cx="381000"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1</a:t>
              </a:r>
              <a:endParaRPr lang="ru-RU" altLang="en-US" sz="1600" u="none"/>
            </a:p>
          </p:txBody>
        </p:sp>
        <p:sp>
          <p:nvSpPr>
            <p:cNvPr id="107578" name="Line 47">
              <a:extLst>
                <a:ext uri="{FF2B5EF4-FFF2-40B4-BE49-F238E27FC236}">
                  <a16:creationId xmlns:a16="http://schemas.microsoft.com/office/drawing/2014/main" id="{92103175-AE84-2F4D-51A7-CE79D75D2D19}"/>
                </a:ext>
              </a:extLst>
            </p:cNvPr>
            <p:cNvSpPr>
              <a:spLocks noChangeShapeType="1"/>
            </p:cNvSpPr>
            <p:nvPr/>
          </p:nvSpPr>
          <p:spPr bwMode="auto">
            <a:xfrm>
              <a:off x="5488549" y="4813300"/>
              <a:ext cx="237744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79" name="Rectangle 32">
              <a:extLst>
                <a:ext uri="{FF2B5EF4-FFF2-40B4-BE49-F238E27FC236}">
                  <a16:creationId xmlns:a16="http://schemas.microsoft.com/office/drawing/2014/main" id="{6BDF223D-FE22-374A-AF30-8685CEA0B112}"/>
                </a:ext>
              </a:extLst>
            </p:cNvPr>
            <p:cNvSpPr>
              <a:spLocks noChangeArrowheads="1"/>
            </p:cNvSpPr>
            <p:nvPr/>
          </p:nvSpPr>
          <p:spPr bwMode="auto">
            <a:xfrm>
              <a:off x="6733150" y="5029200"/>
              <a:ext cx="581085" cy="822960"/>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7580" name="Text Box 33">
              <a:extLst>
                <a:ext uri="{FF2B5EF4-FFF2-40B4-BE49-F238E27FC236}">
                  <a16:creationId xmlns:a16="http://schemas.microsoft.com/office/drawing/2014/main" id="{2D17AC08-F429-BA10-E97D-8D313B38EB24}"/>
                </a:ext>
              </a:extLst>
            </p:cNvPr>
            <p:cNvSpPr txBox="1">
              <a:spLocks noChangeArrowheads="1"/>
            </p:cNvSpPr>
            <p:nvPr/>
          </p:nvSpPr>
          <p:spPr bwMode="auto">
            <a:xfrm>
              <a:off x="6704836" y="5123706"/>
              <a:ext cx="803014" cy="39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D</a:t>
              </a:r>
              <a:endParaRPr lang="ru-RU" altLang="en-US" sz="1600" u="none"/>
            </a:p>
          </p:txBody>
        </p:sp>
        <p:sp>
          <p:nvSpPr>
            <p:cNvPr id="107581" name="Line 41">
              <a:extLst>
                <a:ext uri="{FF2B5EF4-FFF2-40B4-BE49-F238E27FC236}">
                  <a16:creationId xmlns:a16="http://schemas.microsoft.com/office/drawing/2014/main" id="{EACD1BAF-83ED-A2EC-72E1-D69166F71789}"/>
                </a:ext>
              </a:extLst>
            </p:cNvPr>
            <p:cNvSpPr>
              <a:spLocks noChangeShapeType="1"/>
            </p:cNvSpPr>
            <p:nvPr/>
          </p:nvSpPr>
          <p:spPr bwMode="auto">
            <a:xfrm>
              <a:off x="6445671" y="5287847"/>
              <a:ext cx="2743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82" name="Text Box 33">
              <a:extLst>
                <a:ext uri="{FF2B5EF4-FFF2-40B4-BE49-F238E27FC236}">
                  <a16:creationId xmlns:a16="http://schemas.microsoft.com/office/drawing/2014/main" id="{E4924712-8A59-DC27-F0E9-FFA098658F38}"/>
                </a:ext>
              </a:extLst>
            </p:cNvPr>
            <p:cNvSpPr txBox="1">
              <a:spLocks noChangeArrowheads="1"/>
            </p:cNvSpPr>
            <p:nvPr/>
          </p:nvSpPr>
          <p:spPr bwMode="auto">
            <a:xfrm>
              <a:off x="6644250" y="5448300"/>
              <a:ext cx="803014" cy="39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&gt;</a:t>
              </a:r>
              <a:endParaRPr lang="ru-RU" altLang="en-US" sz="1600" u="none"/>
            </a:p>
          </p:txBody>
        </p:sp>
        <p:cxnSp>
          <p:nvCxnSpPr>
            <p:cNvPr id="107583" name="Straight Arrow Connector 207">
              <a:extLst>
                <a:ext uri="{FF2B5EF4-FFF2-40B4-BE49-F238E27FC236}">
                  <a16:creationId xmlns:a16="http://schemas.microsoft.com/office/drawing/2014/main" id="{018E0074-6014-AE31-22FD-96A112F0567F}"/>
                </a:ext>
              </a:extLst>
            </p:cNvPr>
            <p:cNvCxnSpPr>
              <a:cxnSpLocks noChangeShapeType="1"/>
              <a:endCxn id="199" idx="3"/>
            </p:cNvCxnSpPr>
            <p:nvPr/>
          </p:nvCxnSpPr>
          <p:spPr bwMode="auto">
            <a:xfrm rot="5400000" flipH="1" flipV="1">
              <a:off x="4711310" y="5798820"/>
              <a:ext cx="1097280"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07584" name="Line 41">
              <a:extLst>
                <a:ext uri="{FF2B5EF4-FFF2-40B4-BE49-F238E27FC236}">
                  <a16:creationId xmlns:a16="http://schemas.microsoft.com/office/drawing/2014/main" id="{51687CEB-EB6E-66FA-A7B7-8DC84C2BB840}"/>
                </a:ext>
              </a:extLst>
            </p:cNvPr>
            <p:cNvSpPr>
              <a:spLocks noChangeShapeType="1"/>
            </p:cNvSpPr>
            <p:nvPr/>
          </p:nvSpPr>
          <p:spPr bwMode="auto">
            <a:xfrm>
              <a:off x="6187050" y="5626100"/>
              <a:ext cx="5486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85" name="Line 66">
              <a:extLst>
                <a:ext uri="{FF2B5EF4-FFF2-40B4-BE49-F238E27FC236}">
                  <a16:creationId xmlns:a16="http://schemas.microsoft.com/office/drawing/2014/main" id="{46E38A3B-6F79-7475-E743-B22A836C4A53}"/>
                </a:ext>
              </a:extLst>
            </p:cNvPr>
            <p:cNvSpPr>
              <a:spLocks noChangeShapeType="1"/>
            </p:cNvSpPr>
            <p:nvPr/>
          </p:nvSpPr>
          <p:spPr bwMode="auto">
            <a:xfrm>
              <a:off x="7304650" y="5257800"/>
              <a:ext cx="62015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86" name="Line 84">
              <a:extLst>
                <a:ext uri="{FF2B5EF4-FFF2-40B4-BE49-F238E27FC236}">
                  <a16:creationId xmlns:a16="http://schemas.microsoft.com/office/drawing/2014/main" id="{F5D3211F-B2EC-9161-3C1E-0AFF1A7D1FB0}"/>
                </a:ext>
              </a:extLst>
            </p:cNvPr>
            <p:cNvSpPr>
              <a:spLocks noChangeShapeType="1"/>
            </p:cNvSpPr>
            <p:nvPr/>
          </p:nvSpPr>
          <p:spPr bwMode="auto">
            <a:xfrm>
              <a:off x="1945250" y="6324600"/>
              <a:ext cx="32918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87" name="Text Box 23">
              <a:extLst>
                <a:ext uri="{FF2B5EF4-FFF2-40B4-BE49-F238E27FC236}">
                  <a16:creationId xmlns:a16="http://schemas.microsoft.com/office/drawing/2014/main" id="{C0B0C8F3-1643-A857-4771-C946869365CB}"/>
                </a:ext>
              </a:extLst>
            </p:cNvPr>
            <p:cNvSpPr txBox="1">
              <a:spLocks noChangeArrowheads="1"/>
            </p:cNvSpPr>
            <p:nvPr/>
          </p:nvSpPr>
          <p:spPr bwMode="auto">
            <a:xfrm>
              <a:off x="7886700" y="5060193"/>
              <a:ext cx="1322287" cy="572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Registered</a:t>
              </a:r>
            </a:p>
            <a:p>
              <a:pPr eaLnBrk="1" hangingPunct="1"/>
              <a:r>
                <a:rPr lang="en-US" altLang="en-US" sz="1600" u="none"/>
                <a:t>Output</a:t>
              </a:r>
              <a:endParaRPr lang="ru-RU" altLang="en-US" sz="1600" u="none"/>
            </a:p>
          </p:txBody>
        </p:sp>
        <p:sp>
          <p:nvSpPr>
            <p:cNvPr id="107588" name="TextBox 214">
              <a:extLst>
                <a:ext uri="{FF2B5EF4-FFF2-40B4-BE49-F238E27FC236}">
                  <a16:creationId xmlns:a16="http://schemas.microsoft.com/office/drawing/2014/main" id="{2CDBE757-5E1D-75F6-DC7D-B88D8A3363F7}"/>
                </a:ext>
              </a:extLst>
            </p:cNvPr>
            <p:cNvSpPr txBox="1">
              <a:spLocks noChangeArrowheads="1"/>
            </p:cNvSpPr>
            <p:nvPr/>
          </p:nvSpPr>
          <p:spPr bwMode="auto">
            <a:xfrm>
              <a:off x="457200" y="1295400"/>
              <a:ext cx="1600200" cy="10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SELD[1:0],</a:t>
              </a:r>
            </a:p>
            <a:p>
              <a:pPr eaLnBrk="1" hangingPunct="1"/>
              <a:r>
                <a:rPr lang="en-US" altLang="en-US" sz="1600" u="none"/>
                <a:t>DATA[3:0]</a:t>
              </a:r>
            </a:p>
            <a:p>
              <a:pPr eaLnBrk="1" hangingPunct="1"/>
              <a:r>
                <a:rPr lang="en-US" altLang="en-US" sz="1600" u="none"/>
                <a:t>Input1</a:t>
              </a:r>
              <a:endParaRPr lang="en-GB" altLang="en-US" sz="1600" u="none"/>
            </a:p>
          </p:txBody>
        </p:sp>
        <p:sp>
          <p:nvSpPr>
            <p:cNvPr id="107589" name="TextBox 215">
              <a:extLst>
                <a:ext uri="{FF2B5EF4-FFF2-40B4-BE49-F238E27FC236}">
                  <a16:creationId xmlns:a16="http://schemas.microsoft.com/office/drawing/2014/main" id="{3D3E1BA8-4E75-E696-9300-B037F75C4C18}"/>
                </a:ext>
              </a:extLst>
            </p:cNvPr>
            <p:cNvSpPr txBox="1">
              <a:spLocks noChangeArrowheads="1"/>
            </p:cNvSpPr>
            <p:nvPr/>
          </p:nvSpPr>
          <p:spPr bwMode="auto">
            <a:xfrm>
              <a:off x="457200" y="2362201"/>
              <a:ext cx="1600200" cy="10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SELC[1:0],</a:t>
              </a:r>
            </a:p>
            <a:p>
              <a:pPr eaLnBrk="1" hangingPunct="1"/>
              <a:r>
                <a:rPr lang="en-US" altLang="en-US" sz="1600" u="none"/>
                <a:t>DATA[3:0]</a:t>
              </a:r>
            </a:p>
            <a:p>
              <a:pPr eaLnBrk="1" hangingPunct="1"/>
              <a:r>
                <a:rPr lang="en-US" altLang="en-US" sz="1600" u="none"/>
                <a:t>Input1</a:t>
              </a:r>
              <a:endParaRPr lang="en-GB" altLang="en-US" sz="1600" u="none"/>
            </a:p>
          </p:txBody>
        </p:sp>
        <p:sp>
          <p:nvSpPr>
            <p:cNvPr id="107590" name="TextBox 216">
              <a:extLst>
                <a:ext uri="{FF2B5EF4-FFF2-40B4-BE49-F238E27FC236}">
                  <a16:creationId xmlns:a16="http://schemas.microsoft.com/office/drawing/2014/main" id="{3303F404-56E9-55AC-88B7-8E17540CC2B8}"/>
                </a:ext>
              </a:extLst>
            </p:cNvPr>
            <p:cNvSpPr txBox="1">
              <a:spLocks noChangeArrowheads="1"/>
            </p:cNvSpPr>
            <p:nvPr/>
          </p:nvSpPr>
          <p:spPr bwMode="auto">
            <a:xfrm>
              <a:off x="457200" y="3962400"/>
              <a:ext cx="1600200" cy="10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SELB[1:0],</a:t>
              </a:r>
            </a:p>
            <a:p>
              <a:pPr eaLnBrk="1" hangingPunct="1"/>
              <a:r>
                <a:rPr lang="en-US" altLang="en-US" sz="1600" u="none"/>
                <a:t>DATA[3:0]</a:t>
              </a:r>
            </a:p>
            <a:p>
              <a:pPr eaLnBrk="1" hangingPunct="1"/>
              <a:r>
                <a:rPr lang="en-US" altLang="en-US" sz="1600" u="none"/>
                <a:t>Input2</a:t>
              </a:r>
              <a:endParaRPr lang="en-GB" altLang="en-US" sz="1600" u="none"/>
            </a:p>
          </p:txBody>
        </p:sp>
        <p:sp>
          <p:nvSpPr>
            <p:cNvPr id="107591" name="TextBox 217">
              <a:extLst>
                <a:ext uri="{FF2B5EF4-FFF2-40B4-BE49-F238E27FC236}">
                  <a16:creationId xmlns:a16="http://schemas.microsoft.com/office/drawing/2014/main" id="{B752E420-7D93-D4C3-9E36-E0643DBC9D93}"/>
                </a:ext>
              </a:extLst>
            </p:cNvPr>
            <p:cNvSpPr txBox="1">
              <a:spLocks noChangeArrowheads="1"/>
            </p:cNvSpPr>
            <p:nvPr/>
          </p:nvSpPr>
          <p:spPr bwMode="auto">
            <a:xfrm>
              <a:off x="457200" y="5334000"/>
              <a:ext cx="1600200" cy="10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SELA[1:0],</a:t>
              </a:r>
            </a:p>
            <a:p>
              <a:pPr eaLnBrk="1" hangingPunct="1"/>
              <a:r>
                <a:rPr lang="en-US" altLang="en-US" sz="1600" u="none"/>
                <a:t>DATA[3:0]</a:t>
              </a:r>
            </a:p>
            <a:p>
              <a:pPr eaLnBrk="1" hangingPunct="1"/>
              <a:r>
                <a:rPr lang="en-US" altLang="en-US" sz="1600" u="none"/>
                <a:t>Input2</a:t>
              </a:r>
              <a:endParaRPr lang="en-GB" altLang="en-US" sz="1600" u="none"/>
            </a:p>
          </p:txBody>
        </p:sp>
        <p:sp>
          <p:nvSpPr>
            <p:cNvPr id="107592" name="TextBox 218">
              <a:extLst>
                <a:ext uri="{FF2B5EF4-FFF2-40B4-BE49-F238E27FC236}">
                  <a16:creationId xmlns:a16="http://schemas.microsoft.com/office/drawing/2014/main" id="{3F54E8D2-E4C7-E49C-E765-BCDD0386D90F}"/>
                </a:ext>
              </a:extLst>
            </p:cNvPr>
            <p:cNvSpPr txBox="1">
              <a:spLocks noChangeArrowheads="1"/>
            </p:cNvSpPr>
            <p:nvPr/>
          </p:nvSpPr>
          <p:spPr bwMode="auto">
            <a:xfrm>
              <a:off x="5130800" y="1104900"/>
              <a:ext cx="1295400" cy="416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F7BMUX</a:t>
              </a:r>
              <a:endParaRPr lang="en-GB" altLang="en-US" sz="1600" b="0" u="none"/>
            </a:p>
          </p:txBody>
        </p:sp>
        <p:sp>
          <p:nvSpPr>
            <p:cNvPr id="107593" name="TextBox 219">
              <a:extLst>
                <a:ext uri="{FF2B5EF4-FFF2-40B4-BE49-F238E27FC236}">
                  <a16:creationId xmlns:a16="http://schemas.microsoft.com/office/drawing/2014/main" id="{7DAF668B-58BB-F4BB-00F7-17EB63ADAB69}"/>
                </a:ext>
              </a:extLst>
            </p:cNvPr>
            <p:cNvSpPr txBox="1">
              <a:spLocks noChangeArrowheads="1"/>
            </p:cNvSpPr>
            <p:nvPr/>
          </p:nvSpPr>
          <p:spPr bwMode="auto">
            <a:xfrm>
              <a:off x="4876800" y="3886201"/>
              <a:ext cx="1295400" cy="454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F7AMUX</a:t>
              </a:r>
              <a:endParaRPr lang="en-GB" altLang="en-US" u="none"/>
            </a:p>
          </p:txBody>
        </p:sp>
        <p:sp>
          <p:nvSpPr>
            <p:cNvPr id="107594" name="TextBox 220">
              <a:extLst>
                <a:ext uri="{FF2B5EF4-FFF2-40B4-BE49-F238E27FC236}">
                  <a16:creationId xmlns:a16="http://schemas.microsoft.com/office/drawing/2014/main" id="{89DAC12F-3913-6D68-F9E5-DD0CF442A409}"/>
                </a:ext>
              </a:extLst>
            </p:cNvPr>
            <p:cNvSpPr txBox="1">
              <a:spLocks noChangeArrowheads="1"/>
            </p:cNvSpPr>
            <p:nvPr/>
          </p:nvSpPr>
          <p:spPr bwMode="auto">
            <a:xfrm>
              <a:off x="1295400" y="3505200"/>
              <a:ext cx="762000" cy="378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CLK</a:t>
              </a:r>
              <a:endParaRPr lang="en-GB" altLang="en-US" sz="1400" u="none"/>
            </a:p>
          </p:txBody>
        </p:sp>
        <p:sp>
          <p:nvSpPr>
            <p:cNvPr id="107595" name="TextBox 221">
              <a:extLst>
                <a:ext uri="{FF2B5EF4-FFF2-40B4-BE49-F238E27FC236}">
                  <a16:creationId xmlns:a16="http://schemas.microsoft.com/office/drawing/2014/main" id="{D749D7F6-BF80-2D8D-DFB9-9D18A90BCCB5}"/>
                </a:ext>
              </a:extLst>
            </p:cNvPr>
            <p:cNvSpPr txBox="1">
              <a:spLocks noChangeArrowheads="1"/>
            </p:cNvSpPr>
            <p:nvPr/>
          </p:nvSpPr>
          <p:spPr bwMode="auto">
            <a:xfrm>
              <a:off x="533400" y="3276600"/>
              <a:ext cx="1219200" cy="416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SELF7(1)</a:t>
              </a:r>
              <a:endParaRPr lang="en-GB" altLang="en-US" sz="1600" u="none"/>
            </a:p>
          </p:txBody>
        </p:sp>
        <p:sp>
          <p:nvSpPr>
            <p:cNvPr id="107596" name="TextBox 222">
              <a:extLst>
                <a:ext uri="{FF2B5EF4-FFF2-40B4-BE49-F238E27FC236}">
                  <a16:creationId xmlns:a16="http://schemas.microsoft.com/office/drawing/2014/main" id="{EDDB93F8-41AB-35FD-A1FE-FC4445ABF92A}"/>
                </a:ext>
              </a:extLst>
            </p:cNvPr>
            <p:cNvSpPr txBox="1">
              <a:spLocks noChangeArrowheads="1"/>
            </p:cNvSpPr>
            <p:nvPr/>
          </p:nvSpPr>
          <p:spPr bwMode="auto">
            <a:xfrm>
              <a:off x="533400" y="6172200"/>
              <a:ext cx="1219200" cy="416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SELF7(2)</a:t>
              </a:r>
              <a:endParaRPr lang="en-GB" altLang="en-US" sz="1600" u="none"/>
            </a:p>
          </p:txBody>
        </p:sp>
        <p:sp>
          <p:nvSpPr>
            <p:cNvPr id="107597" name="Text Box 86">
              <a:extLst>
                <a:ext uri="{FF2B5EF4-FFF2-40B4-BE49-F238E27FC236}">
                  <a16:creationId xmlns:a16="http://schemas.microsoft.com/office/drawing/2014/main" id="{0DBE9454-18AC-C004-BE0B-C1D739EB2694}"/>
                </a:ext>
              </a:extLst>
            </p:cNvPr>
            <p:cNvSpPr txBox="1">
              <a:spLocks noChangeArrowheads="1"/>
            </p:cNvSpPr>
            <p:nvPr/>
          </p:nvSpPr>
          <p:spPr bwMode="auto">
            <a:xfrm>
              <a:off x="1981201" y="5943600"/>
              <a:ext cx="838200"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(AX)</a:t>
              </a:r>
              <a:endParaRPr lang="ru-RU" altLang="en-US" sz="1600" u="none"/>
            </a:p>
          </p:txBody>
        </p:sp>
        <p:sp>
          <p:nvSpPr>
            <p:cNvPr id="107598" name="Text Box 86">
              <a:extLst>
                <a:ext uri="{FF2B5EF4-FFF2-40B4-BE49-F238E27FC236}">
                  <a16:creationId xmlns:a16="http://schemas.microsoft.com/office/drawing/2014/main" id="{420366F6-0695-A9CB-FA9E-5346948BD2F3}"/>
                </a:ext>
              </a:extLst>
            </p:cNvPr>
            <p:cNvSpPr txBox="1">
              <a:spLocks noChangeArrowheads="1"/>
            </p:cNvSpPr>
            <p:nvPr/>
          </p:nvSpPr>
          <p:spPr bwMode="auto">
            <a:xfrm>
              <a:off x="1905000" y="3048000"/>
              <a:ext cx="838200"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(CX)</a:t>
              </a:r>
              <a:endParaRPr lang="ru-RU" altLang="en-US" sz="1600" u="none"/>
            </a:p>
          </p:txBody>
        </p:sp>
        <p:cxnSp>
          <p:nvCxnSpPr>
            <p:cNvPr id="107599" name="Straight Connector 227">
              <a:extLst>
                <a:ext uri="{FF2B5EF4-FFF2-40B4-BE49-F238E27FC236}">
                  <a16:creationId xmlns:a16="http://schemas.microsoft.com/office/drawing/2014/main" id="{96E734A6-E95F-1CB5-DE59-858FC8F7A57F}"/>
                </a:ext>
              </a:extLst>
            </p:cNvPr>
            <p:cNvCxnSpPr>
              <a:cxnSpLocks noChangeShapeType="1"/>
            </p:cNvCxnSpPr>
            <p:nvPr/>
          </p:nvCxnSpPr>
          <p:spPr bwMode="auto">
            <a:xfrm rot="16200000" flipH="1">
              <a:off x="2651195" y="1514405"/>
              <a:ext cx="111920" cy="8031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7600" name="Straight Connector 229">
              <a:extLst>
                <a:ext uri="{FF2B5EF4-FFF2-40B4-BE49-F238E27FC236}">
                  <a16:creationId xmlns:a16="http://schemas.microsoft.com/office/drawing/2014/main" id="{59008EBF-3BB4-1981-AF4F-D1903B1A8367}"/>
                </a:ext>
              </a:extLst>
            </p:cNvPr>
            <p:cNvCxnSpPr>
              <a:cxnSpLocks noChangeShapeType="1"/>
            </p:cNvCxnSpPr>
            <p:nvPr/>
          </p:nvCxnSpPr>
          <p:spPr bwMode="auto">
            <a:xfrm rot="16200000" flipH="1">
              <a:off x="2705100" y="2857500"/>
              <a:ext cx="152400" cy="762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7601" name="Straight Connector 230">
              <a:extLst>
                <a:ext uri="{FF2B5EF4-FFF2-40B4-BE49-F238E27FC236}">
                  <a16:creationId xmlns:a16="http://schemas.microsoft.com/office/drawing/2014/main" id="{6485CFC4-3DFF-F7F4-B0C4-CC95FC2E63C0}"/>
                </a:ext>
              </a:extLst>
            </p:cNvPr>
            <p:cNvCxnSpPr>
              <a:cxnSpLocks noChangeShapeType="1"/>
            </p:cNvCxnSpPr>
            <p:nvPr/>
          </p:nvCxnSpPr>
          <p:spPr bwMode="auto">
            <a:xfrm rot="16200000" flipH="1">
              <a:off x="2781300" y="4381500"/>
              <a:ext cx="152400" cy="762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7602" name="Straight Connector 231">
              <a:extLst>
                <a:ext uri="{FF2B5EF4-FFF2-40B4-BE49-F238E27FC236}">
                  <a16:creationId xmlns:a16="http://schemas.microsoft.com/office/drawing/2014/main" id="{09158D07-F2C9-EDD2-E35E-2EF25F45EFCA}"/>
                </a:ext>
              </a:extLst>
            </p:cNvPr>
            <p:cNvCxnSpPr>
              <a:cxnSpLocks noChangeShapeType="1"/>
            </p:cNvCxnSpPr>
            <p:nvPr/>
          </p:nvCxnSpPr>
          <p:spPr bwMode="auto">
            <a:xfrm rot="16200000" flipH="1">
              <a:off x="2781300" y="5676900"/>
              <a:ext cx="152400" cy="762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07603" name="Text Box 85">
              <a:extLst>
                <a:ext uri="{FF2B5EF4-FFF2-40B4-BE49-F238E27FC236}">
                  <a16:creationId xmlns:a16="http://schemas.microsoft.com/office/drawing/2014/main" id="{B5495A69-3FB4-0CD4-A281-CD6755A44EFF}"/>
                </a:ext>
              </a:extLst>
            </p:cNvPr>
            <p:cNvSpPr txBox="1">
              <a:spLocks noChangeArrowheads="1"/>
            </p:cNvSpPr>
            <p:nvPr/>
          </p:nvSpPr>
          <p:spPr bwMode="auto">
            <a:xfrm>
              <a:off x="6477000" y="1447800"/>
              <a:ext cx="994519"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(CMUX)</a:t>
              </a:r>
              <a:endParaRPr lang="ru-RU" altLang="en-US" sz="1600" u="none"/>
            </a:p>
          </p:txBody>
        </p:sp>
        <p:sp>
          <p:nvSpPr>
            <p:cNvPr id="107604" name="Text Box 85">
              <a:extLst>
                <a:ext uri="{FF2B5EF4-FFF2-40B4-BE49-F238E27FC236}">
                  <a16:creationId xmlns:a16="http://schemas.microsoft.com/office/drawing/2014/main" id="{17FB9749-6356-6369-904A-0A210B315FDC}"/>
                </a:ext>
              </a:extLst>
            </p:cNvPr>
            <p:cNvSpPr txBox="1">
              <a:spLocks noChangeArrowheads="1"/>
            </p:cNvSpPr>
            <p:nvPr/>
          </p:nvSpPr>
          <p:spPr bwMode="auto">
            <a:xfrm>
              <a:off x="6553200" y="4343400"/>
              <a:ext cx="994519" cy="429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(AMUX)</a:t>
              </a:r>
              <a:endParaRPr lang="ru-RU" altLang="en-US" sz="1600" u="none"/>
            </a:p>
          </p:txBody>
        </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a:extLst>
              <a:ext uri="{FF2B5EF4-FFF2-40B4-BE49-F238E27FC236}">
                <a16:creationId xmlns:a16="http://schemas.microsoft.com/office/drawing/2014/main" id="{00B13123-66B9-F658-A7D2-6B2DA615D947}"/>
              </a:ext>
            </a:extLst>
          </p:cNvPr>
          <p:cNvSpPr>
            <a:spLocks noGrp="1" noChangeArrowheads="1"/>
          </p:cNvSpPr>
          <p:nvPr>
            <p:ph type="title"/>
          </p:nvPr>
        </p:nvSpPr>
        <p:spPr/>
        <p:txBody>
          <a:bodyPr/>
          <a:lstStyle/>
          <a:p>
            <a:r>
              <a:rPr lang="en-GB" altLang="en-US"/>
              <a:t>Hard-blocks located in FPGA </a:t>
            </a:r>
          </a:p>
        </p:txBody>
      </p:sp>
      <p:sp>
        <p:nvSpPr>
          <p:cNvPr id="3" name="Text Placeholder 2">
            <a:extLst>
              <a:ext uri="{FF2B5EF4-FFF2-40B4-BE49-F238E27FC236}">
                <a16:creationId xmlns:a16="http://schemas.microsoft.com/office/drawing/2014/main" id="{E83DE5AD-F8D9-B847-7CD8-1C5DE2DAD08D}"/>
              </a:ext>
            </a:extLst>
          </p:cNvPr>
          <p:cNvSpPr>
            <a:spLocks noGrp="1"/>
          </p:cNvSpPr>
          <p:nvPr>
            <p:ph type="body" sz="quarter" idx="10"/>
          </p:nvPr>
        </p:nvSpPr>
        <p:spPr/>
        <p:txBody>
          <a:bodyPr/>
          <a:lstStyle/>
          <a:p>
            <a:r>
              <a:rPr lang="en-US" dirty="0"/>
              <a:t>Dual Port Synchronous Block RAM</a:t>
            </a:r>
          </a:p>
          <a:p>
            <a:r>
              <a:rPr lang="en-US" dirty="0" err="1"/>
              <a:t>XtremeDSP</a:t>
            </a:r>
            <a:r>
              <a:rPr lang="en-US" dirty="0"/>
              <a:t>; </a:t>
            </a:r>
          </a:p>
          <a:p>
            <a:r>
              <a:rPr lang="en-US" dirty="0"/>
              <a:t>Generators of clock signals MMCM (Multi-Mode Clock Managers) and PLL (Phase-Locked Loop);</a:t>
            </a:r>
          </a:p>
          <a:p>
            <a:r>
              <a:rPr lang="en-US" dirty="0"/>
              <a:t>High-speed serial transceivers (MGT, Multi-</a:t>
            </a:r>
            <a:r>
              <a:rPr lang="en-US" dirty="0" err="1"/>
              <a:t>GigabitTransceivers</a:t>
            </a:r>
            <a:r>
              <a:rPr lang="en-US" dirty="0"/>
              <a:t>);</a:t>
            </a:r>
          </a:p>
          <a:p>
            <a:r>
              <a:rPr lang="en-US" dirty="0"/>
              <a:t>Ethernet MAC controllers (Virtex-4, 5, 6);</a:t>
            </a:r>
          </a:p>
          <a:p>
            <a:r>
              <a:rPr lang="en-US" dirty="0"/>
              <a:t>PCI Express endpoint controllers;</a:t>
            </a:r>
          </a:p>
          <a:p>
            <a:r>
              <a:rPr lang="en-US" dirty="0"/>
              <a:t>Processor cores  PowerPC 405(</a:t>
            </a:r>
            <a:r>
              <a:rPr lang="en-US" dirty="0" err="1"/>
              <a:t>Virtex</a:t>
            </a:r>
            <a:r>
              <a:rPr lang="en-US" dirty="0"/>
              <a:t>-II Pro, Virtex-4 FX), PowerPC  440 with FPU (Virtex-5 FXT), ARM Cortex A9 with FPU (Zynq-7000).</a:t>
            </a:r>
          </a:p>
          <a:p>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415C0B45-1752-AD55-98F5-0395A06C9CE3}"/>
              </a:ext>
            </a:extLst>
          </p:cNvPr>
          <p:cNvSpPr>
            <a:spLocks noGrp="1" noChangeArrowheads="1"/>
          </p:cNvSpPr>
          <p:nvPr>
            <p:ph type="title"/>
          </p:nvPr>
        </p:nvSpPr>
        <p:spPr/>
        <p:txBody>
          <a:bodyPr/>
          <a:lstStyle/>
          <a:p>
            <a:r>
              <a:rPr lang="en-US" altLang="en-US"/>
              <a:t>Look-up-Tables</a:t>
            </a:r>
            <a:endParaRPr lang="en-GB" altLang="en-US"/>
          </a:p>
        </p:txBody>
      </p:sp>
      <p:sp>
        <p:nvSpPr>
          <p:cNvPr id="3" name="Text Placeholder 2">
            <a:extLst>
              <a:ext uri="{FF2B5EF4-FFF2-40B4-BE49-F238E27FC236}">
                <a16:creationId xmlns:a16="http://schemas.microsoft.com/office/drawing/2014/main" id="{DC4F42E2-09BC-6795-2A24-F4C3502A8694}"/>
              </a:ext>
            </a:extLst>
          </p:cNvPr>
          <p:cNvSpPr>
            <a:spLocks noGrp="1"/>
          </p:cNvSpPr>
          <p:nvPr>
            <p:ph type="body" sz="quarter" idx="10"/>
          </p:nvPr>
        </p:nvSpPr>
        <p:spPr/>
        <p:txBody>
          <a:bodyPr/>
          <a:lstStyle/>
          <a:p>
            <a:r>
              <a:rPr lang="en-US" dirty="0"/>
              <a:t>LUT  can realize:</a:t>
            </a:r>
          </a:p>
          <a:p>
            <a:pPr lvl="1"/>
            <a:r>
              <a:rPr lang="en-US" dirty="0"/>
              <a:t> 1 function of 6 arguments (output O6)</a:t>
            </a:r>
          </a:p>
          <a:p>
            <a:pPr lvl="1"/>
            <a:r>
              <a:rPr lang="en-US" dirty="0"/>
              <a:t> 2  functions of 5 arguments (outputs O5,O6)</a:t>
            </a:r>
          </a:p>
          <a:p>
            <a:pPr lvl="1"/>
            <a:r>
              <a:rPr lang="en-US" dirty="0"/>
              <a:t> 2 or 3 functions  (outputs O5, O6)</a:t>
            </a:r>
          </a:p>
          <a:p>
            <a:r>
              <a:rPr lang="en-US" dirty="0"/>
              <a:t>Slice can realize:</a:t>
            </a:r>
          </a:p>
          <a:p>
            <a:pPr lvl="1"/>
            <a:r>
              <a:rPr lang="en-US" dirty="0"/>
              <a:t> 1 function of 8 arguments</a:t>
            </a:r>
          </a:p>
          <a:p>
            <a:pPr lvl="1"/>
            <a:r>
              <a:rPr lang="en-US" dirty="0"/>
              <a:t> 2 functions of 7 arguments</a:t>
            </a:r>
          </a:p>
          <a:p>
            <a:pPr lvl="1"/>
            <a:r>
              <a:rPr lang="en-US" dirty="0"/>
              <a:t> 4 functions of 8 arguments</a:t>
            </a:r>
          </a:p>
          <a:p>
            <a:pPr lvl="1"/>
            <a:r>
              <a:rPr lang="en-US" dirty="0"/>
              <a:t> 5 functions of 5 arguments</a:t>
            </a:r>
          </a:p>
          <a:p>
            <a:pPr lvl="1"/>
            <a:r>
              <a:rPr lang="en-US" dirty="0"/>
              <a:t> 4 functions of 3 arguments (or less number of arguments)</a:t>
            </a:r>
          </a:p>
          <a:p>
            <a:pPr lvl="1"/>
            <a:r>
              <a:rPr lang="en-US" dirty="0"/>
              <a:t> 4 functions of 2 arguments (or less number of arguments)</a:t>
            </a:r>
          </a:p>
          <a:p>
            <a:pPr marL="365760" marR="0" lvl="0" indent="-365760" algn="l" defTabSz="914400" rtl="0" eaLnBrk="1" fontAlgn="auto" latinLnBrk="0" hangingPunct="1">
              <a:lnSpc>
                <a:spcPct val="100000"/>
              </a:lnSpc>
              <a:spcBef>
                <a:spcPts val="600"/>
              </a:spcBef>
              <a:spcAft>
                <a:spcPts val="600"/>
              </a:spcAft>
              <a:buClr>
                <a:srgbClr val="00638A"/>
              </a:buClr>
              <a:buSzPct val="75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a:ea typeface="+mn-ea"/>
                <a:cs typeface="+mn-cs"/>
              </a:rPr>
              <a:t> To implement the functions that have more than 8  arguments   are used interconnections resources.</a:t>
            </a:r>
          </a:p>
          <a:p>
            <a:pPr lvl="1"/>
            <a:endParaRPr lang="en-US" dirty="0"/>
          </a:p>
          <a:p>
            <a:pPr lvl="1"/>
            <a:endParaRPr lang="en-US" dirty="0"/>
          </a:p>
          <a:p>
            <a:pPr lvl="1"/>
            <a:endParaRPr lang="en-US" dirty="0"/>
          </a:p>
          <a:p>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4">
            <a:extLst>
              <a:ext uri="{FF2B5EF4-FFF2-40B4-BE49-F238E27FC236}">
                <a16:creationId xmlns:a16="http://schemas.microsoft.com/office/drawing/2014/main" id="{6C43D1BB-3C6B-F4D8-0335-B110317A439D}"/>
              </a:ext>
            </a:extLst>
          </p:cNvPr>
          <p:cNvSpPr>
            <a:spLocks noGrp="1" noChangeArrowheads="1"/>
          </p:cNvSpPr>
          <p:nvPr>
            <p:ph type="title"/>
          </p:nvPr>
        </p:nvSpPr>
        <p:spPr/>
        <p:txBody>
          <a:bodyPr/>
          <a:lstStyle/>
          <a:p>
            <a:r>
              <a:rPr lang="en-US" altLang="en-US"/>
              <a:t>Embedded RAM (Block RAM)</a:t>
            </a:r>
            <a:endParaRPr lang="ru-RU" altLang="en-US"/>
          </a:p>
        </p:txBody>
      </p:sp>
      <p:sp>
        <p:nvSpPr>
          <p:cNvPr id="110595" name="Content Placeholder 3">
            <a:extLst>
              <a:ext uri="{FF2B5EF4-FFF2-40B4-BE49-F238E27FC236}">
                <a16:creationId xmlns:a16="http://schemas.microsoft.com/office/drawing/2014/main" id="{86771E57-213D-0786-B822-BF0720AA3D9A}"/>
              </a:ext>
            </a:extLst>
          </p:cNvPr>
          <p:cNvSpPr>
            <a:spLocks noGrp="1" noChangeArrowheads="1"/>
          </p:cNvSpPr>
          <p:nvPr>
            <p:ph type="body" sz="quarter" idx="10"/>
          </p:nvPr>
        </p:nvSpPr>
        <p:spPr/>
        <p:txBody>
          <a:bodyPr/>
          <a:lstStyle/>
          <a:p>
            <a:r>
              <a:rPr lang="en-US" altLang="en-US" sz="2200" dirty="0"/>
              <a:t>The block RAM in </a:t>
            </a:r>
            <a:r>
              <a:rPr lang="en-US" altLang="en-US" sz="2200" dirty="0" err="1"/>
              <a:t>Virtex</a:t>
            </a:r>
            <a:r>
              <a:rPr lang="en-US" altLang="en-US" sz="2200" dirty="0"/>
              <a:t>®-7 FPGAs stores up to 36K bits.</a:t>
            </a:r>
            <a:endParaRPr lang="ru-RU" altLang="en-US" sz="2200" dirty="0"/>
          </a:p>
          <a:p>
            <a:r>
              <a:rPr lang="en-US" altLang="en-US" sz="2200" dirty="0"/>
              <a:t>Capabilities </a:t>
            </a:r>
            <a:r>
              <a:rPr lang="en-US" altLang="en-US" sz="2200" dirty="0" err="1"/>
              <a:t>оf</a:t>
            </a:r>
            <a:r>
              <a:rPr lang="en-US" altLang="en-US" sz="2200" dirty="0"/>
              <a:t> configuration of 36Kbit block</a:t>
            </a:r>
            <a:endParaRPr lang="ru-RU" altLang="en-US" sz="2200" dirty="0"/>
          </a:p>
          <a:p>
            <a:pPr lvl="1"/>
            <a:r>
              <a:rPr lang="ru-RU" altLang="en-US" sz="1800" dirty="0"/>
              <a:t>64К</a:t>
            </a:r>
            <a:r>
              <a:rPr lang="ru-RU" altLang="en-US" sz="1800" dirty="0">
                <a:sym typeface="Symbol" panose="05050102010706020507" pitchFamily="18" charset="2"/>
              </a:rPr>
              <a:t></a:t>
            </a:r>
            <a:r>
              <a:rPr lang="ru-RU" altLang="en-US" sz="1800" dirty="0"/>
              <a:t>1 - (when cascaded with an adjacent 36 K</a:t>
            </a:r>
            <a:r>
              <a:rPr lang="en-US" altLang="en-US" sz="1800" dirty="0"/>
              <a:t>B</a:t>
            </a:r>
            <a:r>
              <a:rPr lang="ru-RU" altLang="en-US" sz="1800" dirty="0"/>
              <a:t> block RAM)</a:t>
            </a:r>
            <a:endParaRPr lang="en-US" altLang="en-US" sz="1800" dirty="0"/>
          </a:p>
          <a:p>
            <a:pPr lvl="1"/>
            <a:r>
              <a:rPr lang="en-US" altLang="en-US" sz="1800" dirty="0"/>
              <a:t>32K</a:t>
            </a:r>
            <a:r>
              <a:rPr lang="ru-RU" altLang="en-US" sz="1800" dirty="0">
                <a:sym typeface="Symbol" panose="05050102010706020507" pitchFamily="18" charset="2"/>
              </a:rPr>
              <a:t></a:t>
            </a:r>
            <a:r>
              <a:rPr lang="ru-RU" altLang="en-US" sz="1800" dirty="0"/>
              <a:t>1</a:t>
            </a:r>
            <a:r>
              <a:rPr lang="en-US" altLang="en-US" sz="1800" dirty="0"/>
              <a:t> </a:t>
            </a:r>
            <a:endParaRPr lang="ru-RU" altLang="en-US" sz="1800" dirty="0"/>
          </a:p>
          <a:p>
            <a:pPr lvl="1"/>
            <a:r>
              <a:rPr lang="en-US" altLang="en-US" sz="1800" dirty="0"/>
              <a:t>16K</a:t>
            </a:r>
            <a:r>
              <a:rPr lang="ru-RU" altLang="en-US" sz="1800" dirty="0">
                <a:sym typeface="Symbol" panose="05050102010706020507" pitchFamily="18" charset="2"/>
              </a:rPr>
              <a:t></a:t>
            </a:r>
            <a:r>
              <a:rPr lang="en-US" altLang="en-US" sz="1800" dirty="0"/>
              <a:t>2 </a:t>
            </a:r>
            <a:endParaRPr lang="ru-RU" altLang="en-US" sz="1800" dirty="0"/>
          </a:p>
          <a:p>
            <a:pPr lvl="1"/>
            <a:r>
              <a:rPr lang="en-US" altLang="en-US" sz="1800" dirty="0"/>
              <a:t>8K</a:t>
            </a:r>
            <a:r>
              <a:rPr lang="ru-RU" altLang="en-US" sz="1800" dirty="0">
                <a:sym typeface="Symbol" panose="05050102010706020507" pitchFamily="18" charset="2"/>
              </a:rPr>
              <a:t></a:t>
            </a:r>
            <a:r>
              <a:rPr lang="en-US" altLang="en-US" sz="1800" dirty="0"/>
              <a:t>4 </a:t>
            </a:r>
            <a:endParaRPr lang="ru-RU" altLang="en-US" sz="1800" dirty="0"/>
          </a:p>
          <a:p>
            <a:pPr lvl="1"/>
            <a:r>
              <a:rPr lang="en-US" altLang="en-US" sz="1800" dirty="0"/>
              <a:t>4K</a:t>
            </a:r>
            <a:r>
              <a:rPr lang="ru-RU" altLang="en-US" sz="1800" dirty="0">
                <a:sym typeface="Symbol" panose="05050102010706020507" pitchFamily="18" charset="2"/>
              </a:rPr>
              <a:t></a:t>
            </a:r>
            <a:r>
              <a:rPr lang="en-US" altLang="en-US" sz="1800" dirty="0"/>
              <a:t>9 </a:t>
            </a:r>
            <a:endParaRPr lang="ru-RU" altLang="en-US" sz="1800" dirty="0"/>
          </a:p>
          <a:p>
            <a:pPr lvl="1"/>
            <a:r>
              <a:rPr lang="en-US" altLang="en-US" sz="1800" dirty="0"/>
              <a:t>32K</a:t>
            </a:r>
            <a:r>
              <a:rPr lang="ru-RU" altLang="en-US" sz="1800" dirty="0">
                <a:sym typeface="Symbol" panose="05050102010706020507" pitchFamily="18" charset="2"/>
              </a:rPr>
              <a:t></a:t>
            </a:r>
            <a:r>
              <a:rPr lang="ru-RU" altLang="en-US" sz="1800" dirty="0"/>
              <a:t>1</a:t>
            </a:r>
            <a:r>
              <a:rPr lang="en-US" altLang="en-US" sz="1800" dirty="0"/>
              <a:t> </a:t>
            </a:r>
            <a:endParaRPr lang="ru-RU" altLang="en-US" sz="1800" dirty="0"/>
          </a:p>
          <a:p>
            <a:pPr lvl="1"/>
            <a:r>
              <a:rPr lang="en-US" altLang="en-US" sz="1800" dirty="0"/>
              <a:t>2K</a:t>
            </a:r>
            <a:r>
              <a:rPr lang="ru-RU" altLang="en-US" sz="1800" dirty="0">
                <a:sym typeface="Symbol" panose="05050102010706020507" pitchFamily="18" charset="2"/>
              </a:rPr>
              <a:t></a:t>
            </a:r>
            <a:r>
              <a:rPr lang="ru-RU" altLang="en-US" sz="1800" dirty="0"/>
              <a:t>1</a:t>
            </a:r>
            <a:r>
              <a:rPr lang="en-US" altLang="en-US" sz="1800" dirty="0"/>
              <a:t>8</a:t>
            </a:r>
            <a:endParaRPr lang="ru-RU" altLang="en-US" sz="1800" dirty="0"/>
          </a:p>
          <a:p>
            <a:pPr lvl="1"/>
            <a:r>
              <a:rPr lang="en-US" altLang="en-US" sz="1800" dirty="0"/>
              <a:t>1K</a:t>
            </a:r>
            <a:r>
              <a:rPr lang="ru-RU" altLang="en-US" sz="1800" dirty="0">
                <a:sym typeface="Symbol" panose="05050102010706020507" pitchFamily="18" charset="2"/>
              </a:rPr>
              <a:t></a:t>
            </a:r>
            <a:r>
              <a:rPr lang="en-US" altLang="en-US" sz="1800" dirty="0"/>
              <a:t>36</a:t>
            </a:r>
            <a:endParaRPr lang="ru-RU" altLang="en-US" sz="1800" dirty="0"/>
          </a:p>
          <a:p>
            <a:pPr lvl="1"/>
            <a:r>
              <a:rPr lang="en-US" altLang="en-US" sz="1800" dirty="0"/>
              <a:t>512</a:t>
            </a:r>
            <a:r>
              <a:rPr lang="ru-RU" altLang="en-US" sz="1800" dirty="0">
                <a:sym typeface="Symbol" panose="05050102010706020507" pitchFamily="18" charset="2"/>
              </a:rPr>
              <a:t></a:t>
            </a:r>
            <a:r>
              <a:rPr lang="en-US" altLang="en-US" sz="1800" dirty="0"/>
              <a:t>72</a:t>
            </a:r>
            <a:endParaRPr lang="ru-RU" altLang="en-US" sz="1800" dirty="0"/>
          </a:p>
          <a:p>
            <a:r>
              <a:rPr lang="en-US" altLang="en-US" sz="2200" dirty="0"/>
              <a:t>Read and Write operations are synchronous.</a:t>
            </a:r>
          </a:p>
          <a:p>
            <a:pPr lvl="1"/>
            <a:r>
              <a:rPr lang="en-GB" altLang="en-US" sz="1800" dirty="0"/>
              <a:t>Block RAM also enables efficient embedded processor applications. RAM performs a variety functions in an embedded processor:</a:t>
            </a:r>
            <a:r>
              <a:rPr lang="ru-RU" altLang="en-US" sz="1800" dirty="0"/>
              <a:t> ROM</a:t>
            </a:r>
            <a:r>
              <a:rPr lang="en-US" altLang="en-US" sz="1800" dirty="0"/>
              <a:t>, FIFO, CAM, circular buffer, LIFO . . .</a:t>
            </a:r>
            <a:br>
              <a:rPr lang="ru-RU" altLang="en-US" dirty="0"/>
            </a:br>
            <a:endParaRPr lang="ru-RU" altLang="en-US" dirty="0"/>
          </a:p>
          <a:p>
            <a:endParaRPr lang="en-US"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a:extLst>
              <a:ext uri="{FF2B5EF4-FFF2-40B4-BE49-F238E27FC236}">
                <a16:creationId xmlns:a16="http://schemas.microsoft.com/office/drawing/2014/main" id="{DA78F761-0783-F578-727A-1B985486E981}"/>
              </a:ext>
            </a:extLst>
          </p:cNvPr>
          <p:cNvSpPr>
            <a:spLocks noGrp="1" noChangeArrowheads="1"/>
          </p:cNvSpPr>
          <p:nvPr>
            <p:ph type="title"/>
          </p:nvPr>
        </p:nvSpPr>
        <p:spPr>
          <a:xfrm>
            <a:off x="0" y="183401"/>
            <a:ext cx="11612880" cy="704088"/>
          </a:xfrm>
        </p:spPr>
        <p:txBody>
          <a:bodyPr/>
          <a:lstStyle/>
          <a:p>
            <a:r>
              <a:rPr lang="en-US" altLang="en-US"/>
              <a:t>Block RAM in Virtex-7 (One port)</a:t>
            </a:r>
            <a:endParaRPr lang="ru-RU" altLang="en-US"/>
          </a:p>
        </p:txBody>
      </p:sp>
      <p:grpSp>
        <p:nvGrpSpPr>
          <p:cNvPr id="111619" name="Group 70">
            <a:extLst>
              <a:ext uri="{FF2B5EF4-FFF2-40B4-BE49-F238E27FC236}">
                <a16:creationId xmlns:a16="http://schemas.microsoft.com/office/drawing/2014/main" id="{65DF97A4-4638-0335-23BD-4FC2DB3E89E3}"/>
              </a:ext>
            </a:extLst>
          </p:cNvPr>
          <p:cNvGrpSpPr>
            <a:grpSpLocks/>
          </p:cNvGrpSpPr>
          <p:nvPr/>
        </p:nvGrpSpPr>
        <p:grpSpPr bwMode="auto">
          <a:xfrm>
            <a:off x="2159001" y="1600200"/>
            <a:ext cx="8080375" cy="4114800"/>
            <a:chOff x="635000" y="1244600"/>
            <a:chExt cx="8080375" cy="4458653"/>
          </a:xfrm>
        </p:grpSpPr>
        <p:sp>
          <p:nvSpPr>
            <p:cNvPr id="111621" name="Rectangle 4">
              <a:extLst>
                <a:ext uri="{FF2B5EF4-FFF2-40B4-BE49-F238E27FC236}">
                  <a16:creationId xmlns:a16="http://schemas.microsoft.com/office/drawing/2014/main" id="{8327D231-2999-38E1-15A9-D8DBA1DD3DFE}"/>
                </a:ext>
              </a:extLst>
            </p:cNvPr>
            <p:cNvSpPr>
              <a:spLocks noChangeArrowheads="1"/>
            </p:cNvSpPr>
            <p:nvPr/>
          </p:nvSpPr>
          <p:spPr bwMode="auto">
            <a:xfrm>
              <a:off x="2041524" y="1584325"/>
              <a:ext cx="914400" cy="1087438"/>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11622" name="Line 6">
              <a:extLst>
                <a:ext uri="{FF2B5EF4-FFF2-40B4-BE49-F238E27FC236}">
                  <a16:creationId xmlns:a16="http://schemas.microsoft.com/office/drawing/2014/main" id="{778EF69C-DD48-B438-D5D2-7254CE8DC49C}"/>
                </a:ext>
              </a:extLst>
            </p:cNvPr>
            <p:cNvSpPr>
              <a:spLocks noChangeShapeType="1"/>
            </p:cNvSpPr>
            <p:nvPr/>
          </p:nvSpPr>
          <p:spPr bwMode="auto">
            <a:xfrm>
              <a:off x="2959099" y="2133600"/>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23" name="Line 9">
              <a:extLst>
                <a:ext uri="{FF2B5EF4-FFF2-40B4-BE49-F238E27FC236}">
                  <a16:creationId xmlns:a16="http://schemas.microsoft.com/office/drawing/2014/main" id="{D60678FD-2018-6BE1-5C19-1F986C8C43D8}"/>
                </a:ext>
              </a:extLst>
            </p:cNvPr>
            <p:cNvSpPr>
              <a:spLocks noChangeShapeType="1"/>
            </p:cNvSpPr>
            <p:nvPr/>
          </p:nvSpPr>
          <p:spPr bwMode="auto">
            <a:xfrm>
              <a:off x="1266825" y="1739900"/>
              <a:ext cx="76993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1624" name="Freeform 10">
              <a:extLst>
                <a:ext uri="{FF2B5EF4-FFF2-40B4-BE49-F238E27FC236}">
                  <a16:creationId xmlns:a16="http://schemas.microsoft.com/office/drawing/2014/main" id="{9782E6F1-834C-83C6-A972-B8A3F9695ECB}"/>
                </a:ext>
              </a:extLst>
            </p:cNvPr>
            <p:cNvSpPr>
              <a:spLocks/>
            </p:cNvSpPr>
            <p:nvPr/>
          </p:nvSpPr>
          <p:spPr bwMode="auto">
            <a:xfrm>
              <a:off x="2041525" y="2360613"/>
              <a:ext cx="93663" cy="103187"/>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625" name="Line 13">
              <a:extLst>
                <a:ext uri="{FF2B5EF4-FFF2-40B4-BE49-F238E27FC236}">
                  <a16:creationId xmlns:a16="http://schemas.microsoft.com/office/drawing/2014/main" id="{B8B59A57-61CA-FEED-4894-C7E99C7689B0}"/>
                </a:ext>
              </a:extLst>
            </p:cNvPr>
            <p:cNvSpPr>
              <a:spLocks noChangeShapeType="1"/>
            </p:cNvSpPr>
            <p:nvPr/>
          </p:nvSpPr>
          <p:spPr bwMode="auto">
            <a:xfrm>
              <a:off x="1755775" y="2400300"/>
              <a:ext cx="285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26" name="Line 15">
              <a:extLst>
                <a:ext uri="{FF2B5EF4-FFF2-40B4-BE49-F238E27FC236}">
                  <a16:creationId xmlns:a16="http://schemas.microsoft.com/office/drawing/2014/main" id="{C4B1CFCA-1E3B-DE5E-93F7-45829DAB72E5}"/>
                </a:ext>
              </a:extLst>
            </p:cNvPr>
            <p:cNvSpPr>
              <a:spLocks noChangeShapeType="1"/>
            </p:cNvSpPr>
            <p:nvPr/>
          </p:nvSpPr>
          <p:spPr bwMode="auto">
            <a:xfrm>
              <a:off x="1744663" y="2387600"/>
              <a:ext cx="0" cy="30175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27" name="Rectangle 27">
              <a:extLst>
                <a:ext uri="{FF2B5EF4-FFF2-40B4-BE49-F238E27FC236}">
                  <a16:creationId xmlns:a16="http://schemas.microsoft.com/office/drawing/2014/main" id="{4CFCF6E3-ECBA-40AC-B647-A159A4FCB031}"/>
                </a:ext>
              </a:extLst>
            </p:cNvPr>
            <p:cNvSpPr>
              <a:spLocks noChangeArrowheads="1"/>
            </p:cNvSpPr>
            <p:nvPr/>
          </p:nvSpPr>
          <p:spPr bwMode="auto">
            <a:xfrm>
              <a:off x="3416300" y="1581150"/>
              <a:ext cx="1188720" cy="1828800"/>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u="none"/>
                <a:t>SRAM</a:t>
              </a:r>
            </a:p>
            <a:p>
              <a:pPr algn="ctr" eaLnBrk="1" hangingPunct="1"/>
              <a:endParaRPr lang="en-US" altLang="en-US" sz="1400" u="none"/>
            </a:p>
            <a:p>
              <a:pPr algn="ctr" eaLnBrk="1" hangingPunct="1"/>
              <a:r>
                <a:rPr lang="en-US" altLang="en-US" sz="1400" u="none"/>
                <a:t>Memory array </a:t>
              </a:r>
              <a:br>
                <a:rPr lang="en-US" altLang="en-US" sz="1400" u="none"/>
              </a:br>
              <a:r>
                <a:rPr lang="en-US" altLang="en-US" sz="1400" u="none"/>
                <a:t>(common </a:t>
              </a:r>
            </a:p>
            <a:p>
              <a:pPr algn="ctr" eaLnBrk="1" hangingPunct="1"/>
              <a:r>
                <a:rPr lang="en-US" altLang="en-US" sz="1400" u="none"/>
                <a:t>to  both </a:t>
              </a:r>
              <a:br>
                <a:rPr lang="en-US" altLang="en-US" sz="1400" u="none"/>
              </a:br>
              <a:r>
                <a:rPr lang="en-US" altLang="en-US" sz="1400" u="none"/>
                <a:t>ports)</a:t>
              </a:r>
              <a:endParaRPr lang="ru-RU" altLang="en-US" sz="1400" u="none"/>
            </a:p>
          </p:txBody>
        </p:sp>
        <p:sp>
          <p:nvSpPr>
            <p:cNvPr id="111628" name="Rectangle 28">
              <a:extLst>
                <a:ext uri="{FF2B5EF4-FFF2-40B4-BE49-F238E27FC236}">
                  <a16:creationId xmlns:a16="http://schemas.microsoft.com/office/drawing/2014/main" id="{F56FDE6E-2396-D8C0-BBED-CA2193BA9833}"/>
                </a:ext>
              </a:extLst>
            </p:cNvPr>
            <p:cNvSpPr>
              <a:spLocks noChangeArrowheads="1"/>
            </p:cNvSpPr>
            <p:nvPr/>
          </p:nvSpPr>
          <p:spPr bwMode="auto">
            <a:xfrm>
              <a:off x="3065463" y="4338638"/>
              <a:ext cx="2573337" cy="692150"/>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11629" name="Freeform 29">
              <a:extLst>
                <a:ext uri="{FF2B5EF4-FFF2-40B4-BE49-F238E27FC236}">
                  <a16:creationId xmlns:a16="http://schemas.microsoft.com/office/drawing/2014/main" id="{B531F188-087B-4B71-F2A2-8CC873295117}"/>
                </a:ext>
              </a:extLst>
            </p:cNvPr>
            <p:cNvSpPr>
              <a:spLocks/>
            </p:cNvSpPr>
            <p:nvPr/>
          </p:nvSpPr>
          <p:spPr bwMode="auto">
            <a:xfrm>
              <a:off x="3078163" y="4779963"/>
              <a:ext cx="93662" cy="101600"/>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630" name="Line 30">
              <a:extLst>
                <a:ext uri="{FF2B5EF4-FFF2-40B4-BE49-F238E27FC236}">
                  <a16:creationId xmlns:a16="http://schemas.microsoft.com/office/drawing/2014/main" id="{4772E7C9-4685-423C-0CE6-9544C0026C74}"/>
                </a:ext>
              </a:extLst>
            </p:cNvPr>
            <p:cNvSpPr>
              <a:spLocks noChangeShapeType="1"/>
            </p:cNvSpPr>
            <p:nvPr/>
          </p:nvSpPr>
          <p:spPr bwMode="auto">
            <a:xfrm>
              <a:off x="1744663" y="4830763"/>
              <a:ext cx="1331912"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11631" name="Line 31">
              <a:extLst>
                <a:ext uri="{FF2B5EF4-FFF2-40B4-BE49-F238E27FC236}">
                  <a16:creationId xmlns:a16="http://schemas.microsoft.com/office/drawing/2014/main" id="{3EF3AE87-9A57-8910-BEAB-315098B040A0}"/>
                </a:ext>
              </a:extLst>
            </p:cNvPr>
            <p:cNvSpPr>
              <a:spLocks noChangeShapeType="1"/>
            </p:cNvSpPr>
            <p:nvPr/>
          </p:nvSpPr>
          <p:spPr bwMode="auto">
            <a:xfrm flipV="1">
              <a:off x="3789363" y="3417887"/>
              <a:ext cx="0" cy="91440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1632" name="Line 32">
              <a:extLst>
                <a:ext uri="{FF2B5EF4-FFF2-40B4-BE49-F238E27FC236}">
                  <a16:creationId xmlns:a16="http://schemas.microsoft.com/office/drawing/2014/main" id="{5B015238-DEA2-76B6-F37A-C7E1A027BE28}"/>
                </a:ext>
              </a:extLst>
            </p:cNvPr>
            <p:cNvSpPr>
              <a:spLocks noChangeShapeType="1"/>
            </p:cNvSpPr>
            <p:nvPr/>
          </p:nvSpPr>
          <p:spPr bwMode="auto">
            <a:xfrm flipV="1">
              <a:off x="4268788" y="3429000"/>
              <a:ext cx="0" cy="91440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1633" name="Text Box 33">
              <a:extLst>
                <a:ext uri="{FF2B5EF4-FFF2-40B4-BE49-F238E27FC236}">
                  <a16:creationId xmlns:a16="http://schemas.microsoft.com/office/drawing/2014/main" id="{BC1C33AF-49FD-B5D6-C56E-35F8E81CB774}"/>
                </a:ext>
              </a:extLst>
            </p:cNvPr>
            <p:cNvSpPr txBox="1">
              <a:spLocks noChangeArrowheads="1"/>
            </p:cNvSpPr>
            <p:nvPr/>
          </p:nvSpPr>
          <p:spPr bwMode="auto">
            <a:xfrm>
              <a:off x="3060700" y="3645280"/>
              <a:ext cx="858838"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Write</a:t>
              </a:r>
            </a:p>
            <a:p>
              <a:pPr eaLnBrk="1" hangingPunct="1"/>
              <a:r>
                <a:rPr lang="en-US" altLang="en-US" sz="1400" u="none"/>
                <a:t>Strobe</a:t>
              </a:r>
              <a:endParaRPr lang="ru-RU" altLang="en-US" sz="1400" u="none"/>
            </a:p>
          </p:txBody>
        </p:sp>
        <p:sp>
          <p:nvSpPr>
            <p:cNvPr id="111634" name="Text Box 34">
              <a:extLst>
                <a:ext uri="{FF2B5EF4-FFF2-40B4-BE49-F238E27FC236}">
                  <a16:creationId xmlns:a16="http://schemas.microsoft.com/office/drawing/2014/main" id="{AB08898C-189F-72EC-7038-241F3804EA72}"/>
                </a:ext>
              </a:extLst>
            </p:cNvPr>
            <p:cNvSpPr txBox="1">
              <a:spLocks noChangeArrowheads="1"/>
            </p:cNvSpPr>
            <p:nvPr/>
          </p:nvSpPr>
          <p:spPr bwMode="auto">
            <a:xfrm>
              <a:off x="4343400" y="3658767"/>
              <a:ext cx="85725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Read</a:t>
              </a:r>
            </a:p>
            <a:p>
              <a:pPr eaLnBrk="1" hangingPunct="1"/>
              <a:r>
                <a:rPr lang="en-US" altLang="en-US" sz="1400" u="none"/>
                <a:t>Strobe</a:t>
              </a:r>
              <a:endParaRPr lang="ru-RU" altLang="en-US" sz="1400" u="none"/>
            </a:p>
          </p:txBody>
        </p:sp>
        <p:sp>
          <p:nvSpPr>
            <p:cNvPr id="111635" name="Text Box 35">
              <a:extLst>
                <a:ext uri="{FF2B5EF4-FFF2-40B4-BE49-F238E27FC236}">
                  <a16:creationId xmlns:a16="http://schemas.microsoft.com/office/drawing/2014/main" id="{046755C6-F5F2-37B7-E4F4-8CA42CB24EF5}"/>
                </a:ext>
              </a:extLst>
            </p:cNvPr>
            <p:cNvSpPr txBox="1">
              <a:spLocks noChangeArrowheads="1"/>
            </p:cNvSpPr>
            <p:nvPr/>
          </p:nvSpPr>
          <p:spPr bwMode="auto">
            <a:xfrm>
              <a:off x="3810000" y="4441826"/>
              <a:ext cx="114458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Control Engine</a:t>
              </a:r>
              <a:endParaRPr lang="ru-RU" altLang="en-US" sz="1400" u="none"/>
            </a:p>
          </p:txBody>
        </p:sp>
        <p:sp>
          <p:nvSpPr>
            <p:cNvPr id="111636" name="Rectangle 36">
              <a:extLst>
                <a:ext uri="{FF2B5EF4-FFF2-40B4-BE49-F238E27FC236}">
                  <a16:creationId xmlns:a16="http://schemas.microsoft.com/office/drawing/2014/main" id="{277B6169-0C8C-2F25-A563-B31C7679A0C4}"/>
                </a:ext>
              </a:extLst>
            </p:cNvPr>
            <p:cNvSpPr>
              <a:spLocks noChangeArrowheads="1"/>
            </p:cNvSpPr>
            <p:nvPr/>
          </p:nvSpPr>
          <p:spPr bwMode="auto">
            <a:xfrm>
              <a:off x="5056188" y="1658938"/>
              <a:ext cx="884237" cy="1089025"/>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Latches</a:t>
              </a:r>
              <a:endParaRPr lang="ru-RU" altLang="en-US" sz="1400" u="none"/>
            </a:p>
          </p:txBody>
        </p:sp>
        <p:sp>
          <p:nvSpPr>
            <p:cNvPr id="111637" name="Line 37">
              <a:extLst>
                <a:ext uri="{FF2B5EF4-FFF2-40B4-BE49-F238E27FC236}">
                  <a16:creationId xmlns:a16="http://schemas.microsoft.com/office/drawing/2014/main" id="{264EAE1C-28BF-F18B-773F-416017932F7A}"/>
                </a:ext>
              </a:extLst>
            </p:cNvPr>
            <p:cNvSpPr>
              <a:spLocks noChangeShapeType="1"/>
            </p:cNvSpPr>
            <p:nvPr/>
          </p:nvSpPr>
          <p:spPr bwMode="auto">
            <a:xfrm>
              <a:off x="4597400" y="2057400"/>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38" name="Line 38">
              <a:extLst>
                <a:ext uri="{FF2B5EF4-FFF2-40B4-BE49-F238E27FC236}">
                  <a16:creationId xmlns:a16="http://schemas.microsoft.com/office/drawing/2014/main" id="{1094B183-57BE-8170-132C-8DE1439DE8D7}"/>
                </a:ext>
              </a:extLst>
            </p:cNvPr>
            <p:cNvSpPr>
              <a:spLocks noChangeShapeType="1"/>
            </p:cNvSpPr>
            <p:nvPr/>
          </p:nvSpPr>
          <p:spPr bwMode="auto">
            <a:xfrm flipV="1">
              <a:off x="5329238" y="2735263"/>
              <a:ext cx="0" cy="160020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1639" name="Line 39">
              <a:extLst>
                <a:ext uri="{FF2B5EF4-FFF2-40B4-BE49-F238E27FC236}">
                  <a16:creationId xmlns:a16="http://schemas.microsoft.com/office/drawing/2014/main" id="{D4EAC18B-C362-14BD-FCB9-CAC17331AF11}"/>
                </a:ext>
              </a:extLst>
            </p:cNvPr>
            <p:cNvSpPr>
              <a:spLocks noChangeShapeType="1"/>
            </p:cNvSpPr>
            <p:nvPr/>
          </p:nvSpPr>
          <p:spPr bwMode="auto">
            <a:xfrm>
              <a:off x="5953125" y="2085975"/>
              <a:ext cx="51206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40" name="Rectangle 40">
              <a:extLst>
                <a:ext uri="{FF2B5EF4-FFF2-40B4-BE49-F238E27FC236}">
                  <a16:creationId xmlns:a16="http://schemas.microsoft.com/office/drawing/2014/main" id="{91FBCCB6-9A5B-FA25-EBDC-F69BFEA54657}"/>
                </a:ext>
              </a:extLst>
            </p:cNvPr>
            <p:cNvSpPr>
              <a:spLocks noChangeArrowheads="1"/>
            </p:cNvSpPr>
            <p:nvPr/>
          </p:nvSpPr>
          <p:spPr bwMode="auto">
            <a:xfrm>
              <a:off x="6450013" y="1814513"/>
              <a:ext cx="601662" cy="1089025"/>
            </a:xfrm>
            <a:prstGeom prst="rect">
              <a:avLst/>
            </a:prstGeom>
            <a:solidFill>
              <a:srgbClr val="FFFFFF"/>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11641" name="Freeform 41">
              <a:extLst>
                <a:ext uri="{FF2B5EF4-FFF2-40B4-BE49-F238E27FC236}">
                  <a16:creationId xmlns:a16="http://schemas.microsoft.com/office/drawing/2014/main" id="{A29790C2-9A70-26F2-FA73-C49CB7BDFCEA}"/>
                </a:ext>
              </a:extLst>
            </p:cNvPr>
            <p:cNvSpPr>
              <a:spLocks/>
            </p:cNvSpPr>
            <p:nvPr/>
          </p:nvSpPr>
          <p:spPr bwMode="auto">
            <a:xfrm>
              <a:off x="6461125" y="2592388"/>
              <a:ext cx="95250" cy="103187"/>
            </a:xfrm>
            <a:custGeom>
              <a:avLst/>
              <a:gdLst>
                <a:gd name="T0" fmla="*/ 0 w 129"/>
                <a:gd name="T1" fmla="*/ 2147483646 h 133"/>
                <a:gd name="T2" fmla="*/ 2147483646 w 129"/>
                <a:gd name="T3" fmla="*/ 2147483646 h 133"/>
                <a:gd name="T4" fmla="*/ 0 w 129"/>
                <a:gd name="T5" fmla="*/ 0 h 133"/>
                <a:gd name="T6" fmla="*/ 0 60000 65536"/>
                <a:gd name="T7" fmla="*/ 0 60000 65536"/>
                <a:gd name="T8" fmla="*/ 0 60000 65536"/>
                <a:gd name="T9" fmla="*/ 0 w 129"/>
                <a:gd name="T10" fmla="*/ 0 h 133"/>
                <a:gd name="T11" fmla="*/ 129 w 129"/>
                <a:gd name="T12" fmla="*/ 133 h 133"/>
              </a:gdLst>
              <a:ahLst/>
              <a:cxnLst>
                <a:cxn ang="T6">
                  <a:pos x="T0" y="T1"/>
                </a:cxn>
                <a:cxn ang="T7">
                  <a:pos x="T2" y="T3"/>
                </a:cxn>
                <a:cxn ang="T8">
                  <a:pos x="T4" y="T5"/>
                </a:cxn>
              </a:cxnLst>
              <a:rect l="T9" t="T10" r="T11" b="T12"/>
              <a:pathLst>
                <a:path w="129" h="133">
                  <a:moveTo>
                    <a:pt x="0" y="133"/>
                  </a:moveTo>
                  <a:lnTo>
                    <a:pt x="129" y="66"/>
                  </a:lnTo>
                  <a:lnTo>
                    <a:pt x="0" y="0"/>
                  </a:lnTo>
                </a:path>
              </a:pathLst>
            </a:cu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1642" name="Text Box 42">
              <a:extLst>
                <a:ext uri="{FF2B5EF4-FFF2-40B4-BE49-F238E27FC236}">
                  <a16:creationId xmlns:a16="http://schemas.microsoft.com/office/drawing/2014/main" id="{00FEA9C9-4975-4376-8873-EF54157B1784}"/>
                </a:ext>
              </a:extLst>
            </p:cNvPr>
            <p:cNvSpPr txBox="1">
              <a:spLocks noChangeArrowheads="1"/>
            </p:cNvSpPr>
            <p:nvPr/>
          </p:nvSpPr>
          <p:spPr bwMode="auto">
            <a:xfrm>
              <a:off x="2019300" y="1633538"/>
              <a:ext cx="946784"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Register</a:t>
              </a:r>
              <a:endParaRPr lang="ru-RU" altLang="en-US" sz="1400" u="none"/>
            </a:p>
          </p:txBody>
        </p:sp>
        <p:sp>
          <p:nvSpPr>
            <p:cNvPr id="111643" name="Rectangle 44">
              <a:extLst>
                <a:ext uri="{FF2B5EF4-FFF2-40B4-BE49-F238E27FC236}">
                  <a16:creationId xmlns:a16="http://schemas.microsoft.com/office/drawing/2014/main" id="{6642B28D-8051-E7BC-191C-6672D24A6559}"/>
                </a:ext>
              </a:extLst>
            </p:cNvPr>
            <p:cNvSpPr>
              <a:spLocks noChangeArrowheads="1"/>
            </p:cNvSpPr>
            <p:nvPr/>
          </p:nvSpPr>
          <p:spPr bwMode="auto">
            <a:xfrm>
              <a:off x="1981200" y="5154613"/>
              <a:ext cx="1027113" cy="548640"/>
            </a:xfrm>
            <a:prstGeom prst="rect">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1400" u="none" dirty="0">
                  <a:solidFill>
                    <a:schemeClr val="bg1"/>
                  </a:solidFill>
                </a:rPr>
                <a:t>Optional       invertor</a:t>
              </a:r>
              <a:endParaRPr lang="ru-RU" altLang="en-US" sz="1400" u="none" dirty="0">
                <a:solidFill>
                  <a:schemeClr val="bg1"/>
                </a:solidFill>
              </a:endParaRPr>
            </a:p>
          </p:txBody>
        </p:sp>
        <p:sp>
          <p:nvSpPr>
            <p:cNvPr id="111644" name="Line 45">
              <a:extLst>
                <a:ext uri="{FF2B5EF4-FFF2-40B4-BE49-F238E27FC236}">
                  <a16:creationId xmlns:a16="http://schemas.microsoft.com/office/drawing/2014/main" id="{E9D9C541-3930-EB49-436C-2990736728C9}"/>
                </a:ext>
              </a:extLst>
            </p:cNvPr>
            <p:cNvSpPr>
              <a:spLocks noChangeShapeType="1"/>
            </p:cNvSpPr>
            <p:nvPr/>
          </p:nvSpPr>
          <p:spPr bwMode="auto">
            <a:xfrm>
              <a:off x="1717675" y="5399088"/>
              <a:ext cx="2857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45" name="Line 46">
              <a:extLst>
                <a:ext uri="{FF2B5EF4-FFF2-40B4-BE49-F238E27FC236}">
                  <a16:creationId xmlns:a16="http://schemas.microsoft.com/office/drawing/2014/main" id="{0CCF0252-331A-9D9B-0BD1-C106D752D3F9}"/>
                </a:ext>
              </a:extLst>
            </p:cNvPr>
            <p:cNvSpPr>
              <a:spLocks noChangeShapeType="1"/>
            </p:cNvSpPr>
            <p:nvPr/>
          </p:nvSpPr>
          <p:spPr bwMode="auto">
            <a:xfrm>
              <a:off x="3011488" y="5386388"/>
              <a:ext cx="31892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46" name="Line 47">
              <a:extLst>
                <a:ext uri="{FF2B5EF4-FFF2-40B4-BE49-F238E27FC236}">
                  <a16:creationId xmlns:a16="http://schemas.microsoft.com/office/drawing/2014/main" id="{71C4702D-952E-BD6D-3E55-325B67707F2C}"/>
                </a:ext>
              </a:extLst>
            </p:cNvPr>
            <p:cNvSpPr>
              <a:spLocks noChangeShapeType="1"/>
            </p:cNvSpPr>
            <p:nvPr/>
          </p:nvSpPr>
          <p:spPr bwMode="auto">
            <a:xfrm flipV="1">
              <a:off x="6188075" y="2632075"/>
              <a:ext cx="0" cy="27432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47" name="Line 48">
              <a:extLst>
                <a:ext uri="{FF2B5EF4-FFF2-40B4-BE49-F238E27FC236}">
                  <a16:creationId xmlns:a16="http://schemas.microsoft.com/office/drawing/2014/main" id="{E257B160-FB4D-002D-047F-6C1D30A90986}"/>
                </a:ext>
              </a:extLst>
            </p:cNvPr>
            <p:cNvSpPr>
              <a:spLocks noChangeShapeType="1"/>
            </p:cNvSpPr>
            <p:nvPr/>
          </p:nvSpPr>
          <p:spPr bwMode="auto">
            <a:xfrm>
              <a:off x="6175375" y="2644775"/>
              <a:ext cx="2743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48" name="Line 49">
              <a:extLst>
                <a:ext uri="{FF2B5EF4-FFF2-40B4-BE49-F238E27FC236}">
                  <a16:creationId xmlns:a16="http://schemas.microsoft.com/office/drawing/2014/main" id="{0EB273EE-420B-88EE-8198-297EB5E4D333}"/>
                </a:ext>
              </a:extLst>
            </p:cNvPr>
            <p:cNvSpPr>
              <a:spLocks noChangeShapeType="1"/>
            </p:cNvSpPr>
            <p:nvPr/>
          </p:nvSpPr>
          <p:spPr bwMode="auto">
            <a:xfrm>
              <a:off x="7045325" y="2073275"/>
              <a:ext cx="428625"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111649" name="Text Box 50">
              <a:extLst>
                <a:ext uri="{FF2B5EF4-FFF2-40B4-BE49-F238E27FC236}">
                  <a16:creationId xmlns:a16="http://schemas.microsoft.com/office/drawing/2014/main" id="{F9B7604D-623C-11B5-C41A-2B1F5CB11AC7}"/>
                </a:ext>
              </a:extLst>
            </p:cNvPr>
            <p:cNvSpPr txBox="1">
              <a:spLocks noChangeArrowheads="1"/>
            </p:cNvSpPr>
            <p:nvPr/>
          </p:nvSpPr>
          <p:spPr bwMode="auto">
            <a:xfrm>
              <a:off x="1193800" y="1841500"/>
              <a:ext cx="7143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Din</a:t>
              </a:r>
              <a:endParaRPr lang="ru-RU" altLang="en-US" sz="1400" u="none"/>
            </a:p>
          </p:txBody>
        </p:sp>
        <p:sp>
          <p:nvSpPr>
            <p:cNvPr id="111650" name="Text Box 51">
              <a:extLst>
                <a:ext uri="{FF2B5EF4-FFF2-40B4-BE49-F238E27FC236}">
                  <a16:creationId xmlns:a16="http://schemas.microsoft.com/office/drawing/2014/main" id="{BB0E3C95-B182-C568-436C-9AE906BE38EA}"/>
                </a:ext>
              </a:extLst>
            </p:cNvPr>
            <p:cNvSpPr txBox="1">
              <a:spLocks noChangeArrowheads="1"/>
            </p:cNvSpPr>
            <p:nvPr/>
          </p:nvSpPr>
          <p:spPr bwMode="auto">
            <a:xfrm>
              <a:off x="965200" y="1447800"/>
              <a:ext cx="1081087"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Address</a:t>
              </a:r>
              <a:endParaRPr lang="ru-RU" altLang="en-US" sz="1400" u="none"/>
            </a:p>
          </p:txBody>
        </p:sp>
        <p:sp>
          <p:nvSpPr>
            <p:cNvPr id="111651" name="Text Box 52">
              <a:extLst>
                <a:ext uri="{FF2B5EF4-FFF2-40B4-BE49-F238E27FC236}">
                  <a16:creationId xmlns:a16="http://schemas.microsoft.com/office/drawing/2014/main" id="{2DC77E6F-517D-C774-35F6-56A023F118E3}"/>
                </a:ext>
              </a:extLst>
            </p:cNvPr>
            <p:cNvSpPr txBox="1">
              <a:spLocks noChangeArrowheads="1"/>
            </p:cNvSpPr>
            <p:nvPr/>
          </p:nvSpPr>
          <p:spPr bwMode="auto">
            <a:xfrm>
              <a:off x="8001000" y="1295400"/>
              <a:ext cx="7143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Dout</a:t>
              </a:r>
              <a:endParaRPr lang="ru-RU" altLang="en-US" sz="1400" u="none"/>
            </a:p>
          </p:txBody>
        </p:sp>
        <p:sp>
          <p:nvSpPr>
            <p:cNvPr id="111652" name="Text Box 53">
              <a:extLst>
                <a:ext uri="{FF2B5EF4-FFF2-40B4-BE49-F238E27FC236}">
                  <a16:creationId xmlns:a16="http://schemas.microsoft.com/office/drawing/2014/main" id="{7471F76E-CE90-B404-4AA7-64DE5586F218}"/>
                </a:ext>
              </a:extLst>
            </p:cNvPr>
            <p:cNvSpPr txBox="1">
              <a:spLocks noChangeArrowheads="1"/>
            </p:cNvSpPr>
            <p:nvPr/>
          </p:nvSpPr>
          <p:spPr bwMode="auto">
            <a:xfrm>
              <a:off x="5321300" y="3648157"/>
              <a:ext cx="85725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Latch</a:t>
              </a:r>
            </a:p>
            <a:p>
              <a:pPr eaLnBrk="1" hangingPunct="1"/>
              <a:r>
                <a:rPr lang="en-US" altLang="en-US" sz="1400" u="none"/>
                <a:t>Enable</a:t>
              </a:r>
              <a:endParaRPr lang="ru-RU" altLang="en-US" sz="1400" u="none"/>
            </a:p>
          </p:txBody>
        </p:sp>
        <p:sp>
          <p:nvSpPr>
            <p:cNvPr id="111653" name="Line 9">
              <a:extLst>
                <a:ext uri="{FF2B5EF4-FFF2-40B4-BE49-F238E27FC236}">
                  <a16:creationId xmlns:a16="http://schemas.microsoft.com/office/drawing/2014/main" id="{644CB0AB-E5A1-2BC9-5837-174A4B8056A9}"/>
                </a:ext>
              </a:extLst>
            </p:cNvPr>
            <p:cNvSpPr>
              <a:spLocks noChangeShapeType="1"/>
            </p:cNvSpPr>
            <p:nvPr/>
          </p:nvSpPr>
          <p:spPr bwMode="auto">
            <a:xfrm>
              <a:off x="1295400" y="4495800"/>
              <a:ext cx="173736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1654" name="Line 6">
              <a:extLst>
                <a:ext uri="{FF2B5EF4-FFF2-40B4-BE49-F238E27FC236}">
                  <a16:creationId xmlns:a16="http://schemas.microsoft.com/office/drawing/2014/main" id="{E54CA86F-5344-B760-2642-D49EDD87229E}"/>
                </a:ext>
              </a:extLst>
            </p:cNvPr>
            <p:cNvSpPr>
              <a:spLocks noChangeShapeType="1"/>
            </p:cNvSpPr>
            <p:nvPr/>
          </p:nvSpPr>
          <p:spPr bwMode="auto">
            <a:xfrm>
              <a:off x="2971800" y="1828800"/>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55" name="Text Box 50">
              <a:extLst>
                <a:ext uri="{FF2B5EF4-FFF2-40B4-BE49-F238E27FC236}">
                  <a16:creationId xmlns:a16="http://schemas.microsoft.com/office/drawing/2014/main" id="{DA44E557-B2AF-7F6C-B09B-2B74BBA58533}"/>
                </a:ext>
              </a:extLst>
            </p:cNvPr>
            <p:cNvSpPr txBox="1">
              <a:spLocks noChangeArrowheads="1"/>
            </p:cNvSpPr>
            <p:nvPr/>
          </p:nvSpPr>
          <p:spPr bwMode="auto">
            <a:xfrm>
              <a:off x="5029201" y="1905000"/>
              <a:ext cx="4572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D</a:t>
              </a:r>
              <a:endParaRPr lang="ru-RU" altLang="en-US" sz="1400" u="none"/>
            </a:p>
          </p:txBody>
        </p:sp>
        <p:sp>
          <p:nvSpPr>
            <p:cNvPr id="111656" name="Text Box 50">
              <a:extLst>
                <a:ext uri="{FF2B5EF4-FFF2-40B4-BE49-F238E27FC236}">
                  <a16:creationId xmlns:a16="http://schemas.microsoft.com/office/drawing/2014/main" id="{60136D2E-A53D-4878-9328-C5A5B904DE29}"/>
                </a:ext>
              </a:extLst>
            </p:cNvPr>
            <p:cNvSpPr txBox="1">
              <a:spLocks noChangeArrowheads="1"/>
            </p:cNvSpPr>
            <p:nvPr/>
          </p:nvSpPr>
          <p:spPr bwMode="auto">
            <a:xfrm>
              <a:off x="5600700" y="1905000"/>
              <a:ext cx="4572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Q</a:t>
              </a:r>
              <a:endParaRPr lang="ru-RU" altLang="en-US" sz="1400" u="none"/>
            </a:p>
          </p:txBody>
        </p:sp>
        <p:cxnSp>
          <p:nvCxnSpPr>
            <p:cNvPr id="111657" name="Straight Connector 58">
              <a:extLst>
                <a:ext uri="{FF2B5EF4-FFF2-40B4-BE49-F238E27FC236}">
                  <a16:creationId xmlns:a16="http://schemas.microsoft.com/office/drawing/2014/main" id="{6D223F04-3B18-6B28-3CC5-1565A4BCB7ED}"/>
                </a:ext>
              </a:extLst>
            </p:cNvPr>
            <p:cNvCxnSpPr>
              <a:cxnSpLocks noChangeShapeType="1"/>
            </p:cNvCxnSpPr>
            <p:nvPr/>
          </p:nvCxnSpPr>
          <p:spPr bwMode="auto">
            <a:xfrm rot="10800000">
              <a:off x="1099820" y="5395912"/>
              <a:ext cx="640080" cy="1588"/>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sp>
          <p:nvSpPr>
            <p:cNvPr id="111658" name="Text Box 50">
              <a:extLst>
                <a:ext uri="{FF2B5EF4-FFF2-40B4-BE49-F238E27FC236}">
                  <a16:creationId xmlns:a16="http://schemas.microsoft.com/office/drawing/2014/main" id="{1B3EFA31-B1E4-D330-DD9B-181CD3BB0FEF}"/>
                </a:ext>
              </a:extLst>
            </p:cNvPr>
            <p:cNvSpPr txBox="1">
              <a:spLocks noChangeArrowheads="1"/>
            </p:cNvSpPr>
            <p:nvPr/>
          </p:nvSpPr>
          <p:spPr bwMode="auto">
            <a:xfrm>
              <a:off x="914400" y="5029200"/>
              <a:ext cx="7143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Clock</a:t>
              </a:r>
              <a:endParaRPr lang="ru-RU" altLang="en-US" sz="1400" u="none"/>
            </a:p>
          </p:txBody>
        </p:sp>
        <p:sp>
          <p:nvSpPr>
            <p:cNvPr id="61" name="Trapezoid 60">
              <a:extLst>
                <a:ext uri="{FF2B5EF4-FFF2-40B4-BE49-F238E27FC236}">
                  <a16:creationId xmlns:a16="http://schemas.microsoft.com/office/drawing/2014/main" id="{2A729F94-1BC5-4C97-AAF3-71E699CC7821}"/>
                </a:ext>
              </a:extLst>
            </p:cNvPr>
            <p:cNvSpPr/>
            <p:nvPr/>
          </p:nvSpPr>
          <p:spPr bwMode="auto">
            <a:xfrm rot="5400000">
              <a:off x="7147469" y="1564731"/>
              <a:ext cx="1097462" cy="457200"/>
            </a:xfrm>
            <a:prstGeom prst="trapezoid">
              <a:avLst>
                <a:gd name="adj" fmla="val 50000"/>
              </a:avLst>
            </a:prstGeom>
            <a:solidFill>
              <a:schemeClr val="accent1"/>
            </a:solidFill>
            <a:ln w="28575" cap="flat" cmpd="sng" algn="ctr">
              <a:solidFill>
                <a:schemeClr val="tx1"/>
              </a:solidFill>
              <a:prstDash val="solid"/>
              <a:round/>
              <a:headEnd type="none" w="med" len="med"/>
              <a:tailEnd type="none" w="med" len="med"/>
            </a:ln>
            <a:effectLst/>
          </p:spPr>
          <p:txBody>
            <a:bodyPr/>
            <a:lstStyle/>
            <a:p>
              <a:pPr eaLnBrk="1" hangingPunct="1">
                <a:defRPr/>
              </a:pPr>
              <a:endParaRPr lang="en-GB"/>
            </a:p>
          </p:txBody>
        </p:sp>
        <p:cxnSp>
          <p:nvCxnSpPr>
            <p:cNvPr id="111660" name="Straight Connector 62">
              <a:extLst>
                <a:ext uri="{FF2B5EF4-FFF2-40B4-BE49-F238E27FC236}">
                  <a16:creationId xmlns:a16="http://schemas.microsoft.com/office/drawing/2014/main" id="{F3B95A59-9B90-75A3-C61C-63F95DB62933}"/>
                </a:ext>
              </a:extLst>
            </p:cNvPr>
            <p:cNvCxnSpPr>
              <a:cxnSpLocks noChangeShapeType="1"/>
            </p:cNvCxnSpPr>
            <p:nvPr/>
          </p:nvCxnSpPr>
          <p:spPr bwMode="auto">
            <a:xfrm rot="5400000" flipH="1" flipV="1">
              <a:off x="5852160" y="1755140"/>
              <a:ext cx="640080" cy="1588"/>
            </a:xfrm>
            <a:prstGeom prst="line">
              <a:avLst/>
            </a:prstGeom>
            <a:noFill/>
            <a:ln w="19050" algn="ctr">
              <a:solidFill>
                <a:schemeClr val="tx1"/>
              </a:solidFill>
              <a:round/>
              <a:headEnd type="oval" w="med" len="med"/>
              <a:tailEnd/>
            </a:ln>
            <a:extLst>
              <a:ext uri="{909E8E84-426E-40DD-AFC4-6F175D3DCCD1}">
                <a14:hiddenFill xmlns:a14="http://schemas.microsoft.com/office/drawing/2010/main">
                  <a:noFill/>
                </a14:hiddenFill>
              </a:ext>
            </a:extLst>
          </p:spPr>
        </p:cxnSp>
        <p:sp>
          <p:nvSpPr>
            <p:cNvPr id="111661" name="Line 37">
              <a:extLst>
                <a:ext uri="{FF2B5EF4-FFF2-40B4-BE49-F238E27FC236}">
                  <a16:creationId xmlns:a16="http://schemas.microsoft.com/office/drawing/2014/main" id="{8B025D18-C4AE-26B6-D3E2-BF10914B145F}"/>
                </a:ext>
              </a:extLst>
            </p:cNvPr>
            <p:cNvSpPr>
              <a:spLocks noChangeShapeType="1"/>
            </p:cNvSpPr>
            <p:nvPr/>
          </p:nvSpPr>
          <p:spPr bwMode="auto">
            <a:xfrm>
              <a:off x="6172199" y="1447800"/>
              <a:ext cx="1280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62" name="Line 49">
              <a:extLst>
                <a:ext uri="{FF2B5EF4-FFF2-40B4-BE49-F238E27FC236}">
                  <a16:creationId xmlns:a16="http://schemas.microsoft.com/office/drawing/2014/main" id="{C23A9517-E800-4864-AABB-CDD76EB30141}"/>
                </a:ext>
              </a:extLst>
            </p:cNvPr>
            <p:cNvSpPr>
              <a:spLocks noChangeShapeType="1"/>
            </p:cNvSpPr>
            <p:nvPr/>
          </p:nvSpPr>
          <p:spPr bwMode="auto">
            <a:xfrm>
              <a:off x="7924800" y="1828800"/>
              <a:ext cx="42862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1663" name="Line 9">
              <a:extLst>
                <a:ext uri="{FF2B5EF4-FFF2-40B4-BE49-F238E27FC236}">
                  <a16:creationId xmlns:a16="http://schemas.microsoft.com/office/drawing/2014/main" id="{B19991CC-0343-A32D-3029-EF3872491EB3}"/>
                </a:ext>
              </a:extLst>
            </p:cNvPr>
            <p:cNvSpPr>
              <a:spLocks noChangeShapeType="1"/>
            </p:cNvSpPr>
            <p:nvPr/>
          </p:nvSpPr>
          <p:spPr bwMode="auto">
            <a:xfrm>
              <a:off x="1295400" y="4673600"/>
              <a:ext cx="173736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1664" name="Text Box 50">
              <a:extLst>
                <a:ext uri="{FF2B5EF4-FFF2-40B4-BE49-F238E27FC236}">
                  <a16:creationId xmlns:a16="http://schemas.microsoft.com/office/drawing/2014/main" id="{7340C32A-139F-8239-7EB3-0A3B9AFBB6D1}"/>
                </a:ext>
              </a:extLst>
            </p:cNvPr>
            <p:cNvSpPr txBox="1">
              <a:spLocks noChangeArrowheads="1"/>
            </p:cNvSpPr>
            <p:nvPr/>
          </p:nvSpPr>
          <p:spPr bwMode="auto">
            <a:xfrm>
              <a:off x="635000" y="4267200"/>
              <a:ext cx="7143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RDEN</a:t>
              </a:r>
              <a:endParaRPr lang="ru-RU" altLang="en-US" sz="1400" u="none"/>
            </a:p>
          </p:txBody>
        </p:sp>
        <p:sp>
          <p:nvSpPr>
            <p:cNvPr id="111665" name="Text Box 50">
              <a:extLst>
                <a:ext uri="{FF2B5EF4-FFF2-40B4-BE49-F238E27FC236}">
                  <a16:creationId xmlns:a16="http://schemas.microsoft.com/office/drawing/2014/main" id="{21852DE4-1BCE-C9F7-A03F-DC763A12A6B0}"/>
                </a:ext>
              </a:extLst>
            </p:cNvPr>
            <p:cNvSpPr txBox="1">
              <a:spLocks noChangeArrowheads="1"/>
            </p:cNvSpPr>
            <p:nvPr/>
          </p:nvSpPr>
          <p:spPr bwMode="auto">
            <a:xfrm>
              <a:off x="635000" y="4521200"/>
              <a:ext cx="8540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t>WREN</a:t>
              </a:r>
              <a:endParaRPr lang="ru-RU" altLang="en-US" sz="1400" u="none"/>
            </a:p>
          </p:txBody>
        </p:sp>
        <p:sp>
          <p:nvSpPr>
            <p:cNvPr id="111666" name="Line 9">
              <a:extLst>
                <a:ext uri="{FF2B5EF4-FFF2-40B4-BE49-F238E27FC236}">
                  <a16:creationId xmlns:a16="http://schemas.microsoft.com/office/drawing/2014/main" id="{55E3ADFE-BB06-1DEE-F743-518E795BA6D5}"/>
                </a:ext>
              </a:extLst>
            </p:cNvPr>
            <p:cNvSpPr>
              <a:spLocks noChangeShapeType="1"/>
            </p:cNvSpPr>
            <p:nvPr/>
          </p:nvSpPr>
          <p:spPr bwMode="auto">
            <a:xfrm>
              <a:off x="1295400" y="2133600"/>
              <a:ext cx="76993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1667" name="Rectangle 44">
              <a:extLst>
                <a:ext uri="{FF2B5EF4-FFF2-40B4-BE49-F238E27FC236}">
                  <a16:creationId xmlns:a16="http://schemas.microsoft.com/office/drawing/2014/main" id="{4094B860-71EB-A230-0544-640158BE497A}"/>
                </a:ext>
              </a:extLst>
            </p:cNvPr>
            <p:cNvSpPr>
              <a:spLocks noChangeArrowheads="1"/>
            </p:cNvSpPr>
            <p:nvPr/>
          </p:nvSpPr>
          <p:spPr bwMode="auto">
            <a:xfrm>
              <a:off x="6629400" y="4454498"/>
              <a:ext cx="457200" cy="274320"/>
            </a:xfrm>
            <a:prstGeom prst="rect">
              <a:avLst/>
            </a:prstGeom>
            <a:solidFill>
              <a:schemeClr val="accent1"/>
            </a:solidFill>
            <a:ln w="25400">
              <a:solidFill>
                <a:srgbClr val="000000"/>
              </a:solidFill>
              <a:miter lim="800000"/>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400" u="none"/>
            </a:p>
          </p:txBody>
        </p:sp>
      </p:grpSp>
      <p:sp>
        <p:nvSpPr>
          <p:cNvPr id="111620" name="TextBox 73">
            <a:extLst>
              <a:ext uri="{FF2B5EF4-FFF2-40B4-BE49-F238E27FC236}">
                <a16:creationId xmlns:a16="http://schemas.microsoft.com/office/drawing/2014/main" id="{08808815-4827-F60E-64D0-4F712FB931F2}"/>
              </a:ext>
            </a:extLst>
          </p:cNvPr>
          <p:cNvSpPr txBox="1">
            <a:spLocks noChangeArrowheads="1"/>
          </p:cNvSpPr>
          <p:nvPr/>
        </p:nvSpPr>
        <p:spPr bwMode="auto">
          <a:xfrm>
            <a:off x="8686800" y="4394201"/>
            <a:ext cx="1600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b="0" u="none"/>
              <a:t>Configurable  options</a:t>
            </a:r>
            <a:endParaRPr lang="en-GB" altLang="en-US" b="0" u="none"/>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6FCF46-A50B-8553-78E8-919090C3CBF1}"/>
              </a:ext>
            </a:extLst>
          </p:cNvPr>
          <p:cNvSpPr>
            <a:spLocks noGrp="1"/>
          </p:cNvSpPr>
          <p:nvPr>
            <p:ph type="title"/>
          </p:nvPr>
        </p:nvSpPr>
        <p:spPr/>
        <p:txBody>
          <a:bodyPr/>
          <a:lstStyle/>
          <a:p>
            <a:r>
              <a:rPr lang="en-US" dirty="0"/>
              <a:t>Outputs</a:t>
            </a:r>
          </a:p>
        </p:txBody>
      </p:sp>
      <p:sp>
        <p:nvSpPr>
          <p:cNvPr id="4" name="Text Placeholder 3">
            <a:extLst>
              <a:ext uri="{FF2B5EF4-FFF2-40B4-BE49-F238E27FC236}">
                <a16:creationId xmlns:a16="http://schemas.microsoft.com/office/drawing/2014/main" id="{008E7609-ABA9-9989-A2C4-DB7AC98DF379}"/>
              </a:ext>
            </a:extLst>
          </p:cNvPr>
          <p:cNvSpPr>
            <a:spLocks noGrp="1"/>
          </p:cNvSpPr>
          <p:nvPr>
            <p:ph type="body" sz="quarter" idx="10"/>
          </p:nvPr>
        </p:nvSpPr>
        <p:spPr/>
        <p:txBody>
          <a:bodyPr/>
          <a:lstStyle/>
          <a:p>
            <a:pPr eaLnBrk="1" hangingPunct="1"/>
            <a:r>
              <a:rPr lang="en-GB" altLang="en-US" sz="2400" b="0" u="none" dirty="0"/>
              <a:t>All outputs have a read function or a read-during-write function, depending on the state of the write enable (WE) pin.</a:t>
            </a:r>
          </a:p>
          <a:p>
            <a:pPr eaLnBrk="1" hangingPunct="1"/>
            <a:r>
              <a:rPr lang="en-GB" altLang="en-US" sz="2400" b="0" u="none" dirty="0"/>
              <a:t>The outputs are available after the clock-to-out timing interval.</a:t>
            </a:r>
          </a:p>
          <a:p>
            <a:pPr eaLnBrk="1" hangingPunct="1"/>
            <a:r>
              <a:rPr lang="en-GB" altLang="en-US" sz="2400" b="0" u="none" dirty="0"/>
              <a:t>The read-during-write outputs have one of three operating modes:</a:t>
            </a:r>
          </a:p>
          <a:p>
            <a:pPr eaLnBrk="1" hangingPunct="1"/>
            <a:r>
              <a:rPr lang="en-GB" altLang="en-US" sz="2400" b="0" u="none" dirty="0"/>
              <a:t>WRITE_FIRST, READ_FIRST, and NO_CHANGE.</a:t>
            </a:r>
          </a:p>
          <a:p>
            <a:pPr marL="0" indent="0" eaLnBrk="1" hangingPunct="1">
              <a:buNone/>
            </a:pPr>
            <a:endParaRPr lang="en-GB" altLang="en-US" sz="2400" b="0" u="none" dirty="0"/>
          </a:p>
          <a:p>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202DB3AD-E227-2F04-DC69-12FF52213EE8}"/>
              </a:ext>
            </a:extLst>
          </p:cNvPr>
          <p:cNvSpPr>
            <a:spLocks noGrp="1" noChangeArrowheads="1"/>
          </p:cNvSpPr>
          <p:nvPr>
            <p:ph type="title"/>
          </p:nvPr>
        </p:nvSpPr>
        <p:spPr/>
        <p:txBody>
          <a:bodyPr/>
          <a:lstStyle/>
          <a:p>
            <a:r>
              <a:rPr lang="en-US" altLang="en-US"/>
              <a:t>Read-Write  Port Modes</a:t>
            </a:r>
            <a:endParaRPr lang="ru-RU" altLang="en-US"/>
          </a:p>
        </p:txBody>
      </p:sp>
      <p:sp>
        <p:nvSpPr>
          <p:cNvPr id="113667" name="Content Placeholder 3">
            <a:extLst>
              <a:ext uri="{FF2B5EF4-FFF2-40B4-BE49-F238E27FC236}">
                <a16:creationId xmlns:a16="http://schemas.microsoft.com/office/drawing/2014/main" id="{5819FE7B-89C3-C36D-3B75-D1E482CE1F1B}"/>
              </a:ext>
            </a:extLst>
          </p:cNvPr>
          <p:cNvSpPr>
            <a:spLocks noGrp="1" noChangeArrowheads="1"/>
          </p:cNvSpPr>
          <p:nvPr>
            <p:ph type="body" sz="quarter" idx="10"/>
          </p:nvPr>
        </p:nvSpPr>
        <p:spPr/>
        <p:txBody>
          <a:bodyPr/>
          <a:lstStyle/>
          <a:p>
            <a:r>
              <a:rPr lang="en-US" altLang="en-US"/>
              <a:t>T</a:t>
            </a:r>
            <a:r>
              <a:rPr lang="ru-RU" altLang="en-US"/>
              <a:t>he following synchronization modes </a:t>
            </a:r>
            <a:r>
              <a:rPr lang="en-US" altLang="en-US"/>
              <a:t>are used </a:t>
            </a:r>
            <a:r>
              <a:rPr lang="ru-RU" altLang="en-US"/>
              <a:t>for a given</a:t>
            </a:r>
            <a:r>
              <a:rPr lang="en-US" altLang="en-US"/>
              <a:t> </a:t>
            </a:r>
            <a:r>
              <a:rPr lang="ru-RU" altLang="en-US"/>
              <a:t>read-and-write port:</a:t>
            </a:r>
          </a:p>
          <a:p>
            <a:r>
              <a:rPr lang="ru-RU" altLang="en-US"/>
              <a:t>Read-first</a:t>
            </a:r>
          </a:p>
          <a:p>
            <a:r>
              <a:rPr lang="ru-RU" altLang="en-US"/>
              <a:t>Old contents are read before new contents are loaded.</a:t>
            </a:r>
          </a:p>
          <a:p>
            <a:r>
              <a:rPr lang="ru-RU" altLang="en-US"/>
              <a:t>Write-first (also known as read-through):</a:t>
            </a:r>
          </a:p>
          <a:p>
            <a:r>
              <a:rPr lang="en-US" altLang="en-US"/>
              <a:t>The default mode. WRITE_FIRST outputs the  newly written data onto the output bus.</a:t>
            </a:r>
          </a:p>
          <a:p>
            <a:r>
              <a:rPr lang="ru-RU" altLang="en-US"/>
              <a:t>No-change</a:t>
            </a:r>
          </a:p>
          <a:p>
            <a:r>
              <a:rPr lang="ru-RU" altLang="en-US"/>
              <a:t>Data output does not change while new contents are loaded into RAM.</a:t>
            </a:r>
          </a:p>
          <a:p>
            <a:r>
              <a:rPr lang="en-US" altLang="en-US"/>
              <a:t>NO_CHANGE maintains the output previously generated by a read operation.</a:t>
            </a:r>
          </a:p>
          <a:p>
            <a:endParaRPr lang="ru-RU" altLang="en-US"/>
          </a:p>
          <a:p>
            <a:endParaRPr lang="en-US"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08EF9D8F-7B58-D7B4-42B6-5EBF814471D3}"/>
              </a:ext>
            </a:extLst>
          </p:cNvPr>
          <p:cNvSpPr>
            <a:spLocks noGrp="1" noChangeArrowheads="1"/>
          </p:cNvSpPr>
          <p:nvPr>
            <p:ph type="title"/>
          </p:nvPr>
        </p:nvSpPr>
        <p:spPr>
          <a:xfrm>
            <a:off x="0" y="183401"/>
            <a:ext cx="11612880" cy="704088"/>
          </a:xfrm>
        </p:spPr>
        <p:txBody>
          <a:bodyPr/>
          <a:lstStyle/>
          <a:p>
            <a:r>
              <a:rPr lang="en-US" altLang="en-US"/>
              <a:t>Write_First Mode</a:t>
            </a:r>
            <a:endParaRPr lang="ru-RU" altLang="en-US"/>
          </a:p>
        </p:txBody>
      </p:sp>
      <p:grpSp>
        <p:nvGrpSpPr>
          <p:cNvPr id="114691" name="Group 3">
            <a:extLst>
              <a:ext uri="{FF2B5EF4-FFF2-40B4-BE49-F238E27FC236}">
                <a16:creationId xmlns:a16="http://schemas.microsoft.com/office/drawing/2014/main" id="{710EC9DF-38A9-19B1-F0BD-E77DA92B2568}"/>
              </a:ext>
            </a:extLst>
          </p:cNvPr>
          <p:cNvGrpSpPr>
            <a:grpSpLocks/>
          </p:cNvGrpSpPr>
          <p:nvPr/>
        </p:nvGrpSpPr>
        <p:grpSpPr bwMode="auto">
          <a:xfrm>
            <a:off x="2438400" y="1447801"/>
            <a:ext cx="7010400" cy="3859213"/>
            <a:chOff x="113" y="1026"/>
            <a:chExt cx="5320" cy="2767"/>
          </a:xfrm>
        </p:grpSpPr>
        <p:sp>
          <p:nvSpPr>
            <p:cNvPr id="114692" name="Line 4">
              <a:extLst>
                <a:ext uri="{FF2B5EF4-FFF2-40B4-BE49-F238E27FC236}">
                  <a16:creationId xmlns:a16="http://schemas.microsoft.com/office/drawing/2014/main" id="{BAB8135E-8A95-EC73-2D5D-23C32B37D6AF}"/>
                </a:ext>
              </a:extLst>
            </p:cNvPr>
            <p:cNvSpPr>
              <a:spLocks noChangeShapeType="1"/>
            </p:cNvSpPr>
            <p:nvPr/>
          </p:nvSpPr>
          <p:spPr bwMode="auto">
            <a:xfrm flipH="1">
              <a:off x="1006" y="1082"/>
              <a:ext cx="0" cy="2438"/>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4693" name="Line 5">
              <a:extLst>
                <a:ext uri="{FF2B5EF4-FFF2-40B4-BE49-F238E27FC236}">
                  <a16:creationId xmlns:a16="http://schemas.microsoft.com/office/drawing/2014/main" id="{F3F9D37C-EB6A-E8E0-50A4-66B3218043FE}"/>
                </a:ext>
              </a:extLst>
            </p:cNvPr>
            <p:cNvSpPr>
              <a:spLocks noChangeShapeType="1"/>
            </p:cNvSpPr>
            <p:nvPr/>
          </p:nvSpPr>
          <p:spPr bwMode="auto">
            <a:xfrm>
              <a:off x="592" y="1908"/>
              <a:ext cx="11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694" name="Line 6">
              <a:extLst>
                <a:ext uri="{FF2B5EF4-FFF2-40B4-BE49-F238E27FC236}">
                  <a16:creationId xmlns:a16="http://schemas.microsoft.com/office/drawing/2014/main" id="{A49A32C9-E2F6-DE25-05B3-B2557A0A6D5D}"/>
                </a:ext>
              </a:extLst>
            </p:cNvPr>
            <p:cNvSpPr>
              <a:spLocks noChangeShapeType="1"/>
            </p:cNvSpPr>
            <p:nvPr/>
          </p:nvSpPr>
          <p:spPr bwMode="auto">
            <a:xfrm>
              <a:off x="582" y="2091"/>
              <a:ext cx="115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695" name="Line 7">
              <a:extLst>
                <a:ext uri="{FF2B5EF4-FFF2-40B4-BE49-F238E27FC236}">
                  <a16:creationId xmlns:a16="http://schemas.microsoft.com/office/drawing/2014/main" id="{335F677F-FDD2-1B92-24DB-AEA0E48D07C7}"/>
                </a:ext>
              </a:extLst>
            </p:cNvPr>
            <p:cNvSpPr>
              <a:spLocks noChangeShapeType="1"/>
            </p:cNvSpPr>
            <p:nvPr/>
          </p:nvSpPr>
          <p:spPr bwMode="auto">
            <a:xfrm rot="-1507977">
              <a:off x="3993" y="1888"/>
              <a:ext cx="0" cy="19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696" name="Line 8">
              <a:extLst>
                <a:ext uri="{FF2B5EF4-FFF2-40B4-BE49-F238E27FC236}">
                  <a16:creationId xmlns:a16="http://schemas.microsoft.com/office/drawing/2014/main" id="{43A932C4-235F-7D42-7EDF-C0EB90C8323F}"/>
                </a:ext>
              </a:extLst>
            </p:cNvPr>
            <p:cNvSpPr>
              <a:spLocks noChangeShapeType="1"/>
            </p:cNvSpPr>
            <p:nvPr/>
          </p:nvSpPr>
          <p:spPr bwMode="auto">
            <a:xfrm flipH="1">
              <a:off x="3939" y="1888"/>
              <a:ext cx="104"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697" name="Line 9">
              <a:extLst>
                <a:ext uri="{FF2B5EF4-FFF2-40B4-BE49-F238E27FC236}">
                  <a16:creationId xmlns:a16="http://schemas.microsoft.com/office/drawing/2014/main" id="{1B1DBB91-6A24-85E7-8477-4ABB1DCE1518}"/>
                </a:ext>
              </a:extLst>
            </p:cNvPr>
            <p:cNvSpPr>
              <a:spLocks noChangeShapeType="1"/>
            </p:cNvSpPr>
            <p:nvPr/>
          </p:nvSpPr>
          <p:spPr bwMode="auto">
            <a:xfrm>
              <a:off x="4035" y="1888"/>
              <a:ext cx="12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698" name="Line 10">
              <a:extLst>
                <a:ext uri="{FF2B5EF4-FFF2-40B4-BE49-F238E27FC236}">
                  <a16:creationId xmlns:a16="http://schemas.microsoft.com/office/drawing/2014/main" id="{7E9B524B-46EC-9C77-137A-77D45920D6E3}"/>
                </a:ext>
              </a:extLst>
            </p:cNvPr>
            <p:cNvSpPr>
              <a:spLocks noChangeShapeType="1"/>
            </p:cNvSpPr>
            <p:nvPr/>
          </p:nvSpPr>
          <p:spPr bwMode="auto">
            <a:xfrm>
              <a:off x="4043" y="2074"/>
              <a:ext cx="12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699" name="Line 11">
              <a:extLst>
                <a:ext uri="{FF2B5EF4-FFF2-40B4-BE49-F238E27FC236}">
                  <a16:creationId xmlns:a16="http://schemas.microsoft.com/office/drawing/2014/main" id="{917880E5-294F-1AFC-8ADE-35D4A2A0134F}"/>
                </a:ext>
              </a:extLst>
            </p:cNvPr>
            <p:cNvSpPr>
              <a:spLocks noChangeShapeType="1"/>
            </p:cNvSpPr>
            <p:nvPr/>
          </p:nvSpPr>
          <p:spPr bwMode="auto">
            <a:xfrm rot="-1507977">
              <a:off x="2843" y="1896"/>
              <a:ext cx="1" cy="19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00" name="Line 12">
              <a:extLst>
                <a:ext uri="{FF2B5EF4-FFF2-40B4-BE49-F238E27FC236}">
                  <a16:creationId xmlns:a16="http://schemas.microsoft.com/office/drawing/2014/main" id="{EF3B4DDB-D684-D20C-7DE0-9002BF81BDCD}"/>
                </a:ext>
              </a:extLst>
            </p:cNvPr>
            <p:cNvSpPr>
              <a:spLocks noChangeShapeType="1"/>
            </p:cNvSpPr>
            <p:nvPr/>
          </p:nvSpPr>
          <p:spPr bwMode="auto">
            <a:xfrm flipH="1">
              <a:off x="2789" y="1896"/>
              <a:ext cx="105"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01" name="Line 13">
              <a:extLst>
                <a:ext uri="{FF2B5EF4-FFF2-40B4-BE49-F238E27FC236}">
                  <a16:creationId xmlns:a16="http://schemas.microsoft.com/office/drawing/2014/main" id="{485B2D82-B46D-6871-02B6-23E84E1B7DEE}"/>
                </a:ext>
              </a:extLst>
            </p:cNvPr>
            <p:cNvSpPr>
              <a:spLocks noChangeShapeType="1"/>
            </p:cNvSpPr>
            <p:nvPr/>
          </p:nvSpPr>
          <p:spPr bwMode="auto">
            <a:xfrm>
              <a:off x="2894" y="1896"/>
              <a:ext cx="105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02" name="Line 14">
              <a:extLst>
                <a:ext uri="{FF2B5EF4-FFF2-40B4-BE49-F238E27FC236}">
                  <a16:creationId xmlns:a16="http://schemas.microsoft.com/office/drawing/2014/main" id="{132B8C71-8D39-38B2-265C-BA26309965A3}"/>
                </a:ext>
              </a:extLst>
            </p:cNvPr>
            <p:cNvSpPr>
              <a:spLocks noChangeShapeType="1"/>
            </p:cNvSpPr>
            <p:nvPr/>
          </p:nvSpPr>
          <p:spPr bwMode="auto">
            <a:xfrm>
              <a:off x="2885" y="2082"/>
              <a:ext cx="105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03" name="Line 15">
              <a:extLst>
                <a:ext uri="{FF2B5EF4-FFF2-40B4-BE49-F238E27FC236}">
                  <a16:creationId xmlns:a16="http://schemas.microsoft.com/office/drawing/2014/main" id="{57DC70EE-D77C-CB07-3DB7-476B3A65B93B}"/>
                </a:ext>
              </a:extLst>
            </p:cNvPr>
            <p:cNvSpPr>
              <a:spLocks noChangeShapeType="1"/>
            </p:cNvSpPr>
            <p:nvPr/>
          </p:nvSpPr>
          <p:spPr bwMode="auto">
            <a:xfrm>
              <a:off x="502" y="1366"/>
              <a:ext cx="4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04" name="Line 16">
              <a:extLst>
                <a:ext uri="{FF2B5EF4-FFF2-40B4-BE49-F238E27FC236}">
                  <a16:creationId xmlns:a16="http://schemas.microsoft.com/office/drawing/2014/main" id="{61339333-3CD5-80CB-4A55-D767E812AF87}"/>
                </a:ext>
              </a:extLst>
            </p:cNvPr>
            <p:cNvSpPr>
              <a:spLocks noChangeShapeType="1"/>
            </p:cNvSpPr>
            <p:nvPr/>
          </p:nvSpPr>
          <p:spPr bwMode="auto">
            <a:xfrm flipH="1">
              <a:off x="953" y="1182"/>
              <a:ext cx="96"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05" name="Line 17">
              <a:extLst>
                <a:ext uri="{FF2B5EF4-FFF2-40B4-BE49-F238E27FC236}">
                  <a16:creationId xmlns:a16="http://schemas.microsoft.com/office/drawing/2014/main" id="{9D7ED201-7857-607A-830F-6BF9A191667F}"/>
                </a:ext>
              </a:extLst>
            </p:cNvPr>
            <p:cNvSpPr>
              <a:spLocks noChangeShapeType="1"/>
            </p:cNvSpPr>
            <p:nvPr/>
          </p:nvSpPr>
          <p:spPr bwMode="auto">
            <a:xfrm flipV="1">
              <a:off x="1046" y="1182"/>
              <a:ext cx="4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06" name="Line 18">
              <a:extLst>
                <a:ext uri="{FF2B5EF4-FFF2-40B4-BE49-F238E27FC236}">
                  <a16:creationId xmlns:a16="http://schemas.microsoft.com/office/drawing/2014/main" id="{3102748A-6519-4F7B-1164-7A256BC1D7B7}"/>
                </a:ext>
              </a:extLst>
            </p:cNvPr>
            <p:cNvSpPr>
              <a:spLocks noChangeShapeType="1"/>
            </p:cNvSpPr>
            <p:nvPr/>
          </p:nvSpPr>
          <p:spPr bwMode="auto">
            <a:xfrm>
              <a:off x="1592" y="1361"/>
              <a:ext cx="4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07" name="Line 19">
              <a:extLst>
                <a:ext uri="{FF2B5EF4-FFF2-40B4-BE49-F238E27FC236}">
                  <a16:creationId xmlns:a16="http://schemas.microsoft.com/office/drawing/2014/main" id="{260F1A4F-E398-084A-7F72-A4F1619F7617}"/>
                </a:ext>
              </a:extLst>
            </p:cNvPr>
            <p:cNvSpPr>
              <a:spLocks noChangeShapeType="1"/>
            </p:cNvSpPr>
            <p:nvPr/>
          </p:nvSpPr>
          <p:spPr bwMode="auto">
            <a:xfrm>
              <a:off x="1499" y="1173"/>
              <a:ext cx="96"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08" name="Line 20">
              <a:extLst>
                <a:ext uri="{FF2B5EF4-FFF2-40B4-BE49-F238E27FC236}">
                  <a16:creationId xmlns:a16="http://schemas.microsoft.com/office/drawing/2014/main" id="{E205919E-F2C3-0126-3FB1-E457DE7689F4}"/>
                </a:ext>
              </a:extLst>
            </p:cNvPr>
            <p:cNvSpPr>
              <a:spLocks noChangeShapeType="1"/>
            </p:cNvSpPr>
            <p:nvPr/>
          </p:nvSpPr>
          <p:spPr bwMode="auto">
            <a:xfrm flipH="1">
              <a:off x="2040" y="1177"/>
              <a:ext cx="96" cy="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09" name="Line 21">
              <a:extLst>
                <a:ext uri="{FF2B5EF4-FFF2-40B4-BE49-F238E27FC236}">
                  <a16:creationId xmlns:a16="http://schemas.microsoft.com/office/drawing/2014/main" id="{2759EE37-77A1-0D53-171E-97F092270785}"/>
                </a:ext>
              </a:extLst>
            </p:cNvPr>
            <p:cNvSpPr>
              <a:spLocks noChangeShapeType="1"/>
            </p:cNvSpPr>
            <p:nvPr/>
          </p:nvSpPr>
          <p:spPr bwMode="auto">
            <a:xfrm flipV="1">
              <a:off x="2133" y="1177"/>
              <a:ext cx="4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10" name="Line 22">
              <a:extLst>
                <a:ext uri="{FF2B5EF4-FFF2-40B4-BE49-F238E27FC236}">
                  <a16:creationId xmlns:a16="http://schemas.microsoft.com/office/drawing/2014/main" id="{D87A2687-80E4-EBAC-6DD0-037853617699}"/>
                </a:ext>
              </a:extLst>
            </p:cNvPr>
            <p:cNvSpPr>
              <a:spLocks noChangeShapeType="1"/>
            </p:cNvSpPr>
            <p:nvPr/>
          </p:nvSpPr>
          <p:spPr bwMode="auto">
            <a:xfrm>
              <a:off x="2672" y="1357"/>
              <a:ext cx="4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11" name="Line 23">
              <a:extLst>
                <a:ext uri="{FF2B5EF4-FFF2-40B4-BE49-F238E27FC236}">
                  <a16:creationId xmlns:a16="http://schemas.microsoft.com/office/drawing/2014/main" id="{57B3E16E-4ADE-8438-FCA4-7C778168CB84}"/>
                </a:ext>
              </a:extLst>
            </p:cNvPr>
            <p:cNvSpPr>
              <a:spLocks noChangeShapeType="1"/>
            </p:cNvSpPr>
            <p:nvPr/>
          </p:nvSpPr>
          <p:spPr bwMode="auto">
            <a:xfrm>
              <a:off x="2578" y="1169"/>
              <a:ext cx="96" cy="1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12" name="Line 24">
              <a:extLst>
                <a:ext uri="{FF2B5EF4-FFF2-40B4-BE49-F238E27FC236}">
                  <a16:creationId xmlns:a16="http://schemas.microsoft.com/office/drawing/2014/main" id="{C7026935-EC19-4731-2B2D-5BC3175653A0}"/>
                </a:ext>
              </a:extLst>
            </p:cNvPr>
            <p:cNvSpPr>
              <a:spLocks noChangeShapeType="1"/>
            </p:cNvSpPr>
            <p:nvPr/>
          </p:nvSpPr>
          <p:spPr bwMode="auto">
            <a:xfrm flipH="1">
              <a:off x="3122" y="1169"/>
              <a:ext cx="96"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13" name="Line 25">
              <a:extLst>
                <a:ext uri="{FF2B5EF4-FFF2-40B4-BE49-F238E27FC236}">
                  <a16:creationId xmlns:a16="http://schemas.microsoft.com/office/drawing/2014/main" id="{C3CB164D-4142-ABA0-F5FC-CF3DFD1D329A}"/>
                </a:ext>
              </a:extLst>
            </p:cNvPr>
            <p:cNvSpPr>
              <a:spLocks noChangeShapeType="1"/>
            </p:cNvSpPr>
            <p:nvPr/>
          </p:nvSpPr>
          <p:spPr bwMode="auto">
            <a:xfrm flipV="1">
              <a:off x="3215" y="1169"/>
              <a:ext cx="4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14" name="Line 26">
              <a:extLst>
                <a:ext uri="{FF2B5EF4-FFF2-40B4-BE49-F238E27FC236}">
                  <a16:creationId xmlns:a16="http://schemas.microsoft.com/office/drawing/2014/main" id="{2C6CA654-82C8-363C-FF34-D6B461DADF2F}"/>
                </a:ext>
              </a:extLst>
            </p:cNvPr>
            <p:cNvSpPr>
              <a:spLocks noChangeShapeType="1"/>
            </p:cNvSpPr>
            <p:nvPr/>
          </p:nvSpPr>
          <p:spPr bwMode="auto">
            <a:xfrm>
              <a:off x="3744" y="1349"/>
              <a:ext cx="4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15" name="Line 27">
              <a:extLst>
                <a:ext uri="{FF2B5EF4-FFF2-40B4-BE49-F238E27FC236}">
                  <a16:creationId xmlns:a16="http://schemas.microsoft.com/office/drawing/2014/main" id="{1C925858-304A-B3DD-8A8E-BEBBA4D03347}"/>
                </a:ext>
              </a:extLst>
            </p:cNvPr>
            <p:cNvSpPr>
              <a:spLocks noChangeShapeType="1"/>
            </p:cNvSpPr>
            <p:nvPr/>
          </p:nvSpPr>
          <p:spPr bwMode="auto">
            <a:xfrm>
              <a:off x="3660" y="1160"/>
              <a:ext cx="95"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16" name="Line 28">
              <a:extLst>
                <a:ext uri="{FF2B5EF4-FFF2-40B4-BE49-F238E27FC236}">
                  <a16:creationId xmlns:a16="http://schemas.microsoft.com/office/drawing/2014/main" id="{F8533CD9-7C88-3E7E-BE2C-5FEC0983992B}"/>
                </a:ext>
              </a:extLst>
            </p:cNvPr>
            <p:cNvSpPr>
              <a:spLocks noChangeShapeType="1"/>
            </p:cNvSpPr>
            <p:nvPr/>
          </p:nvSpPr>
          <p:spPr bwMode="auto">
            <a:xfrm flipH="1">
              <a:off x="4201" y="1164"/>
              <a:ext cx="95"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17" name="Line 29">
              <a:extLst>
                <a:ext uri="{FF2B5EF4-FFF2-40B4-BE49-F238E27FC236}">
                  <a16:creationId xmlns:a16="http://schemas.microsoft.com/office/drawing/2014/main" id="{3C86F1EA-4E4E-D4FA-9278-DF88935616B0}"/>
                </a:ext>
              </a:extLst>
            </p:cNvPr>
            <p:cNvSpPr>
              <a:spLocks noChangeShapeType="1"/>
            </p:cNvSpPr>
            <p:nvPr/>
          </p:nvSpPr>
          <p:spPr bwMode="auto">
            <a:xfrm flipV="1">
              <a:off x="4293" y="1164"/>
              <a:ext cx="4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18" name="Line 30">
              <a:extLst>
                <a:ext uri="{FF2B5EF4-FFF2-40B4-BE49-F238E27FC236}">
                  <a16:creationId xmlns:a16="http://schemas.microsoft.com/office/drawing/2014/main" id="{09D4B9AC-039B-F151-E644-3DB7410ACA0B}"/>
                </a:ext>
              </a:extLst>
            </p:cNvPr>
            <p:cNvSpPr>
              <a:spLocks noChangeShapeType="1"/>
            </p:cNvSpPr>
            <p:nvPr/>
          </p:nvSpPr>
          <p:spPr bwMode="auto">
            <a:xfrm>
              <a:off x="4813" y="1343"/>
              <a:ext cx="4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19" name="Line 31">
              <a:extLst>
                <a:ext uri="{FF2B5EF4-FFF2-40B4-BE49-F238E27FC236}">
                  <a16:creationId xmlns:a16="http://schemas.microsoft.com/office/drawing/2014/main" id="{48275B3E-BD8D-7ADC-1AA9-952A3C0E6F8A}"/>
                </a:ext>
              </a:extLst>
            </p:cNvPr>
            <p:cNvSpPr>
              <a:spLocks noChangeShapeType="1"/>
            </p:cNvSpPr>
            <p:nvPr/>
          </p:nvSpPr>
          <p:spPr bwMode="auto">
            <a:xfrm>
              <a:off x="4730" y="1155"/>
              <a:ext cx="96"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20" name="Line 32">
              <a:extLst>
                <a:ext uri="{FF2B5EF4-FFF2-40B4-BE49-F238E27FC236}">
                  <a16:creationId xmlns:a16="http://schemas.microsoft.com/office/drawing/2014/main" id="{E8827083-D52E-5246-B8E3-A9A9607B198A}"/>
                </a:ext>
              </a:extLst>
            </p:cNvPr>
            <p:cNvSpPr>
              <a:spLocks noChangeShapeType="1"/>
            </p:cNvSpPr>
            <p:nvPr/>
          </p:nvSpPr>
          <p:spPr bwMode="auto">
            <a:xfrm>
              <a:off x="514" y="1651"/>
              <a:ext cx="13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21" name="Line 33">
              <a:extLst>
                <a:ext uri="{FF2B5EF4-FFF2-40B4-BE49-F238E27FC236}">
                  <a16:creationId xmlns:a16="http://schemas.microsoft.com/office/drawing/2014/main" id="{A2EA70C9-A732-B446-FA6F-ED902D501849}"/>
                </a:ext>
              </a:extLst>
            </p:cNvPr>
            <p:cNvSpPr>
              <a:spLocks noChangeShapeType="1"/>
            </p:cNvSpPr>
            <p:nvPr/>
          </p:nvSpPr>
          <p:spPr bwMode="auto">
            <a:xfrm flipH="1">
              <a:off x="1837" y="1468"/>
              <a:ext cx="105"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22" name="Line 34">
              <a:extLst>
                <a:ext uri="{FF2B5EF4-FFF2-40B4-BE49-F238E27FC236}">
                  <a16:creationId xmlns:a16="http://schemas.microsoft.com/office/drawing/2014/main" id="{0BF3565B-0E31-4F3B-1B4B-4953426ED683}"/>
                </a:ext>
              </a:extLst>
            </p:cNvPr>
            <p:cNvSpPr>
              <a:spLocks noChangeShapeType="1"/>
            </p:cNvSpPr>
            <p:nvPr/>
          </p:nvSpPr>
          <p:spPr bwMode="auto">
            <a:xfrm flipV="1">
              <a:off x="1936" y="1471"/>
              <a:ext cx="204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23" name="Line 35">
              <a:extLst>
                <a:ext uri="{FF2B5EF4-FFF2-40B4-BE49-F238E27FC236}">
                  <a16:creationId xmlns:a16="http://schemas.microsoft.com/office/drawing/2014/main" id="{53DD3226-7F6A-F95B-AD50-7BC986470252}"/>
                </a:ext>
              </a:extLst>
            </p:cNvPr>
            <p:cNvSpPr>
              <a:spLocks noChangeShapeType="1"/>
            </p:cNvSpPr>
            <p:nvPr/>
          </p:nvSpPr>
          <p:spPr bwMode="auto">
            <a:xfrm>
              <a:off x="3978" y="1467"/>
              <a:ext cx="95" cy="1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24" name="Line 36">
              <a:extLst>
                <a:ext uri="{FF2B5EF4-FFF2-40B4-BE49-F238E27FC236}">
                  <a16:creationId xmlns:a16="http://schemas.microsoft.com/office/drawing/2014/main" id="{74ECAD14-879A-2C0A-6881-6ECDC416E680}"/>
                </a:ext>
              </a:extLst>
            </p:cNvPr>
            <p:cNvSpPr>
              <a:spLocks noChangeShapeType="1"/>
            </p:cNvSpPr>
            <p:nvPr/>
          </p:nvSpPr>
          <p:spPr bwMode="auto">
            <a:xfrm>
              <a:off x="4074" y="1651"/>
              <a:ext cx="121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25" name="Text Box 37">
              <a:extLst>
                <a:ext uri="{FF2B5EF4-FFF2-40B4-BE49-F238E27FC236}">
                  <a16:creationId xmlns:a16="http://schemas.microsoft.com/office/drawing/2014/main" id="{A99FAFEC-9EB8-1B3D-6D6F-C59F6CD15266}"/>
                </a:ext>
              </a:extLst>
            </p:cNvPr>
            <p:cNvSpPr txBox="1">
              <a:spLocks noChangeArrowheads="1"/>
            </p:cNvSpPr>
            <p:nvPr/>
          </p:nvSpPr>
          <p:spPr bwMode="auto">
            <a:xfrm>
              <a:off x="284" y="1189"/>
              <a:ext cx="404"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CLK</a:t>
              </a:r>
              <a:endParaRPr lang="ru-RU" altLang="en-US" sz="1200" b="0" u="none"/>
            </a:p>
          </p:txBody>
        </p:sp>
        <p:sp>
          <p:nvSpPr>
            <p:cNvPr id="114726" name="Text Box 38">
              <a:extLst>
                <a:ext uri="{FF2B5EF4-FFF2-40B4-BE49-F238E27FC236}">
                  <a16:creationId xmlns:a16="http://schemas.microsoft.com/office/drawing/2014/main" id="{C2E98F43-3CE6-7482-F56F-0B5979EE105C}"/>
                </a:ext>
              </a:extLst>
            </p:cNvPr>
            <p:cNvSpPr txBox="1">
              <a:spLocks noChangeArrowheads="1"/>
            </p:cNvSpPr>
            <p:nvPr/>
          </p:nvSpPr>
          <p:spPr bwMode="auto">
            <a:xfrm>
              <a:off x="272" y="1446"/>
              <a:ext cx="404"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WE</a:t>
              </a:r>
              <a:endParaRPr lang="ru-RU" altLang="en-US" sz="1200" b="0" u="none"/>
            </a:p>
          </p:txBody>
        </p:sp>
        <p:sp>
          <p:nvSpPr>
            <p:cNvPr id="114727" name="Line 39">
              <a:extLst>
                <a:ext uri="{FF2B5EF4-FFF2-40B4-BE49-F238E27FC236}">
                  <a16:creationId xmlns:a16="http://schemas.microsoft.com/office/drawing/2014/main" id="{0002F4DF-369F-9FAA-6176-F6B46A4E534E}"/>
                </a:ext>
              </a:extLst>
            </p:cNvPr>
            <p:cNvSpPr>
              <a:spLocks noChangeShapeType="1"/>
            </p:cNvSpPr>
            <p:nvPr/>
          </p:nvSpPr>
          <p:spPr bwMode="auto">
            <a:xfrm>
              <a:off x="1741" y="1905"/>
              <a:ext cx="96"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28" name="Line 40">
              <a:extLst>
                <a:ext uri="{FF2B5EF4-FFF2-40B4-BE49-F238E27FC236}">
                  <a16:creationId xmlns:a16="http://schemas.microsoft.com/office/drawing/2014/main" id="{13DD8170-A37A-C04A-8E0F-CB9C862EAE65}"/>
                </a:ext>
              </a:extLst>
            </p:cNvPr>
            <p:cNvSpPr>
              <a:spLocks noChangeShapeType="1"/>
            </p:cNvSpPr>
            <p:nvPr/>
          </p:nvSpPr>
          <p:spPr bwMode="auto">
            <a:xfrm flipH="1">
              <a:off x="1741" y="1905"/>
              <a:ext cx="105"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29" name="Line 41">
              <a:extLst>
                <a:ext uri="{FF2B5EF4-FFF2-40B4-BE49-F238E27FC236}">
                  <a16:creationId xmlns:a16="http://schemas.microsoft.com/office/drawing/2014/main" id="{4AD7A1F6-A830-F9F0-AF05-2A21BE505797}"/>
                </a:ext>
              </a:extLst>
            </p:cNvPr>
            <p:cNvSpPr>
              <a:spLocks noChangeShapeType="1"/>
            </p:cNvSpPr>
            <p:nvPr/>
          </p:nvSpPr>
          <p:spPr bwMode="auto">
            <a:xfrm>
              <a:off x="1848" y="1903"/>
              <a:ext cx="95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30" name="Line 42">
              <a:extLst>
                <a:ext uri="{FF2B5EF4-FFF2-40B4-BE49-F238E27FC236}">
                  <a16:creationId xmlns:a16="http://schemas.microsoft.com/office/drawing/2014/main" id="{2A307FC4-6069-E96B-9DDE-1095B8239443}"/>
                </a:ext>
              </a:extLst>
            </p:cNvPr>
            <p:cNvSpPr>
              <a:spLocks noChangeShapeType="1"/>
            </p:cNvSpPr>
            <p:nvPr/>
          </p:nvSpPr>
          <p:spPr bwMode="auto">
            <a:xfrm>
              <a:off x="1836" y="2087"/>
              <a:ext cx="95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31" name="Text Box 43">
              <a:extLst>
                <a:ext uri="{FF2B5EF4-FFF2-40B4-BE49-F238E27FC236}">
                  <a16:creationId xmlns:a16="http://schemas.microsoft.com/office/drawing/2014/main" id="{E638B146-2A97-AF42-BB8B-EF99E3E4F877}"/>
                </a:ext>
              </a:extLst>
            </p:cNvPr>
            <p:cNvSpPr txBox="1">
              <a:spLocks noChangeArrowheads="1"/>
            </p:cNvSpPr>
            <p:nvPr/>
          </p:nvSpPr>
          <p:spPr bwMode="auto">
            <a:xfrm>
              <a:off x="319" y="1884"/>
              <a:ext cx="40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DI</a:t>
              </a:r>
              <a:endParaRPr lang="ru-RU" altLang="en-US" sz="1200" b="0" u="none"/>
            </a:p>
          </p:txBody>
        </p:sp>
        <p:sp>
          <p:nvSpPr>
            <p:cNvPr id="114732" name="Line 44">
              <a:extLst>
                <a:ext uri="{FF2B5EF4-FFF2-40B4-BE49-F238E27FC236}">
                  <a16:creationId xmlns:a16="http://schemas.microsoft.com/office/drawing/2014/main" id="{4DBCEEFA-598C-3BC4-FAB3-CCCF82E0C293}"/>
                </a:ext>
              </a:extLst>
            </p:cNvPr>
            <p:cNvSpPr>
              <a:spLocks noChangeShapeType="1"/>
            </p:cNvSpPr>
            <p:nvPr/>
          </p:nvSpPr>
          <p:spPr bwMode="auto">
            <a:xfrm>
              <a:off x="834" y="2380"/>
              <a:ext cx="89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33" name="Line 45">
              <a:extLst>
                <a:ext uri="{FF2B5EF4-FFF2-40B4-BE49-F238E27FC236}">
                  <a16:creationId xmlns:a16="http://schemas.microsoft.com/office/drawing/2014/main" id="{CB7AFBC6-AB38-DEA8-CCAC-8DE018849894}"/>
                </a:ext>
              </a:extLst>
            </p:cNvPr>
            <p:cNvSpPr>
              <a:spLocks noChangeShapeType="1"/>
            </p:cNvSpPr>
            <p:nvPr/>
          </p:nvSpPr>
          <p:spPr bwMode="auto">
            <a:xfrm>
              <a:off x="840" y="2560"/>
              <a:ext cx="89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34" name="Line 46">
              <a:extLst>
                <a:ext uri="{FF2B5EF4-FFF2-40B4-BE49-F238E27FC236}">
                  <a16:creationId xmlns:a16="http://schemas.microsoft.com/office/drawing/2014/main" id="{8FE7C81D-F44D-8DD4-9BAD-2F682118BC63}"/>
                </a:ext>
              </a:extLst>
            </p:cNvPr>
            <p:cNvSpPr>
              <a:spLocks noChangeShapeType="1"/>
            </p:cNvSpPr>
            <p:nvPr/>
          </p:nvSpPr>
          <p:spPr bwMode="auto">
            <a:xfrm rot="-1507977">
              <a:off x="3989" y="2357"/>
              <a:ext cx="1" cy="1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35" name="Line 47">
              <a:extLst>
                <a:ext uri="{FF2B5EF4-FFF2-40B4-BE49-F238E27FC236}">
                  <a16:creationId xmlns:a16="http://schemas.microsoft.com/office/drawing/2014/main" id="{FCD1EBE8-B941-3855-05E5-F8336549021E}"/>
                </a:ext>
              </a:extLst>
            </p:cNvPr>
            <p:cNvSpPr>
              <a:spLocks noChangeShapeType="1"/>
            </p:cNvSpPr>
            <p:nvPr/>
          </p:nvSpPr>
          <p:spPr bwMode="auto">
            <a:xfrm flipH="1">
              <a:off x="3935" y="2357"/>
              <a:ext cx="105"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36" name="Line 48">
              <a:extLst>
                <a:ext uri="{FF2B5EF4-FFF2-40B4-BE49-F238E27FC236}">
                  <a16:creationId xmlns:a16="http://schemas.microsoft.com/office/drawing/2014/main" id="{B83BB759-6876-0ECC-74A7-99CCED46CBF6}"/>
                </a:ext>
              </a:extLst>
            </p:cNvPr>
            <p:cNvSpPr>
              <a:spLocks noChangeShapeType="1"/>
            </p:cNvSpPr>
            <p:nvPr/>
          </p:nvSpPr>
          <p:spPr bwMode="auto">
            <a:xfrm>
              <a:off x="4033" y="2357"/>
              <a:ext cx="131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37" name="Line 49">
              <a:extLst>
                <a:ext uri="{FF2B5EF4-FFF2-40B4-BE49-F238E27FC236}">
                  <a16:creationId xmlns:a16="http://schemas.microsoft.com/office/drawing/2014/main" id="{215B5DB7-886F-6EE5-353B-45E14AD74CED}"/>
                </a:ext>
              </a:extLst>
            </p:cNvPr>
            <p:cNvSpPr>
              <a:spLocks noChangeShapeType="1"/>
            </p:cNvSpPr>
            <p:nvPr/>
          </p:nvSpPr>
          <p:spPr bwMode="auto">
            <a:xfrm>
              <a:off x="4040" y="2543"/>
              <a:ext cx="131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38" name="Line 50">
              <a:extLst>
                <a:ext uri="{FF2B5EF4-FFF2-40B4-BE49-F238E27FC236}">
                  <a16:creationId xmlns:a16="http://schemas.microsoft.com/office/drawing/2014/main" id="{A645C085-720A-BFF3-6B87-5FCB1E59EF8B}"/>
                </a:ext>
              </a:extLst>
            </p:cNvPr>
            <p:cNvSpPr>
              <a:spLocks noChangeShapeType="1"/>
            </p:cNvSpPr>
            <p:nvPr/>
          </p:nvSpPr>
          <p:spPr bwMode="auto">
            <a:xfrm rot="-1507977">
              <a:off x="2840" y="2365"/>
              <a:ext cx="0" cy="19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39" name="Line 51">
              <a:extLst>
                <a:ext uri="{FF2B5EF4-FFF2-40B4-BE49-F238E27FC236}">
                  <a16:creationId xmlns:a16="http://schemas.microsoft.com/office/drawing/2014/main" id="{837738C0-77F9-C408-0842-C4A7A78D7734}"/>
                </a:ext>
              </a:extLst>
            </p:cNvPr>
            <p:cNvSpPr>
              <a:spLocks noChangeShapeType="1"/>
            </p:cNvSpPr>
            <p:nvPr/>
          </p:nvSpPr>
          <p:spPr bwMode="auto">
            <a:xfrm flipH="1">
              <a:off x="2786" y="2365"/>
              <a:ext cx="105" cy="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40" name="Line 52">
              <a:extLst>
                <a:ext uri="{FF2B5EF4-FFF2-40B4-BE49-F238E27FC236}">
                  <a16:creationId xmlns:a16="http://schemas.microsoft.com/office/drawing/2014/main" id="{D4F01B14-0A32-675A-E4AE-D2D4257A4D75}"/>
                </a:ext>
              </a:extLst>
            </p:cNvPr>
            <p:cNvSpPr>
              <a:spLocks noChangeShapeType="1"/>
            </p:cNvSpPr>
            <p:nvPr/>
          </p:nvSpPr>
          <p:spPr bwMode="auto">
            <a:xfrm>
              <a:off x="2891" y="2365"/>
              <a:ext cx="105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41" name="Line 53">
              <a:extLst>
                <a:ext uri="{FF2B5EF4-FFF2-40B4-BE49-F238E27FC236}">
                  <a16:creationId xmlns:a16="http://schemas.microsoft.com/office/drawing/2014/main" id="{604A03AB-8590-C9FE-0333-34E2394D836B}"/>
                </a:ext>
              </a:extLst>
            </p:cNvPr>
            <p:cNvSpPr>
              <a:spLocks noChangeShapeType="1"/>
            </p:cNvSpPr>
            <p:nvPr/>
          </p:nvSpPr>
          <p:spPr bwMode="auto">
            <a:xfrm>
              <a:off x="2882" y="2552"/>
              <a:ext cx="105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42" name="Line 54">
              <a:extLst>
                <a:ext uri="{FF2B5EF4-FFF2-40B4-BE49-F238E27FC236}">
                  <a16:creationId xmlns:a16="http://schemas.microsoft.com/office/drawing/2014/main" id="{32B0B224-7FBD-C5EB-CAFE-27A3C3B9CD61}"/>
                </a:ext>
              </a:extLst>
            </p:cNvPr>
            <p:cNvSpPr>
              <a:spLocks noChangeShapeType="1"/>
            </p:cNvSpPr>
            <p:nvPr/>
          </p:nvSpPr>
          <p:spPr bwMode="auto">
            <a:xfrm>
              <a:off x="1738" y="2376"/>
              <a:ext cx="95" cy="1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43" name="Line 55">
              <a:extLst>
                <a:ext uri="{FF2B5EF4-FFF2-40B4-BE49-F238E27FC236}">
                  <a16:creationId xmlns:a16="http://schemas.microsoft.com/office/drawing/2014/main" id="{D4BB3276-601E-50F4-43ED-A986CB4307F4}"/>
                </a:ext>
              </a:extLst>
            </p:cNvPr>
            <p:cNvSpPr>
              <a:spLocks noChangeShapeType="1"/>
            </p:cNvSpPr>
            <p:nvPr/>
          </p:nvSpPr>
          <p:spPr bwMode="auto">
            <a:xfrm flipH="1">
              <a:off x="1738" y="2376"/>
              <a:ext cx="104" cy="1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44" name="Line 56">
              <a:extLst>
                <a:ext uri="{FF2B5EF4-FFF2-40B4-BE49-F238E27FC236}">
                  <a16:creationId xmlns:a16="http://schemas.microsoft.com/office/drawing/2014/main" id="{364919EE-AC8A-0324-DF7A-7CE56BF525F6}"/>
                </a:ext>
              </a:extLst>
            </p:cNvPr>
            <p:cNvSpPr>
              <a:spLocks noChangeShapeType="1"/>
            </p:cNvSpPr>
            <p:nvPr/>
          </p:nvSpPr>
          <p:spPr bwMode="auto">
            <a:xfrm>
              <a:off x="1845" y="2373"/>
              <a:ext cx="95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45" name="Line 57">
              <a:extLst>
                <a:ext uri="{FF2B5EF4-FFF2-40B4-BE49-F238E27FC236}">
                  <a16:creationId xmlns:a16="http://schemas.microsoft.com/office/drawing/2014/main" id="{861D6696-9FAD-B17B-93CB-B00E31AF5A16}"/>
                </a:ext>
              </a:extLst>
            </p:cNvPr>
            <p:cNvSpPr>
              <a:spLocks noChangeShapeType="1"/>
            </p:cNvSpPr>
            <p:nvPr/>
          </p:nvSpPr>
          <p:spPr bwMode="auto">
            <a:xfrm>
              <a:off x="1833" y="2557"/>
              <a:ext cx="95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46" name="Text Box 58">
              <a:extLst>
                <a:ext uri="{FF2B5EF4-FFF2-40B4-BE49-F238E27FC236}">
                  <a16:creationId xmlns:a16="http://schemas.microsoft.com/office/drawing/2014/main" id="{40D7A774-EA7C-2820-5A5A-3CB2AC437D21}"/>
                </a:ext>
              </a:extLst>
            </p:cNvPr>
            <p:cNvSpPr txBox="1">
              <a:spLocks noChangeArrowheads="1"/>
            </p:cNvSpPr>
            <p:nvPr/>
          </p:nvSpPr>
          <p:spPr bwMode="auto">
            <a:xfrm>
              <a:off x="113" y="2361"/>
              <a:ext cx="726"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Address</a:t>
              </a:r>
              <a:endParaRPr lang="ru-RU" altLang="en-US" sz="1200" b="0" u="none"/>
            </a:p>
          </p:txBody>
        </p:sp>
        <p:sp>
          <p:nvSpPr>
            <p:cNvPr id="114747" name="Line 59">
              <a:extLst>
                <a:ext uri="{FF2B5EF4-FFF2-40B4-BE49-F238E27FC236}">
                  <a16:creationId xmlns:a16="http://schemas.microsoft.com/office/drawing/2014/main" id="{F00EA49C-BDC9-F3DA-BEE1-5757723CE9E5}"/>
                </a:ext>
              </a:extLst>
            </p:cNvPr>
            <p:cNvSpPr>
              <a:spLocks noChangeShapeType="1"/>
            </p:cNvSpPr>
            <p:nvPr/>
          </p:nvSpPr>
          <p:spPr bwMode="auto">
            <a:xfrm>
              <a:off x="728" y="2387"/>
              <a:ext cx="96"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48" name="Line 60">
              <a:extLst>
                <a:ext uri="{FF2B5EF4-FFF2-40B4-BE49-F238E27FC236}">
                  <a16:creationId xmlns:a16="http://schemas.microsoft.com/office/drawing/2014/main" id="{C9FCB6DD-B9A0-D612-BF91-BF4508ED2843}"/>
                </a:ext>
              </a:extLst>
            </p:cNvPr>
            <p:cNvSpPr>
              <a:spLocks noChangeShapeType="1"/>
            </p:cNvSpPr>
            <p:nvPr/>
          </p:nvSpPr>
          <p:spPr bwMode="auto">
            <a:xfrm flipH="1">
              <a:off x="728" y="2387"/>
              <a:ext cx="105"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49" name="Line 61">
              <a:extLst>
                <a:ext uri="{FF2B5EF4-FFF2-40B4-BE49-F238E27FC236}">
                  <a16:creationId xmlns:a16="http://schemas.microsoft.com/office/drawing/2014/main" id="{12B51E0B-12ED-2E18-874F-FED26000F9EB}"/>
                </a:ext>
              </a:extLst>
            </p:cNvPr>
            <p:cNvSpPr>
              <a:spLocks noChangeShapeType="1"/>
            </p:cNvSpPr>
            <p:nvPr/>
          </p:nvSpPr>
          <p:spPr bwMode="auto">
            <a:xfrm>
              <a:off x="620" y="2385"/>
              <a:ext cx="1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50" name="Line 62">
              <a:extLst>
                <a:ext uri="{FF2B5EF4-FFF2-40B4-BE49-F238E27FC236}">
                  <a16:creationId xmlns:a16="http://schemas.microsoft.com/office/drawing/2014/main" id="{9A68C0BF-49E7-2F99-0D60-0324143A268C}"/>
                </a:ext>
              </a:extLst>
            </p:cNvPr>
            <p:cNvSpPr>
              <a:spLocks noChangeShapeType="1"/>
            </p:cNvSpPr>
            <p:nvPr/>
          </p:nvSpPr>
          <p:spPr bwMode="auto">
            <a:xfrm>
              <a:off x="617" y="2568"/>
              <a:ext cx="10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51" name="Line 63">
              <a:extLst>
                <a:ext uri="{FF2B5EF4-FFF2-40B4-BE49-F238E27FC236}">
                  <a16:creationId xmlns:a16="http://schemas.microsoft.com/office/drawing/2014/main" id="{BAF36A7C-33E9-0185-7CD2-89FA83945B8D}"/>
                </a:ext>
              </a:extLst>
            </p:cNvPr>
            <p:cNvSpPr>
              <a:spLocks noChangeShapeType="1"/>
            </p:cNvSpPr>
            <p:nvPr/>
          </p:nvSpPr>
          <p:spPr bwMode="auto">
            <a:xfrm>
              <a:off x="1224" y="2792"/>
              <a:ext cx="99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52" name="Line 64">
              <a:extLst>
                <a:ext uri="{FF2B5EF4-FFF2-40B4-BE49-F238E27FC236}">
                  <a16:creationId xmlns:a16="http://schemas.microsoft.com/office/drawing/2014/main" id="{AB7876CD-EC77-D71C-E93E-F94B8C81983A}"/>
                </a:ext>
              </a:extLst>
            </p:cNvPr>
            <p:cNvSpPr>
              <a:spLocks noChangeShapeType="1"/>
            </p:cNvSpPr>
            <p:nvPr/>
          </p:nvSpPr>
          <p:spPr bwMode="auto">
            <a:xfrm>
              <a:off x="1224" y="2974"/>
              <a:ext cx="99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53" name="Line 65">
              <a:extLst>
                <a:ext uri="{FF2B5EF4-FFF2-40B4-BE49-F238E27FC236}">
                  <a16:creationId xmlns:a16="http://schemas.microsoft.com/office/drawing/2014/main" id="{1A5B9AB6-1015-0469-1DE8-903FAD95F805}"/>
                </a:ext>
              </a:extLst>
            </p:cNvPr>
            <p:cNvSpPr>
              <a:spLocks noChangeShapeType="1"/>
            </p:cNvSpPr>
            <p:nvPr/>
          </p:nvSpPr>
          <p:spPr bwMode="auto">
            <a:xfrm rot="-1507977">
              <a:off x="4504" y="2772"/>
              <a:ext cx="1" cy="19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54" name="Line 66">
              <a:extLst>
                <a:ext uri="{FF2B5EF4-FFF2-40B4-BE49-F238E27FC236}">
                  <a16:creationId xmlns:a16="http://schemas.microsoft.com/office/drawing/2014/main" id="{FB3A4604-53EE-542F-382E-C4744749712D}"/>
                </a:ext>
              </a:extLst>
            </p:cNvPr>
            <p:cNvSpPr>
              <a:spLocks noChangeShapeType="1"/>
            </p:cNvSpPr>
            <p:nvPr/>
          </p:nvSpPr>
          <p:spPr bwMode="auto">
            <a:xfrm flipH="1">
              <a:off x="4450" y="2772"/>
              <a:ext cx="105"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55" name="Line 67">
              <a:extLst>
                <a:ext uri="{FF2B5EF4-FFF2-40B4-BE49-F238E27FC236}">
                  <a16:creationId xmlns:a16="http://schemas.microsoft.com/office/drawing/2014/main" id="{A5C738A7-EF23-ADCF-7641-B7EC74AB78E5}"/>
                </a:ext>
              </a:extLst>
            </p:cNvPr>
            <p:cNvSpPr>
              <a:spLocks noChangeShapeType="1"/>
            </p:cNvSpPr>
            <p:nvPr/>
          </p:nvSpPr>
          <p:spPr bwMode="auto">
            <a:xfrm>
              <a:off x="4547" y="2772"/>
              <a:ext cx="79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56" name="Line 68">
              <a:extLst>
                <a:ext uri="{FF2B5EF4-FFF2-40B4-BE49-F238E27FC236}">
                  <a16:creationId xmlns:a16="http://schemas.microsoft.com/office/drawing/2014/main" id="{0A1DA15D-5278-8DE1-ED08-C33E5BCEE44B}"/>
                </a:ext>
              </a:extLst>
            </p:cNvPr>
            <p:cNvSpPr>
              <a:spLocks noChangeShapeType="1"/>
            </p:cNvSpPr>
            <p:nvPr/>
          </p:nvSpPr>
          <p:spPr bwMode="auto">
            <a:xfrm>
              <a:off x="4555" y="2958"/>
              <a:ext cx="79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57" name="Line 69">
              <a:extLst>
                <a:ext uri="{FF2B5EF4-FFF2-40B4-BE49-F238E27FC236}">
                  <a16:creationId xmlns:a16="http://schemas.microsoft.com/office/drawing/2014/main" id="{6F46D2FD-1106-0CF1-40DD-56B49FFDB199}"/>
                </a:ext>
              </a:extLst>
            </p:cNvPr>
            <p:cNvSpPr>
              <a:spLocks noChangeShapeType="1"/>
            </p:cNvSpPr>
            <p:nvPr/>
          </p:nvSpPr>
          <p:spPr bwMode="auto">
            <a:xfrm rot="-1507977">
              <a:off x="3380" y="2780"/>
              <a:ext cx="1" cy="19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58" name="Line 70">
              <a:extLst>
                <a:ext uri="{FF2B5EF4-FFF2-40B4-BE49-F238E27FC236}">
                  <a16:creationId xmlns:a16="http://schemas.microsoft.com/office/drawing/2014/main" id="{A705506F-41EB-585B-712C-96E4CD2B4921}"/>
                </a:ext>
              </a:extLst>
            </p:cNvPr>
            <p:cNvSpPr>
              <a:spLocks noChangeShapeType="1"/>
            </p:cNvSpPr>
            <p:nvPr/>
          </p:nvSpPr>
          <p:spPr bwMode="auto">
            <a:xfrm flipH="1">
              <a:off x="3326" y="2780"/>
              <a:ext cx="105"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59" name="Line 71">
              <a:extLst>
                <a:ext uri="{FF2B5EF4-FFF2-40B4-BE49-F238E27FC236}">
                  <a16:creationId xmlns:a16="http://schemas.microsoft.com/office/drawing/2014/main" id="{AF8B3871-1A51-E9EA-9625-7F58FDCD052B}"/>
                </a:ext>
              </a:extLst>
            </p:cNvPr>
            <p:cNvSpPr>
              <a:spLocks noChangeShapeType="1"/>
            </p:cNvSpPr>
            <p:nvPr/>
          </p:nvSpPr>
          <p:spPr bwMode="auto">
            <a:xfrm>
              <a:off x="3431" y="2781"/>
              <a:ext cx="102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60" name="Line 72">
              <a:extLst>
                <a:ext uri="{FF2B5EF4-FFF2-40B4-BE49-F238E27FC236}">
                  <a16:creationId xmlns:a16="http://schemas.microsoft.com/office/drawing/2014/main" id="{0184A473-5792-0AA3-B053-C22E284D7CCB}"/>
                </a:ext>
              </a:extLst>
            </p:cNvPr>
            <p:cNvSpPr>
              <a:spLocks noChangeShapeType="1"/>
            </p:cNvSpPr>
            <p:nvPr/>
          </p:nvSpPr>
          <p:spPr bwMode="auto">
            <a:xfrm>
              <a:off x="3422" y="2966"/>
              <a:ext cx="102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61" name="Line 73">
              <a:extLst>
                <a:ext uri="{FF2B5EF4-FFF2-40B4-BE49-F238E27FC236}">
                  <a16:creationId xmlns:a16="http://schemas.microsoft.com/office/drawing/2014/main" id="{FCC78BAC-533D-E595-4D2E-88CE3531B66D}"/>
                </a:ext>
              </a:extLst>
            </p:cNvPr>
            <p:cNvSpPr>
              <a:spLocks noChangeShapeType="1"/>
            </p:cNvSpPr>
            <p:nvPr/>
          </p:nvSpPr>
          <p:spPr bwMode="auto">
            <a:xfrm>
              <a:off x="2219" y="2789"/>
              <a:ext cx="96"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62" name="Line 74">
              <a:extLst>
                <a:ext uri="{FF2B5EF4-FFF2-40B4-BE49-F238E27FC236}">
                  <a16:creationId xmlns:a16="http://schemas.microsoft.com/office/drawing/2014/main" id="{CABA84B1-0614-CAA3-8751-318FDCA21A44}"/>
                </a:ext>
              </a:extLst>
            </p:cNvPr>
            <p:cNvSpPr>
              <a:spLocks noChangeShapeType="1"/>
            </p:cNvSpPr>
            <p:nvPr/>
          </p:nvSpPr>
          <p:spPr bwMode="auto">
            <a:xfrm flipH="1">
              <a:off x="2219" y="2789"/>
              <a:ext cx="105"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63" name="Line 75">
              <a:extLst>
                <a:ext uri="{FF2B5EF4-FFF2-40B4-BE49-F238E27FC236}">
                  <a16:creationId xmlns:a16="http://schemas.microsoft.com/office/drawing/2014/main" id="{AD47FFA0-576B-9415-4D63-7A305535A643}"/>
                </a:ext>
              </a:extLst>
            </p:cNvPr>
            <p:cNvSpPr>
              <a:spLocks noChangeShapeType="1"/>
            </p:cNvSpPr>
            <p:nvPr/>
          </p:nvSpPr>
          <p:spPr bwMode="auto">
            <a:xfrm>
              <a:off x="2326" y="2787"/>
              <a:ext cx="102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64" name="Line 76">
              <a:extLst>
                <a:ext uri="{FF2B5EF4-FFF2-40B4-BE49-F238E27FC236}">
                  <a16:creationId xmlns:a16="http://schemas.microsoft.com/office/drawing/2014/main" id="{DE0C4A6B-5DA3-57D6-3B92-2654ECDA08CC}"/>
                </a:ext>
              </a:extLst>
            </p:cNvPr>
            <p:cNvSpPr>
              <a:spLocks noChangeShapeType="1"/>
            </p:cNvSpPr>
            <p:nvPr/>
          </p:nvSpPr>
          <p:spPr bwMode="auto">
            <a:xfrm>
              <a:off x="2314" y="2970"/>
              <a:ext cx="102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65" name="Text Box 77">
              <a:extLst>
                <a:ext uri="{FF2B5EF4-FFF2-40B4-BE49-F238E27FC236}">
                  <a16:creationId xmlns:a16="http://schemas.microsoft.com/office/drawing/2014/main" id="{B9F8CA6E-AB46-3D40-0FB0-76523650712A}"/>
                </a:ext>
              </a:extLst>
            </p:cNvPr>
            <p:cNvSpPr txBox="1">
              <a:spLocks noChangeArrowheads="1"/>
            </p:cNvSpPr>
            <p:nvPr/>
          </p:nvSpPr>
          <p:spPr bwMode="auto">
            <a:xfrm>
              <a:off x="278" y="2745"/>
              <a:ext cx="40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DO</a:t>
              </a:r>
              <a:endParaRPr lang="ru-RU" altLang="en-US" sz="1200" b="0" u="none"/>
            </a:p>
          </p:txBody>
        </p:sp>
        <p:sp>
          <p:nvSpPr>
            <p:cNvPr id="114766" name="Line 78">
              <a:extLst>
                <a:ext uri="{FF2B5EF4-FFF2-40B4-BE49-F238E27FC236}">
                  <a16:creationId xmlns:a16="http://schemas.microsoft.com/office/drawing/2014/main" id="{25D3F473-06A2-DE72-26A3-C62772FCB553}"/>
                </a:ext>
              </a:extLst>
            </p:cNvPr>
            <p:cNvSpPr>
              <a:spLocks noChangeShapeType="1"/>
            </p:cNvSpPr>
            <p:nvPr/>
          </p:nvSpPr>
          <p:spPr bwMode="auto">
            <a:xfrm>
              <a:off x="551" y="3362"/>
              <a:ext cx="15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67" name="Line 79">
              <a:extLst>
                <a:ext uri="{FF2B5EF4-FFF2-40B4-BE49-F238E27FC236}">
                  <a16:creationId xmlns:a16="http://schemas.microsoft.com/office/drawing/2014/main" id="{67DE43B1-2D5D-440A-23D5-526750A7C556}"/>
                </a:ext>
              </a:extLst>
            </p:cNvPr>
            <p:cNvSpPr>
              <a:spLocks noChangeShapeType="1"/>
            </p:cNvSpPr>
            <p:nvPr/>
          </p:nvSpPr>
          <p:spPr bwMode="auto">
            <a:xfrm flipH="1">
              <a:off x="711" y="3183"/>
              <a:ext cx="105" cy="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68" name="Line 80">
              <a:extLst>
                <a:ext uri="{FF2B5EF4-FFF2-40B4-BE49-F238E27FC236}">
                  <a16:creationId xmlns:a16="http://schemas.microsoft.com/office/drawing/2014/main" id="{EC0D0B4B-60E5-A299-A60C-1984E32585FD}"/>
                </a:ext>
              </a:extLst>
            </p:cNvPr>
            <p:cNvSpPr>
              <a:spLocks noChangeShapeType="1"/>
            </p:cNvSpPr>
            <p:nvPr/>
          </p:nvSpPr>
          <p:spPr bwMode="auto">
            <a:xfrm flipV="1">
              <a:off x="810" y="3183"/>
              <a:ext cx="4565" cy="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69" name="Text Box 81">
              <a:extLst>
                <a:ext uri="{FF2B5EF4-FFF2-40B4-BE49-F238E27FC236}">
                  <a16:creationId xmlns:a16="http://schemas.microsoft.com/office/drawing/2014/main" id="{D6CC057F-84FC-D049-19E5-578A8BE0EB45}"/>
                </a:ext>
              </a:extLst>
            </p:cNvPr>
            <p:cNvSpPr txBox="1">
              <a:spLocks noChangeArrowheads="1"/>
            </p:cNvSpPr>
            <p:nvPr/>
          </p:nvSpPr>
          <p:spPr bwMode="auto">
            <a:xfrm>
              <a:off x="312" y="3146"/>
              <a:ext cx="404"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EN</a:t>
              </a:r>
              <a:endParaRPr lang="ru-RU" altLang="en-US" sz="1200" b="0" u="none"/>
            </a:p>
          </p:txBody>
        </p:sp>
        <p:sp>
          <p:nvSpPr>
            <p:cNvPr id="114770" name="Line 82">
              <a:extLst>
                <a:ext uri="{FF2B5EF4-FFF2-40B4-BE49-F238E27FC236}">
                  <a16:creationId xmlns:a16="http://schemas.microsoft.com/office/drawing/2014/main" id="{96922CE3-D50C-0B4B-DB13-F470ACD53E21}"/>
                </a:ext>
              </a:extLst>
            </p:cNvPr>
            <p:cNvSpPr>
              <a:spLocks noChangeShapeType="1"/>
            </p:cNvSpPr>
            <p:nvPr/>
          </p:nvSpPr>
          <p:spPr bwMode="auto">
            <a:xfrm flipH="1">
              <a:off x="2093" y="1085"/>
              <a:ext cx="0" cy="2438"/>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4771" name="Line 83">
              <a:extLst>
                <a:ext uri="{FF2B5EF4-FFF2-40B4-BE49-F238E27FC236}">
                  <a16:creationId xmlns:a16="http://schemas.microsoft.com/office/drawing/2014/main" id="{E329C2A6-C5A7-7EBA-104F-45CC21934838}"/>
                </a:ext>
              </a:extLst>
            </p:cNvPr>
            <p:cNvSpPr>
              <a:spLocks noChangeShapeType="1"/>
            </p:cNvSpPr>
            <p:nvPr/>
          </p:nvSpPr>
          <p:spPr bwMode="auto">
            <a:xfrm flipH="1">
              <a:off x="3180" y="1055"/>
              <a:ext cx="0" cy="2439"/>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4772" name="Line 84">
              <a:extLst>
                <a:ext uri="{FF2B5EF4-FFF2-40B4-BE49-F238E27FC236}">
                  <a16:creationId xmlns:a16="http://schemas.microsoft.com/office/drawing/2014/main" id="{D70041FA-768D-41EC-D712-36FB2AD43AF9}"/>
                </a:ext>
              </a:extLst>
            </p:cNvPr>
            <p:cNvSpPr>
              <a:spLocks noChangeShapeType="1"/>
            </p:cNvSpPr>
            <p:nvPr/>
          </p:nvSpPr>
          <p:spPr bwMode="auto">
            <a:xfrm flipH="1">
              <a:off x="4258" y="1026"/>
              <a:ext cx="0" cy="2438"/>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4773" name="Text Box 85">
              <a:extLst>
                <a:ext uri="{FF2B5EF4-FFF2-40B4-BE49-F238E27FC236}">
                  <a16:creationId xmlns:a16="http://schemas.microsoft.com/office/drawing/2014/main" id="{DA9144A6-8842-E367-AE7A-C5BB5B359ED9}"/>
                </a:ext>
              </a:extLst>
            </p:cNvPr>
            <p:cNvSpPr txBox="1">
              <a:spLocks noChangeArrowheads="1"/>
            </p:cNvSpPr>
            <p:nvPr/>
          </p:nvSpPr>
          <p:spPr bwMode="auto">
            <a:xfrm>
              <a:off x="1056" y="1910"/>
              <a:ext cx="608"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xxxx</a:t>
              </a:r>
              <a:endParaRPr lang="ru-RU" altLang="en-US" sz="1200" b="0" u="none"/>
            </a:p>
          </p:txBody>
        </p:sp>
        <p:sp>
          <p:nvSpPr>
            <p:cNvPr id="114774" name="Text Box 86">
              <a:extLst>
                <a:ext uri="{FF2B5EF4-FFF2-40B4-BE49-F238E27FC236}">
                  <a16:creationId xmlns:a16="http://schemas.microsoft.com/office/drawing/2014/main" id="{F74BDEB5-CCC5-8F55-1DB8-9E06C2961D85}"/>
                </a:ext>
              </a:extLst>
            </p:cNvPr>
            <p:cNvSpPr txBox="1">
              <a:spLocks noChangeArrowheads="1"/>
            </p:cNvSpPr>
            <p:nvPr/>
          </p:nvSpPr>
          <p:spPr bwMode="auto">
            <a:xfrm>
              <a:off x="2193" y="1905"/>
              <a:ext cx="48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1111</a:t>
              </a:r>
              <a:endParaRPr lang="ru-RU" altLang="en-US" sz="1200" b="0" u="none"/>
            </a:p>
          </p:txBody>
        </p:sp>
        <p:sp>
          <p:nvSpPr>
            <p:cNvPr id="114775" name="Text Box 87">
              <a:extLst>
                <a:ext uri="{FF2B5EF4-FFF2-40B4-BE49-F238E27FC236}">
                  <a16:creationId xmlns:a16="http://schemas.microsoft.com/office/drawing/2014/main" id="{A8D47B26-F297-6099-9142-9483CBDA8B3F}"/>
                </a:ext>
              </a:extLst>
            </p:cNvPr>
            <p:cNvSpPr txBox="1">
              <a:spLocks noChangeArrowheads="1"/>
            </p:cNvSpPr>
            <p:nvPr/>
          </p:nvSpPr>
          <p:spPr bwMode="auto">
            <a:xfrm>
              <a:off x="3382" y="1901"/>
              <a:ext cx="608"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2222</a:t>
              </a:r>
              <a:endParaRPr lang="ru-RU" altLang="en-US" sz="1200" b="0" u="none"/>
            </a:p>
          </p:txBody>
        </p:sp>
        <p:sp>
          <p:nvSpPr>
            <p:cNvPr id="114776" name="Text Box 88">
              <a:extLst>
                <a:ext uri="{FF2B5EF4-FFF2-40B4-BE49-F238E27FC236}">
                  <a16:creationId xmlns:a16="http://schemas.microsoft.com/office/drawing/2014/main" id="{11583109-7B01-B55B-2C8D-26B9591E0B95}"/>
                </a:ext>
              </a:extLst>
            </p:cNvPr>
            <p:cNvSpPr txBox="1">
              <a:spLocks noChangeArrowheads="1"/>
            </p:cNvSpPr>
            <p:nvPr/>
          </p:nvSpPr>
          <p:spPr bwMode="auto">
            <a:xfrm>
              <a:off x="1243" y="2376"/>
              <a:ext cx="421"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A1</a:t>
              </a:r>
              <a:endParaRPr lang="ru-RU" altLang="en-US" sz="1200" b="0" u="none"/>
            </a:p>
          </p:txBody>
        </p:sp>
        <p:sp>
          <p:nvSpPr>
            <p:cNvPr id="114777" name="Text Box 89">
              <a:extLst>
                <a:ext uri="{FF2B5EF4-FFF2-40B4-BE49-F238E27FC236}">
                  <a16:creationId xmlns:a16="http://schemas.microsoft.com/office/drawing/2014/main" id="{EFCDE69B-48B5-4357-1A19-0AFAAA255957}"/>
                </a:ext>
              </a:extLst>
            </p:cNvPr>
            <p:cNvSpPr txBox="1">
              <a:spLocks noChangeArrowheads="1"/>
            </p:cNvSpPr>
            <p:nvPr/>
          </p:nvSpPr>
          <p:spPr bwMode="auto">
            <a:xfrm>
              <a:off x="2136" y="2370"/>
              <a:ext cx="421"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A2</a:t>
              </a:r>
              <a:endParaRPr lang="ru-RU" altLang="en-US" sz="1200" b="0" u="none"/>
            </a:p>
          </p:txBody>
        </p:sp>
        <p:sp>
          <p:nvSpPr>
            <p:cNvPr id="114778" name="Text Box 90">
              <a:extLst>
                <a:ext uri="{FF2B5EF4-FFF2-40B4-BE49-F238E27FC236}">
                  <a16:creationId xmlns:a16="http://schemas.microsoft.com/office/drawing/2014/main" id="{087F274C-2909-1227-3908-96DBB8DD62B5}"/>
                </a:ext>
              </a:extLst>
            </p:cNvPr>
            <p:cNvSpPr txBox="1">
              <a:spLocks noChangeArrowheads="1"/>
            </p:cNvSpPr>
            <p:nvPr/>
          </p:nvSpPr>
          <p:spPr bwMode="auto">
            <a:xfrm>
              <a:off x="3231" y="2381"/>
              <a:ext cx="421"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A3</a:t>
              </a:r>
              <a:endParaRPr lang="ru-RU" altLang="en-US" sz="1200" b="0" u="none"/>
            </a:p>
          </p:txBody>
        </p:sp>
        <p:sp>
          <p:nvSpPr>
            <p:cNvPr id="114779" name="Text Box 91">
              <a:extLst>
                <a:ext uri="{FF2B5EF4-FFF2-40B4-BE49-F238E27FC236}">
                  <a16:creationId xmlns:a16="http://schemas.microsoft.com/office/drawing/2014/main" id="{AAB882A3-1A51-65AF-CACE-2202297C856E}"/>
                </a:ext>
              </a:extLst>
            </p:cNvPr>
            <p:cNvSpPr txBox="1">
              <a:spLocks noChangeArrowheads="1"/>
            </p:cNvSpPr>
            <p:nvPr/>
          </p:nvSpPr>
          <p:spPr bwMode="auto">
            <a:xfrm>
              <a:off x="4268" y="2352"/>
              <a:ext cx="421"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A4</a:t>
              </a:r>
              <a:endParaRPr lang="ru-RU" altLang="en-US" sz="1200" b="0" u="none"/>
            </a:p>
          </p:txBody>
        </p:sp>
        <p:sp>
          <p:nvSpPr>
            <p:cNvPr id="114780" name="Text Box 92">
              <a:extLst>
                <a:ext uri="{FF2B5EF4-FFF2-40B4-BE49-F238E27FC236}">
                  <a16:creationId xmlns:a16="http://schemas.microsoft.com/office/drawing/2014/main" id="{594CFC16-634C-7C90-6BA5-12919FB4CAAC}"/>
                </a:ext>
              </a:extLst>
            </p:cNvPr>
            <p:cNvSpPr txBox="1">
              <a:spLocks noChangeArrowheads="1"/>
            </p:cNvSpPr>
            <p:nvPr/>
          </p:nvSpPr>
          <p:spPr bwMode="auto">
            <a:xfrm>
              <a:off x="1367" y="2775"/>
              <a:ext cx="73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Mem(A1)</a:t>
              </a:r>
              <a:endParaRPr lang="ru-RU" altLang="en-US" sz="1200" b="0" u="none"/>
            </a:p>
          </p:txBody>
        </p:sp>
        <p:sp>
          <p:nvSpPr>
            <p:cNvPr id="114781" name="Text Box 93">
              <a:extLst>
                <a:ext uri="{FF2B5EF4-FFF2-40B4-BE49-F238E27FC236}">
                  <a16:creationId xmlns:a16="http://schemas.microsoft.com/office/drawing/2014/main" id="{9D03E4DD-3103-32C1-3E73-47548C4F5EBC}"/>
                </a:ext>
              </a:extLst>
            </p:cNvPr>
            <p:cNvSpPr txBox="1">
              <a:spLocks noChangeArrowheads="1"/>
            </p:cNvSpPr>
            <p:nvPr/>
          </p:nvSpPr>
          <p:spPr bwMode="auto">
            <a:xfrm>
              <a:off x="4696" y="2766"/>
              <a:ext cx="737"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Mem(A4)</a:t>
              </a:r>
              <a:endParaRPr lang="ru-RU" altLang="en-US" sz="1200" b="0" u="none"/>
            </a:p>
          </p:txBody>
        </p:sp>
        <p:sp>
          <p:nvSpPr>
            <p:cNvPr id="114782" name="Text Box 94">
              <a:extLst>
                <a:ext uri="{FF2B5EF4-FFF2-40B4-BE49-F238E27FC236}">
                  <a16:creationId xmlns:a16="http://schemas.microsoft.com/office/drawing/2014/main" id="{55D93E25-8A43-595E-F131-796981BEF72B}"/>
                </a:ext>
              </a:extLst>
            </p:cNvPr>
            <p:cNvSpPr txBox="1">
              <a:spLocks noChangeArrowheads="1"/>
            </p:cNvSpPr>
            <p:nvPr/>
          </p:nvSpPr>
          <p:spPr bwMode="auto">
            <a:xfrm>
              <a:off x="2503" y="2785"/>
              <a:ext cx="608"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1111</a:t>
              </a:r>
              <a:endParaRPr lang="ru-RU" altLang="en-US" sz="1200" b="0" u="none"/>
            </a:p>
          </p:txBody>
        </p:sp>
        <p:sp>
          <p:nvSpPr>
            <p:cNvPr id="114783" name="Text Box 95">
              <a:extLst>
                <a:ext uri="{FF2B5EF4-FFF2-40B4-BE49-F238E27FC236}">
                  <a16:creationId xmlns:a16="http://schemas.microsoft.com/office/drawing/2014/main" id="{C7425283-0289-749F-B4D8-712237F639E4}"/>
                </a:ext>
              </a:extLst>
            </p:cNvPr>
            <p:cNvSpPr txBox="1">
              <a:spLocks noChangeArrowheads="1"/>
            </p:cNvSpPr>
            <p:nvPr/>
          </p:nvSpPr>
          <p:spPr bwMode="auto">
            <a:xfrm>
              <a:off x="3564" y="2771"/>
              <a:ext cx="609"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2222</a:t>
              </a:r>
              <a:endParaRPr lang="ru-RU" altLang="en-US" sz="1200" b="0" u="none"/>
            </a:p>
          </p:txBody>
        </p:sp>
        <p:sp>
          <p:nvSpPr>
            <p:cNvPr id="114784" name="Freeform 96">
              <a:extLst>
                <a:ext uri="{FF2B5EF4-FFF2-40B4-BE49-F238E27FC236}">
                  <a16:creationId xmlns:a16="http://schemas.microsoft.com/office/drawing/2014/main" id="{D35B5AE2-D5DB-27D5-2067-DF4C12020DD1}"/>
                </a:ext>
              </a:extLst>
            </p:cNvPr>
            <p:cNvSpPr>
              <a:spLocks/>
            </p:cNvSpPr>
            <p:nvPr/>
          </p:nvSpPr>
          <p:spPr bwMode="auto">
            <a:xfrm>
              <a:off x="2155" y="2007"/>
              <a:ext cx="304" cy="900"/>
            </a:xfrm>
            <a:custGeom>
              <a:avLst/>
              <a:gdLst>
                <a:gd name="T0" fmla="*/ 0 w 540"/>
                <a:gd name="T1" fmla="*/ 1 h 1650"/>
                <a:gd name="T2" fmla="*/ 1 w 540"/>
                <a:gd name="T3" fmla="*/ 1 h 1650"/>
                <a:gd name="T4" fmla="*/ 1 w 540"/>
                <a:gd name="T5" fmla="*/ 1 h 1650"/>
                <a:gd name="T6" fmla="*/ 1 w 540"/>
                <a:gd name="T7" fmla="*/ 1 h 1650"/>
                <a:gd name="T8" fmla="*/ 0 60000 65536"/>
                <a:gd name="T9" fmla="*/ 0 60000 65536"/>
                <a:gd name="T10" fmla="*/ 0 60000 65536"/>
                <a:gd name="T11" fmla="*/ 0 60000 65536"/>
                <a:gd name="T12" fmla="*/ 0 w 540"/>
                <a:gd name="T13" fmla="*/ 0 h 1650"/>
                <a:gd name="T14" fmla="*/ 540 w 540"/>
                <a:gd name="T15" fmla="*/ 1650 h 1650"/>
              </a:gdLst>
              <a:ahLst/>
              <a:cxnLst>
                <a:cxn ang="T8">
                  <a:pos x="T0" y="T1"/>
                </a:cxn>
                <a:cxn ang="T9">
                  <a:pos x="T2" y="T3"/>
                </a:cxn>
                <a:cxn ang="T10">
                  <a:pos x="T4" y="T5"/>
                </a:cxn>
                <a:cxn ang="T11">
                  <a:pos x="T6" y="T7"/>
                </a:cxn>
              </a:cxnLst>
              <a:rect l="T12" t="T13" r="T14" b="T15"/>
              <a:pathLst>
                <a:path w="540" h="1650">
                  <a:moveTo>
                    <a:pt x="0" y="30"/>
                  </a:moveTo>
                  <a:cubicBezTo>
                    <a:pt x="75" y="15"/>
                    <a:pt x="150" y="0"/>
                    <a:pt x="180" y="210"/>
                  </a:cubicBezTo>
                  <a:cubicBezTo>
                    <a:pt x="210" y="420"/>
                    <a:pt x="120" y="1050"/>
                    <a:pt x="180" y="1290"/>
                  </a:cubicBezTo>
                  <a:cubicBezTo>
                    <a:pt x="240" y="1530"/>
                    <a:pt x="480" y="1590"/>
                    <a:pt x="540" y="1650"/>
                  </a:cubicBezTo>
                </a:path>
              </a:pathLst>
            </a:custGeom>
            <a:noFill/>
            <a:ln w="254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785" name="Freeform 97">
              <a:extLst>
                <a:ext uri="{FF2B5EF4-FFF2-40B4-BE49-F238E27FC236}">
                  <a16:creationId xmlns:a16="http://schemas.microsoft.com/office/drawing/2014/main" id="{B933A4E1-6933-CCBD-26D9-CD29CF135810}"/>
                </a:ext>
              </a:extLst>
            </p:cNvPr>
            <p:cNvSpPr>
              <a:spLocks/>
            </p:cNvSpPr>
            <p:nvPr/>
          </p:nvSpPr>
          <p:spPr bwMode="auto">
            <a:xfrm>
              <a:off x="3284" y="1994"/>
              <a:ext cx="304" cy="900"/>
            </a:xfrm>
            <a:custGeom>
              <a:avLst/>
              <a:gdLst>
                <a:gd name="T0" fmla="*/ 0 w 540"/>
                <a:gd name="T1" fmla="*/ 1 h 1650"/>
                <a:gd name="T2" fmla="*/ 1 w 540"/>
                <a:gd name="T3" fmla="*/ 1 h 1650"/>
                <a:gd name="T4" fmla="*/ 1 w 540"/>
                <a:gd name="T5" fmla="*/ 1 h 1650"/>
                <a:gd name="T6" fmla="*/ 1 w 540"/>
                <a:gd name="T7" fmla="*/ 1 h 1650"/>
                <a:gd name="T8" fmla="*/ 0 60000 65536"/>
                <a:gd name="T9" fmla="*/ 0 60000 65536"/>
                <a:gd name="T10" fmla="*/ 0 60000 65536"/>
                <a:gd name="T11" fmla="*/ 0 60000 65536"/>
                <a:gd name="T12" fmla="*/ 0 w 540"/>
                <a:gd name="T13" fmla="*/ 0 h 1650"/>
                <a:gd name="T14" fmla="*/ 540 w 540"/>
                <a:gd name="T15" fmla="*/ 1650 h 1650"/>
              </a:gdLst>
              <a:ahLst/>
              <a:cxnLst>
                <a:cxn ang="T8">
                  <a:pos x="T0" y="T1"/>
                </a:cxn>
                <a:cxn ang="T9">
                  <a:pos x="T2" y="T3"/>
                </a:cxn>
                <a:cxn ang="T10">
                  <a:pos x="T4" y="T5"/>
                </a:cxn>
                <a:cxn ang="T11">
                  <a:pos x="T6" y="T7"/>
                </a:cxn>
              </a:cxnLst>
              <a:rect l="T12" t="T13" r="T14" b="T15"/>
              <a:pathLst>
                <a:path w="540" h="1650">
                  <a:moveTo>
                    <a:pt x="0" y="30"/>
                  </a:moveTo>
                  <a:cubicBezTo>
                    <a:pt x="75" y="15"/>
                    <a:pt x="150" y="0"/>
                    <a:pt x="180" y="210"/>
                  </a:cubicBezTo>
                  <a:cubicBezTo>
                    <a:pt x="210" y="420"/>
                    <a:pt x="120" y="1050"/>
                    <a:pt x="180" y="1290"/>
                  </a:cubicBezTo>
                  <a:cubicBezTo>
                    <a:pt x="240" y="1530"/>
                    <a:pt x="480" y="1590"/>
                    <a:pt x="540" y="1650"/>
                  </a:cubicBezTo>
                </a:path>
              </a:pathLst>
            </a:custGeom>
            <a:noFill/>
            <a:ln w="254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786" name="Freeform 98">
              <a:extLst>
                <a:ext uri="{FF2B5EF4-FFF2-40B4-BE49-F238E27FC236}">
                  <a16:creationId xmlns:a16="http://schemas.microsoft.com/office/drawing/2014/main" id="{9F4755F0-8283-6D34-CA11-A63B3F1221EF}"/>
                </a:ext>
              </a:extLst>
            </p:cNvPr>
            <p:cNvSpPr>
              <a:spLocks/>
            </p:cNvSpPr>
            <p:nvPr/>
          </p:nvSpPr>
          <p:spPr bwMode="auto">
            <a:xfrm>
              <a:off x="4504" y="2475"/>
              <a:ext cx="203" cy="393"/>
            </a:xfrm>
            <a:custGeom>
              <a:avLst/>
              <a:gdLst>
                <a:gd name="T0" fmla="*/ 0 w 360"/>
                <a:gd name="T1" fmla="*/ 0 h 720"/>
                <a:gd name="T2" fmla="*/ 1 w 360"/>
                <a:gd name="T3" fmla="*/ 1 h 720"/>
                <a:gd name="T4" fmla="*/ 1 w 360"/>
                <a:gd name="T5" fmla="*/ 1 h 720"/>
                <a:gd name="T6" fmla="*/ 1 w 360"/>
                <a:gd name="T7" fmla="*/ 1 h 720"/>
                <a:gd name="T8" fmla="*/ 0 60000 65536"/>
                <a:gd name="T9" fmla="*/ 0 60000 65536"/>
                <a:gd name="T10" fmla="*/ 0 60000 65536"/>
                <a:gd name="T11" fmla="*/ 0 60000 65536"/>
                <a:gd name="T12" fmla="*/ 0 w 360"/>
                <a:gd name="T13" fmla="*/ 0 h 720"/>
                <a:gd name="T14" fmla="*/ 360 w 360"/>
                <a:gd name="T15" fmla="*/ 720 h 720"/>
              </a:gdLst>
              <a:ahLst/>
              <a:cxnLst>
                <a:cxn ang="T8">
                  <a:pos x="T0" y="T1"/>
                </a:cxn>
                <a:cxn ang="T9">
                  <a:pos x="T2" y="T3"/>
                </a:cxn>
                <a:cxn ang="T10">
                  <a:pos x="T4" y="T5"/>
                </a:cxn>
                <a:cxn ang="T11">
                  <a:pos x="T6" y="T7"/>
                </a:cxn>
              </a:cxnLst>
              <a:rect l="T12" t="T13" r="T14" b="T15"/>
              <a:pathLst>
                <a:path w="360" h="720">
                  <a:moveTo>
                    <a:pt x="0" y="0"/>
                  </a:moveTo>
                  <a:cubicBezTo>
                    <a:pt x="75" y="45"/>
                    <a:pt x="150" y="90"/>
                    <a:pt x="180" y="180"/>
                  </a:cubicBezTo>
                  <a:cubicBezTo>
                    <a:pt x="210" y="270"/>
                    <a:pt x="150" y="450"/>
                    <a:pt x="180" y="540"/>
                  </a:cubicBezTo>
                  <a:cubicBezTo>
                    <a:pt x="210" y="630"/>
                    <a:pt x="330" y="690"/>
                    <a:pt x="360" y="720"/>
                  </a:cubicBezTo>
                </a:path>
              </a:pathLst>
            </a:custGeom>
            <a:noFill/>
            <a:ln w="254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787" name="Text Box 99">
              <a:extLst>
                <a:ext uri="{FF2B5EF4-FFF2-40B4-BE49-F238E27FC236}">
                  <a16:creationId xmlns:a16="http://schemas.microsoft.com/office/drawing/2014/main" id="{C31D4DF2-D09A-2FAD-00C6-A450EAC697A0}"/>
                </a:ext>
              </a:extLst>
            </p:cNvPr>
            <p:cNvSpPr txBox="1">
              <a:spLocks noChangeArrowheads="1"/>
            </p:cNvSpPr>
            <p:nvPr/>
          </p:nvSpPr>
          <p:spPr bwMode="auto">
            <a:xfrm>
              <a:off x="549" y="3433"/>
              <a:ext cx="60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Disable</a:t>
              </a:r>
              <a:endParaRPr lang="ru-RU" altLang="en-US" sz="1200" b="0" u="none"/>
            </a:p>
          </p:txBody>
        </p:sp>
        <p:sp>
          <p:nvSpPr>
            <p:cNvPr id="114788" name="Text Box 100">
              <a:extLst>
                <a:ext uri="{FF2B5EF4-FFF2-40B4-BE49-F238E27FC236}">
                  <a16:creationId xmlns:a16="http://schemas.microsoft.com/office/drawing/2014/main" id="{CEE6168A-99D3-32DE-9506-3B35A7FBDC47}"/>
                </a:ext>
              </a:extLst>
            </p:cNvPr>
            <p:cNvSpPr txBox="1">
              <a:spLocks noChangeArrowheads="1"/>
            </p:cNvSpPr>
            <p:nvPr/>
          </p:nvSpPr>
          <p:spPr bwMode="auto">
            <a:xfrm>
              <a:off x="1340" y="3436"/>
              <a:ext cx="608"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Read</a:t>
              </a:r>
              <a:endParaRPr lang="ru-RU" altLang="en-US" sz="1200" b="0" u="none"/>
            </a:p>
          </p:txBody>
        </p:sp>
        <p:sp>
          <p:nvSpPr>
            <p:cNvPr id="114789" name="Text Box 101">
              <a:extLst>
                <a:ext uri="{FF2B5EF4-FFF2-40B4-BE49-F238E27FC236}">
                  <a16:creationId xmlns:a16="http://schemas.microsoft.com/office/drawing/2014/main" id="{978090E2-20E2-42A1-F141-4A50478AE948}"/>
                </a:ext>
              </a:extLst>
            </p:cNvPr>
            <p:cNvSpPr txBox="1">
              <a:spLocks noChangeArrowheads="1"/>
            </p:cNvSpPr>
            <p:nvPr/>
          </p:nvSpPr>
          <p:spPr bwMode="auto">
            <a:xfrm>
              <a:off x="2072" y="3432"/>
              <a:ext cx="1080" cy="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b="0" u="none"/>
                <a:t>Write</a:t>
              </a:r>
            </a:p>
            <a:p>
              <a:pPr algn="ctr" eaLnBrk="1" hangingPunct="1"/>
              <a:r>
                <a:rPr lang="en-US" altLang="en-US" sz="1200" b="0" u="none"/>
                <a:t>Mem(A2)=1111</a:t>
              </a:r>
              <a:endParaRPr lang="ru-RU" altLang="en-US" sz="1200" b="0" u="none"/>
            </a:p>
          </p:txBody>
        </p:sp>
        <p:sp>
          <p:nvSpPr>
            <p:cNvPr id="114790" name="Text Box 102">
              <a:extLst>
                <a:ext uri="{FF2B5EF4-FFF2-40B4-BE49-F238E27FC236}">
                  <a16:creationId xmlns:a16="http://schemas.microsoft.com/office/drawing/2014/main" id="{2B03AB68-2668-809C-FDEB-F0286A064161}"/>
                </a:ext>
              </a:extLst>
            </p:cNvPr>
            <p:cNvSpPr txBox="1">
              <a:spLocks noChangeArrowheads="1"/>
            </p:cNvSpPr>
            <p:nvPr/>
          </p:nvSpPr>
          <p:spPr bwMode="auto">
            <a:xfrm>
              <a:off x="3201" y="3426"/>
              <a:ext cx="1080"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b="0" u="none"/>
                <a:t>Write</a:t>
              </a:r>
            </a:p>
            <a:p>
              <a:pPr algn="ctr" eaLnBrk="1" hangingPunct="1"/>
              <a:r>
                <a:rPr lang="en-US" altLang="en-US" sz="1200" b="0" u="none"/>
                <a:t>Mem(A3)=1111</a:t>
              </a:r>
              <a:endParaRPr lang="ru-RU" altLang="en-US" sz="1200" b="0" u="none"/>
            </a:p>
          </p:txBody>
        </p:sp>
        <p:sp>
          <p:nvSpPr>
            <p:cNvPr id="114791" name="Text Box 103">
              <a:extLst>
                <a:ext uri="{FF2B5EF4-FFF2-40B4-BE49-F238E27FC236}">
                  <a16:creationId xmlns:a16="http://schemas.microsoft.com/office/drawing/2014/main" id="{49E5003B-69E3-2CC3-7057-09C3019CE727}"/>
                </a:ext>
              </a:extLst>
            </p:cNvPr>
            <p:cNvSpPr txBox="1">
              <a:spLocks noChangeArrowheads="1"/>
            </p:cNvSpPr>
            <p:nvPr/>
          </p:nvSpPr>
          <p:spPr bwMode="auto">
            <a:xfrm>
              <a:off x="4481" y="3415"/>
              <a:ext cx="608"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Read</a:t>
              </a:r>
              <a:endParaRPr lang="ru-RU" altLang="en-US" sz="1200" b="0" u="none"/>
            </a:p>
          </p:txBody>
        </p:sp>
        <p:sp>
          <p:nvSpPr>
            <p:cNvPr id="114792" name="Line 104">
              <a:extLst>
                <a:ext uri="{FF2B5EF4-FFF2-40B4-BE49-F238E27FC236}">
                  <a16:creationId xmlns:a16="http://schemas.microsoft.com/office/drawing/2014/main" id="{EE421CE5-C160-0EFC-FD30-CE8F9DC1FC51}"/>
                </a:ext>
              </a:extLst>
            </p:cNvPr>
            <p:cNvSpPr>
              <a:spLocks noChangeShapeType="1"/>
            </p:cNvSpPr>
            <p:nvPr/>
          </p:nvSpPr>
          <p:spPr bwMode="auto">
            <a:xfrm>
              <a:off x="1123" y="2786"/>
              <a:ext cx="96" cy="1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93" name="Line 105">
              <a:extLst>
                <a:ext uri="{FF2B5EF4-FFF2-40B4-BE49-F238E27FC236}">
                  <a16:creationId xmlns:a16="http://schemas.microsoft.com/office/drawing/2014/main" id="{22DABC47-452C-CE2B-E985-177FDC4F1B7F}"/>
                </a:ext>
              </a:extLst>
            </p:cNvPr>
            <p:cNvSpPr>
              <a:spLocks noChangeShapeType="1"/>
            </p:cNvSpPr>
            <p:nvPr/>
          </p:nvSpPr>
          <p:spPr bwMode="auto">
            <a:xfrm flipH="1">
              <a:off x="1123" y="2786"/>
              <a:ext cx="105" cy="1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94" name="Line 106">
              <a:extLst>
                <a:ext uri="{FF2B5EF4-FFF2-40B4-BE49-F238E27FC236}">
                  <a16:creationId xmlns:a16="http://schemas.microsoft.com/office/drawing/2014/main" id="{727E62DC-EDE8-C04C-BEF3-D99B7BD0E363}"/>
                </a:ext>
              </a:extLst>
            </p:cNvPr>
            <p:cNvSpPr>
              <a:spLocks noChangeShapeType="1"/>
            </p:cNvSpPr>
            <p:nvPr/>
          </p:nvSpPr>
          <p:spPr bwMode="auto">
            <a:xfrm flipV="1">
              <a:off x="616" y="2792"/>
              <a:ext cx="51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95" name="Line 107">
              <a:extLst>
                <a:ext uri="{FF2B5EF4-FFF2-40B4-BE49-F238E27FC236}">
                  <a16:creationId xmlns:a16="http://schemas.microsoft.com/office/drawing/2014/main" id="{858773AD-E4B3-A785-4E93-51D1D10B1F0C}"/>
                </a:ext>
              </a:extLst>
            </p:cNvPr>
            <p:cNvSpPr>
              <a:spLocks noChangeShapeType="1"/>
            </p:cNvSpPr>
            <p:nvPr/>
          </p:nvSpPr>
          <p:spPr bwMode="auto">
            <a:xfrm flipV="1">
              <a:off x="613" y="2968"/>
              <a:ext cx="51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796" name="Text Box 108">
              <a:extLst>
                <a:ext uri="{FF2B5EF4-FFF2-40B4-BE49-F238E27FC236}">
                  <a16:creationId xmlns:a16="http://schemas.microsoft.com/office/drawing/2014/main" id="{C75C6FA6-F16C-5C71-86ED-87D8AFFB03CB}"/>
                </a:ext>
              </a:extLst>
            </p:cNvPr>
            <p:cNvSpPr txBox="1">
              <a:spLocks noChangeArrowheads="1"/>
            </p:cNvSpPr>
            <p:nvPr/>
          </p:nvSpPr>
          <p:spPr bwMode="auto">
            <a:xfrm>
              <a:off x="599" y="2795"/>
              <a:ext cx="457"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0000</a:t>
              </a:r>
              <a:endParaRPr lang="ru-RU" altLang="en-US" sz="1200" b="0" u="none"/>
            </a:p>
          </p:txBody>
        </p:sp>
      </p:gr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20DE0D8-1171-97AD-8680-27922791EAC2}"/>
              </a:ext>
            </a:extLst>
          </p:cNvPr>
          <p:cNvSpPr>
            <a:spLocks noGrp="1" noChangeArrowheads="1"/>
          </p:cNvSpPr>
          <p:nvPr>
            <p:ph type="title"/>
          </p:nvPr>
        </p:nvSpPr>
        <p:spPr>
          <a:xfrm>
            <a:off x="0" y="183401"/>
            <a:ext cx="11612880" cy="704088"/>
          </a:xfrm>
        </p:spPr>
        <p:txBody>
          <a:bodyPr/>
          <a:lstStyle/>
          <a:p>
            <a:r>
              <a:rPr lang="en-US" altLang="en-US"/>
              <a:t>Read_First Mode</a:t>
            </a:r>
            <a:endParaRPr lang="ru-RU" altLang="en-US"/>
          </a:p>
        </p:txBody>
      </p:sp>
      <p:grpSp>
        <p:nvGrpSpPr>
          <p:cNvPr id="115715" name="Group 3">
            <a:extLst>
              <a:ext uri="{FF2B5EF4-FFF2-40B4-BE49-F238E27FC236}">
                <a16:creationId xmlns:a16="http://schemas.microsoft.com/office/drawing/2014/main" id="{B90E2001-0ECB-9659-4D13-5FBCE887D776}"/>
              </a:ext>
            </a:extLst>
          </p:cNvPr>
          <p:cNvGrpSpPr>
            <a:grpSpLocks/>
          </p:cNvGrpSpPr>
          <p:nvPr/>
        </p:nvGrpSpPr>
        <p:grpSpPr bwMode="auto">
          <a:xfrm>
            <a:off x="2362200" y="1600200"/>
            <a:ext cx="7162800" cy="3875088"/>
            <a:chOff x="108" y="935"/>
            <a:chExt cx="5494" cy="2994"/>
          </a:xfrm>
        </p:grpSpPr>
        <p:sp>
          <p:nvSpPr>
            <p:cNvPr id="115716" name="Text Box 4">
              <a:extLst>
                <a:ext uri="{FF2B5EF4-FFF2-40B4-BE49-F238E27FC236}">
                  <a16:creationId xmlns:a16="http://schemas.microsoft.com/office/drawing/2014/main" id="{70CA01E1-9F03-2056-4600-047C0D9D49EC}"/>
                </a:ext>
              </a:extLst>
            </p:cNvPr>
            <p:cNvSpPr txBox="1">
              <a:spLocks noChangeArrowheads="1"/>
            </p:cNvSpPr>
            <p:nvPr/>
          </p:nvSpPr>
          <p:spPr bwMode="auto">
            <a:xfrm>
              <a:off x="403" y="3588"/>
              <a:ext cx="620"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Disable</a:t>
              </a:r>
              <a:endParaRPr lang="ru-RU" altLang="en-US" sz="1200" b="0" u="none"/>
            </a:p>
          </p:txBody>
        </p:sp>
        <p:sp>
          <p:nvSpPr>
            <p:cNvPr id="115717" name="Text Box 5">
              <a:extLst>
                <a:ext uri="{FF2B5EF4-FFF2-40B4-BE49-F238E27FC236}">
                  <a16:creationId xmlns:a16="http://schemas.microsoft.com/office/drawing/2014/main" id="{C8EBB2CD-3800-63F5-F05C-8EDBC5ACB218}"/>
                </a:ext>
              </a:extLst>
            </p:cNvPr>
            <p:cNvSpPr txBox="1">
              <a:spLocks noChangeArrowheads="1"/>
            </p:cNvSpPr>
            <p:nvPr/>
          </p:nvSpPr>
          <p:spPr bwMode="auto">
            <a:xfrm>
              <a:off x="1252" y="3600"/>
              <a:ext cx="621"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Read</a:t>
              </a:r>
              <a:endParaRPr lang="ru-RU" altLang="en-US" sz="1200" b="0" u="none"/>
            </a:p>
          </p:txBody>
        </p:sp>
        <p:sp>
          <p:nvSpPr>
            <p:cNvPr id="115718" name="Text Box 6">
              <a:extLst>
                <a:ext uri="{FF2B5EF4-FFF2-40B4-BE49-F238E27FC236}">
                  <a16:creationId xmlns:a16="http://schemas.microsoft.com/office/drawing/2014/main" id="{523ABEA9-C7B2-EFA2-3AD1-4520F33B88C4}"/>
                </a:ext>
              </a:extLst>
            </p:cNvPr>
            <p:cNvSpPr txBox="1">
              <a:spLocks noChangeArrowheads="1"/>
            </p:cNvSpPr>
            <p:nvPr/>
          </p:nvSpPr>
          <p:spPr bwMode="auto">
            <a:xfrm>
              <a:off x="2093" y="3532"/>
              <a:ext cx="1101"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b="0" u="none"/>
                <a:t>Write</a:t>
              </a:r>
            </a:p>
            <a:p>
              <a:pPr algn="ctr" eaLnBrk="1" hangingPunct="1"/>
              <a:r>
                <a:rPr lang="en-US" altLang="en-US" sz="1200" b="0" u="none"/>
                <a:t>Mem(A2)=1111</a:t>
              </a:r>
              <a:endParaRPr lang="ru-RU" altLang="en-US" sz="1200" b="0" u="none"/>
            </a:p>
          </p:txBody>
        </p:sp>
        <p:sp>
          <p:nvSpPr>
            <p:cNvPr id="115719" name="Text Box 7">
              <a:extLst>
                <a:ext uri="{FF2B5EF4-FFF2-40B4-BE49-F238E27FC236}">
                  <a16:creationId xmlns:a16="http://schemas.microsoft.com/office/drawing/2014/main" id="{B44402D2-DFB5-B686-2F33-AA9E98FC0FC7}"/>
                </a:ext>
              </a:extLst>
            </p:cNvPr>
            <p:cNvSpPr txBox="1">
              <a:spLocks noChangeArrowheads="1"/>
            </p:cNvSpPr>
            <p:nvPr/>
          </p:nvSpPr>
          <p:spPr bwMode="auto">
            <a:xfrm>
              <a:off x="3218" y="3500"/>
              <a:ext cx="1101"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b="0" u="none"/>
                <a:t>Write</a:t>
              </a:r>
            </a:p>
            <a:p>
              <a:pPr algn="ctr" eaLnBrk="1" hangingPunct="1"/>
              <a:r>
                <a:rPr lang="en-US" altLang="en-US" sz="1200" b="0" u="none"/>
                <a:t>Mem(A3)=1111</a:t>
              </a:r>
              <a:endParaRPr lang="ru-RU" altLang="en-US" sz="1200" b="0" u="none"/>
            </a:p>
          </p:txBody>
        </p:sp>
        <p:sp>
          <p:nvSpPr>
            <p:cNvPr id="115720" name="Line 8">
              <a:extLst>
                <a:ext uri="{FF2B5EF4-FFF2-40B4-BE49-F238E27FC236}">
                  <a16:creationId xmlns:a16="http://schemas.microsoft.com/office/drawing/2014/main" id="{B3C868DF-6038-11CC-2B9A-D0AFB9ACCD8C}"/>
                </a:ext>
              </a:extLst>
            </p:cNvPr>
            <p:cNvSpPr>
              <a:spLocks noChangeShapeType="1"/>
            </p:cNvSpPr>
            <p:nvPr/>
          </p:nvSpPr>
          <p:spPr bwMode="auto">
            <a:xfrm flipH="1">
              <a:off x="1006" y="996"/>
              <a:ext cx="0" cy="2676"/>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5721" name="Line 9">
              <a:extLst>
                <a:ext uri="{FF2B5EF4-FFF2-40B4-BE49-F238E27FC236}">
                  <a16:creationId xmlns:a16="http://schemas.microsoft.com/office/drawing/2014/main" id="{D7DB7133-616D-B44B-60D7-E52AA0A3B78A}"/>
                </a:ext>
              </a:extLst>
            </p:cNvPr>
            <p:cNvSpPr>
              <a:spLocks noChangeShapeType="1"/>
            </p:cNvSpPr>
            <p:nvPr/>
          </p:nvSpPr>
          <p:spPr bwMode="auto">
            <a:xfrm>
              <a:off x="585" y="1903"/>
              <a:ext cx="117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22" name="Line 10">
              <a:extLst>
                <a:ext uri="{FF2B5EF4-FFF2-40B4-BE49-F238E27FC236}">
                  <a16:creationId xmlns:a16="http://schemas.microsoft.com/office/drawing/2014/main" id="{A6CEA2AC-2503-C8A4-D306-4D824D9CAAB3}"/>
                </a:ext>
              </a:extLst>
            </p:cNvPr>
            <p:cNvSpPr>
              <a:spLocks noChangeShapeType="1"/>
            </p:cNvSpPr>
            <p:nvPr/>
          </p:nvSpPr>
          <p:spPr bwMode="auto">
            <a:xfrm>
              <a:off x="574" y="2104"/>
              <a:ext cx="117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23" name="Line 11">
              <a:extLst>
                <a:ext uri="{FF2B5EF4-FFF2-40B4-BE49-F238E27FC236}">
                  <a16:creationId xmlns:a16="http://schemas.microsoft.com/office/drawing/2014/main" id="{EC7DE6AD-7E02-898B-6F08-807B0ABCD54B}"/>
                </a:ext>
              </a:extLst>
            </p:cNvPr>
            <p:cNvSpPr>
              <a:spLocks noChangeShapeType="1"/>
            </p:cNvSpPr>
            <p:nvPr/>
          </p:nvSpPr>
          <p:spPr bwMode="auto">
            <a:xfrm rot="-1507977">
              <a:off x="4051" y="1881"/>
              <a:ext cx="0" cy="21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24" name="Line 12">
              <a:extLst>
                <a:ext uri="{FF2B5EF4-FFF2-40B4-BE49-F238E27FC236}">
                  <a16:creationId xmlns:a16="http://schemas.microsoft.com/office/drawing/2014/main" id="{E81B9DD5-EDC2-AB84-EC52-0E3F12E46E0C}"/>
                </a:ext>
              </a:extLst>
            </p:cNvPr>
            <p:cNvSpPr>
              <a:spLocks noChangeShapeType="1"/>
            </p:cNvSpPr>
            <p:nvPr/>
          </p:nvSpPr>
          <p:spPr bwMode="auto">
            <a:xfrm flipH="1">
              <a:off x="3995" y="1881"/>
              <a:ext cx="108"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25" name="Line 13">
              <a:extLst>
                <a:ext uri="{FF2B5EF4-FFF2-40B4-BE49-F238E27FC236}">
                  <a16:creationId xmlns:a16="http://schemas.microsoft.com/office/drawing/2014/main" id="{72A005FA-06F2-1121-5D36-7E3F7B050AF8}"/>
                </a:ext>
              </a:extLst>
            </p:cNvPr>
            <p:cNvSpPr>
              <a:spLocks noChangeShapeType="1"/>
            </p:cNvSpPr>
            <p:nvPr/>
          </p:nvSpPr>
          <p:spPr bwMode="auto">
            <a:xfrm>
              <a:off x="4095" y="1881"/>
              <a:ext cx="13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26" name="Line 14">
              <a:extLst>
                <a:ext uri="{FF2B5EF4-FFF2-40B4-BE49-F238E27FC236}">
                  <a16:creationId xmlns:a16="http://schemas.microsoft.com/office/drawing/2014/main" id="{1664761A-95CC-E8BC-627C-C472B7378EA9}"/>
                </a:ext>
              </a:extLst>
            </p:cNvPr>
            <p:cNvSpPr>
              <a:spLocks noChangeShapeType="1"/>
            </p:cNvSpPr>
            <p:nvPr/>
          </p:nvSpPr>
          <p:spPr bwMode="auto">
            <a:xfrm>
              <a:off x="4103" y="2085"/>
              <a:ext cx="130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27" name="Line 15">
              <a:extLst>
                <a:ext uri="{FF2B5EF4-FFF2-40B4-BE49-F238E27FC236}">
                  <a16:creationId xmlns:a16="http://schemas.microsoft.com/office/drawing/2014/main" id="{07E37A24-4F81-961E-9217-BA09F1265521}"/>
                </a:ext>
              </a:extLst>
            </p:cNvPr>
            <p:cNvSpPr>
              <a:spLocks noChangeShapeType="1"/>
            </p:cNvSpPr>
            <p:nvPr/>
          </p:nvSpPr>
          <p:spPr bwMode="auto">
            <a:xfrm rot="-1507977">
              <a:off x="2880" y="1890"/>
              <a:ext cx="0" cy="2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28" name="Line 16">
              <a:extLst>
                <a:ext uri="{FF2B5EF4-FFF2-40B4-BE49-F238E27FC236}">
                  <a16:creationId xmlns:a16="http://schemas.microsoft.com/office/drawing/2014/main" id="{7C80707E-2E59-FE9B-23B7-44504C05E9C1}"/>
                </a:ext>
              </a:extLst>
            </p:cNvPr>
            <p:cNvSpPr>
              <a:spLocks noChangeShapeType="1"/>
            </p:cNvSpPr>
            <p:nvPr/>
          </p:nvSpPr>
          <p:spPr bwMode="auto">
            <a:xfrm flipH="1">
              <a:off x="2824" y="1890"/>
              <a:ext cx="107"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29" name="Line 17">
              <a:extLst>
                <a:ext uri="{FF2B5EF4-FFF2-40B4-BE49-F238E27FC236}">
                  <a16:creationId xmlns:a16="http://schemas.microsoft.com/office/drawing/2014/main" id="{CEF85B48-F1AA-02EF-BD2B-C3A551B9A0EF}"/>
                </a:ext>
              </a:extLst>
            </p:cNvPr>
            <p:cNvSpPr>
              <a:spLocks noChangeShapeType="1"/>
            </p:cNvSpPr>
            <p:nvPr/>
          </p:nvSpPr>
          <p:spPr bwMode="auto">
            <a:xfrm>
              <a:off x="2931" y="1890"/>
              <a:ext cx="10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30" name="Line 18">
              <a:extLst>
                <a:ext uri="{FF2B5EF4-FFF2-40B4-BE49-F238E27FC236}">
                  <a16:creationId xmlns:a16="http://schemas.microsoft.com/office/drawing/2014/main" id="{D7F3E76A-12A9-D51B-14C8-41A4FFE0F23E}"/>
                </a:ext>
              </a:extLst>
            </p:cNvPr>
            <p:cNvSpPr>
              <a:spLocks noChangeShapeType="1"/>
            </p:cNvSpPr>
            <p:nvPr/>
          </p:nvSpPr>
          <p:spPr bwMode="auto">
            <a:xfrm>
              <a:off x="2922" y="2094"/>
              <a:ext cx="107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31" name="Line 19">
              <a:extLst>
                <a:ext uri="{FF2B5EF4-FFF2-40B4-BE49-F238E27FC236}">
                  <a16:creationId xmlns:a16="http://schemas.microsoft.com/office/drawing/2014/main" id="{FE04F02E-8572-4A87-6D20-A4BDC1BBB405}"/>
                </a:ext>
              </a:extLst>
            </p:cNvPr>
            <p:cNvSpPr>
              <a:spLocks noChangeShapeType="1"/>
            </p:cNvSpPr>
            <p:nvPr/>
          </p:nvSpPr>
          <p:spPr bwMode="auto">
            <a:xfrm>
              <a:off x="493" y="1308"/>
              <a:ext cx="4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32" name="Line 20">
              <a:extLst>
                <a:ext uri="{FF2B5EF4-FFF2-40B4-BE49-F238E27FC236}">
                  <a16:creationId xmlns:a16="http://schemas.microsoft.com/office/drawing/2014/main" id="{E52C5FB5-52DD-20E0-A4A5-DA2F4C06DF33}"/>
                </a:ext>
              </a:extLst>
            </p:cNvPr>
            <p:cNvSpPr>
              <a:spLocks noChangeShapeType="1"/>
            </p:cNvSpPr>
            <p:nvPr/>
          </p:nvSpPr>
          <p:spPr bwMode="auto">
            <a:xfrm flipH="1">
              <a:off x="952" y="1106"/>
              <a:ext cx="98"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33" name="Line 21">
              <a:extLst>
                <a:ext uri="{FF2B5EF4-FFF2-40B4-BE49-F238E27FC236}">
                  <a16:creationId xmlns:a16="http://schemas.microsoft.com/office/drawing/2014/main" id="{E4223FFF-72E9-D09A-EFEC-BDC8A14CC5BF}"/>
                </a:ext>
              </a:extLst>
            </p:cNvPr>
            <p:cNvSpPr>
              <a:spLocks noChangeShapeType="1"/>
            </p:cNvSpPr>
            <p:nvPr/>
          </p:nvSpPr>
          <p:spPr bwMode="auto">
            <a:xfrm flipV="1">
              <a:off x="1047" y="1106"/>
              <a:ext cx="4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34" name="Line 22">
              <a:extLst>
                <a:ext uri="{FF2B5EF4-FFF2-40B4-BE49-F238E27FC236}">
                  <a16:creationId xmlns:a16="http://schemas.microsoft.com/office/drawing/2014/main" id="{6A257544-33FD-AED2-9472-1617CEBE73A3}"/>
                </a:ext>
              </a:extLst>
            </p:cNvPr>
            <p:cNvSpPr>
              <a:spLocks noChangeShapeType="1"/>
            </p:cNvSpPr>
            <p:nvPr/>
          </p:nvSpPr>
          <p:spPr bwMode="auto">
            <a:xfrm>
              <a:off x="1603" y="1303"/>
              <a:ext cx="45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35" name="Line 23">
              <a:extLst>
                <a:ext uri="{FF2B5EF4-FFF2-40B4-BE49-F238E27FC236}">
                  <a16:creationId xmlns:a16="http://schemas.microsoft.com/office/drawing/2014/main" id="{277412A4-C85B-4117-646E-5A1773579033}"/>
                </a:ext>
              </a:extLst>
            </p:cNvPr>
            <p:cNvSpPr>
              <a:spLocks noChangeShapeType="1"/>
            </p:cNvSpPr>
            <p:nvPr/>
          </p:nvSpPr>
          <p:spPr bwMode="auto">
            <a:xfrm>
              <a:off x="1509" y="1097"/>
              <a:ext cx="98" cy="20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36" name="Line 24">
              <a:extLst>
                <a:ext uri="{FF2B5EF4-FFF2-40B4-BE49-F238E27FC236}">
                  <a16:creationId xmlns:a16="http://schemas.microsoft.com/office/drawing/2014/main" id="{4A3A39D9-796D-B94D-8C8A-D7C84515EA57}"/>
                </a:ext>
              </a:extLst>
            </p:cNvPr>
            <p:cNvSpPr>
              <a:spLocks noChangeShapeType="1"/>
            </p:cNvSpPr>
            <p:nvPr/>
          </p:nvSpPr>
          <p:spPr bwMode="auto">
            <a:xfrm flipH="1">
              <a:off x="2061" y="1101"/>
              <a:ext cx="98"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37" name="Line 25">
              <a:extLst>
                <a:ext uri="{FF2B5EF4-FFF2-40B4-BE49-F238E27FC236}">
                  <a16:creationId xmlns:a16="http://schemas.microsoft.com/office/drawing/2014/main" id="{C2308F15-6160-4B7E-939E-5A01A06DA97A}"/>
                </a:ext>
              </a:extLst>
            </p:cNvPr>
            <p:cNvSpPr>
              <a:spLocks noChangeShapeType="1"/>
            </p:cNvSpPr>
            <p:nvPr/>
          </p:nvSpPr>
          <p:spPr bwMode="auto">
            <a:xfrm flipV="1">
              <a:off x="2154" y="1101"/>
              <a:ext cx="4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38" name="Line 26">
              <a:extLst>
                <a:ext uri="{FF2B5EF4-FFF2-40B4-BE49-F238E27FC236}">
                  <a16:creationId xmlns:a16="http://schemas.microsoft.com/office/drawing/2014/main" id="{9DE05F51-0F56-D448-7803-5BAE37B40A6A}"/>
                </a:ext>
              </a:extLst>
            </p:cNvPr>
            <p:cNvSpPr>
              <a:spLocks noChangeShapeType="1"/>
            </p:cNvSpPr>
            <p:nvPr/>
          </p:nvSpPr>
          <p:spPr bwMode="auto">
            <a:xfrm>
              <a:off x="2705" y="1298"/>
              <a:ext cx="4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39" name="Line 27">
              <a:extLst>
                <a:ext uri="{FF2B5EF4-FFF2-40B4-BE49-F238E27FC236}">
                  <a16:creationId xmlns:a16="http://schemas.microsoft.com/office/drawing/2014/main" id="{B57BBD4A-778D-41B4-7B9D-A5610FAB2666}"/>
                </a:ext>
              </a:extLst>
            </p:cNvPr>
            <p:cNvSpPr>
              <a:spLocks noChangeShapeType="1"/>
            </p:cNvSpPr>
            <p:nvPr/>
          </p:nvSpPr>
          <p:spPr bwMode="auto">
            <a:xfrm>
              <a:off x="2608" y="1092"/>
              <a:ext cx="99" cy="20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40" name="Line 28">
              <a:extLst>
                <a:ext uri="{FF2B5EF4-FFF2-40B4-BE49-F238E27FC236}">
                  <a16:creationId xmlns:a16="http://schemas.microsoft.com/office/drawing/2014/main" id="{68E404AD-6943-CB2B-C7C2-D7B754A20095}"/>
                </a:ext>
              </a:extLst>
            </p:cNvPr>
            <p:cNvSpPr>
              <a:spLocks noChangeShapeType="1"/>
            </p:cNvSpPr>
            <p:nvPr/>
          </p:nvSpPr>
          <p:spPr bwMode="auto">
            <a:xfrm flipH="1">
              <a:off x="3164" y="1092"/>
              <a:ext cx="97"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41" name="Line 29">
              <a:extLst>
                <a:ext uri="{FF2B5EF4-FFF2-40B4-BE49-F238E27FC236}">
                  <a16:creationId xmlns:a16="http://schemas.microsoft.com/office/drawing/2014/main" id="{B6BBB697-E8CE-DC1C-C5A7-FB66CFD7D8B4}"/>
                </a:ext>
              </a:extLst>
            </p:cNvPr>
            <p:cNvSpPr>
              <a:spLocks noChangeShapeType="1"/>
            </p:cNvSpPr>
            <p:nvPr/>
          </p:nvSpPr>
          <p:spPr bwMode="auto">
            <a:xfrm flipV="1">
              <a:off x="3258" y="1092"/>
              <a:ext cx="4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42" name="Line 30">
              <a:extLst>
                <a:ext uri="{FF2B5EF4-FFF2-40B4-BE49-F238E27FC236}">
                  <a16:creationId xmlns:a16="http://schemas.microsoft.com/office/drawing/2014/main" id="{F55BA67D-978C-4F82-16D1-01EAFF47B4E4}"/>
                </a:ext>
              </a:extLst>
            </p:cNvPr>
            <p:cNvSpPr>
              <a:spLocks noChangeShapeType="1"/>
            </p:cNvSpPr>
            <p:nvPr/>
          </p:nvSpPr>
          <p:spPr bwMode="auto">
            <a:xfrm>
              <a:off x="3798" y="1289"/>
              <a:ext cx="4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43" name="Line 31">
              <a:extLst>
                <a:ext uri="{FF2B5EF4-FFF2-40B4-BE49-F238E27FC236}">
                  <a16:creationId xmlns:a16="http://schemas.microsoft.com/office/drawing/2014/main" id="{53ED5D58-CA77-8BAE-1C15-249B3E6F4BB9}"/>
                </a:ext>
              </a:extLst>
            </p:cNvPr>
            <p:cNvSpPr>
              <a:spLocks noChangeShapeType="1"/>
            </p:cNvSpPr>
            <p:nvPr/>
          </p:nvSpPr>
          <p:spPr bwMode="auto">
            <a:xfrm>
              <a:off x="3711" y="1082"/>
              <a:ext cx="99"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44" name="Line 32">
              <a:extLst>
                <a:ext uri="{FF2B5EF4-FFF2-40B4-BE49-F238E27FC236}">
                  <a16:creationId xmlns:a16="http://schemas.microsoft.com/office/drawing/2014/main" id="{B72C1FD7-7461-F792-64AD-6769F72BF2F6}"/>
                </a:ext>
              </a:extLst>
            </p:cNvPr>
            <p:cNvSpPr>
              <a:spLocks noChangeShapeType="1"/>
            </p:cNvSpPr>
            <p:nvPr/>
          </p:nvSpPr>
          <p:spPr bwMode="auto">
            <a:xfrm flipH="1">
              <a:off x="4264" y="1087"/>
              <a:ext cx="97"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45" name="Line 33">
              <a:extLst>
                <a:ext uri="{FF2B5EF4-FFF2-40B4-BE49-F238E27FC236}">
                  <a16:creationId xmlns:a16="http://schemas.microsoft.com/office/drawing/2014/main" id="{1C381525-3723-2C22-76E5-766B3EB8094E}"/>
                </a:ext>
              </a:extLst>
            </p:cNvPr>
            <p:cNvSpPr>
              <a:spLocks noChangeShapeType="1"/>
            </p:cNvSpPr>
            <p:nvPr/>
          </p:nvSpPr>
          <p:spPr bwMode="auto">
            <a:xfrm flipV="1">
              <a:off x="4357" y="1087"/>
              <a:ext cx="4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46" name="Line 34">
              <a:extLst>
                <a:ext uri="{FF2B5EF4-FFF2-40B4-BE49-F238E27FC236}">
                  <a16:creationId xmlns:a16="http://schemas.microsoft.com/office/drawing/2014/main" id="{EFFFB5AE-1710-64CA-815D-21337C5A3755}"/>
                </a:ext>
              </a:extLst>
            </p:cNvPr>
            <p:cNvSpPr>
              <a:spLocks noChangeShapeType="1"/>
            </p:cNvSpPr>
            <p:nvPr/>
          </p:nvSpPr>
          <p:spPr bwMode="auto">
            <a:xfrm>
              <a:off x="4886" y="1284"/>
              <a:ext cx="45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47" name="Line 35">
              <a:extLst>
                <a:ext uri="{FF2B5EF4-FFF2-40B4-BE49-F238E27FC236}">
                  <a16:creationId xmlns:a16="http://schemas.microsoft.com/office/drawing/2014/main" id="{5F4EFA37-4E32-3322-31FD-57A097E01FD0}"/>
                </a:ext>
              </a:extLst>
            </p:cNvPr>
            <p:cNvSpPr>
              <a:spLocks noChangeShapeType="1"/>
            </p:cNvSpPr>
            <p:nvPr/>
          </p:nvSpPr>
          <p:spPr bwMode="auto">
            <a:xfrm>
              <a:off x="4802" y="1077"/>
              <a:ext cx="98"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48" name="Line 36">
              <a:extLst>
                <a:ext uri="{FF2B5EF4-FFF2-40B4-BE49-F238E27FC236}">
                  <a16:creationId xmlns:a16="http://schemas.microsoft.com/office/drawing/2014/main" id="{C0B1B733-8547-EFAE-987F-E509EA3E8F43}"/>
                </a:ext>
              </a:extLst>
            </p:cNvPr>
            <p:cNvSpPr>
              <a:spLocks noChangeShapeType="1"/>
            </p:cNvSpPr>
            <p:nvPr/>
          </p:nvSpPr>
          <p:spPr bwMode="auto">
            <a:xfrm>
              <a:off x="505" y="1622"/>
              <a:ext cx="13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49" name="Line 37">
              <a:extLst>
                <a:ext uri="{FF2B5EF4-FFF2-40B4-BE49-F238E27FC236}">
                  <a16:creationId xmlns:a16="http://schemas.microsoft.com/office/drawing/2014/main" id="{A44BB224-BA3E-6496-AF05-E86641D20DD5}"/>
                </a:ext>
              </a:extLst>
            </p:cNvPr>
            <p:cNvSpPr>
              <a:spLocks noChangeShapeType="1"/>
            </p:cNvSpPr>
            <p:nvPr/>
          </p:nvSpPr>
          <p:spPr bwMode="auto">
            <a:xfrm flipH="1">
              <a:off x="1854" y="1420"/>
              <a:ext cx="106" cy="20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50" name="Line 38">
              <a:extLst>
                <a:ext uri="{FF2B5EF4-FFF2-40B4-BE49-F238E27FC236}">
                  <a16:creationId xmlns:a16="http://schemas.microsoft.com/office/drawing/2014/main" id="{0414314D-2DBA-9431-6168-6872B2C4E17C}"/>
                </a:ext>
              </a:extLst>
            </p:cNvPr>
            <p:cNvSpPr>
              <a:spLocks noChangeShapeType="1"/>
            </p:cNvSpPr>
            <p:nvPr/>
          </p:nvSpPr>
          <p:spPr bwMode="auto">
            <a:xfrm flipV="1">
              <a:off x="1955" y="1424"/>
              <a:ext cx="208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51" name="Line 39">
              <a:extLst>
                <a:ext uri="{FF2B5EF4-FFF2-40B4-BE49-F238E27FC236}">
                  <a16:creationId xmlns:a16="http://schemas.microsoft.com/office/drawing/2014/main" id="{EBC4ACE3-B1F4-7C48-EA6B-AD15AFAEE186}"/>
                </a:ext>
              </a:extLst>
            </p:cNvPr>
            <p:cNvSpPr>
              <a:spLocks noChangeShapeType="1"/>
            </p:cNvSpPr>
            <p:nvPr/>
          </p:nvSpPr>
          <p:spPr bwMode="auto">
            <a:xfrm>
              <a:off x="4036" y="1419"/>
              <a:ext cx="98" cy="20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52" name="Line 40">
              <a:extLst>
                <a:ext uri="{FF2B5EF4-FFF2-40B4-BE49-F238E27FC236}">
                  <a16:creationId xmlns:a16="http://schemas.microsoft.com/office/drawing/2014/main" id="{CC33DB76-FFD9-A531-DB1B-5906FCD20AAD}"/>
                </a:ext>
              </a:extLst>
            </p:cNvPr>
            <p:cNvSpPr>
              <a:spLocks noChangeShapeType="1"/>
            </p:cNvSpPr>
            <p:nvPr/>
          </p:nvSpPr>
          <p:spPr bwMode="auto">
            <a:xfrm>
              <a:off x="4135" y="1622"/>
              <a:ext cx="123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53" name="Text Box 41">
              <a:extLst>
                <a:ext uri="{FF2B5EF4-FFF2-40B4-BE49-F238E27FC236}">
                  <a16:creationId xmlns:a16="http://schemas.microsoft.com/office/drawing/2014/main" id="{AA8D7660-095A-3DBB-D9E5-D605775B524D}"/>
                </a:ext>
              </a:extLst>
            </p:cNvPr>
            <p:cNvSpPr txBox="1">
              <a:spLocks noChangeArrowheads="1"/>
            </p:cNvSpPr>
            <p:nvPr/>
          </p:nvSpPr>
          <p:spPr bwMode="auto">
            <a:xfrm>
              <a:off x="270" y="1114"/>
              <a:ext cx="412"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CLK</a:t>
              </a:r>
              <a:endParaRPr lang="ru-RU" altLang="en-US" sz="1200" b="0" u="none"/>
            </a:p>
          </p:txBody>
        </p:sp>
        <p:sp>
          <p:nvSpPr>
            <p:cNvPr id="115754" name="Text Box 42">
              <a:extLst>
                <a:ext uri="{FF2B5EF4-FFF2-40B4-BE49-F238E27FC236}">
                  <a16:creationId xmlns:a16="http://schemas.microsoft.com/office/drawing/2014/main" id="{527354B8-3D7B-51C9-1CC9-63293E652173}"/>
                </a:ext>
              </a:extLst>
            </p:cNvPr>
            <p:cNvSpPr txBox="1">
              <a:spLocks noChangeArrowheads="1"/>
            </p:cNvSpPr>
            <p:nvPr/>
          </p:nvSpPr>
          <p:spPr bwMode="auto">
            <a:xfrm>
              <a:off x="258" y="1397"/>
              <a:ext cx="412"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WE</a:t>
              </a:r>
              <a:endParaRPr lang="ru-RU" altLang="en-US" sz="1200" b="0" u="none"/>
            </a:p>
          </p:txBody>
        </p:sp>
        <p:sp>
          <p:nvSpPr>
            <p:cNvPr id="115755" name="Line 43">
              <a:extLst>
                <a:ext uri="{FF2B5EF4-FFF2-40B4-BE49-F238E27FC236}">
                  <a16:creationId xmlns:a16="http://schemas.microsoft.com/office/drawing/2014/main" id="{61335CCD-615C-1214-E53D-DDE199D6195D}"/>
                </a:ext>
              </a:extLst>
            </p:cNvPr>
            <p:cNvSpPr>
              <a:spLocks noChangeShapeType="1"/>
            </p:cNvSpPr>
            <p:nvPr/>
          </p:nvSpPr>
          <p:spPr bwMode="auto">
            <a:xfrm>
              <a:off x="1755" y="1900"/>
              <a:ext cx="99"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56" name="Line 44">
              <a:extLst>
                <a:ext uri="{FF2B5EF4-FFF2-40B4-BE49-F238E27FC236}">
                  <a16:creationId xmlns:a16="http://schemas.microsoft.com/office/drawing/2014/main" id="{B898DBCA-D10E-80B0-2215-C36A78EC3BB6}"/>
                </a:ext>
              </a:extLst>
            </p:cNvPr>
            <p:cNvSpPr>
              <a:spLocks noChangeShapeType="1"/>
            </p:cNvSpPr>
            <p:nvPr/>
          </p:nvSpPr>
          <p:spPr bwMode="auto">
            <a:xfrm flipH="1">
              <a:off x="1755" y="1900"/>
              <a:ext cx="107" cy="20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57" name="Line 45">
              <a:extLst>
                <a:ext uri="{FF2B5EF4-FFF2-40B4-BE49-F238E27FC236}">
                  <a16:creationId xmlns:a16="http://schemas.microsoft.com/office/drawing/2014/main" id="{78724296-5C44-9758-ADD2-27C49D0CAEE8}"/>
                </a:ext>
              </a:extLst>
            </p:cNvPr>
            <p:cNvSpPr>
              <a:spLocks noChangeShapeType="1"/>
            </p:cNvSpPr>
            <p:nvPr/>
          </p:nvSpPr>
          <p:spPr bwMode="auto">
            <a:xfrm>
              <a:off x="1865" y="1897"/>
              <a:ext cx="9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58" name="Line 46">
              <a:extLst>
                <a:ext uri="{FF2B5EF4-FFF2-40B4-BE49-F238E27FC236}">
                  <a16:creationId xmlns:a16="http://schemas.microsoft.com/office/drawing/2014/main" id="{0F907A5A-E06B-7D0C-0566-4FD0E7C609B3}"/>
                </a:ext>
              </a:extLst>
            </p:cNvPr>
            <p:cNvSpPr>
              <a:spLocks noChangeShapeType="1"/>
            </p:cNvSpPr>
            <p:nvPr/>
          </p:nvSpPr>
          <p:spPr bwMode="auto">
            <a:xfrm>
              <a:off x="1853" y="2099"/>
              <a:ext cx="9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59" name="Text Box 47">
              <a:extLst>
                <a:ext uri="{FF2B5EF4-FFF2-40B4-BE49-F238E27FC236}">
                  <a16:creationId xmlns:a16="http://schemas.microsoft.com/office/drawing/2014/main" id="{6EA98CBD-484F-159D-63F4-96C5119759D2}"/>
                </a:ext>
              </a:extLst>
            </p:cNvPr>
            <p:cNvSpPr txBox="1">
              <a:spLocks noChangeArrowheads="1"/>
            </p:cNvSpPr>
            <p:nvPr/>
          </p:nvSpPr>
          <p:spPr bwMode="auto">
            <a:xfrm>
              <a:off x="306" y="1877"/>
              <a:ext cx="412"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DI</a:t>
              </a:r>
              <a:endParaRPr lang="ru-RU" altLang="en-US" sz="1200" b="0" u="none"/>
            </a:p>
          </p:txBody>
        </p:sp>
        <p:sp>
          <p:nvSpPr>
            <p:cNvPr id="115760" name="Line 48">
              <a:extLst>
                <a:ext uri="{FF2B5EF4-FFF2-40B4-BE49-F238E27FC236}">
                  <a16:creationId xmlns:a16="http://schemas.microsoft.com/office/drawing/2014/main" id="{C619DB6A-619E-A956-C3B6-ADAF0F3CF359}"/>
                </a:ext>
              </a:extLst>
            </p:cNvPr>
            <p:cNvSpPr>
              <a:spLocks noChangeShapeType="1"/>
            </p:cNvSpPr>
            <p:nvPr/>
          </p:nvSpPr>
          <p:spPr bwMode="auto">
            <a:xfrm>
              <a:off x="831" y="2420"/>
              <a:ext cx="91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61" name="Line 49">
              <a:extLst>
                <a:ext uri="{FF2B5EF4-FFF2-40B4-BE49-F238E27FC236}">
                  <a16:creationId xmlns:a16="http://schemas.microsoft.com/office/drawing/2014/main" id="{BB28EABF-52E2-1A79-EB1C-1E80E279652F}"/>
                </a:ext>
              </a:extLst>
            </p:cNvPr>
            <p:cNvSpPr>
              <a:spLocks noChangeShapeType="1"/>
            </p:cNvSpPr>
            <p:nvPr/>
          </p:nvSpPr>
          <p:spPr bwMode="auto">
            <a:xfrm>
              <a:off x="838" y="2619"/>
              <a:ext cx="91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62" name="Line 50">
              <a:extLst>
                <a:ext uri="{FF2B5EF4-FFF2-40B4-BE49-F238E27FC236}">
                  <a16:creationId xmlns:a16="http://schemas.microsoft.com/office/drawing/2014/main" id="{EF293AD3-7A8A-27A2-65D7-008F09495C06}"/>
                </a:ext>
              </a:extLst>
            </p:cNvPr>
            <p:cNvSpPr>
              <a:spLocks noChangeShapeType="1"/>
            </p:cNvSpPr>
            <p:nvPr/>
          </p:nvSpPr>
          <p:spPr bwMode="auto">
            <a:xfrm rot="-1507977">
              <a:off x="4047" y="2396"/>
              <a:ext cx="1" cy="2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63" name="Line 51">
              <a:extLst>
                <a:ext uri="{FF2B5EF4-FFF2-40B4-BE49-F238E27FC236}">
                  <a16:creationId xmlns:a16="http://schemas.microsoft.com/office/drawing/2014/main" id="{DEA77799-FF38-4ED8-210A-0096527E71FC}"/>
                </a:ext>
              </a:extLst>
            </p:cNvPr>
            <p:cNvSpPr>
              <a:spLocks noChangeShapeType="1"/>
            </p:cNvSpPr>
            <p:nvPr/>
          </p:nvSpPr>
          <p:spPr bwMode="auto">
            <a:xfrm flipH="1">
              <a:off x="3992" y="2396"/>
              <a:ext cx="107" cy="20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64" name="Line 52">
              <a:extLst>
                <a:ext uri="{FF2B5EF4-FFF2-40B4-BE49-F238E27FC236}">
                  <a16:creationId xmlns:a16="http://schemas.microsoft.com/office/drawing/2014/main" id="{B04392E4-610C-A6E3-F84A-32A12A078321}"/>
                </a:ext>
              </a:extLst>
            </p:cNvPr>
            <p:cNvSpPr>
              <a:spLocks noChangeShapeType="1"/>
            </p:cNvSpPr>
            <p:nvPr/>
          </p:nvSpPr>
          <p:spPr bwMode="auto">
            <a:xfrm>
              <a:off x="4093" y="2396"/>
              <a:ext cx="13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65" name="Line 53">
              <a:extLst>
                <a:ext uri="{FF2B5EF4-FFF2-40B4-BE49-F238E27FC236}">
                  <a16:creationId xmlns:a16="http://schemas.microsoft.com/office/drawing/2014/main" id="{466BE5F8-702E-52D0-4F57-538F63B16A80}"/>
                </a:ext>
              </a:extLst>
            </p:cNvPr>
            <p:cNvSpPr>
              <a:spLocks noChangeShapeType="1"/>
            </p:cNvSpPr>
            <p:nvPr/>
          </p:nvSpPr>
          <p:spPr bwMode="auto">
            <a:xfrm>
              <a:off x="4099" y="2601"/>
              <a:ext cx="13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66" name="Line 54">
              <a:extLst>
                <a:ext uri="{FF2B5EF4-FFF2-40B4-BE49-F238E27FC236}">
                  <a16:creationId xmlns:a16="http://schemas.microsoft.com/office/drawing/2014/main" id="{271ECF5A-DF9A-0F9B-E555-5F02D86551D3}"/>
                </a:ext>
              </a:extLst>
            </p:cNvPr>
            <p:cNvSpPr>
              <a:spLocks noChangeShapeType="1"/>
            </p:cNvSpPr>
            <p:nvPr/>
          </p:nvSpPr>
          <p:spPr bwMode="auto">
            <a:xfrm rot="-1507977">
              <a:off x="2875" y="2406"/>
              <a:ext cx="1" cy="21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67" name="Line 55">
              <a:extLst>
                <a:ext uri="{FF2B5EF4-FFF2-40B4-BE49-F238E27FC236}">
                  <a16:creationId xmlns:a16="http://schemas.microsoft.com/office/drawing/2014/main" id="{1E028F0A-0E44-1C7E-4347-3B383A922FA5}"/>
                </a:ext>
              </a:extLst>
            </p:cNvPr>
            <p:cNvSpPr>
              <a:spLocks noChangeShapeType="1"/>
            </p:cNvSpPr>
            <p:nvPr/>
          </p:nvSpPr>
          <p:spPr bwMode="auto">
            <a:xfrm flipH="1">
              <a:off x="2821" y="2406"/>
              <a:ext cx="106"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68" name="Line 56">
              <a:extLst>
                <a:ext uri="{FF2B5EF4-FFF2-40B4-BE49-F238E27FC236}">
                  <a16:creationId xmlns:a16="http://schemas.microsoft.com/office/drawing/2014/main" id="{454D668A-CF2D-0272-4ED4-E9389D4B985F}"/>
                </a:ext>
              </a:extLst>
            </p:cNvPr>
            <p:cNvSpPr>
              <a:spLocks noChangeShapeType="1"/>
            </p:cNvSpPr>
            <p:nvPr/>
          </p:nvSpPr>
          <p:spPr bwMode="auto">
            <a:xfrm>
              <a:off x="2927" y="2406"/>
              <a:ext cx="10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69" name="Line 57">
              <a:extLst>
                <a:ext uri="{FF2B5EF4-FFF2-40B4-BE49-F238E27FC236}">
                  <a16:creationId xmlns:a16="http://schemas.microsoft.com/office/drawing/2014/main" id="{0F9662AB-4FC9-F4FA-D49E-E2B3884B38F4}"/>
                </a:ext>
              </a:extLst>
            </p:cNvPr>
            <p:cNvSpPr>
              <a:spLocks noChangeShapeType="1"/>
            </p:cNvSpPr>
            <p:nvPr/>
          </p:nvSpPr>
          <p:spPr bwMode="auto">
            <a:xfrm>
              <a:off x="2919" y="2610"/>
              <a:ext cx="107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70" name="Line 58">
              <a:extLst>
                <a:ext uri="{FF2B5EF4-FFF2-40B4-BE49-F238E27FC236}">
                  <a16:creationId xmlns:a16="http://schemas.microsoft.com/office/drawing/2014/main" id="{A36F0AB0-9551-4399-5849-BF025DB68030}"/>
                </a:ext>
              </a:extLst>
            </p:cNvPr>
            <p:cNvSpPr>
              <a:spLocks noChangeShapeType="1"/>
            </p:cNvSpPr>
            <p:nvPr/>
          </p:nvSpPr>
          <p:spPr bwMode="auto">
            <a:xfrm>
              <a:off x="1752" y="2416"/>
              <a:ext cx="97" cy="20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71" name="Line 59">
              <a:extLst>
                <a:ext uri="{FF2B5EF4-FFF2-40B4-BE49-F238E27FC236}">
                  <a16:creationId xmlns:a16="http://schemas.microsoft.com/office/drawing/2014/main" id="{A7A86CBD-9745-6188-34E4-5B5FDE56964F}"/>
                </a:ext>
              </a:extLst>
            </p:cNvPr>
            <p:cNvSpPr>
              <a:spLocks noChangeShapeType="1"/>
            </p:cNvSpPr>
            <p:nvPr/>
          </p:nvSpPr>
          <p:spPr bwMode="auto">
            <a:xfrm flipH="1">
              <a:off x="1752" y="2416"/>
              <a:ext cx="107"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72" name="Line 60">
              <a:extLst>
                <a:ext uri="{FF2B5EF4-FFF2-40B4-BE49-F238E27FC236}">
                  <a16:creationId xmlns:a16="http://schemas.microsoft.com/office/drawing/2014/main" id="{1E69C99F-3005-D2E3-5CC7-0DB5CE3EAE19}"/>
                </a:ext>
              </a:extLst>
            </p:cNvPr>
            <p:cNvSpPr>
              <a:spLocks noChangeShapeType="1"/>
            </p:cNvSpPr>
            <p:nvPr/>
          </p:nvSpPr>
          <p:spPr bwMode="auto">
            <a:xfrm>
              <a:off x="1861" y="2413"/>
              <a:ext cx="97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73" name="Line 61">
              <a:extLst>
                <a:ext uri="{FF2B5EF4-FFF2-40B4-BE49-F238E27FC236}">
                  <a16:creationId xmlns:a16="http://schemas.microsoft.com/office/drawing/2014/main" id="{947F72B6-D0BD-E4D1-BEDF-8D9352B73E35}"/>
                </a:ext>
              </a:extLst>
            </p:cNvPr>
            <p:cNvSpPr>
              <a:spLocks noChangeShapeType="1"/>
            </p:cNvSpPr>
            <p:nvPr/>
          </p:nvSpPr>
          <p:spPr bwMode="auto">
            <a:xfrm>
              <a:off x="1849" y="2615"/>
              <a:ext cx="9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74" name="Text Box 62">
              <a:extLst>
                <a:ext uri="{FF2B5EF4-FFF2-40B4-BE49-F238E27FC236}">
                  <a16:creationId xmlns:a16="http://schemas.microsoft.com/office/drawing/2014/main" id="{6FEE1C85-72A1-A2FC-4C7D-4971ABD9FCAA}"/>
                </a:ext>
              </a:extLst>
            </p:cNvPr>
            <p:cNvSpPr txBox="1">
              <a:spLocks noChangeArrowheads="1"/>
            </p:cNvSpPr>
            <p:nvPr/>
          </p:nvSpPr>
          <p:spPr bwMode="auto">
            <a:xfrm>
              <a:off x="108" y="2400"/>
              <a:ext cx="717"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Address</a:t>
              </a:r>
              <a:endParaRPr lang="ru-RU" altLang="en-US" sz="1200" b="0" u="none"/>
            </a:p>
          </p:txBody>
        </p:sp>
        <p:sp>
          <p:nvSpPr>
            <p:cNvPr id="115775" name="Line 63">
              <a:extLst>
                <a:ext uri="{FF2B5EF4-FFF2-40B4-BE49-F238E27FC236}">
                  <a16:creationId xmlns:a16="http://schemas.microsoft.com/office/drawing/2014/main" id="{C0AE6A70-672F-6932-68AC-7BB5461946F2}"/>
                </a:ext>
              </a:extLst>
            </p:cNvPr>
            <p:cNvSpPr>
              <a:spLocks noChangeShapeType="1"/>
            </p:cNvSpPr>
            <p:nvPr/>
          </p:nvSpPr>
          <p:spPr bwMode="auto">
            <a:xfrm>
              <a:off x="723" y="2428"/>
              <a:ext cx="98"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76" name="Line 64">
              <a:extLst>
                <a:ext uri="{FF2B5EF4-FFF2-40B4-BE49-F238E27FC236}">
                  <a16:creationId xmlns:a16="http://schemas.microsoft.com/office/drawing/2014/main" id="{ACE642A8-123F-9E5B-80AD-5101A6A22ED8}"/>
                </a:ext>
              </a:extLst>
            </p:cNvPr>
            <p:cNvSpPr>
              <a:spLocks noChangeShapeType="1"/>
            </p:cNvSpPr>
            <p:nvPr/>
          </p:nvSpPr>
          <p:spPr bwMode="auto">
            <a:xfrm flipH="1">
              <a:off x="723" y="2428"/>
              <a:ext cx="107" cy="20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77" name="Line 65">
              <a:extLst>
                <a:ext uri="{FF2B5EF4-FFF2-40B4-BE49-F238E27FC236}">
                  <a16:creationId xmlns:a16="http://schemas.microsoft.com/office/drawing/2014/main" id="{E0C24F09-9145-5691-63C8-F693BEFB0FEF}"/>
                </a:ext>
              </a:extLst>
            </p:cNvPr>
            <p:cNvSpPr>
              <a:spLocks noChangeShapeType="1"/>
            </p:cNvSpPr>
            <p:nvPr/>
          </p:nvSpPr>
          <p:spPr bwMode="auto">
            <a:xfrm>
              <a:off x="613" y="2426"/>
              <a:ext cx="1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78" name="Line 66">
              <a:extLst>
                <a:ext uri="{FF2B5EF4-FFF2-40B4-BE49-F238E27FC236}">
                  <a16:creationId xmlns:a16="http://schemas.microsoft.com/office/drawing/2014/main" id="{36236413-094A-7E84-E377-8722D802842C}"/>
                </a:ext>
              </a:extLst>
            </p:cNvPr>
            <p:cNvSpPr>
              <a:spLocks noChangeShapeType="1"/>
            </p:cNvSpPr>
            <p:nvPr/>
          </p:nvSpPr>
          <p:spPr bwMode="auto">
            <a:xfrm>
              <a:off x="610" y="2627"/>
              <a:ext cx="10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79" name="Line 67">
              <a:extLst>
                <a:ext uri="{FF2B5EF4-FFF2-40B4-BE49-F238E27FC236}">
                  <a16:creationId xmlns:a16="http://schemas.microsoft.com/office/drawing/2014/main" id="{0D98A1D6-2F7B-A790-DE6E-4233483C7765}"/>
                </a:ext>
              </a:extLst>
            </p:cNvPr>
            <p:cNvSpPr>
              <a:spLocks noChangeShapeType="1"/>
            </p:cNvSpPr>
            <p:nvPr/>
          </p:nvSpPr>
          <p:spPr bwMode="auto">
            <a:xfrm>
              <a:off x="1229" y="2874"/>
              <a:ext cx="100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80" name="Line 68">
              <a:extLst>
                <a:ext uri="{FF2B5EF4-FFF2-40B4-BE49-F238E27FC236}">
                  <a16:creationId xmlns:a16="http://schemas.microsoft.com/office/drawing/2014/main" id="{7C85A285-56C8-1227-58ED-83EC58621C65}"/>
                </a:ext>
              </a:extLst>
            </p:cNvPr>
            <p:cNvSpPr>
              <a:spLocks noChangeShapeType="1"/>
            </p:cNvSpPr>
            <p:nvPr/>
          </p:nvSpPr>
          <p:spPr bwMode="auto">
            <a:xfrm>
              <a:off x="1229" y="3072"/>
              <a:ext cx="100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81" name="Line 69">
              <a:extLst>
                <a:ext uri="{FF2B5EF4-FFF2-40B4-BE49-F238E27FC236}">
                  <a16:creationId xmlns:a16="http://schemas.microsoft.com/office/drawing/2014/main" id="{C4C068C5-C22B-D769-13BC-B9763A986636}"/>
                </a:ext>
              </a:extLst>
            </p:cNvPr>
            <p:cNvSpPr>
              <a:spLocks noChangeShapeType="1"/>
            </p:cNvSpPr>
            <p:nvPr/>
          </p:nvSpPr>
          <p:spPr bwMode="auto">
            <a:xfrm rot="-1507977">
              <a:off x="4573" y="2851"/>
              <a:ext cx="0" cy="21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82" name="Line 70">
              <a:extLst>
                <a:ext uri="{FF2B5EF4-FFF2-40B4-BE49-F238E27FC236}">
                  <a16:creationId xmlns:a16="http://schemas.microsoft.com/office/drawing/2014/main" id="{73FB4F6A-2583-43FB-7E3B-147B067AE68B}"/>
                </a:ext>
              </a:extLst>
            </p:cNvPr>
            <p:cNvSpPr>
              <a:spLocks noChangeShapeType="1"/>
            </p:cNvSpPr>
            <p:nvPr/>
          </p:nvSpPr>
          <p:spPr bwMode="auto">
            <a:xfrm flipH="1">
              <a:off x="4518" y="2851"/>
              <a:ext cx="107"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83" name="Line 71">
              <a:extLst>
                <a:ext uri="{FF2B5EF4-FFF2-40B4-BE49-F238E27FC236}">
                  <a16:creationId xmlns:a16="http://schemas.microsoft.com/office/drawing/2014/main" id="{61E537A6-5C25-F8CF-7BF9-E6FA897E2090}"/>
                </a:ext>
              </a:extLst>
            </p:cNvPr>
            <p:cNvSpPr>
              <a:spLocks noChangeShapeType="1"/>
            </p:cNvSpPr>
            <p:nvPr/>
          </p:nvSpPr>
          <p:spPr bwMode="auto">
            <a:xfrm>
              <a:off x="4616" y="2851"/>
              <a:ext cx="81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84" name="Line 72">
              <a:extLst>
                <a:ext uri="{FF2B5EF4-FFF2-40B4-BE49-F238E27FC236}">
                  <a16:creationId xmlns:a16="http://schemas.microsoft.com/office/drawing/2014/main" id="{94E317A2-1A1E-C888-679A-D0F7BCE65372}"/>
                </a:ext>
              </a:extLst>
            </p:cNvPr>
            <p:cNvSpPr>
              <a:spLocks noChangeShapeType="1"/>
            </p:cNvSpPr>
            <p:nvPr/>
          </p:nvSpPr>
          <p:spPr bwMode="auto">
            <a:xfrm>
              <a:off x="4625" y="3055"/>
              <a:ext cx="8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85" name="Line 73">
              <a:extLst>
                <a:ext uri="{FF2B5EF4-FFF2-40B4-BE49-F238E27FC236}">
                  <a16:creationId xmlns:a16="http://schemas.microsoft.com/office/drawing/2014/main" id="{44EB675E-F598-ABBA-9F00-314C938325EB}"/>
                </a:ext>
              </a:extLst>
            </p:cNvPr>
            <p:cNvSpPr>
              <a:spLocks noChangeShapeType="1"/>
            </p:cNvSpPr>
            <p:nvPr/>
          </p:nvSpPr>
          <p:spPr bwMode="auto">
            <a:xfrm rot="-1507977">
              <a:off x="3426" y="2861"/>
              <a:ext cx="1" cy="21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86" name="Line 74">
              <a:extLst>
                <a:ext uri="{FF2B5EF4-FFF2-40B4-BE49-F238E27FC236}">
                  <a16:creationId xmlns:a16="http://schemas.microsoft.com/office/drawing/2014/main" id="{816D2C18-DED7-8E57-1A04-353742B23785}"/>
                </a:ext>
              </a:extLst>
            </p:cNvPr>
            <p:cNvSpPr>
              <a:spLocks noChangeShapeType="1"/>
            </p:cNvSpPr>
            <p:nvPr/>
          </p:nvSpPr>
          <p:spPr bwMode="auto">
            <a:xfrm flipH="1">
              <a:off x="3372" y="2861"/>
              <a:ext cx="106"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87" name="Line 75">
              <a:extLst>
                <a:ext uri="{FF2B5EF4-FFF2-40B4-BE49-F238E27FC236}">
                  <a16:creationId xmlns:a16="http://schemas.microsoft.com/office/drawing/2014/main" id="{71EC6437-E3BA-6E07-6C26-120D475F3D0D}"/>
                </a:ext>
              </a:extLst>
            </p:cNvPr>
            <p:cNvSpPr>
              <a:spLocks noChangeShapeType="1"/>
            </p:cNvSpPr>
            <p:nvPr/>
          </p:nvSpPr>
          <p:spPr bwMode="auto">
            <a:xfrm>
              <a:off x="3478" y="2863"/>
              <a:ext cx="104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88" name="Line 76">
              <a:extLst>
                <a:ext uri="{FF2B5EF4-FFF2-40B4-BE49-F238E27FC236}">
                  <a16:creationId xmlns:a16="http://schemas.microsoft.com/office/drawing/2014/main" id="{7AD02CC7-9679-1405-0CE0-F0BFC089D67B}"/>
                </a:ext>
              </a:extLst>
            </p:cNvPr>
            <p:cNvSpPr>
              <a:spLocks noChangeShapeType="1"/>
            </p:cNvSpPr>
            <p:nvPr/>
          </p:nvSpPr>
          <p:spPr bwMode="auto">
            <a:xfrm>
              <a:off x="3470" y="3065"/>
              <a:ext cx="104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89" name="Line 77">
              <a:extLst>
                <a:ext uri="{FF2B5EF4-FFF2-40B4-BE49-F238E27FC236}">
                  <a16:creationId xmlns:a16="http://schemas.microsoft.com/office/drawing/2014/main" id="{C0B20BB1-C5AB-399A-F5CD-BE4F9DF76F20}"/>
                </a:ext>
              </a:extLst>
            </p:cNvPr>
            <p:cNvSpPr>
              <a:spLocks noChangeShapeType="1"/>
            </p:cNvSpPr>
            <p:nvPr/>
          </p:nvSpPr>
          <p:spPr bwMode="auto">
            <a:xfrm>
              <a:off x="2243" y="2871"/>
              <a:ext cx="97" cy="20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90" name="Line 78">
              <a:extLst>
                <a:ext uri="{FF2B5EF4-FFF2-40B4-BE49-F238E27FC236}">
                  <a16:creationId xmlns:a16="http://schemas.microsoft.com/office/drawing/2014/main" id="{6E65F31D-537A-93D5-083C-8DA1E3ABD7B9}"/>
                </a:ext>
              </a:extLst>
            </p:cNvPr>
            <p:cNvSpPr>
              <a:spLocks noChangeShapeType="1"/>
            </p:cNvSpPr>
            <p:nvPr/>
          </p:nvSpPr>
          <p:spPr bwMode="auto">
            <a:xfrm flipH="1">
              <a:off x="2243" y="2871"/>
              <a:ext cx="107"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91" name="Line 79">
              <a:extLst>
                <a:ext uri="{FF2B5EF4-FFF2-40B4-BE49-F238E27FC236}">
                  <a16:creationId xmlns:a16="http://schemas.microsoft.com/office/drawing/2014/main" id="{8EE4A0A0-8EC5-73B9-EFCE-669B0ACAF388}"/>
                </a:ext>
              </a:extLst>
            </p:cNvPr>
            <p:cNvSpPr>
              <a:spLocks noChangeShapeType="1"/>
            </p:cNvSpPr>
            <p:nvPr/>
          </p:nvSpPr>
          <p:spPr bwMode="auto">
            <a:xfrm>
              <a:off x="2352" y="2868"/>
              <a:ext cx="104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92" name="Line 80">
              <a:extLst>
                <a:ext uri="{FF2B5EF4-FFF2-40B4-BE49-F238E27FC236}">
                  <a16:creationId xmlns:a16="http://schemas.microsoft.com/office/drawing/2014/main" id="{0A46BFE8-BAC5-D858-16A2-4AB1E7B0E5BB}"/>
                </a:ext>
              </a:extLst>
            </p:cNvPr>
            <p:cNvSpPr>
              <a:spLocks noChangeShapeType="1"/>
            </p:cNvSpPr>
            <p:nvPr/>
          </p:nvSpPr>
          <p:spPr bwMode="auto">
            <a:xfrm>
              <a:off x="2340" y="3070"/>
              <a:ext cx="104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93" name="Text Box 81">
              <a:extLst>
                <a:ext uri="{FF2B5EF4-FFF2-40B4-BE49-F238E27FC236}">
                  <a16:creationId xmlns:a16="http://schemas.microsoft.com/office/drawing/2014/main" id="{466EEADD-0048-37BE-3DA1-B0E0FF480CFE}"/>
                </a:ext>
              </a:extLst>
            </p:cNvPr>
            <p:cNvSpPr txBox="1">
              <a:spLocks noChangeArrowheads="1"/>
            </p:cNvSpPr>
            <p:nvPr/>
          </p:nvSpPr>
          <p:spPr bwMode="auto">
            <a:xfrm>
              <a:off x="264" y="2822"/>
              <a:ext cx="413"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DO</a:t>
              </a:r>
              <a:endParaRPr lang="ru-RU" altLang="en-US" sz="1200" b="0" u="none"/>
            </a:p>
          </p:txBody>
        </p:sp>
        <p:sp>
          <p:nvSpPr>
            <p:cNvPr id="115794" name="Line 82">
              <a:extLst>
                <a:ext uri="{FF2B5EF4-FFF2-40B4-BE49-F238E27FC236}">
                  <a16:creationId xmlns:a16="http://schemas.microsoft.com/office/drawing/2014/main" id="{86003C77-C477-3B60-6EDA-96F999B3C082}"/>
                </a:ext>
              </a:extLst>
            </p:cNvPr>
            <p:cNvSpPr>
              <a:spLocks noChangeShapeType="1"/>
            </p:cNvSpPr>
            <p:nvPr/>
          </p:nvSpPr>
          <p:spPr bwMode="auto">
            <a:xfrm>
              <a:off x="543" y="3500"/>
              <a:ext cx="16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95" name="Line 83">
              <a:extLst>
                <a:ext uri="{FF2B5EF4-FFF2-40B4-BE49-F238E27FC236}">
                  <a16:creationId xmlns:a16="http://schemas.microsoft.com/office/drawing/2014/main" id="{D523AA65-FDF2-911D-BAE0-CD3C85AC6D27}"/>
                </a:ext>
              </a:extLst>
            </p:cNvPr>
            <p:cNvSpPr>
              <a:spLocks noChangeShapeType="1"/>
            </p:cNvSpPr>
            <p:nvPr/>
          </p:nvSpPr>
          <p:spPr bwMode="auto">
            <a:xfrm flipH="1">
              <a:off x="705" y="3304"/>
              <a:ext cx="108"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96" name="Line 84">
              <a:extLst>
                <a:ext uri="{FF2B5EF4-FFF2-40B4-BE49-F238E27FC236}">
                  <a16:creationId xmlns:a16="http://schemas.microsoft.com/office/drawing/2014/main" id="{37409F20-638E-2DB3-79E9-2A4BF325B4AA}"/>
                </a:ext>
              </a:extLst>
            </p:cNvPr>
            <p:cNvSpPr>
              <a:spLocks noChangeShapeType="1"/>
            </p:cNvSpPr>
            <p:nvPr/>
          </p:nvSpPr>
          <p:spPr bwMode="auto">
            <a:xfrm flipV="1">
              <a:off x="806" y="3304"/>
              <a:ext cx="4655" cy="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797" name="Text Box 85">
              <a:extLst>
                <a:ext uri="{FF2B5EF4-FFF2-40B4-BE49-F238E27FC236}">
                  <a16:creationId xmlns:a16="http://schemas.microsoft.com/office/drawing/2014/main" id="{3A4429E9-005C-FC8C-B5CC-0FCE0A71F28C}"/>
                </a:ext>
              </a:extLst>
            </p:cNvPr>
            <p:cNvSpPr txBox="1">
              <a:spLocks noChangeArrowheads="1"/>
            </p:cNvSpPr>
            <p:nvPr/>
          </p:nvSpPr>
          <p:spPr bwMode="auto">
            <a:xfrm>
              <a:off x="299" y="3263"/>
              <a:ext cx="411"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EN</a:t>
              </a:r>
              <a:endParaRPr lang="ru-RU" altLang="en-US" sz="1200" b="0" u="none"/>
            </a:p>
          </p:txBody>
        </p:sp>
        <p:sp>
          <p:nvSpPr>
            <p:cNvPr id="115798" name="Line 86">
              <a:extLst>
                <a:ext uri="{FF2B5EF4-FFF2-40B4-BE49-F238E27FC236}">
                  <a16:creationId xmlns:a16="http://schemas.microsoft.com/office/drawing/2014/main" id="{1B08CE67-6B48-867C-1D2F-D4F94B31842E}"/>
                </a:ext>
              </a:extLst>
            </p:cNvPr>
            <p:cNvSpPr>
              <a:spLocks noChangeShapeType="1"/>
            </p:cNvSpPr>
            <p:nvPr/>
          </p:nvSpPr>
          <p:spPr bwMode="auto">
            <a:xfrm flipH="1">
              <a:off x="2114" y="1000"/>
              <a:ext cx="0" cy="2675"/>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5799" name="Line 87">
              <a:extLst>
                <a:ext uri="{FF2B5EF4-FFF2-40B4-BE49-F238E27FC236}">
                  <a16:creationId xmlns:a16="http://schemas.microsoft.com/office/drawing/2014/main" id="{48E721DD-6F74-A652-6BB7-650BD4D7A5C3}"/>
                </a:ext>
              </a:extLst>
            </p:cNvPr>
            <p:cNvSpPr>
              <a:spLocks noChangeShapeType="1"/>
            </p:cNvSpPr>
            <p:nvPr/>
          </p:nvSpPr>
          <p:spPr bwMode="auto">
            <a:xfrm flipH="1">
              <a:off x="3222" y="967"/>
              <a:ext cx="0" cy="2676"/>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5800" name="Line 88">
              <a:extLst>
                <a:ext uri="{FF2B5EF4-FFF2-40B4-BE49-F238E27FC236}">
                  <a16:creationId xmlns:a16="http://schemas.microsoft.com/office/drawing/2014/main" id="{B2093CDB-0785-0BE5-9CCF-7180DF3736B7}"/>
                </a:ext>
              </a:extLst>
            </p:cNvPr>
            <p:cNvSpPr>
              <a:spLocks noChangeShapeType="1"/>
            </p:cNvSpPr>
            <p:nvPr/>
          </p:nvSpPr>
          <p:spPr bwMode="auto">
            <a:xfrm flipH="1">
              <a:off x="4322" y="935"/>
              <a:ext cx="0" cy="2676"/>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5801" name="Text Box 89">
              <a:extLst>
                <a:ext uri="{FF2B5EF4-FFF2-40B4-BE49-F238E27FC236}">
                  <a16:creationId xmlns:a16="http://schemas.microsoft.com/office/drawing/2014/main" id="{DCC9E2F1-8858-DDC9-8200-2B5009C99208}"/>
                </a:ext>
              </a:extLst>
            </p:cNvPr>
            <p:cNvSpPr txBox="1">
              <a:spLocks noChangeArrowheads="1"/>
            </p:cNvSpPr>
            <p:nvPr/>
          </p:nvSpPr>
          <p:spPr bwMode="auto">
            <a:xfrm>
              <a:off x="1057" y="1905"/>
              <a:ext cx="620"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xxxx</a:t>
              </a:r>
              <a:endParaRPr lang="ru-RU" altLang="en-US" sz="1200" b="0" u="none"/>
            </a:p>
          </p:txBody>
        </p:sp>
        <p:sp>
          <p:nvSpPr>
            <p:cNvPr id="115802" name="Text Box 90">
              <a:extLst>
                <a:ext uri="{FF2B5EF4-FFF2-40B4-BE49-F238E27FC236}">
                  <a16:creationId xmlns:a16="http://schemas.microsoft.com/office/drawing/2014/main" id="{DEBF1D10-0530-90CD-C4FE-E0A7C27EB0E3}"/>
                </a:ext>
              </a:extLst>
            </p:cNvPr>
            <p:cNvSpPr txBox="1">
              <a:spLocks noChangeArrowheads="1"/>
            </p:cNvSpPr>
            <p:nvPr/>
          </p:nvSpPr>
          <p:spPr bwMode="auto">
            <a:xfrm>
              <a:off x="2113" y="1900"/>
              <a:ext cx="621"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1111</a:t>
              </a:r>
              <a:endParaRPr lang="ru-RU" altLang="en-US" sz="1200" b="0" u="none"/>
            </a:p>
          </p:txBody>
        </p:sp>
        <p:sp>
          <p:nvSpPr>
            <p:cNvPr id="115803" name="Text Box 91">
              <a:extLst>
                <a:ext uri="{FF2B5EF4-FFF2-40B4-BE49-F238E27FC236}">
                  <a16:creationId xmlns:a16="http://schemas.microsoft.com/office/drawing/2014/main" id="{D95030B2-2F53-74DF-5039-B7942662225B}"/>
                </a:ext>
              </a:extLst>
            </p:cNvPr>
            <p:cNvSpPr txBox="1">
              <a:spLocks noChangeArrowheads="1"/>
            </p:cNvSpPr>
            <p:nvPr/>
          </p:nvSpPr>
          <p:spPr bwMode="auto">
            <a:xfrm>
              <a:off x="3256" y="1894"/>
              <a:ext cx="620"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2222</a:t>
              </a:r>
              <a:endParaRPr lang="ru-RU" altLang="en-US" sz="1200" b="0" u="none"/>
            </a:p>
          </p:txBody>
        </p:sp>
        <p:sp>
          <p:nvSpPr>
            <p:cNvPr id="115804" name="Text Box 92">
              <a:extLst>
                <a:ext uri="{FF2B5EF4-FFF2-40B4-BE49-F238E27FC236}">
                  <a16:creationId xmlns:a16="http://schemas.microsoft.com/office/drawing/2014/main" id="{121D3A1F-6D9B-40D0-417A-5AEFD0A8919C}"/>
                </a:ext>
              </a:extLst>
            </p:cNvPr>
            <p:cNvSpPr txBox="1">
              <a:spLocks noChangeArrowheads="1"/>
            </p:cNvSpPr>
            <p:nvPr/>
          </p:nvSpPr>
          <p:spPr bwMode="auto">
            <a:xfrm>
              <a:off x="1249" y="2416"/>
              <a:ext cx="428"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A1</a:t>
              </a:r>
              <a:endParaRPr lang="ru-RU" altLang="en-US" sz="1200" b="0" u="none"/>
            </a:p>
          </p:txBody>
        </p:sp>
        <p:sp>
          <p:nvSpPr>
            <p:cNvPr id="115805" name="Text Box 93">
              <a:extLst>
                <a:ext uri="{FF2B5EF4-FFF2-40B4-BE49-F238E27FC236}">
                  <a16:creationId xmlns:a16="http://schemas.microsoft.com/office/drawing/2014/main" id="{AD6CA449-D28C-0B07-575E-63674DF6E64D}"/>
                </a:ext>
              </a:extLst>
            </p:cNvPr>
            <p:cNvSpPr txBox="1">
              <a:spLocks noChangeArrowheads="1"/>
            </p:cNvSpPr>
            <p:nvPr/>
          </p:nvSpPr>
          <p:spPr bwMode="auto">
            <a:xfrm>
              <a:off x="2159" y="2411"/>
              <a:ext cx="428"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A2</a:t>
              </a:r>
              <a:endParaRPr lang="ru-RU" altLang="en-US" sz="1200" b="0" u="none"/>
            </a:p>
          </p:txBody>
        </p:sp>
        <p:sp>
          <p:nvSpPr>
            <p:cNvPr id="115806" name="Text Box 94">
              <a:extLst>
                <a:ext uri="{FF2B5EF4-FFF2-40B4-BE49-F238E27FC236}">
                  <a16:creationId xmlns:a16="http://schemas.microsoft.com/office/drawing/2014/main" id="{3EA0B49C-D81E-B519-CC44-9CB1F710ABE8}"/>
                </a:ext>
              </a:extLst>
            </p:cNvPr>
            <p:cNvSpPr txBox="1">
              <a:spLocks noChangeArrowheads="1"/>
            </p:cNvSpPr>
            <p:nvPr/>
          </p:nvSpPr>
          <p:spPr bwMode="auto">
            <a:xfrm>
              <a:off x="3275" y="2423"/>
              <a:ext cx="429"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A3</a:t>
              </a:r>
              <a:endParaRPr lang="ru-RU" altLang="en-US" sz="1200" b="0" u="none"/>
            </a:p>
          </p:txBody>
        </p:sp>
        <p:sp>
          <p:nvSpPr>
            <p:cNvPr id="115807" name="Text Box 95">
              <a:extLst>
                <a:ext uri="{FF2B5EF4-FFF2-40B4-BE49-F238E27FC236}">
                  <a16:creationId xmlns:a16="http://schemas.microsoft.com/office/drawing/2014/main" id="{1DFF73CB-1918-50DE-5894-6EA6B7E53F02}"/>
                </a:ext>
              </a:extLst>
            </p:cNvPr>
            <p:cNvSpPr txBox="1">
              <a:spLocks noChangeArrowheads="1"/>
            </p:cNvSpPr>
            <p:nvPr/>
          </p:nvSpPr>
          <p:spPr bwMode="auto">
            <a:xfrm>
              <a:off x="4331" y="2390"/>
              <a:ext cx="430"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A4</a:t>
              </a:r>
              <a:endParaRPr lang="ru-RU" altLang="en-US" sz="1200" b="0" u="none"/>
            </a:p>
          </p:txBody>
        </p:sp>
        <p:sp>
          <p:nvSpPr>
            <p:cNvPr id="115808" name="Text Box 96">
              <a:extLst>
                <a:ext uri="{FF2B5EF4-FFF2-40B4-BE49-F238E27FC236}">
                  <a16:creationId xmlns:a16="http://schemas.microsoft.com/office/drawing/2014/main" id="{61950ACA-2230-53E6-D700-0F2661E351D9}"/>
                </a:ext>
              </a:extLst>
            </p:cNvPr>
            <p:cNvSpPr txBox="1">
              <a:spLocks noChangeArrowheads="1"/>
            </p:cNvSpPr>
            <p:nvPr/>
          </p:nvSpPr>
          <p:spPr bwMode="auto">
            <a:xfrm>
              <a:off x="1374" y="2878"/>
              <a:ext cx="75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Mem(A1)</a:t>
              </a:r>
              <a:endParaRPr lang="ru-RU" altLang="en-US" sz="1200" b="0" u="none"/>
            </a:p>
          </p:txBody>
        </p:sp>
        <p:sp>
          <p:nvSpPr>
            <p:cNvPr id="115809" name="Text Box 97">
              <a:extLst>
                <a:ext uri="{FF2B5EF4-FFF2-40B4-BE49-F238E27FC236}">
                  <a16:creationId xmlns:a16="http://schemas.microsoft.com/office/drawing/2014/main" id="{C611BA22-70B4-B008-8E33-010732522347}"/>
                </a:ext>
              </a:extLst>
            </p:cNvPr>
            <p:cNvSpPr txBox="1">
              <a:spLocks noChangeArrowheads="1"/>
            </p:cNvSpPr>
            <p:nvPr/>
          </p:nvSpPr>
          <p:spPr bwMode="auto">
            <a:xfrm>
              <a:off x="4688" y="2845"/>
              <a:ext cx="9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oldMem(A4)</a:t>
              </a:r>
              <a:endParaRPr lang="ru-RU" altLang="en-US" sz="1200" b="0" u="none"/>
            </a:p>
          </p:txBody>
        </p:sp>
        <p:sp>
          <p:nvSpPr>
            <p:cNvPr id="115810" name="Text Box 98">
              <a:extLst>
                <a:ext uri="{FF2B5EF4-FFF2-40B4-BE49-F238E27FC236}">
                  <a16:creationId xmlns:a16="http://schemas.microsoft.com/office/drawing/2014/main" id="{60F65799-84F3-6766-E702-9AC58C966F4E}"/>
                </a:ext>
              </a:extLst>
            </p:cNvPr>
            <p:cNvSpPr txBox="1">
              <a:spLocks noChangeArrowheads="1"/>
            </p:cNvSpPr>
            <p:nvPr/>
          </p:nvSpPr>
          <p:spPr bwMode="auto">
            <a:xfrm>
              <a:off x="2403" y="2865"/>
              <a:ext cx="87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oldMem(A2)</a:t>
              </a:r>
              <a:endParaRPr lang="ru-RU" altLang="en-US" sz="1200" b="0" u="none"/>
            </a:p>
          </p:txBody>
        </p:sp>
        <p:sp>
          <p:nvSpPr>
            <p:cNvPr id="115811" name="Text Box 99">
              <a:extLst>
                <a:ext uri="{FF2B5EF4-FFF2-40B4-BE49-F238E27FC236}">
                  <a16:creationId xmlns:a16="http://schemas.microsoft.com/office/drawing/2014/main" id="{F820BA4D-DC03-5F44-9A8E-90DF490F729F}"/>
                </a:ext>
              </a:extLst>
            </p:cNvPr>
            <p:cNvSpPr txBox="1">
              <a:spLocks noChangeArrowheads="1"/>
            </p:cNvSpPr>
            <p:nvPr/>
          </p:nvSpPr>
          <p:spPr bwMode="auto">
            <a:xfrm>
              <a:off x="3674" y="2851"/>
              <a:ext cx="103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oldMem(A3)</a:t>
              </a:r>
            </a:p>
            <a:p>
              <a:pPr eaLnBrk="1" hangingPunct="1"/>
              <a:endParaRPr lang="ru-RU" altLang="en-US" sz="1200" b="0" u="none"/>
            </a:p>
          </p:txBody>
        </p:sp>
        <p:sp>
          <p:nvSpPr>
            <p:cNvPr id="115812" name="Freeform 100">
              <a:extLst>
                <a:ext uri="{FF2B5EF4-FFF2-40B4-BE49-F238E27FC236}">
                  <a16:creationId xmlns:a16="http://schemas.microsoft.com/office/drawing/2014/main" id="{EEB59383-EF91-8F99-120A-206AE3970FDF}"/>
                </a:ext>
              </a:extLst>
            </p:cNvPr>
            <p:cNvSpPr>
              <a:spLocks/>
            </p:cNvSpPr>
            <p:nvPr/>
          </p:nvSpPr>
          <p:spPr bwMode="auto">
            <a:xfrm>
              <a:off x="1233" y="2545"/>
              <a:ext cx="207" cy="431"/>
            </a:xfrm>
            <a:custGeom>
              <a:avLst/>
              <a:gdLst>
                <a:gd name="T0" fmla="*/ 0 w 360"/>
                <a:gd name="T1" fmla="*/ 0 h 720"/>
                <a:gd name="T2" fmla="*/ 1 w 360"/>
                <a:gd name="T3" fmla="*/ 1 h 720"/>
                <a:gd name="T4" fmla="*/ 1 w 360"/>
                <a:gd name="T5" fmla="*/ 1 h 720"/>
                <a:gd name="T6" fmla="*/ 1 w 360"/>
                <a:gd name="T7" fmla="*/ 1 h 720"/>
                <a:gd name="T8" fmla="*/ 0 60000 65536"/>
                <a:gd name="T9" fmla="*/ 0 60000 65536"/>
                <a:gd name="T10" fmla="*/ 0 60000 65536"/>
                <a:gd name="T11" fmla="*/ 0 60000 65536"/>
                <a:gd name="T12" fmla="*/ 0 w 360"/>
                <a:gd name="T13" fmla="*/ 0 h 720"/>
                <a:gd name="T14" fmla="*/ 360 w 360"/>
                <a:gd name="T15" fmla="*/ 720 h 720"/>
              </a:gdLst>
              <a:ahLst/>
              <a:cxnLst>
                <a:cxn ang="T8">
                  <a:pos x="T0" y="T1"/>
                </a:cxn>
                <a:cxn ang="T9">
                  <a:pos x="T2" y="T3"/>
                </a:cxn>
                <a:cxn ang="T10">
                  <a:pos x="T4" y="T5"/>
                </a:cxn>
                <a:cxn ang="T11">
                  <a:pos x="T6" y="T7"/>
                </a:cxn>
              </a:cxnLst>
              <a:rect l="T12" t="T13" r="T14" b="T15"/>
              <a:pathLst>
                <a:path w="360" h="720">
                  <a:moveTo>
                    <a:pt x="0" y="0"/>
                  </a:moveTo>
                  <a:cubicBezTo>
                    <a:pt x="75" y="45"/>
                    <a:pt x="150" y="90"/>
                    <a:pt x="180" y="180"/>
                  </a:cubicBezTo>
                  <a:cubicBezTo>
                    <a:pt x="210" y="270"/>
                    <a:pt x="150" y="450"/>
                    <a:pt x="180" y="540"/>
                  </a:cubicBezTo>
                  <a:cubicBezTo>
                    <a:pt x="210" y="630"/>
                    <a:pt x="330" y="690"/>
                    <a:pt x="360" y="720"/>
                  </a:cubicBezTo>
                </a:path>
              </a:pathLst>
            </a:custGeom>
            <a:noFill/>
            <a:ln w="254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813" name="Freeform 101">
              <a:extLst>
                <a:ext uri="{FF2B5EF4-FFF2-40B4-BE49-F238E27FC236}">
                  <a16:creationId xmlns:a16="http://schemas.microsoft.com/office/drawing/2014/main" id="{20DB2A11-21EF-D78D-2F45-866656AD1AED}"/>
                </a:ext>
              </a:extLst>
            </p:cNvPr>
            <p:cNvSpPr>
              <a:spLocks/>
            </p:cNvSpPr>
            <p:nvPr/>
          </p:nvSpPr>
          <p:spPr bwMode="auto">
            <a:xfrm>
              <a:off x="2267" y="2545"/>
              <a:ext cx="207" cy="431"/>
            </a:xfrm>
            <a:custGeom>
              <a:avLst/>
              <a:gdLst>
                <a:gd name="T0" fmla="*/ 0 w 360"/>
                <a:gd name="T1" fmla="*/ 0 h 720"/>
                <a:gd name="T2" fmla="*/ 1 w 360"/>
                <a:gd name="T3" fmla="*/ 1 h 720"/>
                <a:gd name="T4" fmla="*/ 1 w 360"/>
                <a:gd name="T5" fmla="*/ 1 h 720"/>
                <a:gd name="T6" fmla="*/ 1 w 360"/>
                <a:gd name="T7" fmla="*/ 1 h 720"/>
                <a:gd name="T8" fmla="*/ 0 60000 65536"/>
                <a:gd name="T9" fmla="*/ 0 60000 65536"/>
                <a:gd name="T10" fmla="*/ 0 60000 65536"/>
                <a:gd name="T11" fmla="*/ 0 60000 65536"/>
                <a:gd name="T12" fmla="*/ 0 w 360"/>
                <a:gd name="T13" fmla="*/ 0 h 720"/>
                <a:gd name="T14" fmla="*/ 360 w 360"/>
                <a:gd name="T15" fmla="*/ 720 h 720"/>
              </a:gdLst>
              <a:ahLst/>
              <a:cxnLst>
                <a:cxn ang="T8">
                  <a:pos x="T0" y="T1"/>
                </a:cxn>
                <a:cxn ang="T9">
                  <a:pos x="T2" y="T3"/>
                </a:cxn>
                <a:cxn ang="T10">
                  <a:pos x="T4" y="T5"/>
                </a:cxn>
                <a:cxn ang="T11">
                  <a:pos x="T6" y="T7"/>
                </a:cxn>
              </a:cxnLst>
              <a:rect l="T12" t="T13" r="T14" b="T15"/>
              <a:pathLst>
                <a:path w="360" h="720">
                  <a:moveTo>
                    <a:pt x="0" y="0"/>
                  </a:moveTo>
                  <a:cubicBezTo>
                    <a:pt x="75" y="45"/>
                    <a:pt x="150" y="90"/>
                    <a:pt x="180" y="180"/>
                  </a:cubicBezTo>
                  <a:cubicBezTo>
                    <a:pt x="210" y="270"/>
                    <a:pt x="150" y="450"/>
                    <a:pt x="180" y="540"/>
                  </a:cubicBezTo>
                  <a:cubicBezTo>
                    <a:pt x="210" y="630"/>
                    <a:pt x="330" y="690"/>
                    <a:pt x="360" y="720"/>
                  </a:cubicBezTo>
                </a:path>
              </a:pathLst>
            </a:custGeom>
            <a:noFill/>
            <a:ln w="254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814" name="Freeform 102">
              <a:extLst>
                <a:ext uri="{FF2B5EF4-FFF2-40B4-BE49-F238E27FC236}">
                  <a16:creationId xmlns:a16="http://schemas.microsoft.com/office/drawing/2014/main" id="{DF15BAB6-4C1F-C11A-0F48-0BDBCA717911}"/>
                </a:ext>
              </a:extLst>
            </p:cNvPr>
            <p:cNvSpPr>
              <a:spLocks/>
            </p:cNvSpPr>
            <p:nvPr/>
          </p:nvSpPr>
          <p:spPr bwMode="auto">
            <a:xfrm>
              <a:off x="3508" y="2545"/>
              <a:ext cx="207" cy="431"/>
            </a:xfrm>
            <a:custGeom>
              <a:avLst/>
              <a:gdLst>
                <a:gd name="T0" fmla="*/ 0 w 360"/>
                <a:gd name="T1" fmla="*/ 0 h 720"/>
                <a:gd name="T2" fmla="*/ 1 w 360"/>
                <a:gd name="T3" fmla="*/ 1 h 720"/>
                <a:gd name="T4" fmla="*/ 1 w 360"/>
                <a:gd name="T5" fmla="*/ 1 h 720"/>
                <a:gd name="T6" fmla="*/ 1 w 360"/>
                <a:gd name="T7" fmla="*/ 1 h 720"/>
                <a:gd name="T8" fmla="*/ 0 60000 65536"/>
                <a:gd name="T9" fmla="*/ 0 60000 65536"/>
                <a:gd name="T10" fmla="*/ 0 60000 65536"/>
                <a:gd name="T11" fmla="*/ 0 60000 65536"/>
                <a:gd name="T12" fmla="*/ 0 w 360"/>
                <a:gd name="T13" fmla="*/ 0 h 720"/>
                <a:gd name="T14" fmla="*/ 360 w 360"/>
                <a:gd name="T15" fmla="*/ 720 h 720"/>
              </a:gdLst>
              <a:ahLst/>
              <a:cxnLst>
                <a:cxn ang="T8">
                  <a:pos x="T0" y="T1"/>
                </a:cxn>
                <a:cxn ang="T9">
                  <a:pos x="T2" y="T3"/>
                </a:cxn>
                <a:cxn ang="T10">
                  <a:pos x="T4" y="T5"/>
                </a:cxn>
                <a:cxn ang="T11">
                  <a:pos x="T6" y="T7"/>
                </a:cxn>
              </a:cxnLst>
              <a:rect l="T12" t="T13" r="T14" b="T15"/>
              <a:pathLst>
                <a:path w="360" h="720">
                  <a:moveTo>
                    <a:pt x="0" y="0"/>
                  </a:moveTo>
                  <a:cubicBezTo>
                    <a:pt x="75" y="45"/>
                    <a:pt x="150" y="90"/>
                    <a:pt x="180" y="180"/>
                  </a:cubicBezTo>
                  <a:cubicBezTo>
                    <a:pt x="210" y="270"/>
                    <a:pt x="150" y="450"/>
                    <a:pt x="180" y="540"/>
                  </a:cubicBezTo>
                  <a:cubicBezTo>
                    <a:pt x="210" y="630"/>
                    <a:pt x="330" y="690"/>
                    <a:pt x="360" y="720"/>
                  </a:cubicBezTo>
                </a:path>
              </a:pathLst>
            </a:custGeom>
            <a:noFill/>
            <a:ln w="254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815" name="Freeform 103">
              <a:extLst>
                <a:ext uri="{FF2B5EF4-FFF2-40B4-BE49-F238E27FC236}">
                  <a16:creationId xmlns:a16="http://schemas.microsoft.com/office/drawing/2014/main" id="{4A894175-95D2-49AE-DCC7-D646D9F89533}"/>
                </a:ext>
              </a:extLst>
            </p:cNvPr>
            <p:cNvSpPr>
              <a:spLocks/>
            </p:cNvSpPr>
            <p:nvPr/>
          </p:nvSpPr>
          <p:spPr bwMode="auto">
            <a:xfrm>
              <a:off x="4542" y="2545"/>
              <a:ext cx="207" cy="431"/>
            </a:xfrm>
            <a:custGeom>
              <a:avLst/>
              <a:gdLst>
                <a:gd name="T0" fmla="*/ 0 w 360"/>
                <a:gd name="T1" fmla="*/ 0 h 720"/>
                <a:gd name="T2" fmla="*/ 1 w 360"/>
                <a:gd name="T3" fmla="*/ 1 h 720"/>
                <a:gd name="T4" fmla="*/ 1 w 360"/>
                <a:gd name="T5" fmla="*/ 1 h 720"/>
                <a:gd name="T6" fmla="*/ 1 w 360"/>
                <a:gd name="T7" fmla="*/ 1 h 720"/>
                <a:gd name="T8" fmla="*/ 0 60000 65536"/>
                <a:gd name="T9" fmla="*/ 0 60000 65536"/>
                <a:gd name="T10" fmla="*/ 0 60000 65536"/>
                <a:gd name="T11" fmla="*/ 0 60000 65536"/>
                <a:gd name="T12" fmla="*/ 0 w 360"/>
                <a:gd name="T13" fmla="*/ 0 h 720"/>
                <a:gd name="T14" fmla="*/ 360 w 360"/>
                <a:gd name="T15" fmla="*/ 720 h 720"/>
              </a:gdLst>
              <a:ahLst/>
              <a:cxnLst>
                <a:cxn ang="T8">
                  <a:pos x="T0" y="T1"/>
                </a:cxn>
                <a:cxn ang="T9">
                  <a:pos x="T2" y="T3"/>
                </a:cxn>
                <a:cxn ang="T10">
                  <a:pos x="T4" y="T5"/>
                </a:cxn>
                <a:cxn ang="T11">
                  <a:pos x="T6" y="T7"/>
                </a:cxn>
              </a:cxnLst>
              <a:rect l="T12" t="T13" r="T14" b="T15"/>
              <a:pathLst>
                <a:path w="360" h="720">
                  <a:moveTo>
                    <a:pt x="0" y="0"/>
                  </a:moveTo>
                  <a:cubicBezTo>
                    <a:pt x="75" y="45"/>
                    <a:pt x="150" y="90"/>
                    <a:pt x="180" y="180"/>
                  </a:cubicBezTo>
                  <a:cubicBezTo>
                    <a:pt x="210" y="270"/>
                    <a:pt x="150" y="450"/>
                    <a:pt x="180" y="540"/>
                  </a:cubicBezTo>
                  <a:cubicBezTo>
                    <a:pt x="210" y="630"/>
                    <a:pt x="330" y="690"/>
                    <a:pt x="360" y="720"/>
                  </a:cubicBezTo>
                </a:path>
              </a:pathLst>
            </a:custGeom>
            <a:noFill/>
            <a:ln w="254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5816" name="Text Box 104">
              <a:extLst>
                <a:ext uri="{FF2B5EF4-FFF2-40B4-BE49-F238E27FC236}">
                  <a16:creationId xmlns:a16="http://schemas.microsoft.com/office/drawing/2014/main" id="{C18B6A04-16A3-F9CC-0611-45F42F4B6A04}"/>
                </a:ext>
              </a:extLst>
            </p:cNvPr>
            <p:cNvSpPr txBox="1">
              <a:spLocks noChangeArrowheads="1"/>
            </p:cNvSpPr>
            <p:nvPr/>
          </p:nvSpPr>
          <p:spPr bwMode="auto">
            <a:xfrm>
              <a:off x="4583" y="3523"/>
              <a:ext cx="621"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Read</a:t>
              </a:r>
              <a:endParaRPr lang="ru-RU" altLang="en-US" sz="1200" b="0" u="none"/>
            </a:p>
          </p:txBody>
        </p:sp>
        <p:sp>
          <p:nvSpPr>
            <p:cNvPr id="115817" name="Line 105">
              <a:extLst>
                <a:ext uri="{FF2B5EF4-FFF2-40B4-BE49-F238E27FC236}">
                  <a16:creationId xmlns:a16="http://schemas.microsoft.com/office/drawing/2014/main" id="{A3FA8E4D-A721-E3B5-9287-C3118788B99C}"/>
                </a:ext>
              </a:extLst>
            </p:cNvPr>
            <p:cNvSpPr>
              <a:spLocks noChangeShapeType="1"/>
            </p:cNvSpPr>
            <p:nvPr/>
          </p:nvSpPr>
          <p:spPr bwMode="auto">
            <a:xfrm>
              <a:off x="1121" y="2874"/>
              <a:ext cx="98"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818" name="Line 106">
              <a:extLst>
                <a:ext uri="{FF2B5EF4-FFF2-40B4-BE49-F238E27FC236}">
                  <a16:creationId xmlns:a16="http://schemas.microsoft.com/office/drawing/2014/main" id="{ACB4A48B-9A70-FFC5-0425-6F1136706AD4}"/>
                </a:ext>
              </a:extLst>
            </p:cNvPr>
            <p:cNvSpPr>
              <a:spLocks noChangeShapeType="1"/>
            </p:cNvSpPr>
            <p:nvPr/>
          </p:nvSpPr>
          <p:spPr bwMode="auto">
            <a:xfrm flipH="1">
              <a:off x="1121" y="2874"/>
              <a:ext cx="108" cy="2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819" name="Line 107">
              <a:extLst>
                <a:ext uri="{FF2B5EF4-FFF2-40B4-BE49-F238E27FC236}">
                  <a16:creationId xmlns:a16="http://schemas.microsoft.com/office/drawing/2014/main" id="{73E3A686-58FF-F6FF-E2C9-19DC09646E79}"/>
                </a:ext>
              </a:extLst>
            </p:cNvPr>
            <p:cNvSpPr>
              <a:spLocks noChangeShapeType="1"/>
            </p:cNvSpPr>
            <p:nvPr/>
          </p:nvSpPr>
          <p:spPr bwMode="auto">
            <a:xfrm flipV="1">
              <a:off x="591" y="2879"/>
              <a:ext cx="5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820" name="Line 108">
              <a:extLst>
                <a:ext uri="{FF2B5EF4-FFF2-40B4-BE49-F238E27FC236}">
                  <a16:creationId xmlns:a16="http://schemas.microsoft.com/office/drawing/2014/main" id="{1A9B2343-19DF-4A04-1328-F59C56808C51}"/>
                </a:ext>
              </a:extLst>
            </p:cNvPr>
            <p:cNvSpPr>
              <a:spLocks noChangeShapeType="1"/>
            </p:cNvSpPr>
            <p:nvPr/>
          </p:nvSpPr>
          <p:spPr bwMode="auto">
            <a:xfrm flipV="1">
              <a:off x="595" y="3072"/>
              <a:ext cx="52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821" name="Text Box 109">
              <a:extLst>
                <a:ext uri="{FF2B5EF4-FFF2-40B4-BE49-F238E27FC236}">
                  <a16:creationId xmlns:a16="http://schemas.microsoft.com/office/drawing/2014/main" id="{E622A8BD-0E8F-C5C9-19DC-A50AA426DEDD}"/>
                </a:ext>
              </a:extLst>
            </p:cNvPr>
            <p:cNvSpPr txBox="1">
              <a:spLocks noChangeArrowheads="1"/>
            </p:cNvSpPr>
            <p:nvPr/>
          </p:nvSpPr>
          <p:spPr bwMode="auto">
            <a:xfrm>
              <a:off x="570" y="2874"/>
              <a:ext cx="45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0000</a:t>
              </a:r>
              <a:endParaRPr lang="ru-RU" altLang="en-US" sz="1200" b="0" u="none"/>
            </a:p>
          </p:txBody>
        </p:sp>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D6B8E40A-DD1D-0FA0-8DA5-2AE3C95F6D71}"/>
              </a:ext>
            </a:extLst>
          </p:cNvPr>
          <p:cNvSpPr>
            <a:spLocks noGrp="1" noChangeArrowheads="1"/>
          </p:cNvSpPr>
          <p:nvPr>
            <p:ph type="title"/>
          </p:nvPr>
        </p:nvSpPr>
        <p:spPr>
          <a:xfrm>
            <a:off x="0" y="183401"/>
            <a:ext cx="11612880" cy="704088"/>
          </a:xfrm>
        </p:spPr>
        <p:txBody>
          <a:bodyPr/>
          <a:lstStyle/>
          <a:p>
            <a:r>
              <a:rPr lang="en-US" altLang="en-US"/>
              <a:t>No_Change Mode</a:t>
            </a:r>
            <a:endParaRPr lang="ru-RU" altLang="en-US"/>
          </a:p>
        </p:txBody>
      </p:sp>
      <p:grpSp>
        <p:nvGrpSpPr>
          <p:cNvPr id="116739" name="Group 3">
            <a:extLst>
              <a:ext uri="{FF2B5EF4-FFF2-40B4-BE49-F238E27FC236}">
                <a16:creationId xmlns:a16="http://schemas.microsoft.com/office/drawing/2014/main" id="{944ADA41-97C6-DBFA-C6EE-708E3C978276}"/>
              </a:ext>
            </a:extLst>
          </p:cNvPr>
          <p:cNvGrpSpPr>
            <a:grpSpLocks/>
          </p:cNvGrpSpPr>
          <p:nvPr/>
        </p:nvGrpSpPr>
        <p:grpSpPr bwMode="auto">
          <a:xfrm>
            <a:off x="2438401" y="1371601"/>
            <a:ext cx="6835775" cy="3763963"/>
            <a:chOff x="158" y="1007"/>
            <a:chExt cx="5354" cy="2948"/>
          </a:xfrm>
        </p:grpSpPr>
        <p:sp>
          <p:nvSpPr>
            <p:cNvPr id="116740" name="Line 4">
              <a:extLst>
                <a:ext uri="{FF2B5EF4-FFF2-40B4-BE49-F238E27FC236}">
                  <a16:creationId xmlns:a16="http://schemas.microsoft.com/office/drawing/2014/main" id="{4CF5A0A9-A107-592A-570B-85A46857C8AD}"/>
                </a:ext>
              </a:extLst>
            </p:cNvPr>
            <p:cNvSpPr>
              <a:spLocks noChangeShapeType="1"/>
            </p:cNvSpPr>
            <p:nvPr/>
          </p:nvSpPr>
          <p:spPr bwMode="auto">
            <a:xfrm flipH="1">
              <a:off x="1120" y="1066"/>
              <a:ext cx="0" cy="2604"/>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6741" name="Line 5">
              <a:extLst>
                <a:ext uri="{FF2B5EF4-FFF2-40B4-BE49-F238E27FC236}">
                  <a16:creationId xmlns:a16="http://schemas.microsoft.com/office/drawing/2014/main" id="{6C0FAC5D-7D69-ED0E-CA1D-19C03557D2DF}"/>
                </a:ext>
              </a:extLst>
            </p:cNvPr>
            <p:cNvSpPr>
              <a:spLocks noChangeShapeType="1"/>
            </p:cNvSpPr>
            <p:nvPr/>
          </p:nvSpPr>
          <p:spPr bwMode="auto">
            <a:xfrm>
              <a:off x="717" y="1949"/>
              <a:ext cx="11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42" name="Line 6">
              <a:extLst>
                <a:ext uri="{FF2B5EF4-FFF2-40B4-BE49-F238E27FC236}">
                  <a16:creationId xmlns:a16="http://schemas.microsoft.com/office/drawing/2014/main" id="{8C80462D-FC7A-9AC0-33A1-6C88518A8002}"/>
                </a:ext>
              </a:extLst>
            </p:cNvPr>
            <p:cNvSpPr>
              <a:spLocks noChangeShapeType="1"/>
            </p:cNvSpPr>
            <p:nvPr/>
          </p:nvSpPr>
          <p:spPr bwMode="auto">
            <a:xfrm>
              <a:off x="707" y="2144"/>
              <a:ext cx="11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43" name="Line 7">
              <a:extLst>
                <a:ext uri="{FF2B5EF4-FFF2-40B4-BE49-F238E27FC236}">
                  <a16:creationId xmlns:a16="http://schemas.microsoft.com/office/drawing/2014/main" id="{3178376C-1D8F-1D45-7DD6-9C88A82AABC6}"/>
                </a:ext>
              </a:extLst>
            </p:cNvPr>
            <p:cNvSpPr>
              <a:spLocks noChangeShapeType="1"/>
            </p:cNvSpPr>
            <p:nvPr/>
          </p:nvSpPr>
          <p:spPr bwMode="auto">
            <a:xfrm rot="-1507977">
              <a:off x="4030" y="1927"/>
              <a:ext cx="0" cy="21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44" name="Line 8">
              <a:extLst>
                <a:ext uri="{FF2B5EF4-FFF2-40B4-BE49-F238E27FC236}">
                  <a16:creationId xmlns:a16="http://schemas.microsoft.com/office/drawing/2014/main" id="{94EAC483-A063-72E2-7B9C-92FC03BC31CB}"/>
                </a:ext>
              </a:extLst>
            </p:cNvPr>
            <p:cNvSpPr>
              <a:spLocks noChangeShapeType="1"/>
            </p:cNvSpPr>
            <p:nvPr/>
          </p:nvSpPr>
          <p:spPr bwMode="auto">
            <a:xfrm flipH="1">
              <a:off x="3977" y="1927"/>
              <a:ext cx="102"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45" name="Line 9">
              <a:extLst>
                <a:ext uri="{FF2B5EF4-FFF2-40B4-BE49-F238E27FC236}">
                  <a16:creationId xmlns:a16="http://schemas.microsoft.com/office/drawing/2014/main" id="{3ECFE456-DD74-3434-3DEB-2EAC3706B349}"/>
                </a:ext>
              </a:extLst>
            </p:cNvPr>
            <p:cNvSpPr>
              <a:spLocks noChangeShapeType="1"/>
            </p:cNvSpPr>
            <p:nvPr/>
          </p:nvSpPr>
          <p:spPr bwMode="auto">
            <a:xfrm>
              <a:off x="4071" y="1927"/>
              <a:ext cx="124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46" name="Line 10">
              <a:extLst>
                <a:ext uri="{FF2B5EF4-FFF2-40B4-BE49-F238E27FC236}">
                  <a16:creationId xmlns:a16="http://schemas.microsoft.com/office/drawing/2014/main" id="{2D9B7F58-D177-4C8D-A058-B162FA72A0E9}"/>
                </a:ext>
              </a:extLst>
            </p:cNvPr>
            <p:cNvSpPr>
              <a:spLocks noChangeShapeType="1"/>
            </p:cNvSpPr>
            <p:nvPr/>
          </p:nvSpPr>
          <p:spPr bwMode="auto">
            <a:xfrm>
              <a:off x="4079" y="2126"/>
              <a:ext cx="124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47" name="Line 11">
              <a:extLst>
                <a:ext uri="{FF2B5EF4-FFF2-40B4-BE49-F238E27FC236}">
                  <a16:creationId xmlns:a16="http://schemas.microsoft.com/office/drawing/2014/main" id="{85447D80-BBE1-BA47-4529-E38472A1D137}"/>
                </a:ext>
              </a:extLst>
            </p:cNvPr>
            <p:cNvSpPr>
              <a:spLocks noChangeShapeType="1"/>
            </p:cNvSpPr>
            <p:nvPr/>
          </p:nvSpPr>
          <p:spPr bwMode="auto">
            <a:xfrm rot="-1507977">
              <a:off x="2910" y="1936"/>
              <a:ext cx="0" cy="21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48" name="Line 12">
              <a:extLst>
                <a:ext uri="{FF2B5EF4-FFF2-40B4-BE49-F238E27FC236}">
                  <a16:creationId xmlns:a16="http://schemas.microsoft.com/office/drawing/2014/main" id="{A6539433-CFE0-8965-DE3B-44970FDDD072}"/>
                </a:ext>
              </a:extLst>
            </p:cNvPr>
            <p:cNvSpPr>
              <a:spLocks noChangeShapeType="1"/>
            </p:cNvSpPr>
            <p:nvPr/>
          </p:nvSpPr>
          <p:spPr bwMode="auto">
            <a:xfrm flipH="1">
              <a:off x="2857" y="1936"/>
              <a:ext cx="102"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49" name="Line 13">
              <a:extLst>
                <a:ext uri="{FF2B5EF4-FFF2-40B4-BE49-F238E27FC236}">
                  <a16:creationId xmlns:a16="http://schemas.microsoft.com/office/drawing/2014/main" id="{0941F427-5819-791A-08D4-974D673B4E57}"/>
                </a:ext>
              </a:extLst>
            </p:cNvPr>
            <p:cNvSpPr>
              <a:spLocks noChangeShapeType="1"/>
            </p:cNvSpPr>
            <p:nvPr/>
          </p:nvSpPr>
          <p:spPr bwMode="auto">
            <a:xfrm>
              <a:off x="2959" y="1936"/>
              <a:ext cx="10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50" name="Line 14">
              <a:extLst>
                <a:ext uri="{FF2B5EF4-FFF2-40B4-BE49-F238E27FC236}">
                  <a16:creationId xmlns:a16="http://schemas.microsoft.com/office/drawing/2014/main" id="{BCEBC5C9-121B-D187-CFF5-FA95E496EC2F}"/>
                </a:ext>
              </a:extLst>
            </p:cNvPr>
            <p:cNvSpPr>
              <a:spLocks noChangeShapeType="1"/>
            </p:cNvSpPr>
            <p:nvPr/>
          </p:nvSpPr>
          <p:spPr bwMode="auto">
            <a:xfrm>
              <a:off x="2951" y="2135"/>
              <a:ext cx="10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51" name="Line 15">
              <a:extLst>
                <a:ext uri="{FF2B5EF4-FFF2-40B4-BE49-F238E27FC236}">
                  <a16:creationId xmlns:a16="http://schemas.microsoft.com/office/drawing/2014/main" id="{2ADAAA20-C833-8409-2937-A19E0958BB5F}"/>
                </a:ext>
              </a:extLst>
            </p:cNvPr>
            <p:cNvSpPr>
              <a:spLocks noChangeShapeType="1"/>
            </p:cNvSpPr>
            <p:nvPr/>
          </p:nvSpPr>
          <p:spPr bwMode="auto">
            <a:xfrm>
              <a:off x="629" y="1370"/>
              <a:ext cx="4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52" name="Line 16">
              <a:extLst>
                <a:ext uri="{FF2B5EF4-FFF2-40B4-BE49-F238E27FC236}">
                  <a16:creationId xmlns:a16="http://schemas.microsoft.com/office/drawing/2014/main" id="{F2A40A94-34E4-0770-9647-96B549591F41}"/>
                </a:ext>
              </a:extLst>
            </p:cNvPr>
            <p:cNvSpPr>
              <a:spLocks noChangeShapeType="1"/>
            </p:cNvSpPr>
            <p:nvPr/>
          </p:nvSpPr>
          <p:spPr bwMode="auto">
            <a:xfrm flipH="1">
              <a:off x="1069" y="1174"/>
              <a:ext cx="93" cy="1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53" name="Line 17">
              <a:extLst>
                <a:ext uri="{FF2B5EF4-FFF2-40B4-BE49-F238E27FC236}">
                  <a16:creationId xmlns:a16="http://schemas.microsoft.com/office/drawing/2014/main" id="{7AAF14D9-5A76-F78F-75E6-BF3E2050F54C}"/>
                </a:ext>
              </a:extLst>
            </p:cNvPr>
            <p:cNvSpPr>
              <a:spLocks noChangeShapeType="1"/>
            </p:cNvSpPr>
            <p:nvPr/>
          </p:nvSpPr>
          <p:spPr bwMode="auto">
            <a:xfrm flipV="1">
              <a:off x="1159" y="1174"/>
              <a:ext cx="4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54" name="Line 18">
              <a:extLst>
                <a:ext uri="{FF2B5EF4-FFF2-40B4-BE49-F238E27FC236}">
                  <a16:creationId xmlns:a16="http://schemas.microsoft.com/office/drawing/2014/main" id="{23A9121E-B6DE-668D-4E81-0FB9097EEF1D}"/>
                </a:ext>
              </a:extLst>
            </p:cNvPr>
            <p:cNvSpPr>
              <a:spLocks noChangeShapeType="1"/>
            </p:cNvSpPr>
            <p:nvPr/>
          </p:nvSpPr>
          <p:spPr bwMode="auto">
            <a:xfrm>
              <a:off x="1691" y="1365"/>
              <a:ext cx="4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55" name="Line 19">
              <a:extLst>
                <a:ext uri="{FF2B5EF4-FFF2-40B4-BE49-F238E27FC236}">
                  <a16:creationId xmlns:a16="http://schemas.microsoft.com/office/drawing/2014/main" id="{0B3F10D6-2BD4-7775-AD08-2D5A621A57E2}"/>
                </a:ext>
              </a:extLst>
            </p:cNvPr>
            <p:cNvSpPr>
              <a:spLocks noChangeShapeType="1"/>
            </p:cNvSpPr>
            <p:nvPr/>
          </p:nvSpPr>
          <p:spPr bwMode="auto">
            <a:xfrm>
              <a:off x="1600" y="1164"/>
              <a:ext cx="94"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56" name="Line 20">
              <a:extLst>
                <a:ext uri="{FF2B5EF4-FFF2-40B4-BE49-F238E27FC236}">
                  <a16:creationId xmlns:a16="http://schemas.microsoft.com/office/drawing/2014/main" id="{585E7A60-EAFB-02F5-D170-49DFE1FD178F}"/>
                </a:ext>
              </a:extLst>
            </p:cNvPr>
            <p:cNvSpPr>
              <a:spLocks noChangeShapeType="1"/>
            </p:cNvSpPr>
            <p:nvPr/>
          </p:nvSpPr>
          <p:spPr bwMode="auto">
            <a:xfrm flipH="1">
              <a:off x="2128" y="1168"/>
              <a:ext cx="93"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57" name="Line 21">
              <a:extLst>
                <a:ext uri="{FF2B5EF4-FFF2-40B4-BE49-F238E27FC236}">
                  <a16:creationId xmlns:a16="http://schemas.microsoft.com/office/drawing/2014/main" id="{ED93B508-7786-5962-0F60-334F05A5B6F1}"/>
                </a:ext>
              </a:extLst>
            </p:cNvPr>
            <p:cNvSpPr>
              <a:spLocks noChangeShapeType="1"/>
            </p:cNvSpPr>
            <p:nvPr/>
          </p:nvSpPr>
          <p:spPr bwMode="auto">
            <a:xfrm flipV="1">
              <a:off x="2218" y="1168"/>
              <a:ext cx="4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58" name="Line 22">
              <a:extLst>
                <a:ext uri="{FF2B5EF4-FFF2-40B4-BE49-F238E27FC236}">
                  <a16:creationId xmlns:a16="http://schemas.microsoft.com/office/drawing/2014/main" id="{72C0D4D9-C2C8-B5DE-BF1C-474C4C8DA02B}"/>
                </a:ext>
              </a:extLst>
            </p:cNvPr>
            <p:cNvSpPr>
              <a:spLocks noChangeShapeType="1"/>
            </p:cNvSpPr>
            <p:nvPr/>
          </p:nvSpPr>
          <p:spPr bwMode="auto">
            <a:xfrm>
              <a:off x="2743" y="1360"/>
              <a:ext cx="4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59" name="Line 23">
              <a:extLst>
                <a:ext uri="{FF2B5EF4-FFF2-40B4-BE49-F238E27FC236}">
                  <a16:creationId xmlns:a16="http://schemas.microsoft.com/office/drawing/2014/main" id="{6C4518BC-E769-A03E-B260-0D69E2EC3BEF}"/>
                </a:ext>
              </a:extLst>
            </p:cNvPr>
            <p:cNvSpPr>
              <a:spLocks noChangeShapeType="1"/>
            </p:cNvSpPr>
            <p:nvPr/>
          </p:nvSpPr>
          <p:spPr bwMode="auto">
            <a:xfrm>
              <a:off x="2651" y="1159"/>
              <a:ext cx="94" cy="1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0" name="Line 24">
              <a:extLst>
                <a:ext uri="{FF2B5EF4-FFF2-40B4-BE49-F238E27FC236}">
                  <a16:creationId xmlns:a16="http://schemas.microsoft.com/office/drawing/2014/main" id="{EFC4B2B3-B406-463C-9B2F-1A47FB8984BB}"/>
                </a:ext>
              </a:extLst>
            </p:cNvPr>
            <p:cNvSpPr>
              <a:spLocks noChangeShapeType="1"/>
            </p:cNvSpPr>
            <p:nvPr/>
          </p:nvSpPr>
          <p:spPr bwMode="auto">
            <a:xfrm flipH="1">
              <a:off x="3182" y="1160"/>
              <a:ext cx="93" cy="1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1" name="Line 25">
              <a:extLst>
                <a:ext uri="{FF2B5EF4-FFF2-40B4-BE49-F238E27FC236}">
                  <a16:creationId xmlns:a16="http://schemas.microsoft.com/office/drawing/2014/main" id="{14A70D6F-22DB-80E3-1F09-B475309537E0}"/>
                </a:ext>
              </a:extLst>
            </p:cNvPr>
            <p:cNvSpPr>
              <a:spLocks noChangeShapeType="1"/>
            </p:cNvSpPr>
            <p:nvPr/>
          </p:nvSpPr>
          <p:spPr bwMode="auto">
            <a:xfrm flipV="1">
              <a:off x="3272" y="1160"/>
              <a:ext cx="4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2" name="Line 26">
              <a:extLst>
                <a:ext uri="{FF2B5EF4-FFF2-40B4-BE49-F238E27FC236}">
                  <a16:creationId xmlns:a16="http://schemas.microsoft.com/office/drawing/2014/main" id="{441BE50A-EBC5-F761-B699-8C40E525B736}"/>
                </a:ext>
              </a:extLst>
            </p:cNvPr>
            <p:cNvSpPr>
              <a:spLocks noChangeShapeType="1"/>
            </p:cNvSpPr>
            <p:nvPr/>
          </p:nvSpPr>
          <p:spPr bwMode="auto">
            <a:xfrm>
              <a:off x="3788" y="1351"/>
              <a:ext cx="4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3" name="Line 27">
              <a:extLst>
                <a:ext uri="{FF2B5EF4-FFF2-40B4-BE49-F238E27FC236}">
                  <a16:creationId xmlns:a16="http://schemas.microsoft.com/office/drawing/2014/main" id="{5B015B87-4084-6757-86C7-7EB817E1789A}"/>
                </a:ext>
              </a:extLst>
            </p:cNvPr>
            <p:cNvSpPr>
              <a:spLocks noChangeShapeType="1"/>
            </p:cNvSpPr>
            <p:nvPr/>
          </p:nvSpPr>
          <p:spPr bwMode="auto">
            <a:xfrm>
              <a:off x="3705" y="1150"/>
              <a:ext cx="94"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4" name="Line 28">
              <a:extLst>
                <a:ext uri="{FF2B5EF4-FFF2-40B4-BE49-F238E27FC236}">
                  <a16:creationId xmlns:a16="http://schemas.microsoft.com/office/drawing/2014/main" id="{B74DEAAF-50DF-DBDA-5D96-26DD303EDE92}"/>
                </a:ext>
              </a:extLst>
            </p:cNvPr>
            <p:cNvSpPr>
              <a:spLocks noChangeShapeType="1"/>
            </p:cNvSpPr>
            <p:nvPr/>
          </p:nvSpPr>
          <p:spPr bwMode="auto">
            <a:xfrm flipH="1">
              <a:off x="4232" y="1154"/>
              <a:ext cx="94"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5" name="Line 29">
              <a:extLst>
                <a:ext uri="{FF2B5EF4-FFF2-40B4-BE49-F238E27FC236}">
                  <a16:creationId xmlns:a16="http://schemas.microsoft.com/office/drawing/2014/main" id="{13F2FDDD-8B94-ED99-47AF-4028184D6139}"/>
                </a:ext>
              </a:extLst>
            </p:cNvPr>
            <p:cNvSpPr>
              <a:spLocks noChangeShapeType="1"/>
            </p:cNvSpPr>
            <p:nvPr/>
          </p:nvSpPr>
          <p:spPr bwMode="auto">
            <a:xfrm flipV="1">
              <a:off x="4322" y="1154"/>
              <a:ext cx="4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6" name="Line 30">
              <a:extLst>
                <a:ext uri="{FF2B5EF4-FFF2-40B4-BE49-F238E27FC236}">
                  <a16:creationId xmlns:a16="http://schemas.microsoft.com/office/drawing/2014/main" id="{45BDE5B8-21C7-C7C8-EB82-91288F2B15FA}"/>
                </a:ext>
              </a:extLst>
            </p:cNvPr>
            <p:cNvSpPr>
              <a:spLocks noChangeShapeType="1"/>
            </p:cNvSpPr>
            <p:nvPr/>
          </p:nvSpPr>
          <p:spPr bwMode="auto">
            <a:xfrm>
              <a:off x="4829" y="1346"/>
              <a:ext cx="4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7" name="Line 31">
              <a:extLst>
                <a:ext uri="{FF2B5EF4-FFF2-40B4-BE49-F238E27FC236}">
                  <a16:creationId xmlns:a16="http://schemas.microsoft.com/office/drawing/2014/main" id="{4DA42DDD-C635-36CE-3FF2-344CBA96DD1C}"/>
                </a:ext>
              </a:extLst>
            </p:cNvPr>
            <p:cNvSpPr>
              <a:spLocks noChangeShapeType="1"/>
            </p:cNvSpPr>
            <p:nvPr/>
          </p:nvSpPr>
          <p:spPr bwMode="auto">
            <a:xfrm>
              <a:off x="4748" y="1145"/>
              <a:ext cx="93" cy="1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8" name="Line 32">
              <a:extLst>
                <a:ext uri="{FF2B5EF4-FFF2-40B4-BE49-F238E27FC236}">
                  <a16:creationId xmlns:a16="http://schemas.microsoft.com/office/drawing/2014/main" id="{92129E25-11AE-6D75-B6AC-07756826FDA4}"/>
                </a:ext>
              </a:extLst>
            </p:cNvPr>
            <p:cNvSpPr>
              <a:spLocks noChangeShapeType="1"/>
            </p:cNvSpPr>
            <p:nvPr/>
          </p:nvSpPr>
          <p:spPr bwMode="auto">
            <a:xfrm>
              <a:off x="641" y="1676"/>
              <a:ext cx="127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9" name="Line 33">
              <a:extLst>
                <a:ext uri="{FF2B5EF4-FFF2-40B4-BE49-F238E27FC236}">
                  <a16:creationId xmlns:a16="http://schemas.microsoft.com/office/drawing/2014/main" id="{F0A31201-2C7F-B0DB-492D-FE486E436505}"/>
                </a:ext>
              </a:extLst>
            </p:cNvPr>
            <p:cNvSpPr>
              <a:spLocks noChangeShapeType="1"/>
            </p:cNvSpPr>
            <p:nvPr/>
          </p:nvSpPr>
          <p:spPr bwMode="auto">
            <a:xfrm flipH="1">
              <a:off x="1930" y="1479"/>
              <a:ext cx="102"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0" name="Line 34">
              <a:extLst>
                <a:ext uri="{FF2B5EF4-FFF2-40B4-BE49-F238E27FC236}">
                  <a16:creationId xmlns:a16="http://schemas.microsoft.com/office/drawing/2014/main" id="{9FF4B812-D196-45A9-D844-1954591A34E8}"/>
                </a:ext>
              </a:extLst>
            </p:cNvPr>
            <p:cNvSpPr>
              <a:spLocks noChangeShapeType="1"/>
            </p:cNvSpPr>
            <p:nvPr/>
          </p:nvSpPr>
          <p:spPr bwMode="auto">
            <a:xfrm flipV="1">
              <a:off x="2027" y="1483"/>
              <a:ext cx="19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1" name="Line 35">
              <a:extLst>
                <a:ext uri="{FF2B5EF4-FFF2-40B4-BE49-F238E27FC236}">
                  <a16:creationId xmlns:a16="http://schemas.microsoft.com/office/drawing/2014/main" id="{1434BDBE-ABB7-958E-8644-B9A900D2FB48}"/>
                </a:ext>
              </a:extLst>
            </p:cNvPr>
            <p:cNvSpPr>
              <a:spLocks noChangeShapeType="1"/>
            </p:cNvSpPr>
            <p:nvPr/>
          </p:nvSpPr>
          <p:spPr bwMode="auto">
            <a:xfrm>
              <a:off x="4015" y="1477"/>
              <a:ext cx="93"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2" name="Line 36">
              <a:extLst>
                <a:ext uri="{FF2B5EF4-FFF2-40B4-BE49-F238E27FC236}">
                  <a16:creationId xmlns:a16="http://schemas.microsoft.com/office/drawing/2014/main" id="{B78295BB-3CB3-7A7E-E684-155D9BFC9B7E}"/>
                </a:ext>
              </a:extLst>
            </p:cNvPr>
            <p:cNvSpPr>
              <a:spLocks noChangeShapeType="1"/>
            </p:cNvSpPr>
            <p:nvPr/>
          </p:nvSpPr>
          <p:spPr bwMode="auto">
            <a:xfrm>
              <a:off x="4109" y="1675"/>
              <a:ext cx="118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3" name="Text Box 37">
              <a:extLst>
                <a:ext uri="{FF2B5EF4-FFF2-40B4-BE49-F238E27FC236}">
                  <a16:creationId xmlns:a16="http://schemas.microsoft.com/office/drawing/2014/main" id="{CF5F89A4-AB16-F438-E4D0-AFBDC2B7EDDE}"/>
                </a:ext>
              </a:extLst>
            </p:cNvPr>
            <p:cNvSpPr txBox="1">
              <a:spLocks noChangeArrowheads="1"/>
            </p:cNvSpPr>
            <p:nvPr/>
          </p:nvSpPr>
          <p:spPr bwMode="auto">
            <a:xfrm>
              <a:off x="416" y="1182"/>
              <a:ext cx="394"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CLK</a:t>
              </a:r>
              <a:endParaRPr lang="ru-RU" altLang="en-US" sz="1200" b="0" u="none"/>
            </a:p>
          </p:txBody>
        </p:sp>
        <p:sp>
          <p:nvSpPr>
            <p:cNvPr id="116774" name="Text Box 38">
              <a:extLst>
                <a:ext uri="{FF2B5EF4-FFF2-40B4-BE49-F238E27FC236}">
                  <a16:creationId xmlns:a16="http://schemas.microsoft.com/office/drawing/2014/main" id="{F67C082D-5BB8-63F9-361C-D3C466248413}"/>
                </a:ext>
              </a:extLst>
            </p:cNvPr>
            <p:cNvSpPr txBox="1">
              <a:spLocks noChangeArrowheads="1"/>
            </p:cNvSpPr>
            <p:nvPr/>
          </p:nvSpPr>
          <p:spPr bwMode="auto">
            <a:xfrm>
              <a:off x="405" y="1456"/>
              <a:ext cx="393"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WE</a:t>
              </a:r>
              <a:endParaRPr lang="ru-RU" altLang="en-US" sz="1200" b="0" u="none"/>
            </a:p>
          </p:txBody>
        </p:sp>
        <p:sp>
          <p:nvSpPr>
            <p:cNvPr id="116775" name="Line 39">
              <a:extLst>
                <a:ext uri="{FF2B5EF4-FFF2-40B4-BE49-F238E27FC236}">
                  <a16:creationId xmlns:a16="http://schemas.microsoft.com/office/drawing/2014/main" id="{5D1942A1-5884-7E84-453C-EF27700C5DFA}"/>
                </a:ext>
              </a:extLst>
            </p:cNvPr>
            <p:cNvSpPr>
              <a:spLocks noChangeShapeType="1"/>
            </p:cNvSpPr>
            <p:nvPr/>
          </p:nvSpPr>
          <p:spPr bwMode="auto">
            <a:xfrm>
              <a:off x="1836" y="1946"/>
              <a:ext cx="93" cy="1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6" name="Line 40">
              <a:extLst>
                <a:ext uri="{FF2B5EF4-FFF2-40B4-BE49-F238E27FC236}">
                  <a16:creationId xmlns:a16="http://schemas.microsoft.com/office/drawing/2014/main" id="{E2B4A516-7D0E-38A4-13EB-18702BAB715A}"/>
                </a:ext>
              </a:extLst>
            </p:cNvPr>
            <p:cNvSpPr>
              <a:spLocks noChangeShapeType="1"/>
            </p:cNvSpPr>
            <p:nvPr/>
          </p:nvSpPr>
          <p:spPr bwMode="auto">
            <a:xfrm flipH="1">
              <a:off x="1836" y="1946"/>
              <a:ext cx="102"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7" name="Line 41">
              <a:extLst>
                <a:ext uri="{FF2B5EF4-FFF2-40B4-BE49-F238E27FC236}">
                  <a16:creationId xmlns:a16="http://schemas.microsoft.com/office/drawing/2014/main" id="{8DC93936-D637-C2BE-AA2B-A038A69B63F1}"/>
                </a:ext>
              </a:extLst>
            </p:cNvPr>
            <p:cNvSpPr>
              <a:spLocks noChangeShapeType="1"/>
            </p:cNvSpPr>
            <p:nvPr/>
          </p:nvSpPr>
          <p:spPr bwMode="auto">
            <a:xfrm>
              <a:off x="1940" y="1944"/>
              <a:ext cx="9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8" name="Line 42">
              <a:extLst>
                <a:ext uri="{FF2B5EF4-FFF2-40B4-BE49-F238E27FC236}">
                  <a16:creationId xmlns:a16="http://schemas.microsoft.com/office/drawing/2014/main" id="{11D487A9-C070-20E2-04A8-1F5762298470}"/>
                </a:ext>
              </a:extLst>
            </p:cNvPr>
            <p:cNvSpPr>
              <a:spLocks noChangeShapeType="1"/>
            </p:cNvSpPr>
            <p:nvPr/>
          </p:nvSpPr>
          <p:spPr bwMode="auto">
            <a:xfrm>
              <a:off x="1929" y="2139"/>
              <a:ext cx="9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9" name="Text Box 43">
              <a:extLst>
                <a:ext uri="{FF2B5EF4-FFF2-40B4-BE49-F238E27FC236}">
                  <a16:creationId xmlns:a16="http://schemas.microsoft.com/office/drawing/2014/main" id="{B1EE96E0-4581-FD70-5BD8-D5D9F8C3B11C}"/>
                </a:ext>
              </a:extLst>
            </p:cNvPr>
            <p:cNvSpPr txBox="1">
              <a:spLocks noChangeArrowheads="1"/>
            </p:cNvSpPr>
            <p:nvPr/>
          </p:nvSpPr>
          <p:spPr bwMode="auto">
            <a:xfrm>
              <a:off x="451" y="1923"/>
              <a:ext cx="394"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DI</a:t>
              </a:r>
              <a:endParaRPr lang="ru-RU" altLang="en-US" sz="1200" b="0" u="none"/>
            </a:p>
          </p:txBody>
        </p:sp>
        <p:sp>
          <p:nvSpPr>
            <p:cNvPr id="116780" name="Line 44">
              <a:extLst>
                <a:ext uri="{FF2B5EF4-FFF2-40B4-BE49-F238E27FC236}">
                  <a16:creationId xmlns:a16="http://schemas.microsoft.com/office/drawing/2014/main" id="{C586C84B-F3DB-7ACE-1F83-13E112D02C8B}"/>
                </a:ext>
              </a:extLst>
            </p:cNvPr>
            <p:cNvSpPr>
              <a:spLocks noChangeShapeType="1"/>
            </p:cNvSpPr>
            <p:nvPr/>
          </p:nvSpPr>
          <p:spPr bwMode="auto">
            <a:xfrm>
              <a:off x="952" y="2452"/>
              <a:ext cx="87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81" name="Line 45">
              <a:extLst>
                <a:ext uri="{FF2B5EF4-FFF2-40B4-BE49-F238E27FC236}">
                  <a16:creationId xmlns:a16="http://schemas.microsoft.com/office/drawing/2014/main" id="{C188A869-05EF-B131-F947-D17D645F2F66}"/>
                </a:ext>
              </a:extLst>
            </p:cNvPr>
            <p:cNvSpPr>
              <a:spLocks noChangeShapeType="1"/>
            </p:cNvSpPr>
            <p:nvPr/>
          </p:nvSpPr>
          <p:spPr bwMode="auto">
            <a:xfrm>
              <a:off x="959" y="2646"/>
              <a:ext cx="87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82" name="Line 46">
              <a:extLst>
                <a:ext uri="{FF2B5EF4-FFF2-40B4-BE49-F238E27FC236}">
                  <a16:creationId xmlns:a16="http://schemas.microsoft.com/office/drawing/2014/main" id="{5594F83A-C799-7FD1-B485-B2C58A9DE349}"/>
                </a:ext>
              </a:extLst>
            </p:cNvPr>
            <p:cNvSpPr>
              <a:spLocks noChangeShapeType="1"/>
            </p:cNvSpPr>
            <p:nvPr/>
          </p:nvSpPr>
          <p:spPr bwMode="auto">
            <a:xfrm rot="-1507977">
              <a:off x="4026" y="2429"/>
              <a:ext cx="1" cy="21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83" name="Line 47">
              <a:extLst>
                <a:ext uri="{FF2B5EF4-FFF2-40B4-BE49-F238E27FC236}">
                  <a16:creationId xmlns:a16="http://schemas.microsoft.com/office/drawing/2014/main" id="{9B8EA2DC-F52A-AF99-479A-97C6BD3DFCA7}"/>
                </a:ext>
              </a:extLst>
            </p:cNvPr>
            <p:cNvSpPr>
              <a:spLocks noChangeShapeType="1"/>
            </p:cNvSpPr>
            <p:nvPr/>
          </p:nvSpPr>
          <p:spPr bwMode="auto">
            <a:xfrm flipH="1">
              <a:off x="3974" y="2429"/>
              <a:ext cx="102"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84" name="Line 48">
              <a:extLst>
                <a:ext uri="{FF2B5EF4-FFF2-40B4-BE49-F238E27FC236}">
                  <a16:creationId xmlns:a16="http://schemas.microsoft.com/office/drawing/2014/main" id="{45F32BB3-86BD-6A1B-5204-79EC87E9FE73}"/>
                </a:ext>
              </a:extLst>
            </p:cNvPr>
            <p:cNvSpPr>
              <a:spLocks noChangeShapeType="1"/>
            </p:cNvSpPr>
            <p:nvPr/>
          </p:nvSpPr>
          <p:spPr bwMode="auto">
            <a:xfrm>
              <a:off x="4069" y="2429"/>
              <a:ext cx="127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85" name="Line 49">
              <a:extLst>
                <a:ext uri="{FF2B5EF4-FFF2-40B4-BE49-F238E27FC236}">
                  <a16:creationId xmlns:a16="http://schemas.microsoft.com/office/drawing/2014/main" id="{C30D1EAB-0364-8ED8-3044-64ADFDEA7D51}"/>
                </a:ext>
              </a:extLst>
            </p:cNvPr>
            <p:cNvSpPr>
              <a:spLocks noChangeShapeType="1"/>
            </p:cNvSpPr>
            <p:nvPr/>
          </p:nvSpPr>
          <p:spPr bwMode="auto">
            <a:xfrm>
              <a:off x="4076" y="2628"/>
              <a:ext cx="127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86" name="Line 50">
              <a:extLst>
                <a:ext uri="{FF2B5EF4-FFF2-40B4-BE49-F238E27FC236}">
                  <a16:creationId xmlns:a16="http://schemas.microsoft.com/office/drawing/2014/main" id="{2C98BBFA-C769-6B1F-694A-19FAFD1060DA}"/>
                </a:ext>
              </a:extLst>
            </p:cNvPr>
            <p:cNvSpPr>
              <a:spLocks noChangeShapeType="1"/>
            </p:cNvSpPr>
            <p:nvPr/>
          </p:nvSpPr>
          <p:spPr bwMode="auto">
            <a:xfrm rot="-1507977">
              <a:off x="2907" y="2438"/>
              <a:ext cx="0" cy="21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87" name="Line 51">
              <a:extLst>
                <a:ext uri="{FF2B5EF4-FFF2-40B4-BE49-F238E27FC236}">
                  <a16:creationId xmlns:a16="http://schemas.microsoft.com/office/drawing/2014/main" id="{D4D10988-D7A8-64A2-3D7D-4B2F859ACA14}"/>
                </a:ext>
              </a:extLst>
            </p:cNvPr>
            <p:cNvSpPr>
              <a:spLocks noChangeShapeType="1"/>
            </p:cNvSpPr>
            <p:nvPr/>
          </p:nvSpPr>
          <p:spPr bwMode="auto">
            <a:xfrm flipH="1">
              <a:off x="2854" y="2438"/>
              <a:ext cx="102"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88" name="Line 52">
              <a:extLst>
                <a:ext uri="{FF2B5EF4-FFF2-40B4-BE49-F238E27FC236}">
                  <a16:creationId xmlns:a16="http://schemas.microsoft.com/office/drawing/2014/main" id="{3AACC767-2FA4-9730-896A-B090E5E4CD08}"/>
                </a:ext>
              </a:extLst>
            </p:cNvPr>
            <p:cNvSpPr>
              <a:spLocks noChangeShapeType="1"/>
            </p:cNvSpPr>
            <p:nvPr/>
          </p:nvSpPr>
          <p:spPr bwMode="auto">
            <a:xfrm>
              <a:off x="2956" y="2438"/>
              <a:ext cx="10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89" name="Line 53">
              <a:extLst>
                <a:ext uri="{FF2B5EF4-FFF2-40B4-BE49-F238E27FC236}">
                  <a16:creationId xmlns:a16="http://schemas.microsoft.com/office/drawing/2014/main" id="{33F05401-4757-CC9F-DA05-967D8ED2F87F}"/>
                </a:ext>
              </a:extLst>
            </p:cNvPr>
            <p:cNvSpPr>
              <a:spLocks noChangeShapeType="1"/>
            </p:cNvSpPr>
            <p:nvPr/>
          </p:nvSpPr>
          <p:spPr bwMode="auto">
            <a:xfrm>
              <a:off x="2948" y="2637"/>
              <a:ext cx="10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0" name="Line 54">
              <a:extLst>
                <a:ext uri="{FF2B5EF4-FFF2-40B4-BE49-F238E27FC236}">
                  <a16:creationId xmlns:a16="http://schemas.microsoft.com/office/drawing/2014/main" id="{EDFC531D-FA41-B200-B35A-DCD3BE213198}"/>
                </a:ext>
              </a:extLst>
            </p:cNvPr>
            <p:cNvSpPr>
              <a:spLocks noChangeShapeType="1"/>
            </p:cNvSpPr>
            <p:nvPr/>
          </p:nvSpPr>
          <p:spPr bwMode="auto">
            <a:xfrm>
              <a:off x="1833" y="2448"/>
              <a:ext cx="93" cy="1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1" name="Line 55">
              <a:extLst>
                <a:ext uri="{FF2B5EF4-FFF2-40B4-BE49-F238E27FC236}">
                  <a16:creationId xmlns:a16="http://schemas.microsoft.com/office/drawing/2014/main" id="{06A464BD-16AD-2C90-4B93-06E6968EA5AB}"/>
                </a:ext>
              </a:extLst>
            </p:cNvPr>
            <p:cNvSpPr>
              <a:spLocks noChangeShapeType="1"/>
            </p:cNvSpPr>
            <p:nvPr/>
          </p:nvSpPr>
          <p:spPr bwMode="auto">
            <a:xfrm flipH="1">
              <a:off x="1833" y="2448"/>
              <a:ext cx="102"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2" name="Line 56">
              <a:extLst>
                <a:ext uri="{FF2B5EF4-FFF2-40B4-BE49-F238E27FC236}">
                  <a16:creationId xmlns:a16="http://schemas.microsoft.com/office/drawing/2014/main" id="{5DAEEECC-57D6-2091-211F-4829273610B0}"/>
                </a:ext>
              </a:extLst>
            </p:cNvPr>
            <p:cNvSpPr>
              <a:spLocks noChangeShapeType="1"/>
            </p:cNvSpPr>
            <p:nvPr/>
          </p:nvSpPr>
          <p:spPr bwMode="auto">
            <a:xfrm>
              <a:off x="1937" y="2445"/>
              <a:ext cx="9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3" name="Line 57">
              <a:extLst>
                <a:ext uri="{FF2B5EF4-FFF2-40B4-BE49-F238E27FC236}">
                  <a16:creationId xmlns:a16="http://schemas.microsoft.com/office/drawing/2014/main" id="{601EE12C-337C-2A06-7821-C7C805758DB8}"/>
                </a:ext>
              </a:extLst>
            </p:cNvPr>
            <p:cNvSpPr>
              <a:spLocks noChangeShapeType="1"/>
            </p:cNvSpPr>
            <p:nvPr/>
          </p:nvSpPr>
          <p:spPr bwMode="auto">
            <a:xfrm>
              <a:off x="1925" y="2641"/>
              <a:ext cx="9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4" name="Text Box 58">
              <a:extLst>
                <a:ext uri="{FF2B5EF4-FFF2-40B4-BE49-F238E27FC236}">
                  <a16:creationId xmlns:a16="http://schemas.microsoft.com/office/drawing/2014/main" id="{8D2E00B7-4262-07E2-75DA-EA47751529E4}"/>
                </a:ext>
              </a:extLst>
            </p:cNvPr>
            <p:cNvSpPr txBox="1">
              <a:spLocks noChangeArrowheads="1"/>
            </p:cNvSpPr>
            <p:nvPr/>
          </p:nvSpPr>
          <p:spPr bwMode="auto">
            <a:xfrm>
              <a:off x="158" y="2432"/>
              <a:ext cx="685"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Address</a:t>
              </a:r>
              <a:endParaRPr lang="ru-RU" altLang="en-US" sz="1200" b="0" u="none"/>
            </a:p>
          </p:txBody>
        </p:sp>
        <p:sp>
          <p:nvSpPr>
            <p:cNvPr id="116795" name="Line 59">
              <a:extLst>
                <a:ext uri="{FF2B5EF4-FFF2-40B4-BE49-F238E27FC236}">
                  <a16:creationId xmlns:a16="http://schemas.microsoft.com/office/drawing/2014/main" id="{E114355C-6650-7D40-184C-02F449178AD3}"/>
                </a:ext>
              </a:extLst>
            </p:cNvPr>
            <p:cNvSpPr>
              <a:spLocks noChangeShapeType="1"/>
            </p:cNvSpPr>
            <p:nvPr/>
          </p:nvSpPr>
          <p:spPr bwMode="auto">
            <a:xfrm>
              <a:off x="849" y="2460"/>
              <a:ext cx="94" cy="1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6" name="Line 60">
              <a:extLst>
                <a:ext uri="{FF2B5EF4-FFF2-40B4-BE49-F238E27FC236}">
                  <a16:creationId xmlns:a16="http://schemas.microsoft.com/office/drawing/2014/main" id="{877AEA3A-2F3C-B969-1424-284D9AEFCE70}"/>
                </a:ext>
              </a:extLst>
            </p:cNvPr>
            <p:cNvSpPr>
              <a:spLocks noChangeShapeType="1"/>
            </p:cNvSpPr>
            <p:nvPr/>
          </p:nvSpPr>
          <p:spPr bwMode="auto">
            <a:xfrm flipH="1">
              <a:off x="849" y="2460"/>
              <a:ext cx="103"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7" name="Line 61">
              <a:extLst>
                <a:ext uri="{FF2B5EF4-FFF2-40B4-BE49-F238E27FC236}">
                  <a16:creationId xmlns:a16="http://schemas.microsoft.com/office/drawing/2014/main" id="{B1D26566-EB3B-C9F9-F92F-7EBB048D6755}"/>
                </a:ext>
              </a:extLst>
            </p:cNvPr>
            <p:cNvSpPr>
              <a:spLocks noChangeShapeType="1"/>
            </p:cNvSpPr>
            <p:nvPr/>
          </p:nvSpPr>
          <p:spPr bwMode="auto">
            <a:xfrm>
              <a:off x="744" y="2458"/>
              <a:ext cx="9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8" name="Line 62">
              <a:extLst>
                <a:ext uri="{FF2B5EF4-FFF2-40B4-BE49-F238E27FC236}">
                  <a16:creationId xmlns:a16="http://schemas.microsoft.com/office/drawing/2014/main" id="{ADB7AF1B-2F3D-9CF9-7723-E02FB6466314}"/>
                </a:ext>
              </a:extLst>
            </p:cNvPr>
            <p:cNvSpPr>
              <a:spLocks noChangeShapeType="1"/>
            </p:cNvSpPr>
            <p:nvPr/>
          </p:nvSpPr>
          <p:spPr bwMode="auto">
            <a:xfrm>
              <a:off x="741" y="2654"/>
              <a:ext cx="9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9" name="Line 63">
              <a:extLst>
                <a:ext uri="{FF2B5EF4-FFF2-40B4-BE49-F238E27FC236}">
                  <a16:creationId xmlns:a16="http://schemas.microsoft.com/office/drawing/2014/main" id="{092A2010-D8BE-BB3D-6A60-A50C92A43FE5}"/>
                </a:ext>
              </a:extLst>
            </p:cNvPr>
            <p:cNvSpPr>
              <a:spLocks noChangeShapeType="1"/>
            </p:cNvSpPr>
            <p:nvPr/>
          </p:nvSpPr>
          <p:spPr bwMode="auto">
            <a:xfrm>
              <a:off x="1332" y="2884"/>
              <a:ext cx="3151" cy="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00" name="Line 64">
              <a:extLst>
                <a:ext uri="{FF2B5EF4-FFF2-40B4-BE49-F238E27FC236}">
                  <a16:creationId xmlns:a16="http://schemas.microsoft.com/office/drawing/2014/main" id="{703C1BB7-7957-F6A3-1680-2ED7A8EEE571}"/>
                </a:ext>
              </a:extLst>
            </p:cNvPr>
            <p:cNvSpPr>
              <a:spLocks noChangeShapeType="1"/>
            </p:cNvSpPr>
            <p:nvPr/>
          </p:nvSpPr>
          <p:spPr bwMode="auto">
            <a:xfrm flipV="1">
              <a:off x="1332" y="3088"/>
              <a:ext cx="314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01" name="Line 65">
              <a:extLst>
                <a:ext uri="{FF2B5EF4-FFF2-40B4-BE49-F238E27FC236}">
                  <a16:creationId xmlns:a16="http://schemas.microsoft.com/office/drawing/2014/main" id="{602C3E15-DC97-F209-3687-DDDE9C53E8E9}"/>
                </a:ext>
              </a:extLst>
            </p:cNvPr>
            <p:cNvSpPr>
              <a:spLocks noChangeShapeType="1"/>
            </p:cNvSpPr>
            <p:nvPr/>
          </p:nvSpPr>
          <p:spPr bwMode="auto">
            <a:xfrm rot="-1507977">
              <a:off x="4528" y="2872"/>
              <a:ext cx="1" cy="20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02" name="Line 66">
              <a:extLst>
                <a:ext uri="{FF2B5EF4-FFF2-40B4-BE49-F238E27FC236}">
                  <a16:creationId xmlns:a16="http://schemas.microsoft.com/office/drawing/2014/main" id="{4CD45EF8-1B48-5B3B-2C80-ACBFDA593A4C}"/>
                </a:ext>
              </a:extLst>
            </p:cNvPr>
            <p:cNvSpPr>
              <a:spLocks noChangeShapeType="1"/>
            </p:cNvSpPr>
            <p:nvPr/>
          </p:nvSpPr>
          <p:spPr bwMode="auto">
            <a:xfrm flipH="1">
              <a:off x="4476" y="2880"/>
              <a:ext cx="102"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03" name="Line 67">
              <a:extLst>
                <a:ext uri="{FF2B5EF4-FFF2-40B4-BE49-F238E27FC236}">
                  <a16:creationId xmlns:a16="http://schemas.microsoft.com/office/drawing/2014/main" id="{8D6A7FA8-9398-7ECE-F9BA-E3F0D9A72A4A}"/>
                </a:ext>
              </a:extLst>
            </p:cNvPr>
            <p:cNvSpPr>
              <a:spLocks noChangeShapeType="1"/>
            </p:cNvSpPr>
            <p:nvPr/>
          </p:nvSpPr>
          <p:spPr bwMode="auto">
            <a:xfrm>
              <a:off x="4569" y="2872"/>
              <a:ext cx="7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04" name="Line 68">
              <a:extLst>
                <a:ext uri="{FF2B5EF4-FFF2-40B4-BE49-F238E27FC236}">
                  <a16:creationId xmlns:a16="http://schemas.microsoft.com/office/drawing/2014/main" id="{949ABA3D-D67F-01DB-B2CC-177B42BCDCCA}"/>
                </a:ext>
              </a:extLst>
            </p:cNvPr>
            <p:cNvSpPr>
              <a:spLocks noChangeShapeType="1"/>
            </p:cNvSpPr>
            <p:nvPr/>
          </p:nvSpPr>
          <p:spPr bwMode="auto">
            <a:xfrm>
              <a:off x="4578" y="3070"/>
              <a:ext cx="77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05" name="Text Box 69">
              <a:extLst>
                <a:ext uri="{FF2B5EF4-FFF2-40B4-BE49-F238E27FC236}">
                  <a16:creationId xmlns:a16="http://schemas.microsoft.com/office/drawing/2014/main" id="{909F21B9-67BB-4816-80C4-6B2A82B3F760}"/>
                </a:ext>
              </a:extLst>
            </p:cNvPr>
            <p:cNvSpPr txBox="1">
              <a:spLocks noChangeArrowheads="1"/>
            </p:cNvSpPr>
            <p:nvPr/>
          </p:nvSpPr>
          <p:spPr bwMode="auto">
            <a:xfrm>
              <a:off x="427" y="2895"/>
              <a:ext cx="394"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DO</a:t>
              </a:r>
              <a:endParaRPr lang="ru-RU" altLang="en-US" sz="1200" b="0" u="none"/>
            </a:p>
          </p:txBody>
        </p:sp>
        <p:sp>
          <p:nvSpPr>
            <p:cNvPr id="116806" name="Line 70">
              <a:extLst>
                <a:ext uri="{FF2B5EF4-FFF2-40B4-BE49-F238E27FC236}">
                  <a16:creationId xmlns:a16="http://schemas.microsoft.com/office/drawing/2014/main" id="{D3AB6C2C-237E-2044-38BE-31E58C03F6C4}"/>
                </a:ext>
              </a:extLst>
            </p:cNvPr>
            <p:cNvSpPr>
              <a:spLocks noChangeShapeType="1"/>
            </p:cNvSpPr>
            <p:nvPr/>
          </p:nvSpPr>
          <p:spPr bwMode="auto">
            <a:xfrm>
              <a:off x="677" y="3503"/>
              <a:ext cx="15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07" name="Line 71">
              <a:extLst>
                <a:ext uri="{FF2B5EF4-FFF2-40B4-BE49-F238E27FC236}">
                  <a16:creationId xmlns:a16="http://schemas.microsoft.com/office/drawing/2014/main" id="{C05CF546-F89C-F36A-5B9F-3BA23CBB3783}"/>
                </a:ext>
              </a:extLst>
            </p:cNvPr>
            <p:cNvSpPr>
              <a:spLocks noChangeShapeType="1"/>
            </p:cNvSpPr>
            <p:nvPr/>
          </p:nvSpPr>
          <p:spPr bwMode="auto">
            <a:xfrm flipH="1">
              <a:off x="832" y="3312"/>
              <a:ext cx="103" cy="19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08" name="Line 72">
              <a:extLst>
                <a:ext uri="{FF2B5EF4-FFF2-40B4-BE49-F238E27FC236}">
                  <a16:creationId xmlns:a16="http://schemas.microsoft.com/office/drawing/2014/main" id="{CD900448-B0FE-0FDC-6DA9-41CE5CD85577}"/>
                </a:ext>
              </a:extLst>
            </p:cNvPr>
            <p:cNvSpPr>
              <a:spLocks noChangeShapeType="1"/>
            </p:cNvSpPr>
            <p:nvPr/>
          </p:nvSpPr>
          <p:spPr bwMode="auto">
            <a:xfrm flipV="1">
              <a:off x="929" y="3312"/>
              <a:ext cx="4447" cy="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09" name="Text Box 73">
              <a:extLst>
                <a:ext uri="{FF2B5EF4-FFF2-40B4-BE49-F238E27FC236}">
                  <a16:creationId xmlns:a16="http://schemas.microsoft.com/office/drawing/2014/main" id="{5AE38DFB-A065-7D87-D9B2-C5CC0BC80BF6}"/>
                </a:ext>
              </a:extLst>
            </p:cNvPr>
            <p:cNvSpPr txBox="1">
              <a:spLocks noChangeArrowheads="1"/>
            </p:cNvSpPr>
            <p:nvPr/>
          </p:nvSpPr>
          <p:spPr bwMode="auto">
            <a:xfrm>
              <a:off x="444" y="3271"/>
              <a:ext cx="393"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EN</a:t>
              </a:r>
              <a:endParaRPr lang="ru-RU" altLang="en-US" sz="1200" b="0" u="none"/>
            </a:p>
          </p:txBody>
        </p:sp>
        <p:sp>
          <p:nvSpPr>
            <p:cNvPr id="116810" name="Line 74">
              <a:extLst>
                <a:ext uri="{FF2B5EF4-FFF2-40B4-BE49-F238E27FC236}">
                  <a16:creationId xmlns:a16="http://schemas.microsoft.com/office/drawing/2014/main" id="{1C08D023-1B00-4881-072C-60DE4114C700}"/>
                </a:ext>
              </a:extLst>
            </p:cNvPr>
            <p:cNvSpPr>
              <a:spLocks noChangeShapeType="1"/>
            </p:cNvSpPr>
            <p:nvPr/>
          </p:nvSpPr>
          <p:spPr bwMode="auto">
            <a:xfrm flipH="1">
              <a:off x="2179" y="1070"/>
              <a:ext cx="0" cy="2603"/>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6811" name="Line 75">
              <a:extLst>
                <a:ext uri="{FF2B5EF4-FFF2-40B4-BE49-F238E27FC236}">
                  <a16:creationId xmlns:a16="http://schemas.microsoft.com/office/drawing/2014/main" id="{630FA449-3D4D-1006-5E16-487D930296BE}"/>
                </a:ext>
              </a:extLst>
            </p:cNvPr>
            <p:cNvSpPr>
              <a:spLocks noChangeShapeType="1"/>
            </p:cNvSpPr>
            <p:nvPr/>
          </p:nvSpPr>
          <p:spPr bwMode="auto">
            <a:xfrm flipH="1">
              <a:off x="3238" y="1038"/>
              <a:ext cx="0" cy="2604"/>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6812" name="Line 76">
              <a:extLst>
                <a:ext uri="{FF2B5EF4-FFF2-40B4-BE49-F238E27FC236}">
                  <a16:creationId xmlns:a16="http://schemas.microsoft.com/office/drawing/2014/main" id="{5A08029A-16D5-8098-CCE2-FECCDC1DAEC3}"/>
                </a:ext>
              </a:extLst>
            </p:cNvPr>
            <p:cNvSpPr>
              <a:spLocks noChangeShapeType="1"/>
            </p:cNvSpPr>
            <p:nvPr/>
          </p:nvSpPr>
          <p:spPr bwMode="auto">
            <a:xfrm flipH="1">
              <a:off x="4288" y="1007"/>
              <a:ext cx="0" cy="2604"/>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16813" name="Text Box 77">
              <a:extLst>
                <a:ext uri="{FF2B5EF4-FFF2-40B4-BE49-F238E27FC236}">
                  <a16:creationId xmlns:a16="http://schemas.microsoft.com/office/drawing/2014/main" id="{5E41F4C5-696D-30C6-3767-AFB66A63AA70}"/>
                </a:ext>
              </a:extLst>
            </p:cNvPr>
            <p:cNvSpPr txBox="1">
              <a:spLocks noChangeArrowheads="1"/>
            </p:cNvSpPr>
            <p:nvPr/>
          </p:nvSpPr>
          <p:spPr bwMode="auto">
            <a:xfrm>
              <a:off x="1168" y="1951"/>
              <a:ext cx="59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xxxx</a:t>
              </a:r>
              <a:endParaRPr lang="ru-RU" altLang="en-US" sz="1200" b="0" u="none"/>
            </a:p>
          </p:txBody>
        </p:sp>
        <p:sp>
          <p:nvSpPr>
            <p:cNvPr id="116814" name="Text Box 78">
              <a:extLst>
                <a:ext uri="{FF2B5EF4-FFF2-40B4-BE49-F238E27FC236}">
                  <a16:creationId xmlns:a16="http://schemas.microsoft.com/office/drawing/2014/main" id="{1CDE8DBB-2CA2-4213-DD42-AB2BB86E9F98}"/>
                </a:ext>
              </a:extLst>
            </p:cNvPr>
            <p:cNvSpPr txBox="1">
              <a:spLocks noChangeArrowheads="1"/>
            </p:cNvSpPr>
            <p:nvPr/>
          </p:nvSpPr>
          <p:spPr bwMode="auto">
            <a:xfrm>
              <a:off x="2178" y="1946"/>
              <a:ext cx="59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1111</a:t>
              </a:r>
              <a:endParaRPr lang="ru-RU" altLang="en-US" sz="1200" b="0" u="none"/>
            </a:p>
          </p:txBody>
        </p:sp>
        <p:sp>
          <p:nvSpPr>
            <p:cNvPr id="116815" name="Text Box 79">
              <a:extLst>
                <a:ext uri="{FF2B5EF4-FFF2-40B4-BE49-F238E27FC236}">
                  <a16:creationId xmlns:a16="http://schemas.microsoft.com/office/drawing/2014/main" id="{05C3DEE5-2475-188E-89B2-53725349062E}"/>
                </a:ext>
              </a:extLst>
            </p:cNvPr>
            <p:cNvSpPr txBox="1">
              <a:spLocks noChangeArrowheads="1"/>
            </p:cNvSpPr>
            <p:nvPr/>
          </p:nvSpPr>
          <p:spPr bwMode="auto">
            <a:xfrm>
              <a:off x="3270" y="1941"/>
              <a:ext cx="59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2222</a:t>
              </a:r>
              <a:endParaRPr lang="ru-RU" altLang="en-US" sz="1200" b="0" u="none"/>
            </a:p>
          </p:txBody>
        </p:sp>
        <p:sp>
          <p:nvSpPr>
            <p:cNvPr id="116816" name="Text Box 80">
              <a:extLst>
                <a:ext uri="{FF2B5EF4-FFF2-40B4-BE49-F238E27FC236}">
                  <a16:creationId xmlns:a16="http://schemas.microsoft.com/office/drawing/2014/main" id="{8AF28F6A-0290-ECBF-DB1C-A3D5E337F43C}"/>
                </a:ext>
              </a:extLst>
            </p:cNvPr>
            <p:cNvSpPr txBox="1">
              <a:spLocks noChangeArrowheads="1"/>
            </p:cNvSpPr>
            <p:nvPr/>
          </p:nvSpPr>
          <p:spPr bwMode="auto">
            <a:xfrm>
              <a:off x="1351" y="2448"/>
              <a:ext cx="41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A1</a:t>
              </a:r>
              <a:endParaRPr lang="ru-RU" altLang="en-US" sz="1200" b="0" u="none"/>
            </a:p>
          </p:txBody>
        </p:sp>
        <p:sp>
          <p:nvSpPr>
            <p:cNvPr id="116817" name="Text Box 81">
              <a:extLst>
                <a:ext uri="{FF2B5EF4-FFF2-40B4-BE49-F238E27FC236}">
                  <a16:creationId xmlns:a16="http://schemas.microsoft.com/office/drawing/2014/main" id="{3034F11A-172A-14B6-D102-44BCCD7158A6}"/>
                </a:ext>
              </a:extLst>
            </p:cNvPr>
            <p:cNvSpPr txBox="1">
              <a:spLocks noChangeArrowheads="1"/>
            </p:cNvSpPr>
            <p:nvPr/>
          </p:nvSpPr>
          <p:spPr bwMode="auto">
            <a:xfrm>
              <a:off x="2221" y="2443"/>
              <a:ext cx="410"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A2</a:t>
              </a:r>
              <a:endParaRPr lang="ru-RU" altLang="en-US" sz="1200" b="0" u="none"/>
            </a:p>
          </p:txBody>
        </p:sp>
        <p:sp>
          <p:nvSpPr>
            <p:cNvPr id="116818" name="Text Box 82">
              <a:extLst>
                <a:ext uri="{FF2B5EF4-FFF2-40B4-BE49-F238E27FC236}">
                  <a16:creationId xmlns:a16="http://schemas.microsoft.com/office/drawing/2014/main" id="{3F26FAA7-0A84-AA30-5A3E-412715712CF6}"/>
                </a:ext>
              </a:extLst>
            </p:cNvPr>
            <p:cNvSpPr txBox="1">
              <a:spLocks noChangeArrowheads="1"/>
            </p:cNvSpPr>
            <p:nvPr/>
          </p:nvSpPr>
          <p:spPr bwMode="auto">
            <a:xfrm>
              <a:off x="3288" y="2455"/>
              <a:ext cx="41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A3</a:t>
              </a:r>
              <a:endParaRPr lang="ru-RU" altLang="en-US" sz="1200" b="0" u="none"/>
            </a:p>
          </p:txBody>
        </p:sp>
        <p:sp>
          <p:nvSpPr>
            <p:cNvPr id="116819" name="Text Box 83">
              <a:extLst>
                <a:ext uri="{FF2B5EF4-FFF2-40B4-BE49-F238E27FC236}">
                  <a16:creationId xmlns:a16="http://schemas.microsoft.com/office/drawing/2014/main" id="{17CDCA5A-B95C-D2B7-794E-0F9D1CE72D40}"/>
                </a:ext>
              </a:extLst>
            </p:cNvPr>
            <p:cNvSpPr txBox="1">
              <a:spLocks noChangeArrowheads="1"/>
            </p:cNvSpPr>
            <p:nvPr/>
          </p:nvSpPr>
          <p:spPr bwMode="auto">
            <a:xfrm>
              <a:off x="4298" y="2423"/>
              <a:ext cx="41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A4</a:t>
              </a:r>
              <a:endParaRPr lang="ru-RU" altLang="en-US" sz="1200" b="0" u="none"/>
            </a:p>
          </p:txBody>
        </p:sp>
        <p:sp>
          <p:nvSpPr>
            <p:cNvPr id="116820" name="Text Box 84">
              <a:extLst>
                <a:ext uri="{FF2B5EF4-FFF2-40B4-BE49-F238E27FC236}">
                  <a16:creationId xmlns:a16="http://schemas.microsoft.com/office/drawing/2014/main" id="{EF1A6070-824D-98D9-ABB2-483A743F63E5}"/>
                </a:ext>
              </a:extLst>
            </p:cNvPr>
            <p:cNvSpPr txBox="1">
              <a:spLocks noChangeArrowheads="1"/>
            </p:cNvSpPr>
            <p:nvPr/>
          </p:nvSpPr>
          <p:spPr bwMode="auto">
            <a:xfrm>
              <a:off x="1471" y="2897"/>
              <a:ext cx="719"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Mem(A1)</a:t>
              </a:r>
              <a:endParaRPr lang="ru-RU" altLang="en-US" sz="1200" b="0" u="none"/>
            </a:p>
          </p:txBody>
        </p:sp>
        <p:sp>
          <p:nvSpPr>
            <p:cNvPr id="116821" name="Text Box 85">
              <a:extLst>
                <a:ext uri="{FF2B5EF4-FFF2-40B4-BE49-F238E27FC236}">
                  <a16:creationId xmlns:a16="http://schemas.microsoft.com/office/drawing/2014/main" id="{7BA6CFC3-165D-0F95-4415-576EA5085720}"/>
                </a:ext>
              </a:extLst>
            </p:cNvPr>
            <p:cNvSpPr txBox="1">
              <a:spLocks noChangeArrowheads="1"/>
            </p:cNvSpPr>
            <p:nvPr/>
          </p:nvSpPr>
          <p:spPr bwMode="auto">
            <a:xfrm>
              <a:off x="4639" y="2866"/>
              <a:ext cx="873"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Mem(A4)</a:t>
              </a:r>
              <a:endParaRPr lang="ru-RU" altLang="en-US" sz="1200" b="0" u="none"/>
            </a:p>
          </p:txBody>
        </p:sp>
        <p:sp>
          <p:nvSpPr>
            <p:cNvPr id="116822" name="Freeform 86">
              <a:extLst>
                <a:ext uri="{FF2B5EF4-FFF2-40B4-BE49-F238E27FC236}">
                  <a16:creationId xmlns:a16="http://schemas.microsoft.com/office/drawing/2014/main" id="{65C305E6-0389-FCED-0CF6-C8961AF14396}"/>
                </a:ext>
              </a:extLst>
            </p:cNvPr>
            <p:cNvSpPr>
              <a:spLocks/>
            </p:cNvSpPr>
            <p:nvPr/>
          </p:nvSpPr>
          <p:spPr bwMode="auto">
            <a:xfrm>
              <a:off x="1337" y="2574"/>
              <a:ext cx="198" cy="419"/>
            </a:xfrm>
            <a:custGeom>
              <a:avLst/>
              <a:gdLst>
                <a:gd name="T0" fmla="*/ 0 w 360"/>
                <a:gd name="T1" fmla="*/ 0 h 720"/>
                <a:gd name="T2" fmla="*/ 1 w 360"/>
                <a:gd name="T3" fmla="*/ 1 h 720"/>
                <a:gd name="T4" fmla="*/ 1 w 360"/>
                <a:gd name="T5" fmla="*/ 1 h 720"/>
                <a:gd name="T6" fmla="*/ 1 w 360"/>
                <a:gd name="T7" fmla="*/ 1 h 720"/>
                <a:gd name="T8" fmla="*/ 0 60000 65536"/>
                <a:gd name="T9" fmla="*/ 0 60000 65536"/>
                <a:gd name="T10" fmla="*/ 0 60000 65536"/>
                <a:gd name="T11" fmla="*/ 0 60000 65536"/>
                <a:gd name="T12" fmla="*/ 0 w 360"/>
                <a:gd name="T13" fmla="*/ 0 h 720"/>
                <a:gd name="T14" fmla="*/ 360 w 360"/>
                <a:gd name="T15" fmla="*/ 720 h 720"/>
              </a:gdLst>
              <a:ahLst/>
              <a:cxnLst>
                <a:cxn ang="T8">
                  <a:pos x="T0" y="T1"/>
                </a:cxn>
                <a:cxn ang="T9">
                  <a:pos x="T2" y="T3"/>
                </a:cxn>
                <a:cxn ang="T10">
                  <a:pos x="T4" y="T5"/>
                </a:cxn>
                <a:cxn ang="T11">
                  <a:pos x="T6" y="T7"/>
                </a:cxn>
              </a:cxnLst>
              <a:rect l="T12" t="T13" r="T14" b="T15"/>
              <a:pathLst>
                <a:path w="360" h="720">
                  <a:moveTo>
                    <a:pt x="0" y="0"/>
                  </a:moveTo>
                  <a:cubicBezTo>
                    <a:pt x="75" y="45"/>
                    <a:pt x="150" y="90"/>
                    <a:pt x="180" y="180"/>
                  </a:cubicBezTo>
                  <a:cubicBezTo>
                    <a:pt x="210" y="270"/>
                    <a:pt x="150" y="450"/>
                    <a:pt x="180" y="540"/>
                  </a:cubicBezTo>
                  <a:cubicBezTo>
                    <a:pt x="210" y="630"/>
                    <a:pt x="330" y="690"/>
                    <a:pt x="360" y="720"/>
                  </a:cubicBezTo>
                </a:path>
              </a:pathLst>
            </a:custGeom>
            <a:noFill/>
            <a:ln w="254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823" name="Freeform 87">
              <a:extLst>
                <a:ext uri="{FF2B5EF4-FFF2-40B4-BE49-F238E27FC236}">
                  <a16:creationId xmlns:a16="http://schemas.microsoft.com/office/drawing/2014/main" id="{55197256-4B3C-064A-ED05-80A6A9F42C83}"/>
                </a:ext>
              </a:extLst>
            </p:cNvPr>
            <p:cNvSpPr>
              <a:spLocks/>
            </p:cNvSpPr>
            <p:nvPr/>
          </p:nvSpPr>
          <p:spPr bwMode="auto">
            <a:xfrm>
              <a:off x="4499" y="2574"/>
              <a:ext cx="198" cy="419"/>
            </a:xfrm>
            <a:custGeom>
              <a:avLst/>
              <a:gdLst>
                <a:gd name="T0" fmla="*/ 0 w 360"/>
                <a:gd name="T1" fmla="*/ 0 h 720"/>
                <a:gd name="T2" fmla="*/ 1 w 360"/>
                <a:gd name="T3" fmla="*/ 1 h 720"/>
                <a:gd name="T4" fmla="*/ 1 w 360"/>
                <a:gd name="T5" fmla="*/ 1 h 720"/>
                <a:gd name="T6" fmla="*/ 1 w 360"/>
                <a:gd name="T7" fmla="*/ 1 h 720"/>
                <a:gd name="T8" fmla="*/ 0 60000 65536"/>
                <a:gd name="T9" fmla="*/ 0 60000 65536"/>
                <a:gd name="T10" fmla="*/ 0 60000 65536"/>
                <a:gd name="T11" fmla="*/ 0 60000 65536"/>
                <a:gd name="T12" fmla="*/ 0 w 360"/>
                <a:gd name="T13" fmla="*/ 0 h 720"/>
                <a:gd name="T14" fmla="*/ 360 w 360"/>
                <a:gd name="T15" fmla="*/ 720 h 720"/>
              </a:gdLst>
              <a:ahLst/>
              <a:cxnLst>
                <a:cxn ang="T8">
                  <a:pos x="T0" y="T1"/>
                </a:cxn>
                <a:cxn ang="T9">
                  <a:pos x="T2" y="T3"/>
                </a:cxn>
                <a:cxn ang="T10">
                  <a:pos x="T4" y="T5"/>
                </a:cxn>
                <a:cxn ang="T11">
                  <a:pos x="T6" y="T7"/>
                </a:cxn>
              </a:cxnLst>
              <a:rect l="T12" t="T13" r="T14" b="T15"/>
              <a:pathLst>
                <a:path w="360" h="720">
                  <a:moveTo>
                    <a:pt x="0" y="0"/>
                  </a:moveTo>
                  <a:cubicBezTo>
                    <a:pt x="75" y="45"/>
                    <a:pt x="150" y="90"/>
                    <a:pt x="180" y="180"/>
                  </a:cubicBezTo>
                  <a:cubicBezTo>
                    <a:pt x="210" y="270"/>
                    <a:pt x="150" y="450"/>
                    <a:pt x="180" y="540"/>
                  </a:cubicBezTo>
                  <a:cubicBezTo>
                    <a:pt x="210" y="630"/>
                    <a:pt x="330" y="690"/>
                    <a:pt x="360" y="720"/>
                  </a:cubicBezTo>
                </a:path>
              </a:pathLst>
            </a:custGeom>
            <a:noFill/>
            <a:ln w="254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824" name="Text Box 88">
              <a:extLst>
                <a:ext uri="{FF2B5EF4-FFF2-40B4-BE49-F238E27FC236}">
                  <a16:creationId xmlns:a16="http://schemas.microsoft.com/office/drawing/2014/main" id="{BAA652BE-89EF-E527-3F67-0D84214083DD}"/>
                </a:ext>
              </a:extLst>
            </p:cNvPr>
            <p:cNvSpPr txBox="1">
              <a:spLocks noChangeArrowheads="1"/>
            </p:cNvSpPr>
            <p:nvPr/>
          </p:nvSpPr>
          <p:spPr bwMode="auto">
            <a:xfrm>
              <a:off x="4539" y="3525"/>
              <a:ext cx="593"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Read</a:t>
              </a:r>
              <a:endParaRPr lang="ru-RU" altLang="en-US" sz="1200" b="0" u="none"/>
            </a:p>
          </p:txBody>
        </p:sp>
        <p:sp>
          <p:nvSpPr>
            <p:cNvPr id="116825" name="Text Box 89">
              <a:extLst>
                <a:ext uri="{FF2B5EF4-FFF2-40B4-BE49-F238E27FC236}">
                  <a16:creationId xmlns:a16="http://schemas.microsoft.com/office/drawing/2014/main" id="{0CDA784F-5717-01F5-BC78-3C5270116A28}"/>
                </a:ext>
              </a:extLst>
            </p:cNvPr>
            <p:cNvSpPr txBox="1">
              <a:spLocks noChangeArrowheads="1"/>
            </p:cNvSpPr>
            <p:nvPr/>
          </p:nvSpPr>
          <p:spPr bwMode="auto">
            <a:xfrm>
              <a:off x="530" y="3630"/>
              <a:ext cx="593"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Disable</a:t>
              </a:r>
              <a:endParaRPr lang="ru-RU" altLang="en-US" sz="1200" b="0" u="none"/>
            </a:p>
          </p:txBody>
        </p:sp>
        <p:sp>
          <p:nvSpPr>
            <p:cNvPr id="116826" name="Text Box 90">
              <a:extLst>
                <a:ext uri="{FF2B5EF4-FFF2-40B4-BE49-F238E27FC236}">
                  <a16:creationId xmlns:a16="http://schemas.microsoft.com/office/drawing/2014/main" id="{2F79F8AA-CD37-CAC7-5086-73593E059C9C}"/>
                </a:ext>
              </a:extLst>
            </p:cNvPr>
            <p:cNvSpPr txBox="1">
              <a:spLocks noChangeArrowheads="1"/>
            </p:cNvSpPr>
            <p:nvPr/>
          </p:nvSpPr>
          <p:spPr bwMode="auto">
            <a:xfrm>
              <a:off x="2144" y="3560"/>
              <a:ext cx="1052"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b="0" u="none"/>
                <a:t>Write</a:t>
              </a:r>
            </a:p>
            <a:p>
              <a:pPr algn="ctr" eaLnBrk="1" hangingPunct="1"/>
              <a:r>
                <a:rPr lang="en-US" altLang="en-US" sz="1200" b="0" u="none"/>
                <a:t>Mem(A2)=1111</a:t>
              </a:r>
              <a:endParaRPr lang="ru-RU" altLang="en-US" sz="1200" b="0" u="none"/>
            </a:p>
          </p:txBody>
        </p:sp>
        <p:sp>
          <p:nvSpPr>
            <p:cNvPr id="116827" name="Text Box 91">
              <a:extLst>
                <a:ext uri="{FF2B5EF4-FFF2-40B4-BE49-F238E27FC236}">
                  <a16:creationId xmlns:a16="http://schemas.microsoft.com/office/drawing/2014/main" id="{CD1B5201-6D17-4387-AAFB-0E7AD0D6B098}"/>
                </a:ext>
              </a:extLst>
            </p:cNvPr>
            <p:cNvSpPr txBox="1">
              <a:spLocks noChangeArrowheads="1"/>
            </p:cNvSpPr>
            <p:nvPr/>
          </p:nvSpPr>
          <p:spPr bwMode="auto">
            <a:xfrm>
              <a:off x="3223" y="3569"/>
              <a:ext cx="1052"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b="0" u="none"/>
                <a:t>Write</a:t>
              </a:r>
            </a:p>
            <a:p>
              <a:pPr algn="ctr" eaLnBrk="1" hangingPunct="1"/>
              <a:r>
                <a:rPr lang="en-US" altLang="en-US" sz="1200" b="0" u="none"/>
                <a:t>Mem(A3)=1111</a:t>
              </a:r>
              <a:endParaRPr lang="ru-RU" altLang="en-US" sz="1200" b="0" u="none"/>
            </a:p>
          </p:txBody>
        </p:sp>
        <p:sp>
          <p:nvSpPr>
            <p:cNvPr id="116828" name="Text Box 92">
              <a:extLst>
                <a:ext uri="{FF2B5EF4-FFF2-40B4-BE49-F238E27FC236}">
                  <a16:creationId xmlns:a16="http://schemas.microsoft.com/office/drawing/2014/main" id="{A568C37C-A3E8-3234-4A76-61B2F5E29137}"/>
                </a:ext>
              </a:extLst>
            </p:cNvPr>
            <p:cNvSpPr txBox="1">
              <a:spLocks noChangeArrowheads="1"/>
            </p:cNvSpPr>
            <p:nvPr/>
          </p:nvSpPr>
          <p:spPr bwMode="auto">
            <a:xfrm>
              <a:off x="1419" y="3525"/>
              <a:ext cx="593"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Read</a:t>
              </a:r>
              <a:endParaRPr lang="ru-RU" altLang="en-US" sz="1200" b="0" u="none"/>
            </a:p>
          </p:txBody>
        </p:sp>
        <p:sp>
          <p:nvSpPr>
            <p:cNvPr id="116829" name="Text Box 93">
              <a:extLst>
                <a:ext uri="{FF2B5EF4-FFF2-40B4-BE49-F238E27FC236}">
                  <a16:creationId xmlns:a16="http://schemas.microsoft.com/office/drawing/2014/main" id="{01C9FC8A-769E-0899-6374-872F2E21347A}"/>
                </a:ext>
              </a:extLst>
            </p:cNvPr>
            <p:cNvSpPr txBox="1">
              <a:spLocks noChangeArrowheads="1"/>
            </p:cNvSpPr>
            <p:nvPr/>
          </p:nvSpPr>
          <p:spPr bwMode="auto">
            <a:xfrm>
              <a:off x="728" y="2904"/>
              <a:ext cx="44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b="0" u="none"/>
                <a:t>0000</a:t>
              </a:r>
              <a:endParaRPr lang="ru-RU" altLang="en-US" sz="1200" b="0" u="none"/>
            </a:p>
          </p:txBody>
        </p:sp>
        <p:sp>
          <p:nvSpPr>
            <p:cNvPr id="116830" name="Line 94">
              <a:extLst>
                <a:ext uri="{FF2B5EF4-FFF2-40B4-BE49-F238E27FC236}">
                  <a16:creationId xmlns:a16="http://schemas.microsoft.com/office/drawing/2014/main" id="{DBD16AA4-1131-052C-649A-09973002A383}"/>
                </a:ext>
              </a:extLst>
            </p:cNvPr>
            <p:cNvSpPr>
              <a:spLocks noChangeShapeType="1"/>
            </p:cNvSpPr>
            <p:nvPr/>
          </p:nvSpPr>
          <p:spPr bwMode="auto">
            <a:xfrm>
              <a:off x="1230" y="2895"/>
              <a:ext cx="93"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31" name="Line 95">
              <a:extLst>
                <a:ext uri="{FF2B5EF4-FFF2-40B4-BE49-F238E27FC236}">
                  <a16:creationId xmlns:a16="http://schemas.microsoft.com/office/drawing/2014/main" id="{A2673113-FD73-2C91-C92B-C10EE6D34FD6}"/>
                </a:ext>
              </a:extLst>
            </p:cNvPr>
            <p:cNvSpPr>
              <a:spLocks noChangeShapeType="1"/>
            </p:cNvSpPr>
            <p:nvPr/>
          </p:nvSpPr>
          <p:spPr bwMode="auto">
            <a:xfrm flipH="1">
              <a:off x="1230" y="2895"/>
              <a:ext cx="102" cy="1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32" name="Line 96">
              <a:extLst>
                <a:ext uri="{FF2B5EF4-FFF2-40B4-BE49-F238E27FC236}">
                  <a16:creationId xmlns:a16="http://schemas.microsoft.com/office/drawing/2014/main" id="{7238580F-5083-DA3C-3E30-CFC435EA2289}"/>
                </a:ext>
              </a:extLst>
            </p:cNvPr>
            <p:cNvSpPr>
              <a:spLocks noChangeShapeType="1"/>
            </p:cNvSpPr>
            <p:nvPr/>
          </p:nvSpPr>
          <p:spPr bwMode="auto">
            <a:xfrm flipV="1">
              <a:off x="723" y="2901"/>
              <a:ext cx="49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33" name="Line 97">
              <a:extLst>
                <a:ext uri="{FF2B5EF4-FFF2-40B4-BE49-F238E27FC236}">
                  <a16:creationId xmlns:a16="http://schemas.microsoft.com/office/drawing/2014/main" id="{3897494E-2C1D-57D9-ED1D-FFCD52EBD38D}"/>
                </a:ext>
              </a:extLst>
            </p:cNvPr>
            <p:cNvSpPr>
              <a:spLocks noChangeShapeType="1"/>
            </p:cNvSpPr>
            <p:nvPr/>
          </p:nvSpPr>
          <p:spPr bwMode="auto">
            <a:xfrm flipV="1">
              <a:off x="728" y="3088"/>
              <a:ext cx="49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2BDFFAD8-99B8-468E-A7C6-ED118305D52F}"/>
              </a:ext>
            </a:extLst>
          </p:cNvPr>
          <p:cNvSpPr>
            <a:spLocks noGrp="1" noChangeArrowheads="1"/>
          </p:cNvSpPr>
          <p:nvPr>
            <p:ph type="title"/>
          </p:nvPr>
        </p:nvSpPr>
        <p:spPr/>
        <p:txBody>
          <a:bodyPr>
            <a:normAutofit fontScale="90000"/>
          </a:bodyPr>
          <a:lstStyle/>
          <a:p>
            <a:r>
              <a:rPr lang="en-US" dirty="0"/>
              <a:t>Single-Port Block RAM Read-First Mode Verilog Coding Example</a:t>
            </a:r>
            <a:endParaRPr lang="ru-RU" dirty="0"/>
          </a:p>
        </p:txBody>
      </p:sp>
      <p:sp>
        <p:nvSpPr>
          <p:cNvPr id="117763" name="Content Placeholder 3">
            <a:extLst>
              <a:ext uri="{FF2B5EF4-FFF2-40B4-BE49-F238E27FC236}">
                <a16:creationId xmlns:a16="http://schemas.microsoft.com/office/drawing/2014/main" id="{9D9EEA44-6BB2-60D4-3B17-FC1FFA56053B}"/>
              </a:ext>
            </a:extLst>
          </p:cNvPr>
          <p:cNvSpPr>
            <a:spLocks noGrp="1" noChangeArrowheads="1"/>
          </p:cNvSpPr>
          <p:nvPr>
            <p:ph type="body" sz="quarter" idx="10"/>
          </p:nvPr>
        </p:nvSpPr>
        <p:spPr/>
        <p:txBody>
          <a:bodyPr/>
          <a:lstStyle/>
          <a:p>
            <a:pPr>
              <a:spcBef>
                <a:spcPct val="0"/>
              </a:spcBef>
              <a:buFont typeface="Wingdings" panose="05000000000000000000" pitchFamily="2" charset="2"/>
              <a:buNone/>
            </a:pPr>
            <a:r>
              <a:rPr lang="en-US" altLang="en-US" sz="1400" b="1" dirty="0"/>
              <a:t>module</a:t>
            </a:r>
            <a:r>
              <a:rPr lang="en-US" altLang="en-US" sz="1400" dirty="0"/>
              <a:t> </a:t>
            </a:r>
            <a:r>
              <a:rPr lang="en-US" altLang="en-US" sz="1400" dirty="0" err="1"/>
              <a:t>RAM_Read_First</a:t>
            </a:r>
            <a:r>
              <a:rPr lang="en-US" altLang="en-US" sz="1400" dirty="0"/>
              <a:t> (</a:t>
            </a:r>
            <a:r>
              <a:rPr lang="en-US" altLang="en-US" sz="1400" dirty="0" err="1"/>
              <a:t>clk</a:t>
            </a:r>
            <a:r>
              <a:rPr lang="en-US" altLang="en-US" sz="1400" dirty="0"/>
              <a:t>, </a:t>
            </a:r>
            <a:r>
              <a:rPr lang="en-US" altLang="en-US" sz="1400" dirty="0" err="1"/>
              <a:t>en</a:t>
            </a:r>
            <a:r>
              <a:rPr lang="en-US" altLang="en-US" sz="1400" dirty="0"/>
              <a:t>, we, </a:t>
            </a:r>
            <a:r>
              <a:rPr lang="en-US" altLang="en-US" sz="1400" dirty="0" err="1"/>
              <a:t>addr</a:t>
            </a:r>
            <a:r>
              <a:rPr lang="en-US" altLang="en-US" sz="1400" dirty="0"/>
              <a:t>, din, </a:t>
            </a:r>
            <a:r>
              <a:rPr lang="en-US" altLang="en-US" sz="1400" dirty="0" err="1"/>
              <a:t>dout</a:t>
            </a:r>
            <a:r>
              <a:rPr lang="en-US" altLang="en-US" sz="1400" dirty="0"/>
              <a:t>);</a:t>
            </a:r>
          </a:p>
          <a:p>
            <a:pPr>
              <a:spcBef>
                <a:spcPct val="0"/>
              </a:spcBef>
              <a:buFont typeface="Wingdings" panose="05000000000000000000" pitchFamily="2" charset="2"/>
              <a:buNone/>
            </a:pPr>
            <a:r>
              <a:rPr lang="en-US" altLang="en-US" sz="1400" b="1" dirty="0"/>
              <a:t>input</a:t>
            </a:r>
            <a:r>
              <a:rPr lang="en-US" altLang="en-US" sz="1400" dirty="0"/>
              <a:t> </a:t>
            </a:r>
            <a:r>
              <a:rPr lang="en-US" altLang="en-US" sz="1400" dirty="0" err="1"/>
              <a:t>clk</a:t>
            </a:r>
            <a:r>
              <a:rPr lang="en-US" altLang="en-US" sz="1400" dirty="0"/>
              <a:t>, </a:t>
            </a:r>
            <a:r>
              <a:rPr lang="en-US" altLang="en-US" sz="1400" dirty="0" err="1"/>
              <a:t>we,en</a:t>
            </a:r>
            <a:r>
              <a:rPr lang="en-US" altLang="en-US" sz="1400" dirty="0"/>
              <a:t>;</a:t>
            </a:r>
          </a:p>
          <a:p>
            <a:pPr>
              <a:spcBef>
                <a:spcPct val="0"/>
              </a:spcBef>
              <a:buFont typeface="Wingdings" panose="05000000000000000000" pitchFamily="2" charset="2"/>
              <a:buNone/>
            </a:pPr>
            <a:r>
              <a:rPr lang="en-US" altLang="en-US" sz="1400" b="1" dirty="0"/>
              <a:t>input</a:t>
            </a:r>
            <a:r>
              <a:rPr lang="en-US" altLang="en-US" sz="1400" dirty="0"/>
              <a:t> [5:0] </a:t>
            </a:r>
            <a:r>
              <a:rPr lang="en-US" altLang="en-US" sz="1400" dirty="0" err="1"/>
              <a:t>addr</a:t>
            </a:r>
            <a:r>
              <a:rPr lang="en-US" altLang="en-US" sz="1400" dirty="0"/>
              <a:t>;</a:t>
            </a:r>
          </a:p>
          <a:p>
            <a:pPr>
              <a:spcBef>
                <a:spcPct val="0"/>
              </a:spcBef>
              <a:buFont typeface="Wingdings" panose="05000000000000000000" pitchFamily="2" charset="2"/>
              <a:buNone/>
            </a:pPr>
            <a:r>
              <a:rPr lang="en-US" altLang="en-US" sz="1400" b="1" dirty="0"/>
              <a:t>input</a:t>
            </a:r>
            <a:r>
              <a:rPr lang="en-US" altLang="en-US" sz="1400" dirty="0"/>
              <a:t> [15:0] din;</a:t>
            </a:r>
          </a:p>
          <a:p>
            <a:pPr>
              <a:spcBef>
                <a:spcPct val="0"/>
              </a:spcBef>
              <a:buFont typeface="Wingdings" panose="05000000000000000000" pitchFamily="2" charset="2"/>
              <a:buNone/>
            </a:pPr>
            <a:r>
              <a:rPr lang="en-US" altLang="en-US" sz="1400" b="1" dirty="0"/>
              <a:t>output</a:t>
            </a:r>
            <a:r>
              <a:rPr lang="en-US" altLang="en-US" sz="1400" dirty="0"/>
              <a:t> [15:0] </a:t>
            </a:r>
            <a:r>
              <a:rPr lang="en-US" altLang="en-US" sz="1400" dirty="0" err="1"/>
              <a:t>dout</a:t>
            </a:r>
            <a:r>
              <a:rPr lang="en-US" altLang="en-US" sz="1400" dirty="0"/>
              <a:t>;</a:t>
            </a:r>
          </a:p>
          <a:p>
            <a:pPr>
              <a:spcBef>
                <a:spcPct val="0"/>
              </a:spcBef>
              <a:buFont typeface="Wingdings" panose="05000000000000000000" pitchFamily="2" charset="2"/>
              <a:buNone/>
            </a:pPr>
            <a:r>
              <a:rPr lang="en-US" altLang="en-US" sz="1400" b="1" dirty="0"/>
              <a:t>reg</a:t>
            </a:r>
            <a:r>
              <a:rPr lang="en-US" altLang="en-US" sz="1400" dirty="0"/>
              <a:t> [15:0] RAM [63:0];</a:t>
            </a:r>
          </a:p>
          <a:p>
            <a:pPr>
              <a:spcBef>
                <a:spcPct val="0"/>
              </a:spcBef>
              <a:buFont typeface="Wingdings" panose="05000000000000000000" pitchFamily="2" charset="2"/>
              <a:buNone/>
            </a:pPr>
            <a:r>
              <a:rPr lang="en-US" altLang="en-US" sz="1400" b="1" dirty="0"/>
              <a:t>reg</a:t>
            </a:r>
            <a:r>
              <a:rPr lang="en-US" altLang="en-US" sz="1400" dirty="0"/>
              <a:t> [15:0] </a:t>
            </a:r>
            <a:r>
              <a:rPr lang="en-US" altLang="en-US" sz="1400" dirty="0" err="1"/>
              <a:t>dout</a:t>
            </a:r>
            <a:r>
              <a:rPr lang="en-US" altLang="en-US" sz="1400" dirty="0"/>
              <a:t>;</a:t>
            </a:r>
          </a:p>
          <a:p>
            <a:pPr>
              <a:spcBef>
                <a:spcPct val="0"/>
              </a:spcBef>
              <a:buFont typeface="Wingdings" panose="05000000000000000000" pitchFamily="2" charset="2"/>
              <a:buNone/>
            </a:pPr>
            <a:r>
              <a:rPr lang="en-US" altLang="en-US" sz="1400" b="1" dirty="0"/>
              <a:t>	always</a:t>
            </a:r>
            <a:r>
              <a:rPr lang="en-US" altLang="en-US" sz="1400" dirty="0"/>
              <a:t> @(posedge </a:t>
            </a:r>
            <a:r>
              <a:rPr lang="en-US" altLang="en-US" sz="1400" dirty="0" err="1"/>
              <a:t>clk</a:t>
            </a:r>
            <a:r>
              <a:rPr lang="en-US" altLang="en-US" sz="1400" dirty="0"/>
              <a:t>)</a:t>
            </a:r>
          </a:p>
          <a:p>
            <a:pPr>
              <a:spcBef>
                <a:spcPct val="0"/>
              </a:spcBef>
              <a:buFont typeface="Wingdings" panose="05000000000000000000" pitchFamily="2" charset="2"/>
              <a:buNone/>
            </a:pPr>
            <a:r>
              <a:rPr lang="en-US" altLang="en-US" sz="1400" b="1" dirty="0"/>
              <a:t>	begin</a:t>
            </a:r>
          </a:p>
          <a:p>
            <a:pPr>
              <a:spcBef>
                <a:spcPct val="0"/>
              </a:spcBef>
              <a:buFont typeface="Wingdings" panose="05000000000000000000" pitchFamily="2" charset="2"/>
              <a:buNone/>
            </a:pPr>
            <a:r>
              <a:rPr lang="en-US" altLang="en-US" sz="1400" b="1" dirty="0"/>
              <a:t>	if</a:t>
            </a:r>
            <a:r>
              <a:rPr lang="en-US" altLang="en-US" sz="1400" dirty="0"/>
              <a:t> (</a:t>
            </a:r>
            <a:r>
              <a:rPr lang="en-US" altLang="en-US" sz="1400" dirty="0" err="1"/>
              <a:t>en</a:t>
            </a:r>
            <a:r>
              <a:rPr lang="en-US" altLang="en-US" sz="1400" dirty="0"/>
              <a:t>)</a:t>
            </a:r>
          </a:p>
          <a:p>
            <a:pPr>
              <a:spcBef>
                <a:spcPct val="0"/>
              </a:spcBef>
              <a:buFont typeface="Wingdings" panose="05000000000000000000" pitchFamily="2" charset="2"/>
              <a:buNone/>
            </a:pPr>
            <a:r>
              <a:rPr lang="en-US" altLang="en-US" sz="1400" b="1" dirty="0"/>
              <a:t>		begin</a:t>
            </a:r>
          </a:p>
          <a:p>
            <a:pPr>
              <a:spcBef>
                <a:spcPct val="0"/>
              </a:spcBef>
              <a:buFont typeface="Wingdings" panose="05000000000000000000" pitchFamily="2" charset="2"/>
              <a:buNone/>
            </a:pPr>
            <a:r>
              <a:rPr lang="en-US" altLang="en-US" sz="1400" b="1" dirty="0"/>
              <a:t>		if</a:t>
            </a:r>
            <a:r>
              <a:rPr lang="en-US" altLang="en-US" sz="1400" dirty="0"/>
              <a:t> (we)</a:t>
            </a:r>
          </a:p>
          <a:p>
            <a:pPr>
              <a:spcBef>
                <a:spcPct val="0"/>
              </a:spcBef>
              <a:buFont typeface="Wingdings" panose="05000000000000000000" pitchFamily="2" charset="2"/>
              <a:buNone/>
            </a:pPr>
            <a:r>
              <a:rPr lang="en-US" altLang="en-US" sz="1400" dirty="0"/>
              <a:t>		RAM[</a:t>
            </a:r>
            <a:r>
              <a:rPr lang="en-US" altLang="en-US" sz="1400" dirty="0" err="1"/>
              <a:t>addr</a:t>
            </a:r>
            <a:r>
              <a:rPr lang="en-US" altLang="en-US" sz="1400" dirty="0"/>
              <a:t>]&lt;=din;</a:t>
            </a:r>
          </a:p>
          <a:p>
            <a:pPr>
              <a:spcBef>
                <a:spcPct val="0"/>
              </a:spcBef>
              <a:buFont typeface="Wingdings" panose="05000000000000000000" pitchFamily="2" charset="2"/>
              <a:buNone/>
            </a:pPr>
            <a:r>
              <a:rPr lang="en-US" altLang="en-US" sz="1400" dirty="0"/>
              <a:t>		</a:t>
            </a:r>
            <a:r>
              <a:rPr lang="en-US" altLang="en-US" sz="1400" dirty="0" err="1"/>
              <a:t>dout</a:t>
            </a:r>
            <a:r>
              <a:rPr lang="en-US" altLang="en-US" sz="1400" dirty="0"/>
              <a:t> &lt;= RAM[</a:t>
            </a:r>
            <a:r>
              <a:rPr lang="en-US" altLang="en-US" sz="1400" dirty="0" err="1"/>
              <a:t>addr</a:t>
            </a:r>
            <a:r>
              <a:rPr lang="en-US" altLang="en-US" sz="1400" dirty="0"/>
              <a:t>];</a:t>
            </a:r>
          </a:p>
          <a:p>
            <a:pPr>
              <a:spcBef>
                <a:spcPct val="0"/>
              </a:spcBef>
              <a:buFont typeface="Wingdings" panose="05000000000000000000" pitchFamily="2" charset="2"/>
              <a:buNone/>
            </a:pPr>
            <a:r>
              <a:rPr lang="en-US" altLang="en-US" sz="1400" b="1" dirty="0"/>
              <a:t>	end</a:t>
            </a:r>
          </a:p>
          <a:p>
            <a:pPr>
              <a:spcBef>
                <a:spcPct val="0"/>
              </a:spcBef>
              <a:buFont typeface="Wingdings" panose="05000000000000000000" pitchFamily="2" charset="2"/>
              <a:buNone/>
            </a:pPr>
            <a:r>
              <a:rPr lang="en-US" altLang="en-US" sz="1400" b="1" dirty="0"/>
              <a:t>end</a:t>
            </a:r>
          </a:p>
          <a:p>
            <a:pPr>
              <a:spcBef>
                <a:spcPct val="0"/>
              </a:spcBef>
              <a:buFont typeface="Wingdings" panose="05000000000000000000" pitchFamily="2" charset="2"/>
              <a:buNone/>
            </a:pPr>
            <a:r>
              <a:rPr lang="en-US" altLang="en-US" sz="1400" b="1" dirty="0" err="1"/>
              <a:t>endmodule</a:t>
            </a:r>
            <a:r>
              <a:rPr lang="en-US" altLang="en-US" sz="1400" dirty="0"/>
              <a:t> </a:t>
            </a:r>
            <a:endParaRPr lang="ru-RU" altLang="en-US" sz="1400" dirty="0"/>
          </a:p>
          <a:p>
            <a:pPr>
              <a:buFont typeface="Wingdings" panose="05000000000000000000" pitchFamily="2" charset="2"/>
              <a:buNone/>
            </a:pPr>
            <a:endParaRPr lang="en-US" altLang="en-US" sz="1400" dirty="0"/>
          </a:p>
          <a:p>
            <a:pPr marL="0" indent="0">
              <a:buNone/>
            </a:pPr>
            <a:endParaRPr lang="en-US" altLang="en-US" sz="1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613351AA-315D-4E2F-8BD3-D0BBACE394B4}"/>
              </a:ext>
            </a:extLst>
          </p:cNvPr>
          <p:cNvSpPr>
            <a:spLocks noGrp="1" noChangeArrowheads="1"/>
          </p:cNvSpPr>
          <p:nvPr>
            <p:ph type="title"/>
          </p:nvPr>
        </p:nvSpPr>
        <p:spPr/>
        <p:txBody>
          <a:bodyPr>
            <a:normAutofit fontScale="90000"/>
          </a:bodyPr>
          <a:lstStyle/>
          <a:p>
            <a:r>
              <a:rPr lang="en-US" dirty="0"/>
              <a:t>Single-Port Block RAM Write-First Mode Verilog Coding Example </a:t>
            </a:r>
            <a:endParaRPr lang="ru-RU" dirty="0"/>
          </a:p>
        </p:txBody>
      </p:sp>
      <p:sp>
        <p:nvSpPr>
          <p:cNvPr id="91139" name="Content Placeholder 4">
            <a:extLst>
              <a:ext uri="{FF2B5EF4-FFF2-40B4-BE49-F238E27FC236}">
                <a16:creationId xmlns:a16="http://schemas.microsoft.com/office/drawing/2014/main" id="{1B517108-30D7-42FA-AA52-B0B9B4290906}"/>
              </a:ext>
            </a:extLst>
          </p:cNvPr>
          <p:cNvSpPr>
            <a:spLocks noGrp="1"/>
          </p:cNvSpPr>
          <p:nvPr>
            <p:ph type="body" sz="quarter" idx="13"/>
          </p:nvPr>
        </p:nvSpPr>
        <p:spPr>
          <a:solidFill>
            <a:schemeClr val="accent1">
              <a:lumMod val="20000"/>
              <a:lumOff val="80000"/>
            </a:schemeClr>
          </a:solidFill>
        </p:spPr>
        <p:txBody>
          <a:bodyPr/>
          <a:lstStyle/>
          <a:p>
            <a:pPr marL="0" indent="0">
              <a:buNone/>
            </a:pPr>
            <a:r>
              <a:rPr lang="en-US" sz="2000" dirty="0"/>
              <a:t>module </a:t>
            </a:r>
            <a:r>
              <a:rPr lang="en-US" sz="2000" dirty="0" err="1"/>
              <a:t>RAM_Write_First</a:t>
            </a:r>
            <a:r>
              <a:rPr lang="en-US" sz="2000" dirty="0"/>
              <a:t>  (</a:t>
            </a:r>
            <a:r>
              <a:rPr lang="en-US" sz="2000" dirty="0" err="1"/>
              <a:t>clk</a:t>
            </a:r>
            <a:r>
              <a:rPr lang="en-US" sz="2000" dirty="0"/>
              <a:t>, we, en, </a:t>
            </a:r>
            <a:r>
              <a:rPr lang="en-US" sz="2000" dirty="0" err="1"/>
              <a:t>addr</a:t>
            </a:r>
            <a:r>
              <a:rPr lang="en-US" sz="2000" dirty="0"/>
              <a:t>, din, </a:t>
            </a:r>
            <a:r>
              <a:rPr lang="en-US" sz="2000" dirty="0" err="1"/>
              <a:t>dout</a:t>
            </a:r>
            <a:r>
              <a:rPr lang="en-US" sz="2000" dirty="0"/>
              <a:t>);</a:t>
            </a:r>
          </a:p>
          <a:p>
            <a:pPr marL="0" indent="0">
              <a:buNone/>
            </a:pPr>
            <a:r>
              <a:rPr lang="en-US" sz="2000" dirty="0"/>
              <a:t>input </a:t>
            </a:r>
            <a:r>
              <a:rPr lang="en-US" sz="2000" dirty="0" err="1"/>
              <a:t>clk,we,en</a:t>
            </a:r>
            <a:r>
              <a:rPr lang="en-US" sz="2000" dirty="0"/>
              <a:t>;</a:t>
            </a:r>
          </a:p>
          <a:p>
            <a:pPr marL="0" indent="0">
              <a:buNone/>
            </a:pPr>
            <a:r>
              <a:rPr lang="en-US" sz="2000" dirty="0"/>
              <a:t>input [5:0] </a:t>
            </a:r>
            <a:r>
              <a:rPr lang="en-US" sz="2000" dirty="0" err="1"/>
              <a:t>addr</a:t>
            </a:r>
            <a:r>
              <a:rPr lang="en-US" sz="2000" dirty="0"/>
              <a:t>;</a:t>
            </a:r>
          </a:p>
          <a:p>
            <a:pPr marL="0" indent="0">
              <a:buNone/>
            </a:pPr>
            <a:r>
              <a:rPr lang="en-US" sz="2000" dirty="0"/>
              <a:t>input [15:0] din;</a:t>
            </a:r>
          </a:p>
          <a:p>
            <a:pPr marL="0" indent="0">
              <a:buNone/>
            </a:pPr>
            <a:r>
              <a:rPr lang="en-US" sz="2000" dirty="0"/>
              <a:t>output [15:0] </a:t>
            </a:r>
            <a:r>
              <a:rPr lang="en-US" sz="2000" dirty="0" err="1"/>
              <a:t>dout</a:t>
            </a:r>
            <a:r>
              <a:rPr lang="en-US" sz="2000" dirty="0"/>
              <a:t>;</a:t>
            </a:r>
          </a:p>
          <a:p>
            <a:pPr marL="0" indent="0">
              <a:buNone/>
            </a:pPr>
            <a:r>
              <a:rPr lang="en-US" sz="2000" dirty="0" err="1"/>
              <a:t>reg</a:t>
            </a:r>
            <a:r>
              <a:rPr lang="en-US" sz="2000" dirty="0"/>
              <a:t> [15:0] RAM [63:0];</a:t>
            </a:r>
          </a:p>
          <a:p>
            <a:pPr marL="0" indent="0">
              <a:buNone/>
            </a:pPr>
            <a:r>
              <a:rPr lang="en-US" sz="2000" dirty="0" err="1"/>
              <a:t>reg</a:t>
            </a:r>
            <a:r>
              <a:rPr lang="en-US" sz="2000" dirty="0"/>
              <a:t> [15:0] </a:t>
            </a:r>
            <a:r>
              <a:rPr lang="en-US" sz="2000" dirty="0" err="1"/>
              <a:t>dout</a:t>
            </a:r>
            <a:r>
              <a:rPr lang="en-US" sz="2000" dirty="0"/>
              <a:t>;</a:t>
            </a:r>
          </a:p>
          <a:p>
            <a:pPr marL="0" indent="0">
              <a:buNone/>
            </a:pPr>
            <a:r>
              <a:rPr lang="en-US" sz="2000" dirty="0"/>
              <a:t>always @(</a:t>
            </a:r>
            <a:r>
              <a:rPr lang="en-US" sz="2000" dirty="0" err="1"/>
              <a:t>posedge</a:t>
            </a:r>
            <a:r>
              <a:rPr lang="en-US" sz="2000" dirty="0"/>
              <a:t> </a:t>
            </a:r>
            <a:r>
              <a:rPr lang="en-US" sz="2000" dirty="0" err="1"/>
              <a:t>clk</a:t>
            </a:r>
            <a:r>
              <a:rPr lang="en-US" sz="2000" dirty="0"/>
              <a:t>)</a:t>
            </a:r>
          </a:p>
          <a:p>
            <a:pPr marL="0" indent="0">
              <a:buNone/>
            </a:pPr>
            <a:r>
              <a:rPr lang="en-US" sz="2000" dirty="0"/>
              <a:t>     begin</a:t>
            </a:r>
          </a:p>
          <a:p>
            <a:pPr marL="0" indent="0">
              <a:buNone/>
            </a:pPr>
            <a:r>
              <a:rPr lang="en-US" sz="2000" dirty="0"/>
              <a:t>		if (en)</a:t>
            </a:r>
          </a:p>
          <a:p>
            <a:pPr marL="0" indent="0">
              <a:buNone/>
            </a:pPr>
            <a:endParaRPr lang="ru-RU" sz="2000" dirty="0"/>
          </a:p>
          <a:p>
            <a:pPr marL="0" indent="0">
              <a:buNone/>
            </a:pPr>
            <a:endParaRPr lang="da-DK" sz="2000" dirty="0"/>
          </a:p>
          <a:p>
            <a:pPr marL="0" indent="0">
              <a:buNone/>
            </a:pPr>
            <a:endParaRPr lang="en-US" sz="2000" dirty="0"/>
          </a:p>
        </p:txBody>
      </p:sp>
      <p:sp>
        <p:nvSpPr>
          <p:cNvPr id="118788" name="TextBox 3">
            <a:extLst>
              <a:ext uri="{FF2B5EF4-FFF2-40B4-BE49-F238E27FC236}">
                <a16:creationId xmlns:a16="http://schemas.microsoft.com/office/drawing/2014/main" id="{FDD9E322-EB81-1681-94F0-714218EA7E67}"/>
              </a:ext>
            </a:extLst>
          </p:cNvPr>
          <p:cNvSpPr txBox="1">
            <a:spLocks noChangeArrowheads="1"/>
          </p:cNvSpPr>
          <p:nvPr/>
        </p:nvSpPr>
        <p:spPr bwMode="auto">
          <a:xfrm>
            <a:off x="6553200" y="1752600"/>
            <a:ext cx="3733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6" name="Content Placeholder 4">
            <a:extLst>
              <a:ext uri="{FF2B5EF4-FFF2-40B4-BE49-F238E27FC236}">
                <a16:creationId xmlns:a16="http://schemas.microsoft.com/office/drawing/2014/main" id="{9FD2AFD4-BC5B-4B70-88E0-AE7C38FD5A99}"/>
              </a:ext>
            </a:extLst>
          </p:cNvPr>
          <p:cNvSpPr txBox="1">
            <a:spLocks/>
          </p:cNvSpPr>
          <p:nvPr/>
        </p:nvSpPr>
        <p:spPr bwMode="auto">
          <a:xfrm>
            <a:off x="6400800" y="1676400"/>
            <a:ext cx="3429000" cy="3810000"/>
          </a:xfrm>
          <a:prstGeom prst="rect">
            <a:avLst/>
          </a:prstGeom>
          <a:solidFill>
            <a:schemeClr val="accent1">
              <a:lumMod val="20000"/>
              <a:lumOff val="80000"/>
            </a:schemeClr>
          </a:solidFill>
          <a:ln w="9525">
            <a:noFill/>
            <a:miter lim="800000"/>
            <a:headEnd/>
            <a:tailEnd/>
          </a:ln>
        </p:spPr>
        <p:txBody>
          <a:bodyPr/>
          <a:lstStyle/>
          <a:p>
            <a:pPr>
              <a:spcBef>
                <a:spcPts val="400"/>
              </a:spcBef>
              <a:defRPr/>
            </a:pPr>
            <a:r>
              <a:rPr lang="en-US" dirty="0">
                <a:latin typeface="+mj-lt"/>
                <a:cs typeface="Arial" charset="0"/>
              </a:rPr>
              <a:t>begin</a:t>
            </a:r>
          </a:p>
          <a:p>
            <a:pPr>
              <a:spcBef>
                <a:spcPts val="400"/>
              </a:spcBef>
              <a:defRPr/>
            </a:pPr>
            <a:r>
              <a:rPr lang="en-US" dirty="0">
                <a:latin typeface="+mj-lt"/>
                <a:cs typeface="Arial" charset="0"/>
              </a:rPr>
              <a:t>if (we)</a:t>
            </a:r>
            <a:endParaRPr lang="da-DK" dirty="0">
              <a:latin typeface="+mj-lt"/>
              <a:cs typeface="Arial" charset="0"/>
            </a:endParaRPr>
          </a:p>
          <a:p>
            <a:pPr>
              <a:spcBef>
                <a:spcPts val="400"/>
              </a:spcBef>
              <a:defRPr/>
            </a:pPr>
            <a:r>
              <a:rPr lang="da-DK" dirty="0">
                <a:latin typeface="+mj-lt"/>
                <a:cs typeface="Arial" charset="0"/>
              </a:rPr>
              <a:t>begin</a:t>
            </a:r>
          </a:p>
          <a:p>
            <a:pPr>
              <a:spcBef>
                <a:spcPts val="400"/>
              </a:spcBef>
              <a:defRPr/>
            </a:pPr>
            <a:r>
              <a:rPr lang="da-DK" dirty="0">
                <a:latin typeface="+mj-lt"/>
                <a:cs typeface="Arial" charset="0"/>
              </a:rPr>
              <a:t>RAM[addr] &lt;= din;</a:t>
            </a:r>
          </a:p>
          <a:p>
            <a:pPr>
              <a:spcBef>
                <a:spcPts val="400"/>
              </a:spcBef>
              <a:defRPr/>
            </a:pPr>
            <a:r>
              <a:rPr lang="da-DK" dirty="0">
                <a:latin typeface="+mj-lt"/>
                <a:cs typeface="Arial" charset="0"/>
              </a:rPr>
              <a:t>dout &lt;= din;</a:t>
            </a:r>
          </a:p>
          <a:p>
            <a:pPr>
              <a:spcBef>
                <a:spcPts val="400"/>
              </a:spcBef>
              <a:defRPr/>
            </a:pPr>
            <a:r>
              <a:rPr lang="da-DK" dirty="0">
                <a:latin typeface="+mj-lt"/>
                <a:cs typeface="Arial" charset="0"/>
              </a:rPr>
              <a:t>end</a:t>
            </a:r>
          </a:p>
          <a:p>
            <a:pPr>
              <a:spcBef>
                <a:spcPts val="400"/>
              </a:spcBef>
              <a:defRPr/>
            </a:pPr>
            <a:r>
              <a:rPr lang="da-DK" dirty="0">
                <a:latin typeface="+mj-lt"/>
                <a:cs typeface="Arial" charset="0"/>
              </a:rPr>
              <a:t>else</a:t>
            </a:r>
            <a:endParaRPr lang="en-US" dirty="0">
              <a:latin typeface="+mj-lt"/>
              <a:cs typeface="Arial" charset="0"/>
            </a:endParaRPr>
          </a:p>
          <a:p>
            <a:pPr>
              <a:spcBef>
                <a:spcPts val="400"/>
              </a:spcBef>
              <a:defRPr/>
            </a:pPr>
            <a:r>
              <a:rPr lang="en-US" dirty="0" err="1">
                <a:latin typeface="+mj-lt"/>
                <a:cs typeface="Arial" charset="0"/>
              </a:rPr>
              <a:t>dout</a:t>
            </a:r>
            <a:r>
              <a:rPr lang="en-US" dirty="0">
                <a:latin typeface="+mj-lt"/>
                <a:cs typeface="Arial" charset="0"/>
              </a:rPr>
              <a:t> &lt;= RAM[</a:t>
            </a:r>
            <a:r>
              <a:rPr lang="en-US" dirty="0" err="1">
                <a:latin typeface="+mj-lt"/>
                <a:cs typeface="Arial" charset="0"/>
              </a:rPr>
              <a:t>addr</a:t>
            </a:r>
            <a:r>
              <a:rPr lang="en-US" dirty="0">
                <a:latin typeface="+mj-lt"/>
                <a:cs typeface="Arial" charset="0"/>
              </a:rPr>
              <a:t>];</a:t>
            </a:r>
          </a:p>
          <a:p>
            <a:pPr>
              <a:spcBef>
                <a:spcPts val="400"/>
              </a:spcBef>
              <a:defRPr/>
            </a:pPr>
            <a:r>
              <a:rPr lang="en-US" dirty="0">
                <a:latin typeface="+mj-lt"/>
                <a:cs typeface="Arial" charset="0"/>
              </a:rPr>
              <a:t>end</a:t>
            </a:r>
          </a:p>
          <a:p>
            <a:pPr>
              <a:spcBef>
                <a:spcPts val="400"/>
              </a:spcBef>
              <a:defRPr/>
            </a:pPr>
            <a:r>
              <a:rPr lang="en-US" dirty="0">
                <a:latin typeface="+mj-lt"/>
                <a:cs typeface="Arial" charset="0"/>
              </a:rPr>
              <a:t>end</a:t>
            </a:r>
          </a:p>
          <a:p>
            <a:pPr>
              <a:spcBef>
                <a:spcPts val="400"/>
              </a:spcBef>
              <a:defRPr/>
            </a:pPr>
            <a:r>
              <a:rPr lang="en-US" dirty="0" err="1">
                <a:latin typeface="+mj-lt"/>
                <a:cs typeface="Arial" charset="0"/>
              </a:rPr>
              <a:t>endmodule</a:t>
            </a:r>
            <a:r>
              <a:rPr lang="en-US" dirty="0">
                <a:latin typeface="+mj-lt"/>
                <a:cs typeface="Arial" charset="0"/>
              </a:rPr>
              <a:t> </a:t>
            </a:r>
            <a:endParaRPr lang="ru-RU" dirty="0">
              <a:latin typeface="+mj-lt"/>
              <a:cs typeface="Arial" charset="0"/>
            </a:endParaRPr>
          </a:p>
          <a:p>
            <a:pPr marL="342900" indent="-342900">
              <a:spcBef>
                <a:spcPts val="400"/>
              </a:spcBef>
              <a:buClr>
                <a:schemeClr val="accent1"/>
              </a:buClr>
              <a:buSzPct val="65000"/>
              <a:defRPr/>
            </a:pPr>
            <a:endParaRPr lang="ru-RU" kern="0" dirty="0">
              <a:latin typeface="+mj-lt"/>
            </a:endParaRPr>
          </a:p>
          <a:p>
            <a:pPr marL="342900" indent="-342900">
              <a:spcBef>
                <a:spcPts val="400"/>
              </a:spcBef>
              <a:buClr>
                <a:schemeClr val="accent1"/>
              </a:buClr>
              <a:buSzPct val="65000"/>
              <a:defRPr/>
            </a:pPr>
            <a:endParaRPr lang="da-DK" kern="0" dirty="0"/>
          </a:p>
          <a:p>
            <a:pPr marL="342900" indent="-342900">
              <a:spcBef>
                <a:spcPts val="400"/>
              </a:spcBef>
              <a:buClr>
                <a:schemeClr val="accent1"/>
              </a:buClr>
              <a:buSzPct val="65000"/>
              <a:defRPr/>
            </a:pPr>
            <a:endParaRPr lang="en-US" kern="0" dirty="0"/>
          </a:p>
        </p:txBody>
      </p:sp>
      <p:sp>
        <p:nvSpPr>
          <p:cNvPr id="118790" name="Right Arrow 6">
            <a:extLst>
              <a:ext uri="{FF2B5EF4-FFF2-40B4-BE49-F238E27FC236}">
                <a16:creationId xmlns:a16="http://schemas.microsoft.com/office/drawing/2014/main" id="{E3E6AF5C-A2F2-65FD-0183-5A796F0ED2CA}"/>
              </a:ext>
            </a:extLst>
          </p:cNvPr>
          <p:cNvSpPr>
            <a:spLocks noChangeArrowheads="1"/>
          </p:cNvSpPr>
          <p:nvPr/>
        </p:nvSpPr>
        <p:spPr bwMode="auto">
          <a:xfrm>
            <a:off x="5943600" y="3733800"/>
            <a:ext cx="381000" cy="457200"/>
          </a:xfrm>
          <a:prstGeom prst="rightArrow">
            <a:avLst>
              <a:gd name="adj1" fmla="val 50000"/>
              <a:gd name="adj2" fmla="val 50000"/>
            </a:avLst>
          </a:prstGeom>
          <a:solidFill>
            <a:schemeClr val="accent1"/>
          </a:solidFill>
          <a:ln w="9525" algn="ctr">
            <a:solidFill>
              <a:schemeClr val="tx1"/>
            </a:solidFill>
            <a:round/>
            <a:headEnd/>
            <a:tailEnd/>
          </a:ln>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u="none"/>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D1D1544B-82F8-53A5-A397-E1E20D35B0F1}"/>
              </a:ext>
            </a:extLst>
          </p:cNvPr>
          <p:cNvSpPr>
            <a:spLocks noGrp="1" noChangeArrowheads="1"/>
          </p:cNvSpPr>
          <p:nvPr>
            <p:ph type="title"/>
          </p:nvPr>
        </p:nvSpPr>
        <p:spPr/>
        <p:txBody>
          <a:bodyPr>
            <a:normAutofit fontScale="90000"/>
          </a:bodyPr>
          <a:lstStyle/>
          <a:p>
            <a:r>
              <a:rPr lang="en-US" altLang="en-US" dirty="0"/>
              <a:t>Single-Port Block RAM No-Change Mode Verilog Coding Example </a:t>
            </a:r>
            <a:endParaRPr lang="ru-RU" altLang="en-US" dirty="0"/>
          </a:p>
        </p:txBody>
      </p:sp>
      <p:sp>
        <p:nvSpPr>
          <p:cNvPr id="92163" name="Content Placeholder 3">
            <a:extLst>
              <a:ext uri="{FF2B5EF4-FFF2-40B4-BE49-F238E27FC236}">
                <a16:creationId xmlns:a16="http://schemas.microsoft.com/office/drawing/2014/main" id="{85ADF288-930E-4640-BD13-F3134FCD8EAB}"/>
              </a:ext>
            </a:extLst>
          </p:cNvPr>
          <p:cNvSpPr>
            <a:spLocks noGrp="1"/>
          </p:cNvSpPr>
          <p:nvPr>
            <p:ph type="body" sz="quarter" idx="13"/>
          </p:nvPr>
        </p:nvSpPr>
        <p:spPr>
          <a:solidFill>
            <a:schemeClr val="accent1">
              <a:lumMod val="20000"/>
              <a:lumOff val="80000"/>
            </a:schemeClr>
          </a:solidFill>
        </p:spPr>
        <p:txBody>
          <a:bodyPr/>
          <a:lstStyle/>
          <a:p>
            <a:pPr marL="0" indent="0">
              <a:buNone/>
            </a:pPr>
            <a:r>
              <a:rPr lang="en-US" dirty="0"/>
              <a:t>module </a:t>
            </a:r>
            <a:r>
              <a:rPr lang="en-US" dirty="0" err="1"/>
              <a:t>RAM_No_Change</a:t>
            </a:r>
            <a:r>
              <a:rPr lang="en-US" dirty="0"/>
              <a:t> (</a:t>
            </a:r>
            <a:r>
              <a:rPr lang="en-US" dirty="0" err="1"/>
              <a:t>clk</a:t>
            </a:r>
            <a:r>
              <a:rPr lang="en-US" dirty="0"/>
              <a:t>, we, en, </a:t>
            </a:r>
            <a:r>
              <a:rPr lang="en-US" dirty="0" err="1"/>
              <a:t>addr</a:t>
            </a:r>
            <a:r>
              <a:rPr lang="en-US" dirty="0"/>
              <a:t>, </a:t>
            </a:r>
            <a:r>
              <a:rPr lang="en-US" dirty="0" err="1"/>
              <a:t>din,dout</a:t>
            </a:r>
            <a:r>
              <a:rPr lang="en-US" dirty="0"/>
              <a:t>);</a:t>
            </a:r>
          </a:p>
          <a:p>
            <a:pPr marL="0" indent="0">
              <a:buNone/>
            </a:pPr>
            <a:r>
              <a:rPr lang="en-US" dirty="0"/>
              <a:t>input </a:t>
            </a:r>
            <a:r>
              <a:rPr lang="en-US" dirty="0" err="1"/>
              <a:t>clk,we,en</a:t>
            </a:r>
            <a:r>
              <a:rPr lang="en-US" dirty="0"/>
              <a:t>;</a:t>
            </a:r>
          </a:p>
          <a:p>
            <a:pPr marL="0" indent="0">
              <a:buNone/>
            </a:pPr>
            <a:r>
              <a:rPr lang="en-US" dirty="0"/>
              <a:t>input [5:0] </a:t>
            </a:r>
            <a:r>
              <a:rPr lang="en-US" dirty="0" err="1"/>
              <a:t>addr</a:t>
            </a:r>
            <a:r>
              <a:rPr lang="en-US" dirty="0"/>
              <a:t>;</a:t>
            </a:r>
          </a:p>
          <a:p>
            <a:pPr marL="0" indent="0">
              <a:buNone/>
            </a:pPr>
            <a:r>
              <a:rPr lang="en-US" dirty="0"/>
              <a:t>input [15:0] din;</a:t>
            </a:r>
          </a:p>
          <a:p>
            <a:pPr marL="0" indent="0">
              <a:buNone/>
            </a:pPr>
            <a:r>
              <a:rPr lang="en-US" dirty="0"/>
              <a:t>output [15:0] </a:t>
            </a:r>
            <a:r>
              <a:rPr lang="en-US" dirty="0" err="1"/>
              <a:t>dout</a:t>
            </a:r>
            <a:r>
              <a:rPr lang="en-US" dirty="0"/>
              <a:t>;</a:t>
            </a:r>
          </a:p>
          <a:p>
            <a:pPr marL="0" indent="0">
              <a:buNone/>
            </a:pPr>
            <a:r>
              <a:rPr lang="en-US" dirty="0" err="1"/>
              <a:t>reg</a:t>
            </a:r>
            <a:r>
              <a:rPr lang="en-US" dirty="0"/>
              <a:t> [15:0] RAM [63:0];</a:t>
            </a:r>
          </a:p>
          <a:p>
            <a:pPr marL="0" indent="0">
              <a:buNone/>
            </a:pPr>
            <a:r>
              <a:rPr lang="en-US" dirty="0" err="1"/>
              <a:t>reg</a:t>
            </a:r>
            <a:r>
              <a:rPr lang="en-US" dirty="0"/>
              <a:t> [15:0] </a:t>
            </a:r>
            <a:r>
              <a:rPr lang="en-US" dirty="0" err="1"/>
              <a:t>dout</a:t>
            </a:r>
            <a:r>
              <a:rPr lang="en-US" dirty="0"/>
              <a:t>;</a:t>
            </a:r>
          </a:p>
          <a:p>
            <a:pPr marL="0" indent="0">
              <a:buNone/>
            </a:pPr>
            <a:r>
              <a:rPr lang="en-US" dirty="0"/>
              <a:t>always @(</a:t>
            </a:r>
            <a:r>
              <a:rPr lang="en-US" dirty="0" err="1"/>
              <a:t>posedge</a:t>
            </a:r>
            <a:r>
              <a:rPr lang="en-US" dirty="0"/>
              <a:t> </a:t>
            </a:r>
            <a:r>
              <a:rPr lang="en-US" dirty="0" err="1"/>
              <a:t>clk</a:t>
            </a:r>
            <a:r>
              <a:rPr lang="en-US" dirty="0"/>
              <a:t>)</a:t>
            </a:r>
          </a:p>
          <a:p>
            <a:pPr marL="0" indent="0">
              <a:buNone/>
            </a:pPr>
            <a:r>
              <a:rPr lang="en-US" dirty="0"/>
              <a:t>begin</a:t>
            </a:r>
          </a:p>
          <a:p>
            <a:pPr marL="0" indent="0">
              <a:buNone/>
            </a:pPr>
            <a:endParaRPr lang="ru-RU" dirty="0"/>
          </a:p>
        </p:txBody>
      </p:sp>
      <p:sp>
        <p:nvSpPr>
          <p:cNvPr id="4" name="TextBox 3">
            <a:extLst>
              <a:ext uri="{FF2B5EF4-FFF2-40B4-BE49-F238E27FC236}">
                <a16:creationId xmlns:a16="http://schemas.microsoft.com/office/drawing/2014/main" id="{4485C219-9C61-4B09-B31B-65B396E97689}"/>
              </a:ext>
            </a:extLst>
          </p:cNvPr>
          <p:cNvSpPr txBox="1"/>
          <p:nvPr/>
        </p:nvSpPr>
        <p:spPr>
          <a:xfrm>
            <a:off x="6629400" y="1981201"/>
            <a:ext cx="3352800" cy="3025775"/>
          </a:xfrm>
          <a:prstGeom prst="rect">
            <a:avLst/>
          </a:prstGeom>
          <a:solidFill>
            <a:schemeClr val="accent1">
              <a:lumMod val="20000"/>
              <a:lumOff val="80000"/>
            </a:schemeClr>
          </a:solidFill>
        </p:spPr>
        <p:txBody>
          <a:bodyPr>
            <a:spAutoFit/>
          </a:bodyPr>
          <a:lstStyle/>
          <a:p>
            <a:pPr>
              <a:spcBef>
                <a:spcPts val="400"/>
              </a:spcBef>
              <a:defRPr/>
            </a:pPr>
            <a:r>
              <a:rPr lang="en-US" dirty="0">
                <a:latin typeface="Arial" charset="0"/>
                <a:cs typeface="Arial" charset="0"/>
              </a:rPr>
              <a:t>if (en)</a:t>
            </a:r>
          </a:p>
          <a:p>
            <a:pPr>
              <a:spcBef>
                <a:spcPts val="400"/>
              </a:spcBef>
              <a:defRPr/>
            </a:pPr>
            <a:r>
              <a:rPr lang="en-US" dirty="0">
                <a:latin typeface="Arial" charset="0"/>
                <a:cs typeface="Arial" charset="0"/>
              </a:rPr>
              <a:t>begin</a:t>
            </a:r>
          </a:p>
          <a:p>
            <a:pPr>
              <a:spcBef>
                <a:spcPts val="400"/>
              </a:spcBef>
              <a:defRPr/>
            </a:pPr>
            <a:r>
              <a:rPr lang="en-US" dirty="0">
                <a:latin typeface="Arial" charset="0"/>
                <a:cs typeface="Arial" charset="0"/>
              </a:rPr>
              <a:t>if (we)</a:t>
            </a:r>
            <a:endParaRPr lang="pt-BR" dirty="0">
              <a:latin typeface="Arial" charset="0"/>
              <a:cs typeface="Arial" charset="0"/>
            </a:endParaRPr>
          </a:p>
          <a:p>
            <a:pPr>
              <a:spcBef>
                <a:spcPts val="400"/>
              </a:spcBef>
              <a:defRPr/>
            </a:pPr>
            <a:r>
              <a:rPr lang="pt-BR" dirty="0">
                <a:latin typeface="Arial" charset="0"/>
                <a:cs typeface="Arial" charset="0"/>
              </a:rPr>
              <a:t>RAM[addr] &lt;= di;</a:t>
            </a:r>
          </a:p>
          <a:p>
            <a:pPr>
              <a:spcBef>
                <a:spcPts val="400"/>
              </a:spcBef>
              <a:defRPr/>
            </a:pPr>
            <a:r>
              <a:rPr lang="pt-BR" dirty="0">
                <a:latin typeface="Arial" charset="0"/>
                <a:cs typeface="Arial" charset="0"/>
              </a:rPr>
              <a:t>else</a:t>
            </a:r>
          </a:p>
          <a:p>
            <a:pPr>
              <a:spcBef>
                <a:spcPts val="400"/>
              </a:spcBef>
              <a:defRPr/>
            </a:pPr>
            <a:r>
              <a:rPr lang="pt-BR" dirty="0">
                <a:latin typeface="Arial" charset="0"/>
                <a:cs typeface="Arial" charset="0"/>
              </a:rPr>
              <a:t>dout &lt;= RAM[addr];</a:t>
            </a:r>
            <a:endParaRPr lang="ru-RU" dirty="0">
              <a:latin typeface="Arial" charset="0"/>
              <a:cs typeface="Arial" charset="0"/>
            </a:endParaRPr>
          </a:p>
          <a:p>
            <a:pPr>
              <a:spcBef>
                <a:spcPts val="400"/>
              </a:spcBef>
              <a:defRPr/>
            </a:pPr>
            <a:r>
              <a:rPr lang="ru-RU" dirty="0">
                <a:latin typeface="Arial" charset="0"/>
                <a:cs typeface="Arial" charset="0"/>
              </a:rPr>
              <a:t>end</a:t>
            </a:r>
          </a:p>
          <a:p>
            <a:pPr>
              <a:spcBef>
                <a:spcPts val="400"/>
              </a:spcBef>
              <a:defRPr/>
            </a:pPr>
            <a:r>
              <a:rPr lang="ru-RU" dirty="0">
                <a:latin typeface="Arial" charset="0"/>
                <a:cs typeface="Arial" charset="0"/>
              </a:rPr>
              <a:t>end</a:t>
            </a:r>
          </a:p>
          <a:p>
            <a:pPr>
              <a:spcBef>
                <a:spcPts val="400"/>
              </a:spcBef>
              <a:defRPr/>
            </a:pPr>
            <a:r>
              <a:rPr lang="ru-RU" dirty="0">
                <a:latin typeface="Arial" charset="0"/>
                <a:cs typeface="Arial" charset="0"/>
              </a:rPr>
              <a:t>endmodule</a:t>
            </a:r>
            <a:endParaRPr lang="en-GB" dirty="0">
              <a:latin typeface="Arial" charset="0"/>
              <a:cs typeface="Arial" charset="0"/>
            </a:endParaRPr>
          </a:p>
        </p:txBody>
      </p:sp>
      <p:sp>
        <p:nvSpPr>
          <p:cNvPr id="119813" name="Right Arrow 4">
            <a:extLst>
              <a:ext uri="{FF2B5EF4-FFF2-40B4-BE49-F238E27FC236}">
                <a16:creationId xmlns:a16="http://schemas.microsoft.com/office/drawing/2014/main" id="{1033322A-FCFF-84B6-F411-EE747945BB82}"/>
              </a:ext>
            </a:extLst>
          </p:cNvPr>
          <p:cNvSpPr>
            <a:spLocks noChangeArrowheads="1"/>
          </p:cNvSpPr>
          <p:nvPr/>
        </p:nvSpPr>
        <p:spPr bwMode="auto">
          <a:xfrm>
            <a:off x="5943600" y="3390900"/>
            <a:ext cx="381000" cy="457200"/>
          </a:xfrm>
          <a:prstGeom prst="rightArrow">
            <a:avLst>
              <a:gd name="adj1" fmla="val 50000"/>
              <a:gd name="adj2" fmla="val 50000"/>
            </a:avLst>
          </a:prstGeom>
          <a:solidFill>
            <a:schemeClr val="accent1"/>
          </a:solidFill>
          <a:ln w="9525" algn="ctr">
            <a:solidFill>
              <a:schemeClr val="tx1"/>
            </a:solidFill>
            <a:round/>
            <a:headEnd/>
            <a:tailEnd/>
          </a:ln>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u="none"/>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4">
            <a:extLst>
              <a:ext uri="{FF2B5EF4-FFF2-40B4-BE49-F238E27FC236}">
                <a16:creationId xmlns:a16="http://schemas.microsoft.com/office/drawing/2014/main" id="{A4669231-8F6C-9A3C-A3BB-1BF716968C43}"/>
              </a:ext>
            </a:extLst>
          </p:cNvPr>
          <p:cNvSpPr>
            <a:spLocks noGrp="1" noChangeArrowheads="1"/>
          </p:cNvSpPr>
          <p:nvPr>
            <p:ph type="title"/>
          </p:nvPr>
        </p:nvSpPr>
        <p:spPr/>
        <p:txBody>
          <a:bodyPr/>
          <a:lstStyle/>
          <a:p>
            <a:r>
              <a:rPr lang="en-US" altLang="en-US"/>
              <a:t>True Dual-Port Block-RAM</a:t>
            </a:r>
            <a:endParaRPr lang="ru-RU" altLang="en-US"/>
          </a:p>
        </p:txBody>
      </p:sp>
      <p:sp>
        <p:nvSpPr>
          <p:cNvPr id="93187" name="Content Placeholder 71">
            <a:extLst>
              <a:ext uri="{FF2B5EF4-FFF2-40B4-BE49-F238E27FC236}">
                <a16:creationId xmlns:a16="http://schemas.microsoft.com/office/drawing/2014/main" id="{EB1CAC74-478F-405D-ADD7-ADE42B39EA59}"/>
              </a:ext>
            </a:extLst>
          </p:cNvPr>
          <p:cNvSpPr>
            <a:spLocks noGrp="1"/>
          </p:cNvSpPr>
          <p:nvPr>
            <p:ph type="body" sz="quarter" idx="13"/>
          </p:nvPr>
        </p:nvSpPr>
        <p:spPr/>
        <p:txBody>
          <a:bodyPr/>
          <a:lstStyle/>
          <a:p>
            <a:r>
              <a:rPr lang="en-US" sz="1400" dirty="0"/>
              <a:t>DIA|B – Data Input Bus</a:t>
            </a:r>
          </a:p>
          <a:p>
            <a:r>
              <a:rPr lang="en-US" sz="1400" dirty="0"/>
              <a:t>DIPA</a:t>
            </a:r>
            <a:r>
              <a:rPr lang="ru-RU" sz="1400" dirty="0"/>
              <a:t>|</a:t>
            </a:r>
            <a:r>
              <a:rPr lang="en-US" sz="1400" dirty="0"/>
              <a:t>B</a:t>
            </a:r>
            <a:r>
              <a:rPr lang="ru-RU" sz="1400" dirty="0"/>
              <a:t> – Data Input Parity Bus, can be used for additional data </a:t>
            </a:r>
            <a:r>
              <a:rPr lang="en-US" sz="1400" dirty="0" err="1"/>
              <a:t>i</a:t>
            </a:r>
            <a:r>
              <a:rPr lang="ru-RU" sz="1400" dirty="0"/>
              <a:t>nputs.</a:t>
            </a:r>
            <a:r>
              <a:rPr lang="en-US" sz="1400" dirty="0"/>
              <a:t> </a:t>
            </a:r>
          </a:p>
          <a:p>
            <a:r>
              <a:rPr lang="en-US" sz="1400" dirty="0"/>
              <a:t>ADDRA</a:t>
            </a:r>
            <a:r>
              <a:rPr lang="ru-RU" sz="1400" dirty="0"/>
              <a:t>|</a:t>
            </a:r>
            <a:r>
              <a:rPr lang="en-US" sz="1400" dirty="0"/>
              <a:t>B</a:t>
            </a:r>
            <a:r>
              <a:rPr lang="ru-RU" sz="1400" dirty="0"/>
              <a:t> – </a:t>
            </a:r>
            <a:r>
              <a:rPr lang="en-US" sz="1400" dirty="0"/>
              <a:t>Address Bus</a:t>
            </a:r>
          </a:p>
          <a:p>
            <a:r>
              <a:rPr lang="en-US" sz="1400" dirty="0"/>
              <a:t>WEA</a:t>
            </a:r>
            <a:r>
              <a:rPr lang="ru-RU" sz="1400" dirty="0"/>
              <a:t>|</a:t>
            </a:r>
            <a:r>
              <a:rPr lang="en-US" sz="1400" dirty="0"/>
              <a:t>B</a:t>
            </a:r>
            <a:r>
              <a:rPr lang="ru-RU" sz="1400" dirty="0"/>
              <a:t>- </a:t>
            </a:r>
            <a:r>
              <a:rPr lang="en-US" sz="1400" dirty="0"/>
              <a:t>Write Enable</a:t>
            </a:r>
          </a:p>
          <a:p>
            <a:r>
              <a:rPr lang="en-US" sz="1400" dirty="0"/>
              <a:t>ENA</a:t>
            </a:r>
            <a:r>
              <a:rPr lang="ru-RU" sz="1400" dirty="0"/>
              <a:t>|</a:t>
            </a:r>
            <a:r>
              <a:rPr lang="en-US" sz="1400" dirty="0"/>
              <a:t>B </a:t>
            </a:r>
            <a:r>
              <a:rPr lang="ru-RU" sz="1400" dirty="0"/>
              <a:t>– When inactive no data is written to the block RAM and the</a:t>
            </a:r>
            <a:r>
              <a:rPr lang="en-US" sz="1400" dirty="0"/>
              <a:t>  </a:t>
            </a:r>
            <a:r>
              <a:rPr lang="ru-RU" sz="1400" dirty="0"/>
              <a:t>output bus remains in its previous </a:t>
            </a:r>
            <a:r>
              <a:rPr lang="en-US" sz="1400" dirty="0"/>
              <a:t>s</a:t>
            </a:r>
            <a:r>
              <a:rPr lang="ru-RU" sz="1400" dirty="0"/>
              <a:t>tate.</a:t>
            </a:r>
            <a:endParaRPr lang="en-US" sz="1400" dirty="0"/>
          </a:p>
          <a:p>
            <a:r>
              <a:rPr lang="en-US" sz="1400" dirty="0"/>
              <a:t> RSTREGA</a:t>
            </a:r>
            <a:r>
              <a:rPr lang="ru-RU" sz="1400" dirty="0"/>
              <a:t>|</a:t>
            </a:r>
            <a:r>
              <a:rPr lang="en-US" sz="1400" dirty="0"/>
              <a:t>B</a:t>
            </a:r>
            <a:r>
              <a:rPr lang="ru-RU" sz="1400" dirty="0"/>
              <a:t> – </a:t>
            </a:r>
            <a:r>
              <a:rPr lang="en-US" sz="1400" dirty="0"/>
              <a:t>Synchronous</a:t>
            </a:r>
            <a:r>
              <a:rPr lang="ru-RU" sz="1400" dirty="0"/>
              <a:t> </a:t>
            </a:r>
            <a:r>
              <a:rPr lang="en-US" sz="1400" dirty="0"/>
              <a:t>Set</a:t>
            </a:r>
            <a:r>
              <a:rPr lang="ru-RU" sz="1400" dirty="0"/>
              <a:t>/</a:t>
            </a:r>
            <a:r>
              <a:rPr lang="en-US" sz="1400" dirty="0"/>
              <a:t>Reset</a:t>
            </a:r>
            <a:r>
              <a:rPr lang="ru-RU" sz="1400" dirty="0"/>
              <a:t> </a:t>
            </a:r>
            <a:r>
              <a:rPr lang="en-US" sz="1400" dirty="0"/>
              <a:t>the output registers</a:t>
            </a:r>
          </a:p>
          <a:p>
            <a:r>
              <a:rPr lang="en-US" sz="1400" dirty="0"/>
              <a:t>DOA|B - Data Output Bus</a:t>
            </a:r>
          </a:p>
          <a:p>
            <a:r>
              <a:rPr lang="en-US" sz="1400" dirty="0"/>
              <a:t>DOPA|B- Data Output Parity Bus (or additional data)</a:t>
            </a:r>
          </a:p>
          <a:p>
            <a:r>
              <a:rPr lang="en-US" sz="1400" dirty="0"/>
              <a:t>RSTR</a:t>
            </a:r>
            <a:r>
              <a:rPr lang="ru-RU" sz="1400" dirty="0"/>
              <a:t>АМ</a:t>
            </a:r>
            <a:r>
              <a:rPr lang="en-US" sz="1400" dirty="0"/>
              <a:t>A</a:t>
            </a:r>
            <a:r>
              <a:rPr lang="ru-RU" sz="1400" dirty="0"/>
              <a:t>|</a:t>
            </a:r>
            <a:r>
              <a:rPr lang="en-US" sz="1400" dirty="0"/>
              <a:t>B -  </a:t>
            </a:r>
            <a:r>
              <a:rPr lang="ru-RU" sz="1400" dirty="0"/>
              <a:t> </a:t>
            </a:r>
            <a:r>
              <a:rPr lang="en-US" sz="1400" dirty="0"/>
              <a:t>Synchronous</a:t>
            </a:r>
            <a:r>
              <a:rPr lang="ru-RU" sz="1400" dirty="0"/>
              <a:t> </a:t>
            </a:r>
            <a:r>
              <a:rPr lang="en-US" sz="1400" dirty="0"/>
              <a:t>Set</a:t>
            </a:r>
            <a:r>
              <a:rPr lang="ru-RU" sz="1400" dirty="0"/>
              <a:t>/</a:t>
            </a:r>
            <a:r>
              <a:rPr lang="en-US" sz="1400" dirty="0"/>
              <a:t>Reset</a:t>
            </a:r>
            <a:r>
              <a:rPr lang="ru-RU" sz="1400" dirty="0"/>
              <a:t> </a:t>
            </a:r>
            <a:r>
              <a:rPr lang="en-US" sz="1400" dirty="0"/>
              <a:t>the output registers</a:t>
            </a:r>
          </a:p>
          <a:p>
            <a:r>
              <a:rPr lang="en-US" sz="1400" dirty="0"/>
              <a:t>CLKA</a:t>
            </a:r>
            <a:r>
              <a:rPr lang="ru-RU" sz="1400" dirty="0"/>
              <a:t>|</a:t>
            </a:r>
            <a:r>
              <a:rPr lang="en-US" sz="1400" dirty="0"/>
              <a:t>B</a:t>
            </a:r>
            <a:r>
              <a:rPr lang="ru-RU" sz="1400" dirty="0"/>
              <a:t> – </a:t>
            </a:r>
            <a:r>
              <a:rPr lang="en-US" sz="1400" dirty="0"/>
              <a:t>Clock input</a:t>
            </a:r>
          </a:p>
          <a:p>
            <a:r>
              <a:rPr lang="en-US" sz="1400" dirty="0"/>
              <a:t>REGCEA</a:t>
            </a:r>
            <a:r>
              <a:rPr lang="ru-RU" sz="1400" dirty="0"/>
              <a:t>|</a:t>
            </a:r>
            <a:r>
              <a:rPr lang="en-US" sz="1400" dirty="0"/>
              <a:t>B </a:t>
            </a:r>
            <a:r>
              <a:rPr lang="ru-RU" sz="1400" dirty="0"/>
              <a:t>– Output Register clock enable</a:t>
            </a:r>
          </a:p>
          <a:p>
            <a:r>
              <a:rPr lang="pt-BR" sz="1400" dirty="0"/>
              <a:t>CASCADEIN[A|B] - Cascade input for 64K x 1</a:t>
            </a:r>
          </a:p>
          <a:p>
            <a:r>
              <a:rPr lang="en-GB" sz="1400" dirty="0"/>
              <a:t>CASCADEOUT[A|B] </a:t>
            </a:r>
            <a:r>
              <a:rPr lang="ru-RU" sz="1400" dirty="0"/>
              <a:t>– </a:t>
            </a:r>
            <a:r>
              <a:rPr lang="en-GB" sz="1400" dirty="0"/>
              <a:t>Cascade output for 64Kx1 mode.</a:t>
            </a:r>
            <a:endParaRPr lang="ru-RU" sz="1400" dirty="0"/>
          </a:p>
          <a:p>
            <a:endParaRPr lang="en-US" sz="1400" dirty="0"/>
          </a:p>
        </p:txBody>
      </p:sp>
      <p:grpSp>
        <p:nvGrpSpPr>
          <p:cNvPr id="120836" name="Group 69">
            <a:extLst>
              <a:ext uri="{FF2B5EF4-FFF2-40B4-BE49-F238E27FC236}">
                <a16:creationId xmlns:a16="http://schemas.microsoft.com/office/drawing/2014/main" id="{714ED02F-DA08-14E6-0A15-22BC5223F667}"/>
              </a:ext>
            </a:extLst>
          </p:cNvPr>
          <p:cNvGrpSpPr>
            <a:grpSpLocks/>
          </p:cNvGrpSpPr>
          <p:nvPr/>
        </p:nvGrpSpPr>
        <p:grpSpPr bwMode="auto">
          <a:xfrm>
            <a:off x="6502400" y="1096964"/>
            <a:ext cx="3181350" cy="4479925"/>
            <a:chOff x="379412" y="219942"/>
            <a:chExt cx="4119657" cy="6578434"/>
          </a:xfrm>
        </p:grpSpPr>
        <p:grpSp>
          <p:nvGrpSpPr>
            <p:cNvPr id="120837" name="Group 65">
              <a:extLst>
                <a:ext uri="{FF2B5EF4-FFF2-40B4-BE49-F238E27FC236}">
                  <a16:creationId xmlns:a16="http://schemas.microsoft.com/office/drawing/2014/main" id="{50726405-5E6E-C7BE-9AD5-D7974308030E}"/>
                </a:ext>
              </a:extLst>
            </p:cNvPr>
            <p:cNvGrpSpPr>
              <a:grpSpLocks/>
            </p:cNvGrpSpPr>
            <p:nvPr/>
          </p:nvGrpSpPr>
          <p:grpSpPr bwMode="auto">
            <a:xfrm>
              <a:off x="379412" y="795338"/>
              <a:ext cx="3600451" cy="5407025"/>
              <a:chOff x="674" y="672"/>
              <a:chExt cx="2268" cy="3406"/>
            </a:xfrm>
          </p:grpSpPr>
          <p:sp>
            <p:nvSpPr>
              <p:cNvPr id="92173" name="Line 6">
                <a:extLst>
                  <a:ext uri="{FF2B5EF4-FFF2-40B4-BE49-F238E27FC236}">
                    <a16:creationId xmlns:a16="http://schemas.microsoft.com/office/drawing/2014/main" id="{CFCB2E5E-B0FB-4389-9902-7FBA7F554C33}"/>
                  </a:ext>
                </a:extLst>
              </p:cNvPr>
              <p:cNvSpPr>
                <a:spLocks noChangeShapeType="1"/>
              </p:cNvSpPr>
              <p:nvPr/>
            </p:nvSpPr>
            <p:spPr bwMode="auto">
              <a:xfrm flipV="1">
                <a:off x="1166" y="690"/>
                <a:ext cx="1247"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74" name="Line 7">
                <a:extLst>
                  <a:ext uri="{FF2B5EF4-FFF2-40B4-BE49-F238E27FC236}">
                    <a16:creationId xmlns:a16="http://schemas.microsoft.com/office/drawing/2014/main" id="{0B47D37C-7465-42DD-B274-C71E3E2CA808}"/>
                  </a:ext>
                </a:extLst>
              </p:cNvPr>
              <p:cNvSpPr>
                <a:spLocks noChangeShapeType="1"/>
              </p:cNvSpPr>
              <p:nvPr/>
            </p:nvSpPr>
            <p:spPr bwMode="auto">
              <a:xfrm>
                <a:off x="1166" y="687"/>
                <a:ext cx="0" cy="1579"/>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75" name="Line 8">
                <a:extLst>
                  <a:ext uri="{FF2B5EF4-FFF2-40B4-BE49-F238E27FC236}">
                    <a16:creationId xmlns:a16="http://schemas.microsoft.com/office/drawing/2014/main" id="{B89DC193-0944-495F-8AB4-B73F9B567DA3}"/>
                  </a:ext>
                </a:extLst>
              </p:cNvPr>
              <p:cNvSpPr>
                <a:spLocks noChangeShapeType="1"/>
              </p:cNvSpPr>
              <p:nvPr/>
            </p:nvSpPr>
            <p:spPr bwMode="auto">
              <a:xfrm flipV="1">
                <a:off x="1166" y="4060"/>
                <a:ext cx="1299"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76" name="Line 9">
                <a:extLst>
                  <a:ext uri="{FF2B5EF4-FFF2-40B4-BE49-F238E27FC236}">
                    <a16:creationId xmlns:a16="http://schemas.microsoft.com/office/drawing/2014/main" id="{1B7D3CD5-8E48-40F0-9AB5-8F8E8CA41214}"/>
                  </a:ext>
                </a:extLst>
              </p:cNvPr>
              <p:cNvSpPr>
                <a:spLocks noChangeShapeType="1"/>
              </p:cNvSpPr>
              <p:nvPr/>
            </p:nvSpPr>
            <p:spPr bwMode="auto">
              <a:xfrm>
                <a:off x="2430" y="678"/>
                <a:ext cx="0" cy="1579"/>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77" name="Line 10">
                <a:extLst>
                  <a:ext uri="{FF2B5EF4-FFF2-40B4-BE49-F238E27FC236}">
                    <a16:creationId xmlns:a16="http://schemas.microsoft.com/office/drawing/2014/main" id="{2B9799F4-DF13-4316-9D0F-7AF128F6DCAA}"/>
                  </a:ext>
                </a:extLst>
              </p:cNvPr>
              <p:cNvSpPr>
                <a:spLocks noChangeShapeType="1"/>
              </p:cNvSpPr>
              <p:nvPr/>
            </p:nvSpPr>
            <p:spPr bwMode="auto">
              <a:xfrm>
                <a:off x="1179" y="2263"/>
                <a:ext cx="158"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78" name="Line 11">
                <a:extLst>
                  <a:ext uri="{FF2B5EF4-FFF2-40B4-BE49-F238E27FC236}">
                    <a16:creationId xmlns:a16="http://schemas.microsoft.com/office/drawing/2014/main" id="{357D0796-F230-474D-867E-C2D2F4E80311}"/>
                  </a:ext>
                </a:extLst>
              </p:cNvPr>
              <p:cNvSpPr>
                <a:spLocks noChangeShapeType="1"/>
              </p:cNvSpPr>
              <p:nvPr/>
            </p:nvSpPr>
            <p:spPr bwMode="auto">
              <a:xfrm>
                <a:off x="2269" y="2254"/>
                <a:ext cx="158"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79" name="Line 12">
                <a:extLst>
                  <a:ext uri="{FF2B5EF4-FFF2-40B4-BE49-F238E27FC236}">
                    <a16:creationId xmlns:a16="http://schemas.microsoft.com/office/drawing/2014/main" id="{9F83FFC5-B10F-42C2-AF39-5778B30680ED}"/>
                  </a:ext>
                </a:extLst>
              </p:cNvPr>
              <p:cNvSpPr>
                <a:spLocks noChangeShapeType="1"/>
              </p:cNvSpPr>
              <p:nvPr/>
            </p:nvSpPr>
            <p:spPr bwMode="auto">
              <a:xfrm>
                <a:off x="1166" y="2475"/>
                <a:ext cx="158"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80" name="Line 13">
                <a:extLst>
                  <a:ext uri="{FF2B5EF4-FFF2-40B4-BE49-F238E27FC236}">
                    <a16:creationId xmlns:a16="http://schemas.microsoft.com/office/drawing/2014/main" id="{D3B9FF02-FD56-4B38-8059-EC54F183C967}"/>
                  </a:ext>
                </a:extLst>
              </p:cNvPr>
              <p:cNvSpPr>
                <a:spLocks noChangeShapeType="1"/>
              </p:cNvSpPr>
              <p:nvPr/>
            </p:nvSpPr>
            <p:spPr bwMode="auto">
              <a:xfrm>
                <a:off x="2271" y="2484"/>
                <a:ext cx="171"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81" name="Line 14">
                <a:extLst>
                  <a:ext uri="{FF2B5EF4-FFF2-40B4-BE49-F238E27FC236}">
                    <a16:creationId xmlns:a16="http://schemas.microsoft.com/office/drawing/2014/main" id="{D4F10A01-12EF-484E-A206-D06B5874737D}"/>
                  </a:ext>
                </a:extLst>
              </p:cNvPr>
              <p:cNvSpPr>
                <a:spLocks noChangeShapeType="1"/>
              </p:cNvSpPr>
              <p:nvPr/>
            </p:nvSpPr>
            <p:spPr bwMode="auto">
              <a:xfrm>
                <a:off x="1337" y="2254"/>
                <a:ext cx="0" cy="216"/>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82" name="Line 15">
                <a:extLst>
                  <a:ext uri="{FF2B5EF4-FFF2-40B4-BE49-F238E27FC236}">
                    <a16:creationId xmlns:a16="http://schemas.microsoft.com/office/drawing/2014/main" id="{B10EE08A-CA0C-4319-A091-FCDDC559898A}"/>
                  </a:ext>
                </a:extLst>
              </p:cNvPr>
              <p:cNvSpPr>
                <a:spLocks noChangeShapeType="1"/>
              </p:cNvSpPr>
              <p:nvPr/>
            </p:nvSpPr>
            <p:spPr bwMode="auto">
              <a:xfrm>
                <a:off x="1166" y="2473"/>
                <a:ext cx="0" cy="1581"/>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83" name="Line 16">
                <a:extLst>
                  <a:ext uri="{FF2B5EF4-FFF2-40B4-BE49-F238E27FC236}">
                    <a16:creationId xmlns:a16="http://schemas.microsoft.com/office/drawing/2014/main" id="{352047D7-1F21-46D4-834A-F1CEF4517200}"/>
                  </a:ext>
                </a:extLst>
              </p:cNvPr>
              <p:cNvSpPr>
                <a:spLocks noChangeShapeType="1"/>
              </p:cNvSpPr>
              <p:nvPr/>
            </p:nvSpPr>
            <p:spPr bwMode="auto">
              <a:xfrm>
                <a:off x="2460" y="2481"/>
                <a:ext cx="0" cy="1579"/>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84" name="Line 17">
                <a:extLst>
                  <a:ext uri="{FF2B5EF4-FFF2-40B4-BE49-F238E27FC236}">
                    <a16:creationId xmlns:a16="http://schemas.microsoft.com/office/drawing/2014/main" id="{70900462-5BD7-4385-A471-AB16DF272B54}"/>
                  </a:ext>
                </a:extLst>
              </p:cNvPr>
              <p:cNvSpPr>
                <a:spLocks noChangeShapeType="1"/>
              </p:cNvSpPr>
              <p:nvPr/>
            </p:nvSpPr>
            <p:spPr bwMode="auto">
              <a:xfrm>
                <a:off x="2273" y="2263"/>
                <a:ext cx="0" cy="216"/>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85" name="Line 18">
                <a:extLst>
                  <a:ext uri="{FF2B5EF4-FFF2-40B4-BE49-F238E27FC236}">
                    <a16:creationId xmlns:a16="http://schemas.microsoft.com/office/drawing/2014/main" id="{3F685005-1AA0-4998-AFE5-35ADA3C77695}"/>
                  </a:ext>
                </a:extLst>
              </p:cNvPr>
              <p:cNvSpPr>
                <a:spLocks noChangeShapeType="1"/>
              </p:cNvSpPr>
              <p:nvPr/>
            </p:nvSpPr>
            <p:spPr bwMode="auto">
              <a:xfrm>
                <a:off x="687" y="769"/>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86" name="Line 19">
                <a:extLst>
                  <a:ext uri="{FF2B5EF4-FFF2-40B4-BE49-F238E27FC236}">
                    <a16:creationId xmlns:a16="http://schemas.microsoft.com/office/drawing/2014/main" id="{F990FACB-4192-49C2-B8C7-734BFF32650B}"/>
                  </a:ext>
                </a:extLst>
              </p:cNvPr>
              <p:cNvSpPr>
                <a:spLocks noChangeShapeType="1"/>
              </p:cNvSpPr>
              <p:nvPr/>
            </p:nvSpPr>
            <p:spPr bwMode="auto">
              <a:xfrm>
                <a:off x="687" y="953"/>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87" name="Line 20">
                <a:extLst>
                  <a:ext uri="{FF2B5EF4-FFF2-40B4-BE49-F238E27FC236}">
                    <a16:creationId xmlns:a16="http://schemas.microsoft.com/office/drawing/2014/main" id="{F34FB7CE-A653-4AF3-936B-EF44B9AFC30C}"/>
                  </a:ext>
                </a:extLst>
              </p:cNvPr>
              <p:cNvSpPr>
                <a:spLocks noChangeShapeType="1"/>
              </p:cNvSpPr>
              <p:nvPr/>
            </p:nvSpPr>
            <p:spPr bwMode="auto">
              <a:xfrm>
                <a:off x="687" y="1136"/>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88" name="Line 21">
                <a:extLst>
                  <a:ext uri="{FF2B5EF4-FFF2-40B4-BE49-F238E27FC236}">
                    <a16:creationId xmlns:a16="http://schemas.microsoft.com/office/drawing/2014/main" id="{75DA6EEC-4B9F-4E57-8B77-B53B1C77434D}"/>
                  </a:ext>
                </a:extLst>
              </p:cNvPr>
              <p:cNvSpPr>
                <a:spLocks noChangeShapeType="1"/>
              </p:cNvSpPr>
              <p:nvPr/>
            </p:nvSpPr>
            <p:spPr bwMode="auto">
              <a:xfrm>
                <a:off x="687" y="1320"/>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89" name="Line 22">
                <a:extLst>
                  <a:ext uri="{FF2B5EF4-FFF2-40B4-BE49-F238E27FC236}">
                    <a16:creationId xmlns:a16="http://schemas.microsoft.com/office/drawing/2014/main" id="{B0EA0527-BD99-4AF3-8CCD-4EA39421487D}"/>
                  </a:ext>
                </a:extLst>
              </p:cNvPr>
              <p:cNvSpPr>
                <a:spLocks noChangeShapeType="1"/>
              </p:cNvSpPr>
              <p:nvPr/>
            </p:nvSpPr>
            <p:spPr bwMode="auto">
              <a:xfrm>
                <a:off x="687" y="1486"/>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90" name="Line 23">
                <a:extLst>
                  <a:ext uri="{FF2B5EF4-FFF2-40B4-BE49-F238E27FC236}">
                    <a16:creationId xmlns:a16="http://schemas.microsoft.com/office/drawing/2014/main" id="{47BB8D1B-7E0E-4F62-B2EA-9CDC9F92DC08}"/>
                  </a:ext>
                </a:extLst>
              </p:cNvPr>
              <p:cNvSpPr>
                <a:spLocks noChangeShapeType="1"/>
              </p:cNvSpPr>
              <p:nvPr/>
            </p:nvSpPr>
            <p:spPr bwMode="auto">
              <a:xfrm>
                <a:off x="687" y="1668"/>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91" name="Line 24">
                <a:extLst>
                  <a:ext uri="{FF2B5EF4-FFF2-40B4-BE49-F238E27FC236}">
                    <a16:creationId xmlns:a16="http://schemas.microsoft.com/office/drawing/2014/main" id="{73F46FB7-C847-4A35-9FEF-4C30DEFB5D9F}"/>
                  </a:ext>
                </a:extLst>
              </p:cNvPr>
              <p:cNvSpPr>
                <a:spLocks noChangeShapeType="1"/>
              </p:cNvSpPr>
              <p:nvPr/>
            </p:nvSpPr>
            <p:spPr bwMode="auto">
              <a:xfrm>
                <a:off x="687" y="1851"/>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92" name="Line 25">
                <a:extLst>
                  <a:ext uri="{FF2B5EF4-FFF2-40B4-BE49-F238E27FC236}">
                    <a16:creationId xmlns:a16="http://schemas.microsoft.com/office/drawing/2014/main" id="{751F7B39-221C-4589-8E89-A2C2120FF254}"/>
                  </a:ext>
                </a:extLst>
              </p:cNvPr>
              <p:cNvSpPr>
                <a:spLocks noChangeShapeType="1"/>
              </p:cNvSpPr>
              <p:nvPr/>
            </p:nvSpPr>
            <p:spPr bwMode="auto">
              <a:xfrm>
                <a:off x="687" y="2035"/>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93" name="Line 26">
                <a:extLst>
                  <a:ext uri="{FF2B5EF4-FFF2-40B4-BE49-F238E27FC236}">
                    <a16:creationId xmlns:a16="http://schemas.microsoft.com/office/drawing/2014/main" id="{65F1EB4B-EA3F-4EA7-8C53-7ECB961FAE40}"/>
                  </a:ext>
                </a:extLst>
              </p:cNvPr>
              <p:cNvSpPr>
                <a:spLocks noChangeShapeType="1"/>
              </p:cNvSpPr>
              <p:nvPr/>
            </p:nvSpPr>
            <p:spPr bwMode="auto">
              <a:xfrm>
                <a:off x="687" y="2180"/>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94" name="Line 27">
                <a:extLst>
                  <a:ext uri="{FF2B5EF4-FFF2-40B4-BE49-F238E27FC236}">
                    <a16:creationId xmlns:a16="http://schemas.microsoft.com/office/drawing/2014/main" id="{FE8A1D40-435E-47C4-8E03-DD883ED3600F}"/>
                  </a:ext>
                </a:extLst>
              </p:cNvPr>
              <p:cNvSpPr>
                <a:spLocks noChangeShapeType="1"/>
              </p:cNvSpPr>
              <p:nvPr/>
            </p:nvSpPr>
            <p:spPr bwMode="auto">
              <a:xfrm>
                <a:off x="674" y="2558"/>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95" name="Line 28">
                <a:extLst>
                  <a:ext uri="{FF2B5EF4-FFF2-40B4-BE49-F238E27FC236}">
                    <a16:creationId xmlns:a16="http://schemas.microsoft.com/office/drawing/2014/main" id="{E8890858-1E17-4D33-BCBA-B873F81769A5}"/>
                  </a:ext>
                </a:extLst>
              </p:cNvPr>
              <p:cNvSpPr>
                <a:spLocks noChangeShapeType="1"/>
              </p:cNvSpPr>
              <p:nvPr/>
            </p:nvSpPr>
            <p:spPr bwMode="auto">
              <a:xfrm>
                <a:off x="674" y="2741"/>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96" name="Line 29">
                <a:extLst>
                  <a:ext uri="{FF2B5EF4-FFF2-40B4-BE49-F238E27FC236}">
                    <a16:creationId xmlns:a16="http://schemas.microsoft.com/office/drawing/2014/main" id="{BF058DB1-AB44-4F55-8BB7-64368EFE424F}"/>
                  </a:ext>
                </a:extLst>
              </p:cNvPr>
              <p:cNvSpPr>
                <a:spLocks noChangeShapeType="1"/>
              </p:cNvSpPr>
              <p:nvPr/>
            </p:nvSpPr>
            <p:spPr bwMode="auto">
              <a:xfrm>
                <a:off x="674" y="2925"/>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97" name="Line 30">
                <a:extLst>
                  <a:ext uri="{FF2B5EF4-FFF2-40B4-BE49-F238E27FC236}">
                    <a16:creationId xmlns:a16="http://schemas.microsoft.com/office/drawing/2014/main" id="{B3A78496-64DC-4B89-ABE0-6018E9884013}"/>
                  </a:ext>
                </a:extLst>
              </p:cNvPr>
              <p:cNvSpPr>
                <a:spLocks noChangeShapeType="1"/>
              </p:cNvSpPr>
              <p:nvPr/>
            </p:nvSpPr>
            <p:spPr bwMode="auto">
              <a:xfrm>
                <a:off x="674" y="3108"/>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98" name="Line 31">
                <a:extLst>
                  <a:ext uri="{FF2B5EF4-FFF2-40B4-BE49-F238E27FC236}">
                    <a16:creationId xmlns:a16="http://schemas.microsoft.com/office/drawing/2014/main" id="{AE5FA1D5-A964-474E-BAD8-D989BFD5442F}"/>
                  </a:ext>
                </a:extLst>
              </p:cNvPr>
              <p:cNvSpPr>
                <a:spLocks noChangeShapeType="1"/>
              </p:cNvSpPr>
              <p:nvPr/>
            </p:nvSpPr>
            <p:spPr bwMode="auto">
              <a:xfrm>
                <a:off x="674" y="3273"/>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199" name="Line 32">
                <a:extLst>
                  <a:ext uri="{FF2B5EF4-FFF2-40B4-BE49-F238E27FC236}">
                    <a16:creationId xmlns:a16="http://schemas.microsoft.com/office/drawing/2014/main" id="{3676ECE2-517B-4436-B7D1-A704F05FA115}"/>
                  </a:ext>
                </a:extLst>
              </p:cNvPr>
              <p:cNvSpPr>
                <a:spLocks noChangeShapeType="1"/>
              </p:cNvSpPr>
              <p:nvPr/>
            </p:nvSpPr>
            <p:spPr bwMode="auto">
              <a:xfrm>
                <a:off x="674" y="3455"/>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200" name="Line 33">
                <a:extLst>
                  <a:ext uri="{FF2B5EF4-FFF2-40B4-BE49-F238E27FC236}">
                    <a16:creationId xmlns:a16="http://schemas.microsoft.com/office/drawing/2014/main" id="{68ECF6E5-B5FE-4CDE-B4E1-87B55FE5FD8A}"/>
                  </a:ext>
                </a:extLst>
              </p:cNvPr>
              <p:cNvSpPr>
                <a:spLocks noChangeShapeType="1"/>
              </p:cNvSpPr>
              <p:nvPr/>
            </p:nvSpPr>
            <p:spPr bwMode="auto">
              <a:xfrm>
                <a:off x="674" y="3640"/>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201" name="Line 34">
                <a:extLst>
                  <a:ext uri="{FF2B5EF4-FFF2-40B4-BE49-F238E27FC236}">
                    <a16:creationId xmlns:a16="http://schemas.microsoft.com/office/drawing/2014/main" id="{2D630E52-9B0D-4571-AEFD-E7E538E4B354}"/>
                  </a:ext>
                </a:extLst>
              </p:cNvPr>
              <p:cNvSpPr>
                <a:spLocks noChangeShapeType="1"/>
              </p:cNvSpPr>
              <p:nvPr/>
            </p:nvSpPr>
            <p:spPr bwMode="auto">
              <a:xfrm>
                <a:off x="674" y="3822"/>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202" name="Line 35">
                <a:extLst>
                  <a:ext uri="{FF2B5EF4-FFF2-40B4-BE49-F238E27FC236}">
                    <a16:creationId xmlns:a16="http://schemas.microsoft.com/office/drawing/2014/main" id="{123B3966-326C-4ED7-A250-5DDB20ECDECC}"/>
                  </a:ext>
                </a:extLst>
              </p:cNvPr>
              <p:cNvSpPr>
                <a:spLocks noChangeShapeType="1"/>
              </p:cNvSpPr>
              <p:nvPr/>
            </p:nvSpPr>
            <p:spPr bwMode="auto">
              <a:xfrm>
                <a:off x="674" y="3969"/>
                <a:ext cx="475"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203" name="Line 36">
                <a:extLst>
                  <a:ext uri="{FF2B5EF4-FFF2-40B4-BE49-F238E27FC236}">
                    <a16:creationId xmlns:a16="http://schemas.microsoft.com/office/drawing/2014/main" id="{71E6A053-B09C-4DB5-A602-82DF29B62042}"/>
                  </a:ext>
                </a:extLst>
              </p:cNvPr>
              <p:cNvSpPr>
                <a:spLocks noChangeShapeType="1"/>
              </p:cNvSpPr>
              <p:nvPr/>
            </p:nvSpPr>
            <p:spPr bwMode="auto">
              <a:xfrm>
                <a:off x="2430" y="1320"/>
                <a:ext cx="474"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204" name="Line 37">
                <a:extLst>
                  <a:ext uri="{FF2B5EF4-FFF2-40B4-BE49-F238E27FC236}">
                    <a16:creationId xmlns:a16="http://schemas.microsoft.com/office/drawing/2014/main" id="{62EA0E97-BF3F-4E4A-B06B-56EAB2B29852}"/>
                  </a:ext>
                </a:extLst>
              </p:cNvPr>
              <p:cNvSpPr>
                <a:spLocks noChangeShapeType="1"/>
              </p:cNvSpPr>
              <p:nvPr/>
            </p:nvSpPr>
            <p:spPr bwMode="auto">
              <a:xfrm>
                <a:off x="2430" y="1514"/>
                <a:ext cx="474"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205" name="Line 38">
                <a:extLst>
                  <a:ext uri="{FF2B5EF4-FFF2-40B4-BE49-F238E27FC236}">
                    <a16:creationId xmlns:a16="http://schemas.microsoft.com/office/drawing/2014/main" id="{9B3A65F7-5C8B-4397-A94F-5755BBD130E6}"/>
                  </a:ext>
                </a:extLst>
              </p:cNvPr>
              <p:cNvSpPr>
                <a:spLocks noChangeShapeType="1"/>
              </p:cNvSpPr>
              <p:nvPr/>
            </p:nvSpPr>
            <p:spPr bwMode="auto">
              <a:xfrm>
                <a:off x="2456" y="3295"/>
                <a:ext cx="474"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206" name="Line 39">
                <a:extLst>
                  <a:ext uri="{FF2B5EF4-FFF2-40B4-BE49-F238E27FC236}">
                    <a16:creationId xmlns:a16="http://schemas.microsoft.com/office/drawing/2014/main" id="{CE07A15B-5045-4263-9709-9F9228E66B0A}"/>
                  </a:ext>
                </a:extLst>
              </p:cNvPr>
              <p:cNvSpPr>
                <a:spLocks noChangeShapeType="1"/>
              </p:cNvSpPr>
              <p:nvPr/>
            </p:nvSpPr>
            <p:spPr bwMode="auto">
              <a:xfrm>
                <a:off x="2464" y="3089"/>
                <a:ext cx="478" cy="0"/>
              </a:xfrm>
              <a:prstGeom prst="line">
                <a:avLst/>
              </a:prstGeom>
              <a:noFill/>
              <a:ln w="22225">
                <a:solidFill>
                  <a:srgbClr val="000000"/>
                </a:solidFill>
                <a:round/>
                <a:headEnd/>
                <a:tailEnd/>
              </a:ln>
            </p:spPr>
            <p:txBody>
              <a:bodyPr/>
              <a:lstStyle/>
              <a:p>
                <a:pPr eaLnBrk="1" hangingPunct="1">
                  <a:defRPr/>
                </a:pPr>
                <a:endParaRPr lang="en-US" sz="1100">
                  <a:latin typeface="+mj-lt"/>
                </a:endParaRPr>
              </a:p>
            </p:txBody>
          </p:sp>
          <p:sp>
            <p:nvSpPr>
              <p:cNvPr id="92207" name="Text Box 40">
                <a:extLst>
                  <a:ext uri="{FF2B5EF4-FFF2-40B4-BE49-F238E27FC236}">
                    <a16:creationId xmlns:a16="http://schemas.microsoft.com/office/drawing/2014/main" id="{33F2B70F-1F99-4E5B-AAF1-82D17DA28369}"/>
                  </a:ext>
                </a:extLst>
              </p:cNvPr>
              <p:cNvSpPr txBox="1">
                <a:spLocks noChangeArrowheads="1"/>
              </p:cNvSpPr>
              <p:nvPr/>
            </p:nvSpPr>
            <p:spPr bwMode="auto">
              <a:xfrm>
                <a:off x="1152" y="672"/>
                <a:ext cx="631" cy="220"/>
              </a:xfrm>
              <a:prstGeom prst="rect">
                <a:avLst/>
              </a:prstGeom>
              <a:noFill/>
              <a:ln w="22225">
                <a:noFill/>
                <a:miter lim="800000"/>
                <a:headEnd/>
                <a:tailEnd/>
              </a:ln>
            </p:spPr>
            <p:txBody>
              <a:bodyPr/>
              <a:lstStyle/>
              <a:p>
                <a:pPr eaLnBrk="1" hangingPunct="1">
                  <a:defRPr/>
                </a:pPr>
                <a:r>
                  <a:rPr lang="en-US" sz="1000" dirty="0">
                    <a:latin typeface="+mj-lt"/>
                  </a:rPr>
                  <a:t>DIA</a:t>
                </a:r>
                <a:endParaRPr lang="ru-RU" sz="1000" dirty="0">
                  <a:latin typeface="+mj-lt"/>
                </a:endParaRPr>
              </a:p>
            </p:txBody>
          </p:sp>
          <p:sp>
            <p:nvSpPr>
              <p:cNvPr id="92208" name="Text Box 41">
                <a:extLst>
                  <a:ext uri="{FF2B5EF4-FFF2-40B4-BE49-F238E27FC236}">
                    <a16:creationId xmlns:a16="http://schemas.microsoft.com/office/drawing/2014/main" id="{B48A9A86-AB5C-4DE3-98B1-2B3F3AA6FAF3}"/>
                  </a:ext>
                </a:extLst>
              </p:cNvPr>
              <p:cNvSpPr txBox="1">
                <a:spLocks noChangeArrowheads="1"/>
              </p:cNvSpPr>
              <p:nvPr/>
            </p:nvSpPr>
            <p:spPr bwMode="auto">
              <a:xfrm>
                <a:off x="1152" y="829"/>
                <a:ext cx="791" cy="219"/>
              </a:xfrm>
              <a:prstGeom prst="rect">
                <a:avLst/>
              </a:prstGeom>
              <a:noFill/>
              <a:ln w="22225">
                <a:noFill/>
                <a:miter lim="800000"/>
                <a:headEnd/>
                <a:tailEnd/>
              </a:ln>
            </p:spPr>
            <p:txBody>
              <a:bodyPr/>
              <a:lstStyle/>
              <a:p>
                <a:pPr eaLnBrk="1" hangingPunct="1">
                  <a:defRPr/>
                </a:pPr>
                <a:r>
                  <a:rPr lang="en-US" sz="1000">
                    <a:latin typeface="+mj-lt"/>
                  </a:rPr>
                  <a:t>DIPA</a:t>
                </a:r>
                <a:endParaRPr lang="ru-RU" sz="1000">
                  <a:latin typeface="+mj-lt"/>
                </a:endParaRPr>
              </a:p>
            </p:txBody>
          </p:sp>
          <p:sp>
            <p:nvSpPr>
              <p:cNvPr id="92209" name="Text Box 42">
                <a:extLst>
                  <a:ext uri="{FF2B5EF4-FFF2-40B4-BE49-F238E27FC236}">
                    <a16:creationId xmlns:a16="http://schemas.microsoft.com/office/drawing/2014/main" id="{205E6839-35FC-4E8B-9A0B-A3754DE42B82}"/>
                  </a:ext>
                </a:extLst>
              </p:cNvPr>
              <p:cNvSpPr txBox="1">
                <a:spLocks noChangeArrowheads="1"/>
              </p:cNvSpPr>
              <p:nvPr/>
            </p:nvSpPr>
            <p:spPr bwMode="auto">
              <a:xfrm>
                <a:off x="1152" y="1003"/>
                <a:ext cx="949" cy="219"/>
              </a:xfrm>
              <a:prstGeom prst="rect">
                <a:avLst/>
              </a:prstGeom>
              <a:noFill/>
              <a:ln w="22225">
                <a:noFill/>
                <a:miter lim="800000"/>
                <a:headEnd/>
                <a:tailEnd/>
              </a:ln>
            </p:spPr>
            <p:txBody>
              <a:bodyPr/>
              <a:lstStyle/>
              <a:p>
                <a:pPr eaLnBrk="1" hangingPunct="1">
                  <a:defRPr/>
                </a:pPr>
                <a:r>
                  <a:rPr lang="en-US" sz="1000">
                    <a:latin typeface="+mj-lt"/>
                  </a:rPr>
                  <a:t>ADDRA</a:t>
                </a:r>
                <a:endParaRPr lang="ru-RU" sz="1000">
                  <a:latin typeface="+mj-lt"/>
                </a:endParaRPr>
              </a:p>
            </p:txBody>
          </p:sp>
          <p:sp>
            <p:nvSpPr>
              <p:cNvPr id="92210" name="Text Box 43">
                <a:extLst>
                  <a:ext uri="{FF2B5EF4-FFF2-40B4-BE49-F238E27FC236}">
                    <a16:creationId xmlns:a16="http://schemas.microsoft.com/office/drawing/2014/main" id="{C20C386C-2D35-498C-BB26-F046DFAFF0BC}"/>
                  </a:ext>
                </a:extLst>
              </p:cNvPr>
              <p:cNvSpPr txBox="1">
                <a:spLocks noChangeArrowheads="1"/>
              </p:cNvSpPr>
              <p:nvPr/>
            </p:nvSpPr>
            <p:spPr bwMode="auto">
              <a:xfrm>
                <a:off x="1152" y="1204"/>
                <a:ext cx="791" cy="220"/>
              </a:xfrm>
              <a:prstGeom prst="rect">
                <a:avLst/>
              </a:prstGeom>
              <a:noFill/>
              <a:ln w="22225">
                <a:noFill/>
                <a:miter lim="800000"/>
                <a:headEnd/>
                <a:tailEnd/>
              </a:ln>
            </p:spPr>
            <p:txBody>
              <a:bodyPr/>
              <a:lstStyle/>
              <a:p>
                <a:pPr eaLnBrk="1" hangingPunct="1">
                  <a:defRPr/>
                </a:pPr>
                <a:r>
                  <a:rPr lang="en-US" sz="1000">
                    <a:latin typeface="+mj-lt"/>
                  </a:rPr>
                  <a:t>WEA</a:t>
                </a:r>
                <a:endParaRPr lang="ru-RU" sz="1000">
                  <a:latin typeface="+mj-lt"/>
                </a:endParaRPr>
              </a:p>
            </p:txBody>
          </p:sp>
          <p:sp>
            <p:nvSpPr>
              <p:cNvPr id="92211" name="Text Box 44">
                <a:extLst>
                  <a:ext uri="{FF2B5EF4-FFF2-40B4-BE49-F238E27FC236}">
                    <a16:creationId xmlns:a16="http://schemas.microsoft.com/office/drawing/2014/main" id="{321DE1DE-1CA5-4478-8E9C-031DA976871A}"/>
                  </a:ext>
                </a:extLst>
              </p:cNvPr>
              <p:cNvSpPr txBox="1">
                <a:spLocks noChangeArrowheads="1"/>
              </p:cNvSpPr>
              <p:nvPr/>
            </p:nvSpPr>
            <p:spPr bwMode="auto">
              <a:xfrm>
                <a:off x="1152" y="1377"/>
                <a:ext cx="791" cy="220"/>
              </a:xfrm>
              <a:prstGeom prst="rect">
                <a:avLst/>
              </a:prstGeom>
              <a:noFill/>
              <a:ln w="22225">
                <a:noFill/>
                <a:miter lim="800000"/>
                <a:headEnd/>
                <a:tailEnd/>
              </a:ln>
            </p:spPr>
            <p:txBody>
              <a:bodyPr/>
              <a:lstStyle/>
              <a:p>
                <a:pPr eaLnBrk="1" hangingPunct="1">
                  <a:defRPr/>
                </a:pPr>
                <a:r>
                  <a:rPr lang="en-US" sz="1000">
                    <a:latin typeface="+mj-lt"/>
                  </a:rPr>
                  <a:t>ENA</a:t>
                </a:r>
                <a:endParaRPr lang="ru-RU" sz="1000">
                  <a:latin typeface="+mj-lt"/>
                </a:endParaRPr>
              </a:p>
            </p:txBody>
          </p:sp>
          <p:sp>
            <p:nvSpPr>
              <p:cNvPr id="92212" name="Text Box 45">
                <a:extLst>
                  <a:ext uri="{FF2B5EF4-FFF2-40B4-BE49-F238E27FC236}">
                    <a16:creationId xmlns:a16="http://schemas.microsoft.com/office/drawing/2014/main" id="{39FF1A78-7110-4C1C-9E49-68CB7AD52F1E}"/>
                  </a:ext>
                </a:extLst>
              </p:cNvPr>
              <p:cNvSpPr txBox="1">
                <a:spLocks noChangeArrowheads="1"/>
              </p:cNvSpPr>
              <p:nvPr/>
            </p:nvSpPr>
            <p:spPr bwMode="auto">
              <a:xfrm>
                <a:off x="1161" y="1547"/>
                <a:ext cx="1098" cy="220"/>
              </a:xfrm>
              <a:prstGeom prst="rect">
                <a:avLst/>
              </a:prstGeom>
              <a:noFill/>
              <a:ln w="22225">
                <a:noFill/>
                <a:miter lim="800000"/>
                <a:headEnd/>
                <a:tailEnd/>
              </a:ln>
            </p:spPr>
            <p:txBody>
              <a:bodyPr/>
              <a:lstStyle/>
              <a:p>
                <a:pPr eaLnBrk="1" hangingPunct="1">
                  <a:defRPr/>
                </a:pPr>
                <a:r>
                  <a:rPr lang="en-US" sz="1000">
                    <a:latin typeface="+mj-lt"/>
                  </a:rPr>
                  <a:t>RSTREGA</a:t>
                </a:r>
                <a:endParaRPr lang="ru-RU" sz="1000">
                  <a:latin typeface="+mj-lt"/>
                </a:endParaRPr>
              </a:p>
            </p:txBody>
          </p:sp>
          <p:sp>
            <p:nvSpPr>
              <p:cNvPr id="92213" name="Text Box 46">
                <a:extLst>
                  <a:ext uri="{FF2B5EF4-FFF2-40B4-BE49-F238E27FC236}">
                    <a16:creationId xmlns:a16="http://schemas.microsoft.com/office/drawing/2014/main" id="{50A3F225-3B3B-4CD0-9234-3E50D24F3DEB}"/>
                  </a:ext>
                </a:extLst>
              </p:cNvPr>
              <p:cNvSpPr txBox="1">
                <a:spLocks noChangeArrowheads="1"/>
              </p:cNvSpPr>
              <p:nvPr/>
            </p:nvSpPr>
            <p:spPr bwMode="auto">
              <a:xfrm>
                <a:off x="1156" y="1744"/>
                <a:ext cx="1261" cy="219"/>
              </a:xfrm>
              <a:prstGeom prst="rect">
                <a:avLst/>
              </a:prstGeom>
              <a:noFill/>
              <a:ln w="22225">
                <a:noFill/>
                <a:miter lim="800000"/>
                <a:headEnd/>
                <a:tailEnd/>
              </a:ln>
            </p:spPr>
            <p:txBody>
              <a:bodyPr/>
              <a:lstStyle/>
              <a:p>
                <a:pPr eaLnBrk="1" hangingPunct="1">
                  <a:defRPr/>
                </a:pPr>
                <a:r>
                  <a:rPr lang="en-US" sz="1000">
                    <a:latin typeface="+mj-lt"/>
                  </a:rPr>
                  <a:t>RSTRAMA</a:t>
                </a:r>
                <a:endParaRPr lang="ru-RU" sz="1000">
                  <a:latin typeface="+mj-lt"/>
                </a:endParaRPr>
              </a:p>
            </p:txBody>
          </p:sp>
          <p:sp>
            <p:nvSpPr>
              <p:cNvPr id="92214" name="Freeform 47">
                <a:extLst>
                  <a:ext uri="{FF2B5EF4-FFF2-40B4-BE49-F238E27FC236}">
                    <a16:creationId xmlns:a16="http://schemas.microsoft.com/office/drawing/2014/main" id="{0C3A8C4B-F2B3-4C8D-A0F7-D0DEAB029A67}"/>
                  </a:ext>
                </a:extLst>
              </p:cNvPr>
              <p:cNvSpPr>
                <a:spLocks/>
              </p:cNvSpPr>
              <p:nvPr/>
            </p:nvSpPr>
            <p:spPr bwMode="auto">
              <a:xfrm>
                <a:off x="1169" y="1981"/>
                <a:ext cx="105" cy="126"/>
              </a:xfrm>
              <a:custGeom>
                <a:avLst/>
                <a:gdLst>
                  <a:gd name="T0" fmla="*/ 0 w 129"/>
                  <a:gd name="T1" fmla="*/ 72 h 133"/>
                  <a:gd name="T2" fmla="*/ 104 w 129"/>
                  <a:gd name="T3" fmla="*/ 36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noFill/>
              <a:ln w="22225" cap="flat">
                <a:solidFill>
                  <a:srgbClr val="000000"/>
                </a:solidFill>
                <a:prstDash val="solid"/>
                <a:miter lim="800000"/>
                <a:headEnd/>
                <a:tailEnd/>
              </a:ln>
            </p:spPr>
            <p:txBody>
              <a:bodyPr/>
              <a:lstStyle/>
              <a:p>
                <a:pPr eaLnBrk="1" hangingPunct="1">
                  <a:defRPr/>
                </a:pPr>
                <a:endParaRPr lang="en-US" sz="1100">
                  <a:latin typeface="+mj-lt"/>
                </a:endParaRPr>
              </a:p>
            </p:txBody>
          </p:sp>
          <p:sp>
            <p:nvSpPr>
              <p:cNvPr id="92215" name="Text Box 48">
                <a:extLst>
                  <a:ext uri="{FF2B5EF4-FFF2-40B4-BE49-F238E27FC236}">
                    <a16:creationId xmlns:a16="http://schemas.microsoft.com/office/drawing/2014/main" id="{8C428890-E436-4D2F-968E-D13892BFF733}"/>
                  </a:ext>
                </a:extLst>
              </p:cNvPr>
              <p:cNvSpPr txBox="1">
                <a:spLocks noChangeArrowheads="1"/>
              </p:cNvSpPr>
              <p:nvPr/>
            </p:nvSpPr>
            <p:spPr bwMode="auto">
              <a:xfrm>
                <a:off x="1264" y="1932"/>
                <a:ext cx="1097" cy="219"/>
              </a:xfrm>
              <a:prstGeom prst="rect">
                <a:avLst/>
              </a:prstGeom>
              <a:noFill/>
              <a:ln w="22225">
                <a:noFill/>
                <a:miter lim="800000"/>
                <a:headEnd/>
                <a:tailEnd/>
              </a:ln>
            </p:spPr>
            <p:txBody>
              <a:bodyPr/>
              <a:lstStyle/>
              <a:p>
                <a:pPr eaLnBrk="1" hangingPunct="1">
                  <a:defRPr/>
                </a:pPr>
                <a:r>
                  <a:rPr lang="en-US" sz="1000" dirty="0">
                    <a:latin typeface="+mj-lt"/>
                  </a:rPr>
                  <a:t>CLKA</a:t>
                </a:r>
                <a:endParaRPr lang="ru-RU" sz="1000" dirty="0">
                  <a:latin typeface="+mj-lt"/>
                </a:endParaRPr>
              </a:p>
            </p:txBody>
          </p:sp>
          <p:sp>
            <p:nvSpPr>
              <p:cNvPr id="92216" name="Text Box 49">
                <a:extLst>
                  <a:ext uri="{FF2B5EF4-FFF2-40B4-BE49-F238E27FC236}">
                    <a16:creationId xmlns:a16="http://schemas.microsoft.com/office/drawing/2014/main" id="{EBB36801-B048-4ACC-89DC-80E7ACA20125}"/>
                  </a:ext>
                </a:extLst>
              </p:cNvPr>
              <p:cNvSpPr txBox="1">
                <a:spLocks noChangeArrowheads="1"/>
              </p:cNvSpPr>
              <p:nvPr/>
            </p:nvSpPr>
            <p:spPr bwMode="auto">
              <a:xfrm>
                <a:off x="1130" y="2056"/>
                <a:ext cx="1098" cy="220"/>
              </a:xfrm>
              <a:prstGeom prst="rect">
                <a:avLst/>
              </a:prstGeom>
              <a:noFill/>
              <a:ln w="22225">
                <a:noFill/>
                <a:miter lim="800000"/>
                <a:headEnd/>
                <a:tailEnd/>
              </a:ln>
            </p:spPr>
            <p:txBody>
              <a:bodyPr/>
              <a:lstStyle/>
              <a:p>
                <a:pPr eaLnBrk="1" hangingPunct="1">
                  <a:defRPr/>
                </a:pPr>
                <a:r>
                  <a:rPr lang="en-US" sz="1000" dirty="0">
                    <a:latin typeface="+mj-lt"/>
                  </a:rPr>
                  <a:t>REGCEA</a:t>
                </a:r>
                <a:endParaRPr lang="ru-RU" sz="1000" dirty="0">
                  <a:latin typeface="+mj-lt"/>
                </a:endParaRPr>
              </a:p>
            </p:txBody>
          </p:sp>
          <p:sp>
            <p:nvSpPr>
              <p:cNvPr id="92217" name="Text Box 50">
                <a:extLst>
                  <a:ext uri="{FF2B5EF4-FFF2-40B4-BE49-F238E27FC236}">
                    <a16:creationId xmlns:a16="http://schemas.microsoft.com/office/drawing/2014/main" id="{49329056-9D41-45A6-9B13-C793C55BB7D3}"/>
                  </a:ext>
                </a:extLst>
              </p:cNvPr>
              <p:cNvSpPr txBox="1">
                <a:spLocks noChangeArrowheads="1"/>
              </p:cNvSpPr>
              <p:nvPr/>
            </p:nvSpPr>
            <p:spPr bwMode="auto">
              <a:xfrm>
                <a:off x="1201" y="2455"/>
                <a:ext cx="632" cy="220"/>
              </a:xfrm>
              <a:prstGeom prst="rect">
                <a:avLst/>
              </a:prstGeom>
              <a:noFill/>
              <a:ln w="22225">
                <a:noFill/>
                <a:miter lim="800000"/>
                <a:headEnd/>
                <a:tailEnd/>
              </a:ln>
            </p:spPr>
            <p:txBody>
              <a:bodyPr/>
              <a:lstStyle/>
              <a:p>
                <a:pPr eaLnBrk="1" hangingPunct="1">
                  <a:defRPr/>
                </a:pPr>
                <a:r>
                  <a:rPr lang="en-US" sz="1000">
                    <a:latin typeface="+mj-lt"/>
                  </a:rPr>
                  <a:t>DIB</a:t>
                </a:r>
                <a:endParaRPr lang="ru-RU" sz="1000">
                  <a:latin typeface="+mj-lt"/>
                </a:endParaRPr>
              </a:p>
            </p:txBody>
          </p:sp>
          <p:sp>
            <p:nvSpPr>
              <p:cNvPr id="92218" name="Text Box 51">
                <a:extLst>
                  <a:ext uri="{FF2B5EF4-FFF2-40B4-BE49-F238E27FC236}">
                    <a16:creationId xmlns:a16="http://schemas.microsoft.com/office/drawing/2014/main" id="{C1FA8A5F-BC60-4283-BDAB-87CC0C08BE31}"/>
                  </a:ext>
                </a:extLst>
              </p:cNvPr>
              <p:cNvSpPr txBox="1">
                <a:spLocks noChangeArrowheads="1"/>
              </p:cNvSpPr>
              <p:nvPr/>
            </p:nvSpPr>
            <p:spPr bwMode="auto">
              <a:xfrm>
                <a:off x="1148" y="2611"/>
                <a:ext cx="790" cy="219"/>
              </a:xfrm>
              <a:prstGeom prst="rect">
                <a:avLst/>
              </a:prstGeom>
              <a:noFill/>
              <a:ln w="22225">
                <a:noFill/>
                <a:miter lim="800000"/>
                <a:headEnd/>
                <a:tailEnd/>
              </a:ln>
            </p:spPr>
            <p:txBody>
              <a:bodyPr/>
              <a:lstStyle/>
              <a:p>
                <a:pPr eaLnBrk="1" hangingPunct="1">
                  <a:defRPr/>
                </a:pPr>
                <a:r>
                  <a:rPr lang="en-US" sz="1000">
                    <a:latin typeface="+mj-lt"/>
                  </a:rPr>
                  <a:t>DIPB</a:t>
                </a:r>
                <a:endParaRPr lang="ru-RU" sz="1000">
                  <a:latin typeface="+mj-lt"/>
                </a:endParaRPr>
              </a:p>
            </p:txBody>
          </p:sp>
          <p:sp>
            <p:nvSpPr>
              <p:cNvPr id="92219" name="Text Box 52">
                <a:extLst>
                  <a:ext uri="{FF2B5EF4-FFF2-40B4-BE49-F238E27FC236}">
                    <a16:creationId xmlns:a16="http://schemas.microsoft.com/office/drawing/2014/main" id="{588E4EFB-7F06-4B03-BB3A-A13A4F46097F}"/>
                  </a:ext>
                </a:extLst>
              </p:cNvPr>
              <p:cNvSpPr txBox="1">
                <a:spLocks noChangeArrowheads="1"/>
              </p:cNvSpPr>
              <p:nvPr/>
            </p:nvSpPr>
            <p:spPr bwMode="auto">
              <a:xfrm>
                <a:off x="1139" y="2794"/>
                <a:ext cx="636" cy="220"/>
              </a:xfrm>
              <a:prstGeom prst="rect">
                <a:avLst/>
              </a:prstGeom>
              <a:noFill/>
              <a:ln w="22225">
                <a:noFill/>
                <a:miter lim="800000"/>
                <a:headEnd/>
                <a:tailEnd/>
              </a:ln>
            </p:spPr>
            <p:txBody>
              <a:bodyPr/>
              <a:lstStyle/>
              <a:p>
                <a:pPr eaLnBrk="1" hangingPunct="1">
                  <a:defRPr/>
                </a:pPr>
                <a:r>
                  <a:rPr lang="en-US" sz="1000" dirty="0">
                    <a:latin typeface="+mj-lt"/>
                  </a:rPr>
                  <a:t>ADDRB</a:t>
                </a:r>
                <a:endParaRPr lang="ru-RU" sz="1000" dirty="0">
                  <a:latin typeface="+mj-lt"/>
                </a:endParaRPr>
              </a:p>
            </p:txBody>
          </p:sp>
          <p:sp>
            <p:nvSpPr>
              <p:cNvPr id="92220" name="Text Box 53">
                <a:extLst>
                  <a:ext uri="{FF2B5EF4-FFF2-40B4-BE49-F238E27FC236}">
                    <a16:creationId xmlns:a16="http://schemas.microsoft.com/office/drawing/2014/main" id="{DAA8D6CF-870C-4F93-BD5C-A1141464EFEF}"/>
                  </a:ext>
                </a:extLst>
              </p:cNvPr>
              <p:cNvSpPr txBox="1">
                <a:spLocks noChangeArrowheads="1"/>
              </p:cNvSpPr>
              <p:nvPr/>
            </p:nvSpPr>
            <p:spPr bwMode="auto">
              <a:xfrm>
                <a:off x="1134" y="3004"/>
                <a:ext cx="791" cy="220"/>
              </a:xfrm>
              <a:prstGeom prst="rect">
                <a:avLst/>
              </a:prstGeom>
              <a:noFill/>
              <a:ln w="22225">
                <a:noFill/>
                <a:miter lim="800000"/>
                <a:headEnd/>
                <a:tailEnd/>
              </a:ln>
            </p:spPr>
            <p:txBody>
              <a:bodyPr/>
              <a:lstStyle/>
              <a:p>
                <a:pPr eaLnBrk="1" hangingPunct="1">
                  <a:defRPr/>
                </a:pPr>
                <a:r>
                  <a:rPr lang="en-US" sz="1000">
                    <a:latin typeface="+mj-lt"/>
                  </a:rPr>
                  <a:t>WEB</a:t>
                </a:r>
                <a:endParaRPr lang="ru-RU" sz="1000">
                  <a:latin typeface="+mj-lt"/>
                </a:endParaRPr>
              </a:p>
            </p:txBody>
          </p:sp>
          <p:sp>
            <p:nvSpPr>
              <p:cNvPr id="92221" name="Text Box 54">
                <a:extLst>
                  <a:ext uri="{FF2B5EF4-FFF2-40B4-BE49-F238E27FC236}">
                    <a16:creationId xmlns:a16="http://schemas.microsoft.com/office/drawing/2014/main" id="{CBF3646F-533D-48BA-A2AD-A14BE1825E0B}"/>
                  </a:ext>
                </a:extLst>
              </p:cNvPr>
              <p:cNvSpPr txBox="1">
                <a:spLocks noChangeArrowheads="1"/>
              </p:cNvSpPr>
              <p:nvPr/>
            </p:nvSpPr>
            <p:spPr bwMode="auto">
              <a:xfrm>
                <a:off x="1152" y="3166"/>
                <a:ext cx="791" cy="219"/>
              </a:xfrm>
              <a:prstGeom prst="rect">
                <a:avLst/>
              </a:prstGeom>
              <a:noFill/>
              <a:ln w="22225">
                <a:noFill/>
                <a:miter lim="800000"/>
                <a:headEnd/>
                <a:tailEnd/>
              </a:ln>
            </p:spPr>
            <p:txBody>
              <a:bodyPr/>
              <a:lstStyle/>
              <a:p>
                <a:pPr eaLnBrk="1" hangingPunct="1">
                  <a:defRPr/>
                </a:pPr>
                <a:r>
                  <a:rPr lang="en-US" sz="1000">
                    <a:latin typeface="+mj-lt"/>
                  </a:rPr>
                  <a:t>ENB</a:t>
                </a:r>
                <a:endParaRPr lang="ru-RU" sz="1000">
                  <a:latin typeface="+mj-lt"/>
                </a:endParaRPr>
              </a:p>
            </p:txBody>
          </p:sp>
          <p:sp>
            <p:nvSpPr>
              <p:cNvPr id="92222" name="Text Box 55">
                <a:extLst>
                  <a:ext uri="{FF2B5EF4-FFF2-40B4-BE49-F238E27FC236}">
                    <a16:creationId xmlns:a16="http://schemas.microsoft.com/office/drawing/2014/main" id="{87114571-6840-49DA-B711-5957EC8BC707}"/>
                  </a:ext>
                </a:extLst>
              </p:cNvPr>
              <p:cNvSpPr txBox="1">
                <a:spLocks noChangeArrowheads="1"/>
              </p:cNvSpPr>
              <p:nvPr/>
            </p:nvSpPr>
            <p:spPr bwMode="auto">
              <a:xfrm>
                <a:off x="1143" y="3330"/>
                <a:ext cx="785" cy="219"/>
              </a:xfrm>
              <a:prstGeom prst="rect">
                <a:avLst/>
              </a:prstGeom>
              <a:noFill/>
              <a:ln w="22225">
                <a:noFill/>
                <a:miter lim="800000"/>
                <a:headEnd/>
                <a:tailEnd/>
              </a:ln>
            </p:spPr>
            <p:txBody>
              <a:bodyPr/>
              <a:lstStyle/>
              <a:p>
                <a:pPr eaLnBrk="1" hangingPunct="1">
                  <a:defRPr/>
                </a:pPr>
                <a:r>
                  <a:rPr lang="en-US" sz="1000">
                    <a:latin typeface="+mj-lt"/>
                  </a:rPr>
                  <a:t>RSTREGB</a:t>
                </a:r>
                <a:endParaRPr lang="ru-RU" sz="1000">
                  <a:latin typeface="+mj-lt"/>
                </a:endParaRPr>
              </a:p>
            </p:txBody>
          </p:sp>
          <p:sp>
            <p:nvSpPr>
              <p:cNvPr id="92223" name="Text Box 56">
                <a:extLst>
                  <a:ext uri="{FF2B5EF4-FFF2-40B4-BE49-F238E27FC236}">
                    <a16:creationId xmlns:a16="http://schemas.microsoft.com/office/drawing/2014/main" id="{08930D2E-DA84-44DC-BDEB-E751E69D8546}"/>
                  </a:ext>
                </a:extLst>
              </p:cNvPr>
              <p:cNvSpPr txBox="1">
                <a:spLocks noChangeArrowheads="1"/>
              </p:cNvSpPr>
              <p:nvPr/>
            </p:nvSpPr>
            <p:spPr bwMode="auto">
              <a:xfrm>
                <a:off x="1138" y="3508"/>
                <a:ext cx="862" cy="219"/>
              </a:xfrm>
              <a:prstGeom prst="rect">
                <a:avLst/>
              </a:prstGeom>
              <a:noFill/>
              <a:ln w="22225">
                <a:noFill/>
                <a:miter lim="800000"/>
                <a:headEnd/>
                <a:tailEnd/>
              </a:ln>
            </p:spPr>
            <p:txBody>
              <a:bodyPr/>
              <a:lstStyle/>
              <a:p>
                <a:pPr eaLnBrk="1" hangingPunct="1">
                  <a:defRPr/>
                </a:pPr>
                <a:r>
                  <a:rPr lang="en-US" sz="1000">
                    <a:latin typeface="+mj-lt"/>
                  </a:rPr>
                  <a:t>RSTRAMB</a:t>
                </a:r>
                <a:endParaRPr lang="ru-RU" sz="1000">
                  <a:latin typeface="+mj-lt"/>
                </a:endParaRPr>
              </a:p>
            </p:txBody>
          </p:sp>
          <p:sp>
            <p:nvSpPr>
              <p:cNvPr id="92224" name="Text Box 57">
                <a:extLst>
                  <a:ext uri="{FF2B5EF4-FFF2-40B4-BE49-F238E27FC236}">
                    <a16:creationId xmlns:a16="http://schemas.microsoft.com/office/drawing/2014/main" id="{9B0412EA-E2B1-46BE-8C94-440A4E4FD976}"/>
                  </a:ext>
                </a:extLst>
              </p:cNvPr>
              <p:cNvSpPr txBox="1">
                <a:spLocks noChangeArrowheads="1"/>
              </p:cNvSpPr>
              <p:nvPr/>
            </p:nvSpPr>
            <p:spPr bwMode="auto">
              <a:xfrm>
                <a:off x="1182" y="3859"/>
                <a:ext cx="672" cy="219"/>
              </a:xfrm>
              <a:prstGeom prst="rect">
                <a:avLst/>
              </a:prstGeom>
              <a:noFill/>
              <a:ln w="22225">
                <a:noFill/>
                <a:miter lim="800000"/>
                <a:headEnd/>
                <a:tailEnd/>
              </a:ln>
            </p:spPr>
            <p:txBody>
              <a:bodyPr/>
              <a:lstStyle/>
              <a:p>
                <a:pPr eaLnBrk="1" hangingPunct="1">
                  <a:defRPr/>
                </a:pPr>
                <a:r>
                  <a:rPr lang="en-US" sz="1000">
                    <a:latin typeface="+mj-lt"/>
                  </a:rPr>
                  <a:t>REGCEB</a:t>
                </a:r>
                <a:endParaRPr lang="ru-RU" sz="1000">
                  <a:latin typeface="+mj-lt"/>
                </a:endParaRPr>
              </a:p>
            </p:txBody>
          </p:sp>
          <p:sp>
            <p:nvSpPr>
              <p:cNvPr id="92225" name="Text Box 58">
                <a:extLst>
                  <a:ext uri="{FF2B5EF4-FFF2-40B4-BE49-F238E27FC236}">
                    <a16:creationId xmlns:a16="http://schemas.microsoft.com/office/drawing/2014/main" id="{9AB4DFEA-0017-47E4-8C6B-F66D3F50613A}"/>
                  </a:ext>
                </a:extLst>
              </p:cNvPr>
              <p:cNvSpPr txBox="1">
                <a:spLocks noChangeArrowheads="1"/>
              </p:cNvSpPr>
              <p:nvPr/>
            </p:nvSpPr>
            <p:spPr bwMode="auto">
              <a:xfrm>
                <a:off x="1293" y="3694"/>
                <a:ext cx="672" cy="219"/>
              </a:xfrm>
              <a:prstGeom prst="rect">
                <a:avLst/>
              </a:prstGeom>
              <a:noFill/>
              <a:ln w="22225">
                <a:noFill/>
                <a:miter lim="800000"/>
                <a:headEnd/>
                <a:tailEnd/>
              </a:ln>
            </p:spPr>
            <p:txBody>
              <a:bodyPr/>
              <a:lstStyle/>
              <a:p>
                <a:pPr eaLnBrk="1" hangingPunct="1">
                  <a:defRPr/>
                </a:pPr>
                <a:r>
                  <a:rPr lang="en-US" sz="1000" dirty="0">
                    <a:latin typeface="+mj-lt"/>
                  </a:rPr>
                  <a:t>CLKB</a:t>
                </a:r>
                <a:endParaRPr lang="ru-RU" sz="1000" dirty="0">
                  <a:latin typeface="+mj-lt"/>
                </a:endParaRPr>
              </a:p>
            </p:txBody>
          </p:sp>
          <p:sp>
            <p:nvSpPr>
              <p:cNvPr id="92226" name="Text Box 59">
                <a:extLst>
                  <a:ext uri="{FF2B5EF4-FFF2-40B4-BE49-F238E27FC236}">
                    <a16:creationId xmlns:a16="http://schemas.microsoft.com/office/drawing/2014/main" id="{761795C0-3571-44EA-84AE-BC73CDFA6DC1}"/>
                  </a:ext>
                </a:extLst>
              </p:cNvPr>
              <p:cNvSpPr txBox="1">
                <a:spLocks noChangeArrowheads="1"/>
              </p:cNvSpPr>
              <p:nvPr/>
            </p:nvSpPr>
            <p:spPr bwMode="auto">
              <a:xfrm>
                <a:off x="1973" y="1221"/>
                <a:ext cx="508" cy="220"/>
              </a:xfrm>
              <a:prstGeom prst="rect">
                <a:avLst/>
              </a:prstGeom>
              <a:noFill/>
              <a:ln w="22225">
                <a:noFill/>
                <a:miter lim="800000"/>
                <a:headEnd/>
                <a:tailEnd/>
              </a:ln>
            </p:spPr>
            <p:txBody>
              <a:bodyPr/>
              <a:lstStyle/>
              <a:p>
                <a:pPr eaLnBrk="1" hangingPunct="1">
                  <a:defRPr/>
                </a:pPr>
                <a:r>
                  <a:rPr lang="en-US" sz="1000">
                    <a:latin typeface="+mj-lt"/>
                  </a:rPr>
                  <a:t>DOA</a:t>
                </a:r>
                <a:endParaRPr lang="ru-RU" sz="1000">
                  <a:latin typeface="+mj-lt"/>
                </a:endParaRPr>
              </a:p>
            </p:txBody>
          </p:sp>
          <p:sp>
            <p:nvSpPr>
              <p:cNvPr id="92227" name="Text Box 60">
                <a:extLst>
                  <a:ext uri="{FF2B5EF4-FFF2-40B4-BE49-F238E27FC236}">
                    <a16:creationId xmlns:a16="http://schemas.microsoft.com/office/drawing/2014/main" id="{03D735D8-1B53-408B-962D-4314F02B6A46}"/>
                  </a:ext>
                </a:extLst>
              </p:cNvPr>
              <p:cNvSpPr txBox="1">
                <a:spLocks noChangeArrowheads="1"/>
              </p:cNvSpPr>
              <p:nvPr/>
            </p:nvSpPr>
            <p:spPr bwMode="auto">
              <a:xfrm>
                <a:off x="1951" y="1381"/>
                <a:ext cx="518" cy="220"/>
              </a:xfrm>
              <a:prstGeom prst="rect">
                <a:avLst/>
              </a:prstGeom>
              <a:noFill/>
              <a:ln w="22225">
                <a:noFill/>
                <a:miter lim="800000"/>
                <a:headEnd/>
                <a:tailEnd/>
              </a:ln>
            </p:spPr>
            <p:txBody>
              <a:bodyPr/>
              <a:lstStyle/>
              <a:p>
                <a:pPr eaLnBrk="1" hangingPunct="1">
                  <a:defRPr/>
                </a:pPr>
                <a:r>
                  <a:rPr lang="en-US" sz="1000">
                    <a:latin typeface="+mj-lt"/>
                  </a:rPr>
                  <a:t>DOPA</a:t>
                </a:r>
                <a:endParaRPr lang="ru-RU" sz="1000">
                  <a:latin typeface="+mj-lt"/>
                </a:endParaRPr>
              </a:p>
            </p:txBody>
          </p:sp>
          <p:sp>
            <p:nvSpPr>
              <p:cNvPr id="92228" name="Text Box 61">
                <a:extLst>
                  <a:ext uri="{FF2B5EF4-FFF2-40B4-BE49-F238E27FC236}">
                    <a16:creationId xmlns:a16="http://schemas.microsoft.com/office/drawing/2014/main" id="{BB2188C3-625C-45EB-8290-F32C8FAC11E5}"/>
                  </a:ext>
                </a:extLst>
              </p:cNvPr>
              <p:cNvSpPr txBox="1">
                <a:spLocks noChangeArrowheads="1"/>
              </p:cNvSpPr>
              <p:nvPr/>
            </p:nvSpPr>
            <p:spPr bwMode="auto">
              <a:xfrm>
                <a:off x="1975" y="2986"/>
                <a:ext cx="407" cy="219"/>
              </a:xfrm>
              <a:prstGeom prst="rect">
                <a:avLst/>
              </a:prstGeom>
              <a:noFill/>
              <a:ln w="22225">
                <a:noFill/>
                <a:miter lim="800000"/>
                <a:headEnd/>
                <a:tailEnd/>
              </a:ln>
            </p:spPr>
            <p:txBody>
              <a:bodyPr/>
              <a:lstStyle/>
              <a:p>
                <a:pPr eaLnBrk="1" hangingPunct="1">
                  <a:defRPr/>
                </a:pPr>
                <a:r>
                  <a:rPr lang="en-US" sz="1000">
                    <a:latin typeface="+mj-lt"/>
                  </a:rPr>
                  <a:t>DOB</a:t>
                </a:r>
                <a:endParaRPr lang="ru-RU" sz="1000">
                  <a:latin typeface="+mj-lt"/>
                </a:endParaRPr>
              </a:p>
            </p:txBody>
          </p:sp>
          <p:sp>
            <p:nvSpPr>
              <p:cNvPr id="92229" name="Text Box 62">
                <a:extLst>
                  <a:ext uri="{FF2B5EF4-FFF2-40B4-BE49-F238E27FC236}">
                    <a16:creationId xmlns:a16="http://schemas.microsoft.com/office/drawing/2014/main" id="{A9A3B9E8-A5B0-4EEE-B6CC-CDB0CD68D842}"/>
                  </a:ext>
                </a:extLst>
              </p:cNvPr>
              <p:cNvSpPr txBox="1">
                <a:spLocks noChangeArrowheads="1"/>
              </p:cNvSpPr>
              <p:nvPr/>
            </p:nvSpPr>
            <p:spPr bwMode="auto">
              <a:xfrm>
                <a:off x="1992" y="3155"/>
                <a:ext cx="789" cy="219"/>
              </a:xfrm>
              <a:prstGeom prst="rect">
                <a:avLst/>
              </a:prstGeom>
              <a:noFill/>
              <a:ln w="22225">
                <a:noFill/>
                <a:miter lim="800000"/>
                <a:headEnd/>
                <a:tailEnd/>
              </a:ln>
            </p:spPr>
            <p:txBody>
              <a:bodyPr/>
              <a:lstStyle/>
              <a:p>
                <a:pPr eaLnBrk="1" hangingPunct="1">
                  <a:defRPr/>
                </a:pPr>
                <a:r>
                  <a:rPr lang="en-US" sz="1000">
                    <a:latin typeface="+mj-lt"/>
                  </a:rPr>
                  <a:t>DOPB</a:t>
                </a:r>
                <a:endParaRPr lang="ru-RU" sz="1000">
                  <a:latin typeface="+mj-lt"/>
                </a:endParaRPr>
              </a:p>
            </p:txBody>
          </p:sp>
          <p:sp>
            <p:nvSpPr>
              <p:cNvPr id="73" name="Freeform 47">
                <a:extLst>
                  <a:ext uri="{FF2B5EF4-FFF2-40B4-BE49-F238E27FC236}">
                    <a16:creationId xmlns:a16="http://schemas.microsoft.com/office/drawing/2014/main" id="{3CD840D2-15E4-4A16-99A4-09D5E3A0D24C}"/>
                  </a:ext>
                </a:extLst>
              </p:cNvPr>
              <p:cNvSpPr>
                <a:spLocks/>
              </p:cNvSpPr>
              <p:nvPr/>
            </p:nvSpPr>
            <p:spPr bwMode="auto">
              <a:xfrm>
                <a:off x="1171" y="3734"/>
                <a:ext cx="106" cy="128"/>
              </a:xfrm>
              <a:custGeom>
                <a:avLst/>
                <a:gdLst>
                  <a:gd name="T0" fmla="*/ 0 w 129"/>
                  <a:gd name="T1" fmla="*/ 72 h 133"/>
                  <a:gd name="T2" fmla="*/ 104 w 129"/>
                  <a:gd name="T3" fmla="*/ 36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noFill/>
              <a:ln w="22225" cap="flat">
                <a:solidFill>
                  <a:srgbClr val="000000"/>
                </a:solidFill>
                <a:prstDash val="solid"/>
                <a:miter lim="800000"/>
                <a:headEnd/>
                <a:tailEnd/>
              </a:ln>
            </p:spPr>
            <p:txBody>
              <a:bodyPr/>
              <a:lstStyle/>
              <a:p>
                <a:pPr eaLnBrk="1" hangingPunct="1">
                  <a:defRPr/>
                </a:pPr>
                <a:endParaRPr lang="en-US" sz="1100">
                  <a:latin typeface="+mj-lt"/>
                </a:endParaRPr>
              </a:p>
            </p:txBody>
          </p:sp>
        </p:grpSp>
        <p:sp>
          <p:nvSpPr>
            <p:cNvPr id="2" name="Line 66">
              <a:extLst>
                <a:ext uri="{FF2B5EF4-FFF2-40B4-BE49-F238E27FC236}">
                  <a16:creationId xmlns:a16="http://schemas.microsoft.com/office/drawing/2014/main" id="{6545E76A-2DDA-4C87-BBC4-AA52EB3FDD8F}"/>
                </a:ext>
              </a:extLst>
            </p:cNvPr>
            <p:cNvSpPr>
              <a:spLocks noChangeShapeType="1"/>
            </p:cNvSpPr>
            <p:nvPr/>
          </p:nvSpPr>
          <p:spPr bwMode="auto">
            <a:xfrm flipV="1">
              <a:off x="1633399" y="6175965"/>
              <a:ext cx="0" cy="275073"/>
            </a:xfrm>
            <a:prstGeom prst="line">
              <a:avLst/>
            </a:prstGeom>
            <a:noFill/>
            <a:ln w="22225">
              <a:solidFill>
                <a:schemeClr val="tx1"/>
              </a:solidFill>
              <a:round/>
              <a:headEnd/>
              <a:tailEnd type="triangle" w="med" len="med"/>
            </a:ln>
            <a:effectLst/>
          </p:spPr>
          <p:txBody>
            <a:bodyPr/>
            <a:lstStyle/>
            <a:p>
              <a:pPr eaLnBrk="1" hangingPunct="1">
                <a:defRPr/>
              </a:pPr>
              <a:endParaRPr lang="en-US" sz="1100">
                <a:latin typeface="+mj-lt"/>
              </a:endParaRPr>
            </a:p>
          </p:txBody>
        </p:sp>
        <p:sp>
          <p:nvSpPr>
            <p:cNvPr id="3" name="Line 67">
              <a:extLst>
                <a:ext uri="{FF2B5EF4-FFF2-40B4-BE49-F238E27FC236}">
                  <a16:creationId xmlns:a16="http://schemas.microsoft.com/office/drawing/2014/main" id="{67B41B60-BC64-4D98-BEB5-71BB15FD776B}"/>
                </a:ext>
              </a:extLst>
            </p:cNvPr>
            <p:cNvSpPr>
              <a:spLocks noChangeShapeType="1"/>
            </p:cNvSpPr>
            <p:nvPr/>
          </p:nvSpPr>
          <p:spPr bwMode="auto">
            <a:xfrm flipV="1">
              <a:off x="2638646" y="6175965"/>
              <a:ext cx="0" cy="275073"/>
            </a:xfrm>
            <a:prstGeom prst="line">
              <a:avLst/>
            </a:prstGeom>
            <a:noFill/>
            <a:ln w="22225">
              <a:solidFill>
                <a:schemeClr val="tx1"/>
              </a:solidFill>
              <a:round/>
              <a:headEnd/>
              <a:tailEnd type="triangle" w="med" len="med"/>
            </a:ln>
            <a:effectLst/>
          </p:spPr>
          <p:txBody>
            <a:bodyPr/>
            <a:lstStyle/>
            <a:p>
              <a:pPr eaLnBrk="1" hangingPunct="1">
                <a:defRPr/>
              </a:pPr>
              <a:endParaRPr lang="en-US" sz="1100">
                <a:latin typeface="+mj-lt"/>
              </a:endParaRPr>
            </a:p>
          </p:txBody>
        </p:sp>
        <p:sp>
          <p:nvSpPr>
            <p:cNvPr id="4" name="Line 68">
              <a:extLst>
                <a:ext uri="{FF2B5EF4-FFF2-40B4-BE49-F238E27FC236}">
                  <a16:creationId xmlns:a16="http://schemas.microsoft.com/office/drawing/2014/main" id="{5F98BD60-7C34-4A23-9FCC-A6014F5585F1}"/>
                </a:ext>
              </a:extLst>
            </p:cNvPr>
            <p:cNvSpPr>
              <a:spLocks noChangeShapeType="1"/>
            </p:cNvSpPr>
            <p:nvPr/>
          </p:nvSpPr>
          <p:spPr bwMode="auto">
            <a:xfrm flipV="1">
              <a:off x="1660124" y="539305"/>
              <a:ext cx="0" cy="272742"/>
            </a:xfrm>
            <a:prstGeom prst="line">
              <a:avLst/>
            </a:prstGeom>
            <a:noFill/>
            <a:ln w="22225">
              <a:solidFill>
                <a:schemeClr val="tx1"/>
              </a:solidFill>
              <a:round/>
              <a:headEnd/>
              <a:tailEnd type="triangle" w="med" len="med"/>
            </a:ln>
            <a:effectLst/>
          </p:spPr>
          <p:txBody>
            <a:bodyPr/>
            <a:lstStyle/>
            <a:p>
              <a:pPr eaLnBrk="1" hangingPunct="1">
                <a:defRPr/>
              </a:pPr>
              <a:endParaRPr lang="en-US" sz="1100">
                <a:latin typeface="+mj-lt"/>
              </a:endParaRPr>
            </a:p>
          </p:txBody>
        </p:sp>
        <p:sp>
          <p:nvSpPr>
            <p:cNvPr id="92168" name="Line 69">
              <a:extLst>
                <a:ext uri="{FF2B5EF4-FFF2-40B4-BE49-F238E27FC236}">
                  <a16:creationId xmlns:a16="http://schemas.microsoft.com/office/drawing/2014/main" id="{8938D64B-0A5C-4EDE-A8B4-011643B7B9D2}"/>
                </a:ext>
              </a:extLst>
            </p:cNvPr>
            <p:cNvSpPr>
              <a:spLocks noChangeShapeType="1"/>
            </p:cNvSpPr>
            <p:nvPr/>
          </p:nvSpPr>
          <p:spPr bwMode="auto">
            <a:xfrm flipV="1">
              <a:off x="2665369" y="539305"/>
              <a:ext cx="0" cy="272742"/>
            </a:xfrm>
            <a:prstGeom prst="line">
              <a:avLst/>
            </a:prstGeom>
            <a:noFill/>
            <a:ln w="22225">
              <a:solidFill>
                <a:schemeClr val="tx1"/>
              </a:solidFill>
              <a:round/>
              <a:headEnd/>
              <a:tailEnd type="triangle" w="med" len="med"/>
            </a:ln>
            <a:effectLst/>
          </p:spPr>
          <p:txBody>
            <a:bodyPr/>
            <a:lstStyle/>
            <a:p>
              <a:pPr eaLnBrk="1" hangingPunct="1">
                <a:defRPr/>
              </a:pPr>
              <a:endParaRPr lang="en-US" sz="1100">
                <a:latin typeface="+mj-lt"/>
              </a:endParaRPr>
            </a:p>
          </p:txBody>
        </p:sp>
        <p:sp>
          <p:nvSpPr>
            <p:cNvPr id="92169" name="Text Box 70">
              <a:extLst>
                <a:ext uri="{FF2B5EF4-FFF2-40B4-BE49-F238E27FC236}">
                  <a16:creationId xmlns:a16="http://schemas.microsoft.com/office/drawing/2014/main" id="{C61FA36D-ACE4-4641-8180-FA7647469EA4}"/>
                </a:ext>
              </a:extLst>
            </p:cNvPr>
            <p:cNvSpPr txBox="1">
              <a:spLocks noChangeArrowheads="1"/>
            </p:cNvSpPr>
            <p:nvPr/>
          </p:nvSpPr>
          <p:spPr bwMode="auto">
            <a:xfrm>
              <a:off x="617875" y="6385766"/>
              <a:ext cx="1677465" cy="398623"/>
            </a:xfrm>
            <a:prstGeom prst="rect">
              <a:avLst/>
            </a:prstGeom>
            <a:noFill/>
            <a:ln w="9525">
              <a:noFill/>
              <a:miter lim="800000"/>
              <a:headEnd/>
              <a:tailEnd/>
            </a:ln>
            <a:effectLst/>
          </p:spPr>
          <p:txBody>
            <a:bodyPr>
              <a:spAutoFit/>
            </a:bodyPr>
            <a:lstStyle/>
            <a:p>
              <a:pPr eaLnBrk="1" hangingPunct="1">
                <a:spcBef>
                  <a:spcPct val="50000"/>
                </a:spcBef>
                <a:defRPr/>
              </a:pPr>
              <a:r>
                <a:rPr lang="en-US" sz="1100">
                  <a:latin typeface="+mj-lt"/>
                </a:rPr>
                <a:t>CascadeINA</a:t>
              </a:r>
              <a:endParaRPr lang="ru-RU" sz="1100">
                <a:latin typeface="+mj-lt"/>
              </a:endParaRPr>
            </a:p>
          </p:txBody>
        </p:sp>
        <p:sp>
          <p:nvSpPr>
            <p:cNvPr id="92170" name="Text Box 71">
              <a:extLst>
                <a:ext uri="{FF2B5EF4-FFF2-40B4-BE49-F238E27FC236}">
                  <a16:creationId xmlns:a16="http://schemas.microsoft.com/office/drawing/2014/main" id="{656F2F2A-7CF7-4CA5-8816-F808A9583A7C}"/>
                </a:ext>
              </a:extLst>
            </p:cNvPr>
            <p:cNvSpPr txBox="1">
              <a:spLocks noChangeArrowheads="1"/>
            </p:cNvSpPr>
            <p:nvPr/>
          </p:nvSpPr>
          <p:spPr bwMode="auto">
            <a:xfrm>
              <a:off x="2046599" y="6399753"/>
              <a:ext cx="1685688" cy="398623"/>
            </a:xfrm>
            <a:prstGeom prst="rect">
              <a:avLst/>
            </a:prstGeom>
            <a:noFill/>
            <a:ln w="9525">
              <a:noFill/>
              <a:miter lim="800000"/>
              <a:headEnd/>
              <a:tailEnd/>
            </a:ln>
            <a:effectLst/>
          </p:spPr>
          <p:txBody>
            <a:bodyPr>
              <a:spAutoFit/>
            </a:bodyPr>
            <a:lstStyle/>
            <a:p>
              <a:pPr eaLnBrk="1" hangingPunct="1">
                <a:spcBef>
                  <a:spcPct val="50000"/>
                </a:spcBef>
                <a:defRPr/>
              </a:pPr>
              <a:r>
                <a:rPr lang="en-US" sz="1100">
                  <a:latin typeface="+mj-lt"/>
                </a:rPr>
                <a:t>CascadeINB</a:t>
              </a:r>
              <a:endParaRPr lang="ru-RU" sz="1100">
                <a:latin typeface="+mj-lt"/>
              </a:endParaRPr>
            </a:p>
          </p:txBody>
        </p:sp>
        <p:sp>
          <p:nvSpPr>
            <p:cNvPr id="92171" name="Text Box 72">
              <a:extLst>
                <a:ext uri="{FF2B5EF4-FFF2-40B4-BE49-F238E27FC236}">
                  <a16:creationId xmlns:a16="http://schemas.microsoft.com/office/drawing/2014/main" id="{26D3ACEC-7F0A-4CAE-A1FE-475A9159466B}"/>
                </a:ext>
              </a:extLst>
            </p:cNvPr>
            <p:cNvSpPr txBox="1">
              <a:spLocks noChangeArrowheads="1"/>
            </p:cNvSpPr>
            <p:nvPr/>
          </p:nvSpPr>
          <p:spPr bwMode="auto">
            <a:xfrm>
              <a:off x="732995" y="219942"/>
              <a:ext cx="2010491" cy="398622"/>
            </a:xfrm>
            <a:prstGeom prst="rect">
              <a:avLst/>
            </a:prstGeom>
            <a:noFill/>
            <a:ln w="9525">
              <a:noFill/>
              <a:miter lim="800000"/>
              <a:headEnd/>
              <a:tailEnd/>
            </a:ln>
            <a:effectLst/>
          </p:spPr>
          <p:txBody>
            <a:bodyPr>
              <a:spAutoFit/>
            </a:bodyPr>
            <a:lstStyle/>
            <a:p>
              <a:pPr eaLnBrk="1" hangingPunct="1">
                <a:spcBef>
                  <a:spcPct val="50000"/>
                </a:spcBef>
                <a:defRPr/>
              </a:pPr>
              <a:r>
                <a:rPr lang="en-US" sz="1100">
                  <a:latin typeface="+mj-lt"/>
                </a:rPr>
                <a:t>CascadeOUTA</a:t>
              </a:r>
              <a:endParaRPr lang="ru-RU" sz="1100">
                <a:latin typeface="+mj-lt"/>
              </a:endParaRPr>
            </a:p>
          </p:txBody>
        </p:sp>
        <p:sp>
          <p:nvSpPr>
            <p:cNvPr id="92172" name="Text Box 73">
              <a:extLst>
                <a:ext uri="{FF2B5EF4-FFF2-40B4-BE49-F238E27FC236}">
                  <a16:creationId xmlns:a16="http://schemas.microsoft.com/office/drawing/2014/main" id="{BDE88831-D0D7-4F8C-83D5-441E534D674F}"/>
                </a:ext>
              </a:extLst>
            </p:cNvPr>
            <p:cNvSpPr txBox="1">
              <a:spLocks noChangeArrowheads="1"/>
            </p:cNvSpPr>
            <p:nvPr/>
          </p:nvSpPr>
          <p:spPr bwMode="auto">
            <a:xfrm>
              <a:off x="2488578" y="222272"/>
              <a:ext cx="2010491" cy="396291"/>
            </a:xfrm>
            <a:prstGeom prst="rect">
              <a:avLst/>
            </a:prstGeom>
            <a:noFill/>
            <a:ln w="9525">
              <a:noFill/>
              <a:miter lim="800000"/>
              <a:headEnd/>
              <a:tailEnd/>
            </a:ln>
            <a:effectLst/>
          </p:spPr>
          <p:txBody>
            <a:bodyPr>
              <a:spAutoFit/>
            </a:bodyPr>
            <a:lstStyle/>
            <a:p>
              <a:pPr eaLnBrk="1" hangingPunct="1">
                <a:spcBef>
                  <a:spcPct val="50000"/>
                </a:spcBef>
                <a:defRPr/>
              </a:pPr>
              <a:r>
                <a:rPr lang="en-US" sz="1100" dirty="0" err="1">
                  <a:latin typeface="+mj-lt"/>
                </a:rPr>
                <a:t>CascadeOUTB</a:t>
              </a:r>
              <a:endParaRPr lang="ru-RU" sz="1100" dirty="0">
                <a:latin typeface="+mj-lt"/>
              </a:endParaRPr>
            </a:p>
          </p:txBody>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4">
            <a:extLst>
              <a:ext uri="{FF2B5EF4-FFF2-40B4-BE49-F238E27FC236}">
                <a16:creationId xmlns:a16="http://schemas.microsoft.com/office/drawing/2014/main" id="{DF9C5C7F-0C64-6378-F6AE-8582614AA121}"/>
              </a:ext>
            </a:extLst>
          </p:cNvPr>
          <p:cNvSpPr>
            <a:spLocks noGrp="1" noChangeArrowheads="1"/>
          </p:cNvSpPr>
          <p:nvPr>
            <p:ph type="title"/>
          </p:nvPr>
        </p:nvSpPr>
        <p:spPr/>
        <p:txBody>
          <a:bodyPr/>
          <a:lstStyle/>
          <a:p>
            <a:r>
              <a:rPr lang="ru-RU" altLang="en-US"/>
              <a:t>Conflict Avoidance</a:t>
            </a:r>
            <a:r>
              <a:rPr lang="en-US" altLang="en-US"/>
              <a:t> </a:t>
            </a:r>
            <a:endParaRPr lang="ru-RU" altLang="en-US"/>
          </a:p>
        </p:txBody>
      </p:sp>
      <p:sp>
        <p:nvSpPr>
          <p:cNvPr id="121859" name="Content Placeholder 3">
            <a:extLst>
              <a:ext uri="{FF2B5EF4-FFF2-40B4-BE49-F238E27FC236}">
                <a16:creationId xmlns:a16="http://schemas.microsoft.com/office/drawing/2014/main" id="{BA1B7130-BBCC-E579-061D-97A021999635}"/>
              </a:ext>
            </a:extLst>
          </p:cNvPr>
          <p:cNvSpPr>
            <a:spLocks noGrp="1" noChangeArrowheads="1"/>
          </p:cNvSpPr>
          <p:nvPr>
            <p:ph type="body" sz="quarter" idx="10"/>
          </p:nvPr>
        </p:nvSpPr>
        <p:spPr/>
        <p:txBody>
          <a:bodyPr/>
          <a:lstStyle/>
          <a:p>
            <a:r>
              <a:rPr lang="ru-RU" altLang="en-US" sz="2000" dirty="0"/>
              <a:t>There is no dedicated arbit</a:t>
            </a:r>
            <a:r>
              <a:rPr lang="en-US" altLang="en-US" sz="2000" dirty="0"/>
              <a:t>e</a:t>
            </a:r>
            <a:r>
              <a:rPr lang="ru-RU" altLang="en-US" sz="2000" dirty="0"/>
              <a:t>r.</a:t>
            </a:r>
            <a:endParaRPr lang="en-US" altLang="en-US" sz="2000" dirty="0"/>
          </a:p>
          <a:p>
            <a:r>
              <a:rPr lang="en-US" altLang="en-US" sz="2000" dirty="0"/>
              <a:t>S</a:t>
            </a:r>
            <a:r>
              <a:rPr lang="ru-RU" altLang="en-US" sz="2000" dirty="0"/>
              <a:t>ynchronous clocking</a:t>
            </a:r>
            <a:r>
              <a:rPr lang="en-US" altLang="en-US" sz="2000" dirty="0"/>
              <a:t>:</a:t>
            </a:r>
            <a:endParaRPr lang="ru-RU" altLang="en-US" sz="2000" dirty="0"/>
          </a:p>
          <a:p>
            <a:r>
              <a:rPr lang="en-US" altLang="en-US" sz="2000" dirty="0"/>
              <a:t>T</a:t>
            </a:r>
            <a:r>
              <a:rPr lang="ru-RU" altLang="en-US" sz="2000" dirty="0"/>
              <a:t>he active edges of both port clocks occur</a:t>
            </a:r>
            <a:r>
              <a:rPr lang="en-US" altLang="en-US" sz="2000" dirty="0"/>
              <a:t> simultaneously.</a:t>
            </a:r>
          </a:p>
          <a:p>
            <a:r>
              <a:rPr lang="en-US" altLang="en-US" sz="2000" dirty="0"/>
              <a:t>There are no timing constraints when both ports perform a read operation.</a:t>
            </a:r>
          </a:p>
          <a:p>
            <a:r>
              <a:rPr lang="en-US" altLang="en-US" sz="2000" dirty="0"/>
              <a:t>When one port performs a write operation, the other port must not write into the same location, </a:t>
            </a:r>
            <a:r>
              <a:rPr lang="ru-RU" altLang="en-US" sz="2000" dirty="0"/>
              <a:t>unless both ports write identical data. </a:t>
            </a:r>
            <a:endParaRPr lang="en-US" altLang="en-US" sz="2000" dirty="0"/>
          </a:p>
          <a:p>
            <a:r>
              <a:rPr lang="ru-RU" altLang="en-US" sz="2000" dirty="0"/>
              <a:t>When one port performs a write operation, the write operation succeeds; the other</a:t>
            </a:r>
            <a:r>
              <a:rPr lang="en-US" altLang="en-US" sz="2000" dirty="0"/>
              <a:t> </a:t>
            </a:r>
            <a:r>
              <a:rPr lang="ru-RU" altLang="en-US" sz="2000" dirty="0"/>
              <a:t>port can reliably read data from the same location if the write port is in </a:t>
            </a:r>
            <a:r>
              <a:rPr lang="en-US" altLang="en-US" sz="2000" dirty="0"/>
              <a:t> R</a:t>
            </a:r>
            <a:r>
              <a:rPr lang="ru-RU" altLang="en-US" sz="2000" dirty="0"/>
              <a:t>EAD_FIRST</a:t>
            </a:r>
            <a:r>
              <a:rPr lang="en-US" altLang="en-US" sz="2000" dirty="0"/>
              <a:t> </a:t>
            </a:r>
            <a:r>
              <a:rPr lang="ru-RU" altLang="en-US" sz="2000" dirty="0"/>
              <a:t>mode.</a:t>
            </a:r>
            <a:endParaRPr lang="en-US" altLang="en-US" sz="2000" dirty="0"/>
          </a:p>
          <a:p>
            <a:r>
              <a:rPr lang="ru-RU" altLang="en-US" sz="2000" dirty="0"/>
              <a:t>DATA_OUT on both ports will then reflect the previously stored data.</a:t>
            </a:r>
          </a:p>
          <a:p>
            <a:r>
              <a:rPr lang="ru-RU" altLang="en-US" sz="2000" dirty="0"/>
              <a:t>If the write port is in either WRITE_FIRST or in NO_CHANGE mode, then the</a:t>
            </a:r>
            <a:r>
              <a:rPr lang="en-US" altLang="en-US" sz="2000" dirty="0"/>
              <a:t>  </a:t>
            </a:r>
            <a:r>
              <a:rPr lang="ru-RU" altLang="en-US" sz="2000" dirty="0"/>
              <a:t>DATA_OUT on the read port would become invalid (unreliable). The mode setting </a:t>
            </a:r>
            <a:r>
              <a:rPr lang="en-US" altLang="en-US" sz="2000" dirty="0"/>
              <a:t>the read-port does not affect this operation. </a:t>
            </a:r>
            <a:endParaRPr lang="ru-RU" altLang="en-US" sz="2000" dirty="0"/>
          </a:p>
          <a:p>
            <a:endParaRPr lang="en-US" altLang="en-US" sz="20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4">
            <a:extLst>
              <a:ext uri="{FF2B5EF4-FFF2-40B4-BE49-F238E27FC236}">
                <a16:creationId xmlns:a16="http://schemas.microsoft.com/office/drawing/2014/main" id="{738A031A-95CC-35E7-B2EE-59431507CC5C}"/>
              </a:ext>
            </a:extLst>
          </p:cNvPr>
          <p:cNvSpPr>
            <a:spLocks noGrp="1" noChangeArrowheads="1"/>
          </p:cNvSpPr>
          <p:nvPr>
            <p:ph type="title"/>
          </p:nvPr>
        </p:nvSpPr>
        <p:spPr/>
        <p:txBody>
          <a:bodyPr>
            <a:normAutofit/>
          </a:bodyPr>
          <a:lstStyle/>
          <a:p>
            <a:r>
              <a:rPr lang="ru-RU" altLang="en-US" dirty="0"/>
              <a:t>Conflict Avoidance</a:t>
            </a:r>
            <a:r>
              <a:rPr lang="en-US" altLang="en-US" dirty="0"/>
              <a:t> (2)</a:t>
            </a:r>
            <a:r>
              <a:rPr lang="ru-RU" altLang="en-US" dirty="0"/>
              <a:t> </a:t>
            </a:r>
          </a:p>
        </p:txBody>
      </p:sp>
      <p:sp>
        <p:nvSpPr>
          <p:cNvPr id="123907" name="Content Placeholder 3">
            <a:extLst>
              <a:ext uri="{FF2B5EF4-FFF2-40B4-BE49-F238E27FC236}">
                <a16:creationId xmlns:a16="http://schemas.microsoft.com/office/drawing/2014/main" id="{4B68BB35-7975-2E60-7287-2DB5FDBE5095}"/>
              </a:ext>
            </a:extLst>
          </p:cNvPr>
          <p:cNvSpPr>
            <a:spLocks noGrp="1" noChangeArrowheads="1"/>
          </p:cNvSpPr>
          <p:nvPr>
            <p:ph type="body" sz="quarter" idx="10"/>
          </p:nvPr>
        </p:nvSpPr>
        <p:spPr/>
        <p:txBody>
          <a:bodyPr/>
          <a:lstStyle/>
          <a:p>
            <a:r>
              <a:rPr lang="en-US" altLang="en-US"/>
              <a:t>Asynchronous Clocking – more general case</a:t>
            </a:r>
            <a:endParaRPr lang="ru-RU" altLang="en-US"/>
          </a:p>
          <a:p>
            <a:r>
              <a:rPr lang="en-US" altLang="en-US"/>
              <a:t>Active edges of both clocks do not occur simultaneously.</a:t>
            </a:r>
          </a:p>
          <a:p>
            <a:r>
              <a:rPr lang="ru-RU" altLang="en-US"/>
              <a:t>There are no timing constraints when both ports perform a read operation.</a:t>
            </a:r>
          </a:p>
          <a:p>
            <a:r>
              <a:rPr lang="ru-RU" altLang="en-US"/>
              <a:t>When one port performs a write operation, the other port must not read- or write</a:t>
            </a:r>
            <a:r>
              <a:rPr lang="en-US" altLang="en-US"/>
              <a:t> </a:t>
            </a:r>
            <a:r>
              <a:rPr lang="ru-RU" altLang="en-US"/>
              <a:t>access</a:t>
            </a:r>
            <a:r>
              <a:rPr lang="en-US" altLang="en-US"/>
              <a:t> </a:t>
            </a:r>
            <a:r>
              <a:rPr lang="ru-RU" altLang="en-US"/>
              <a:t>the exact same memory location</a:t>
            </a:r>
            <a:r>
              <a:rPr lang="en-US" altLang="en-US"/>
              <a:t>.</a:t>
            </a:r>
            <a:r>
              <a:rPr lang="ru-RU" altLang="en-US"/>
              <a:t> </a:t>
            </a:r>
            <a:endParaRPr lang="en-US" altLang="en-US"/>
          </a:p>
          <a:p>
            <a:r>
              <a:rPr lang="ru-RU" altLang="en-US"/>
              <a:t>If this constraint is not satisfied, then the data on another port will be uncertain. </a:t>
            </a:r>
            <a:endParaRPr lang="en-US" altLang="en-US"/>
          </a:p>
          <a:p>
            <a:r>
              <a:rPr lang="en-US" altLang="en-US"/>
              <a:t>To avoid simultaneous access use EN input.</a:t>
            </a:r>
            <a:endParaRPr lang="ru-RU" altLang="en-US"/>
          </a:p>
          <a:p>
            <a:endParaRPr lang="en-US" alt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itle 1">
            <a:extLst>
              <a:ext uri="{FF2B5EF4-FFF2-40B4-BE49-F238E27FC236}">
                <a16:creationId xmlns:a16="http://schemas.microsoft.com/office/drawing/2014/main" id="{CC6817CF-4A5B-7DB7-F3DA-1738DCD50061}"/>
              </a:ext>
            </a:extLst>
          </p:cNvPr>
          <p:cNvSpPr>
            <a:spLocks noGrp="1" noChangeArrowheads="1"/>
          </p:cNvSpPr>
          <p:nvPr>
            <p:ph type="title"/>
          </p:nvPr>
        </p:nvSpPr>
        <p:spPr>
          <a:xfrm>
            <a:off x="0" y="183401"/>
            <a:ext cx="11612880" cy="704088"/>
          </a:xfrm>
        </p:spPr>
        <p:txBody>
          <a:bodyPr>
            <a:normAutofit fontScale="90000"/>
          </a:bodyPr>
          <a:lstStyle/>
          <a:p>
            <a:r>
              <a:rPr lang="en-GB" altLang="en-US"/>
              <a:t>One Block RAM Becomes Two Independent Single-Port RAMs</a:t>
            </a:r>
          </a:p>
        </p:txBody>
      </p:sp>
      <p:grpSp>
        <p:nvGrpSpPr>
          <p:cNvPr id="124931" name="Group 178">
            <a:extLst>
              <a:ext uri="{FF2B5EF4-FFF2-40B4-BE49-F238E27FC236}">
                <a16:creationId xmlns:a16="http://schemas.microsoft.com/office/drawing/2014/main" id="{58859401-124D-7D78-0D60-5779324409E3}"/>
              </a:ext>
            </a:extLst>
          </p:cNvPr>
          <p:cNvGrpSpPr>
            <a:grpSpLocks/>
          </p:cNvGrpSpPr>
          <p:nvPr/>
        </p:nvGrpSpPr>
        <p:grpSpPr bwMode="auto">
          <a:xfrm>
            <a:off x="3154364" y="1612900"/>
            <a:ext cx="5608637" cy="3949700"/>
            <a:chOff x="533400" y="1358900"/>
            <a:chExt cx="5608537" cy="3949700"/>
          </a:xfrm>
        </p:grpSpPr>
        <p:grpSp>
          <p:nvGrpSpPr>
            <p:cNvPr id="124942" name="Group 72">
              <a:extLst>
                <a:ext uri="{FF2B5EF4-FFF2-40B4-BE49-F238E27FC236}">
                  <a16:creationId xmlns:a16="http://schemas.microsoft.com/office/drawing/2014/main" id="{5C8F06B9-C20C-34C4-3744-7E724939CAE6}"/>
                </a:ext>
              </a:extLst>
            </p:cNvPr>
            <p:cNvGrpSpPr>
              <a:grpSpLocks/>
            </p:cNvGrpSpPr>
            <p:nvPr/>
          </p:nvGrpSpPr>
          <p:grpSpPr bwMode="auto">
            <a:xfrm>
              <a:off x="1181099" y="1371600"/>
              <a:ext cx="4960838" cy="3937000"/>
              <a:chOff x="-1595664" y="1524000"/>
              <a:chExt cx="4931002" cy="3937000"/>
            </a:xfrm>
          </p:grpSpPr>
          <p:sp>
            <p:nvSpPr>
              <p:cNvPr id="124961" name="Text Box 42">
                <a:extLst>
                  <a:ext uri="{FF2B5EF4-FFF2-40B4-BE49-F238E27FC236}">
                    <a16:creationId xmlns:a16="http://schemas.microsoft.com/office/drawing/2014/main" id="{63C316C5-6802-4ADA-6661-DE69D19CE13A}"/>
                  </a:ext>
                </a:extLst>
              </p:cNvPr>
              <p:cNvSpPr txBox="1">
                <a:spLocks noChangeArrowheads="1"/>
              </p:cNvSpPr>
              <p:nvPr/>
            </p:nvSpPr>
            <p:spPr bwMode="auto">
              <a:xfrm>
                <a:off x="1831975" y="1590675"/>
                <a:ext cx="1503363"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u="none"/>
              </a:p>
            </p:txBody>
          </p:sp>
          <p:sp>
            <p:nvSpPr>
              <p:cNvPr id="124962" name="Text Box 48">
                <a:extLst>
                  <a:ext uri="{FF2B5EF4-FFF2-40B4-BE49-F238E27FC236}">
                    <a16:creationId xmlns:a16="http://schemas.microsoft.com/office/drawing/2014/main" id="{82CA2967-E6B2-9799-072F-D237E638D47A}"/>
                  </a:ext>
                </a:extLst>
              </p:cNvPr>
              <p:cNvSpPr txBox="1">
                <a:spLocks noChangeArrowheads="1"/>
              </p:cNvSpPr>
              <p:nvPr/>
            </p:nvSpPr>
            <p:spPr bwMode="auto">
              <a:xfrm>
                <a:off x="-1443037" y="3035300"/>
                <a:ext cx="762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CLKA</a:t>
                </a:r>
                <a:endParaRPr lang="ru-RU" altLang="en-US" sz="1400" u="none"/>
              </a:p>
            </p:txBody>
          </p:sp>
          <p:sp>
            <p:nvSpPr>
              <p:cNvPr id="124963" name="Text Box 43">
                <a:extLst>
                  <a:ext uri="{FF2B5EF4-FFF2-40B4-BE49-F238E27FC236}">
                    <a16:creationId xmlns:a16="http://schemas.microsoft.com/office/drawing/2014/main" id="{38D4CBB5-99D6-9C57-A4A1-B728B855B3F7}"/>
                  </a:ext>
                </a:extLst>
              </p:cNvPr>
              <p:cNvSpPr txBox="1">
                <a:spLocks noChangeArrowheads="1"/>
              </p:cNvSpPr>
              <p:nvPr/>
            </p:nvSpPr>
            <p:spPr bwMode="auto">
              <a:xfrm>
                <a:off x="-1595437" y="2743200"/>
                <a:ext cx="795059"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ENA</a:t>
                </a:r>
                <a:endParaRPr lang="ru-RU" altLang="en-US" sz="1400" u="none"/>
              </a:p>
            </p:txBody>
          </p:sp>
          <p:sp>
            <p:nvSpPr>
              <p:cNvPr id="124964" name="Text Box 40">
                <a:extLst>
                  <a:ext uri="{FF2B5EF4-FFF2-40B4-BE49-F238E27FC236}">
                    <a16:creationId xmlns:a16="http://schemas.microsoft.com/office/drawing/2014/main" id="{F2DD4953-9BDA-42AD-DECD-21A25BC83308}"/>
                  </a:ext>
                </a:extLst>
              </p:cNvPr>
              <p:cNvSpPr txBox="1">
                <a:spLocks noChangeArrowheads="1"/>
              </p:cNvSpPr>
              <p:nvPr/>
            </p:nvSpPr>
            <p:spPr bwMode="auto">
              <a:xfrm>
                <a:off x="-1557794" y="2133600"/>
                <a:ext cx="6858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DIA</a:t>
                </a:r>
                <a:endParaRPr lang="ru-RU" altLang="en-US" sz="1400" u="none"/>
              </a:p>
            </p:txBody>
          </p:sp>
          <p:sp>
            <p:nvSpPr>
              <p:cNvPr id="124965" name="Text Box 43">
                <a:extLst>
                  <a:ext uri="{FF2B5EF4-FFF2-40B4-BE49-F238E27FC236}">
                    <a16:creationId xmlns:a16="http://schemas.microsoft.com/office/drawing/2014/main" id="{CE9CE2B0-55FD-9101-F4D3-93D0369BAFF6}"/>
                  </a:ext>
                </a:extLst>
              </p:cNvPr>
              <p:cNvSpPr txBox="1">
                <a:spLocks noChangeArrowheads="1"/>
              </p:cNvSpPr>
              <p:nvPr/>
            </p:nvSpPr>
            <p:spPr bwMode="auto">
              <a:xfrm>
                <a:off x="-1595664" y="1828800"/>
                <a:ext cx="1476964"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ADDRA[m-1:0]</a:t>
                </a:r>
                <a:endParaRPr lang="ru-RU" altLang="en-US" sz="1400" u="none"/>
              </a:p>
            </p:txBody>
          </p:sp>
          <p:sp>
            <p:nvSpPr>
              <p:cNvPr id="124966" name="Text Box 43">
                <a:extLst>
                  <a:ext uri="{FF2B5EF4-FFF2-40B4-BE49-F238E27FC236}">
                    <a16:creationId xmlns:a16="http://schemas.microsoft.com/office/drawing/2014/main" id="{9A221D19-DE88-6E3D-5885-DECE4DC20F2C}"/>
                  </a:ext>
                </a:extLst>
              </p:cNvPr>
              <p:cNvSpPr txBox="1">
                <a:spLocks noChangeArrowheads="1"/>
              </p:cNvSpPr>
              <p:nvPr/>
            </p:nvSpPr>
            <p:spPr bwMode="auto">
              <a:xfrm>
                <a:off x="-1595437" y="2438400"/>
                <a:ext cx="6858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WEA</a:t>
                </a:r>
                <a:endParaRPr lang="ru-RU" altLang="en-US" sz="1400" u="none"/>
              </a:p>
            </p:txBody>
          </p:sp>
          <p:sp>
            <p:nvSpPr>
              <p:cNvPr id="124967" name="Line 6">
                <a:extLst>
                  <a:ext uri="{FF2B5EF4-FFF2-40B4-BE49-F238E27FC236}">
                    <a16:creationId xmlns:a16="http://schemas.microsoft.com/office/drawing/2014/main" id="{1F206E14-C82D-050C-2F8A-FA023ABEED9F}"/>
                  </a:ext>
                </a:extLst>
              </p:cNvPr>
              <p:cNvSpPr>
                <a:spLocks noChangeShapeType="1"/>
              </p:cNvSpPr>
              <p:nvPr/>
            </p:nvSpPr>
            <p:spPr bwMode="auto">
              <a:xfrm flipV="1">
                <a:off x="-1570189" y="1524000"/>
                <a:ext cx="155448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68" name="Line 10">
                <a:extLst>
                  <a:ext uri="{FF2B5EF4-FFF2-40B4-BE49-F238E27FC236}">
                    <a16:creationId xmlns:a16="http://schemas.microsoft.com/office/drawing/2014/main" id="{2DA01F07-3FF9-99EC-0896-0D3389D483F6}"/>
                  </a:ext>
                </a:extLst>
              </p:cNvPr>
              <p:cNvSpPr>
                <a:spLocks noChangeShapeType="1"/>
              </p:cNvSpPr>
              <p:nvPr/>
            </p:nvSpPr>
            <p:spPr bwMode="auto">
              <a:xfrm>
                <a:off x="-1557795" y="3352800"/>
                <a:ext cx="2508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69" name="Line 14">
                <a:extLst>
                  <a:ext uri="{FF2B5EF4-FFF2-40B4-BE49-F238E27FC236}">
                    <a16:creationId xmlns:a16="http://schemas.microsoft.com/office/drawing/2014/main" id="{2EA08BBA-5C5C-451D-A918-1905AF903160}"/>
                  </a:ext>
                </a:extLst>
              </p:cNvPr>
              <p:cNvSpPr>
                <a:spLocks noChangeShapeType="1"/>
              </p:cNvSpPr>
              <p:nvPr/>
            </p:nvSpPr>
            <p:spPr bwMode="auto">
              <a:xfrm>
                <a:off x="-1305323" y="3352800"/>
                <a:ext cx="0" cy="27432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70" name="Line 10">
                <a:extLst>
                  <a:ext uri="{FF2B5EF4-FFF2-40B4-BE49-F238E27FC236}">
                    <a16:creationId xmlns:a16="http://schemas.microsoft.com/office/drawing/2014/main" id="{F85C1242-0C7D-1197-2700-3866185B135D}"/>
                  </a:ext>
                </a:extLst>
              </p:cNvPr>
              <p:cNvSpPr>
                <a:spLocks noChangeShapeType="1"/>
              </p:cNvSpPr>
              <p:nvPr/>
            </p:nvSpPr>
            <p:spPr bwMode="auto">
              <a:xfrm>
                <a:off x="-1545172" y="3632200"/>
                <a:ext cx="2508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71" name="Text Box 48">
                <a:extLst>
                  <a:ext uri="{FF2B5EF4-FFF2-40B4-BE49-F238E27FC236}">
                    <a16:creationId xmlns:a16="http://schemas.microsoft.com/office/drawing/2014/main" id="{7C4E8F2B-1C2F-2DF4-555E-C81D94D9BDFC}"/>
                  </a:ext>
                </a:extLst>
              </p:cNvPr>
              <p:cNvSpPr txBox="1">
                <a:spLocks noChangeArrowheads="1"/>
              </p:cNvSpPr>
              <p:nvPr/>
            </p:nvSpPr>
            <p:spPr bwMode="auto">
              <a:xfrm>
                <a:off x="-1418935" y="3657600"/>
                <a:ext cx="7620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CLKB</a:t>
                </a:r>
                <a:endParaRPr lang="ru-RU" altLang="en-US" sz="1400" u="none"/>
              </a:p>
            </p:txBody>
          </p:sp>
          <p:sp>
            <p:nvSpPr>
              <p:cNvPr id="124972" name="Text Box 43">
                <a:extLst>
                  <a:ext uri="{FF2B5EF4-FFF2-40B4-BE49-F238E27FC236}">
                    <a16:creationId xmlns:a16="http://schemas.microsoft.com/office/drawing/2014/main" id="{032CE9ED-FE12-3C38-7FCB-7F746B21352E}"/>
                  </a:ext>
                </a:extLst>
              </p:cNvPr>
              <p:cNvSpPr txBox="1">
                <a:spLocks noChangeArrowheads="1"/>
              </p:cNvSpPr>
              <p:nvPr/>
            </p:nvSpPr>
            <p:spPr bwMode="auto">
              <a:xfrm>
                <a:off x="-1557795" y="3937000"/>
                <a:ext cx="795059"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ENB</a:t>
                </a:r>
                <a:endParaRPr lang="ru-RU" altLang="en-US" sz="1400" u="none"/>
              </a:p>
            </p:txBody>
          </p:sp>
          <p:sp>
            <p:nvSpPr>
              <p:cNvPr id="124973" name="Text Box 43">
                <a:extLst>
                  <a:ext uri="{FF2B5EF4-FFF2-40B4-BE49-F238E27FC236}">
                    <a16:creationId xmlns:a16="http://schemas.microsoft.com/office/drawing/2014/main" id="{414AB50A-CE87-7052-259F-369B17DDF093}"/>
                  </a:ext>
                </a:extLst>
              </p:cNvPr>
              <p:cNvSpPr txBox="1">
                <a:spLocks noChangeArrowheads="1"/>
              </p:cNvSpPr>
              <p:nvPr/>
            </p:nvSpPr>
            <p:spPr bwMode="auto">
              <a:xfrm>
                <a:off x="-1557795" y="4191000"/>
                <a:ext cx="6858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WEB</a:t>
                </a:r>
                <a:endParaRPr lang="ru-RU" altLang="en-US" sz="1400" u="none"/>
              </a:p>
            </p:txBody>
          </p:sp>
          <p:sp>
            <p:nvSpPr>
              <p:cNvPr id="124974" name="Text Box 43">
                <a:extLst>
                  <a:ext uri="{FF2B5EF4-FFF2-40B4-BE49-F238E27FC236}">
                    <a16:creationId xmlns:a16="http://schemas.microsoft.com/office/drawing/2014/main" id="{45EDE3D7-579B-7366-A029-BD7F8F6DB3B2}"/>
                  </a:ext>
                </a:extLst>
              </p:cNvPr>
              <p:cNvSpPr txBox="1">
                <a:spLocks noChangeArrowheads="1"/>
              </p:cNvSpPr>
              <p:nvPr/>
            </p:nvSpPr>
            <p:spPr bwMode="auto">
              <a:xfrm>
                <a:off x="-1595664" y="4749800"/>
                <a:ext cx="1325481"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ADDRB[n-1:0]</a:t>
                </a:r>
                <a:endParaRPr lang="ru-RU" altLang="en-US" sz="1400" u="none"/>
              </a:p>
            </p:txBody>
          </p:sp>
          <p:sp>
            <p:nvSpPr>
              <p:cNvPr id="124975" name="Text Box 40">
                <a:extLst>
                  <a:ext uri="{FF2B5EF4-FFF2-40B4-BE49-F238E27FC236}">
                    <a16:creationId xmlns:a16="http://schemas.microsoft.com/office/drawing/2014/main" id="{2DDB6F3E-6621-BAE7-EB6A-9DDF167FD85C}"/>
                  </a:ext>
                </a:extLst>
              </p:cNvPr>
              <p:cNvSpPr txBox="1">
                <a:spLocks noChangeArrowheads="1"/>
              </p:cNvSpPr>
              <p:nvPr/>
            </p:nvSpPr>
            <p:spPr bwMode="auto">
              <a:xfrm>
                <a:off x="-1557794" y="4470400"/>
                <a:ext cx="6858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DIB</a:t>
                </a:r>
                <a:endParaRPr lang="ru-RU" altLang="en-US" sz="1400" u="none"/>
              </a:p>
            </p:txBody>
          </p:sp>
          <p:sp>
            <p:nvSpPr>
              <p:cNvPr id="124976" name="Text Box 43">
                <a:extLst>
                  <a:ext uri="{FF2B5EF4-FFF2-40B4-BE49-F238E27FC236}">
                    <a16:creationId xmlns:a16="http://schemas.microsoft.com/office/drawing/2014/main" id="{D5394244-F551-325E-9C1E-978871763ADA}"/>
                  </a:ext>
                </a:extLst>
              </p:cNvPr>
              <p:cNvSpPr txBox="1">
                <a:spLocks noChangeArrowheads="1"/>
              </p:cNvSpPr>
              <p:nvPr/>
            </p:nvSpPr>
            <p:spPr bwMode="auto">
              <a:xfrm>
                <a:off x="-1557793" y="5067300"/>
                <a:ext cx="1363351"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ADDRB[n]</a:t>
                </a:r>
                <a:endParaRPr lang="ru-RU" altLang="en-US" sz="1400" u="none"/>
              </a:p>
            </p:txBody>
          </p:sp>
          <p:sp>
            <p:nvSpPr>
              <p:cNvPr id="124977" name="Text Box 43">
                <a:extLst>
                  <a:ext uri="{FF2B5EF4-FFF2-40B4-BE49-F238E27FC236}">
                    <a16:creationId xmlns:a16="http://schemas.microsoft.com/office/drawing/2014/main" id="{E88A5952-57B1-6583-C03A-098661B99BD0}"/>
                  </a:ext>
                </a:extLst>
              </p:cNvPr>
              <p:cNvSpPr txBox="1">
                <a:spLocks noChangeArrowheads="1"/>
              </p:cNvSpPr>
              <p:nvPr/>
            </p:nvSpPr>
            <p:spPr bwMode="auto">
              <a:xfrm>
                <a:off x="-1595663" y="1524000"/>
                <a:ext cx="132548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ADDRA[m]</a:t>
                </a:r>
                <a:endParaRPr lang="ru-RU" altLang="en-US" sz="1400" u="none"/>
              </a:p>
            </p:txBody>
          </p:sp>
          <p:sp>
            <p:nvSpPr>
              <p:cNvPr id="124978" name="Line 6">
                <a:extLst>
                  <a:ext uri="{FF2B5EF4-FFF2-40B4-BE49-F238E27FC236}">
                    <a16:creationId xmlns:a16="http://schemas.microsoft.com/office/drawing/2014/main" id="{F14F302F-713E-5834-87BF-4786BFB24788}"/>
                  </a:ext>
                </a:extLst>
              </p:cNvPr>
              <p:cNvSpPr>
                <a:spLocks noChangeShapeType="1"/>
              </p:cNvSpPr>
              <p:nvPr/>
            </p:nvSpPr>
            <p:spPr bwMode="auto">
              <a:xfrm flipV="1">
                <a:off x="-1557793" y="5461000"/>
                <a:ext cx="155448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79" name="Line 10">
                <a:extLst>
                  <a:ext uri="{FF2B5EF4-FFF2-40B4-BE49-F238E27FC236}">
                    <a16:creationId xmlns:a16="http://schemas.microsoft.com/office/drawing/2014/main" id="{E82DB16F-D95A-88E8-A925-2FF7E5E45321}"/>
                  </a:ext>
                </a:extLst>
              </p:cNvPr>
              <p:cNvSpPr>
                <a:spLocks noChangeShapeType="1"/>
              </p:cNvSpPr>
              <p:nvPr/>
            </p:nvSpPr>
            <p:spPr bwMode="auto">
              <a:xfrm>
                <a:off x="-270183" y="3352800"/>
                <a:ext cx="2508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80" name="Line 14">
                <a:extLst>
                  <a:ext uri="{FF2B5EF4-FFF2-40B4-BE49-F238E27FC236}">
                    <a16:creationId xmlns:a16="http://schemas.microsoft.com/office/drawing/2014/main" id="{271E4D02-4984-F2C0-ECCD-01622C619F76}"/>
                  </a:ext>
                </a:extLst>
              </p:cNvPr>
              <p:cNvSpPr>
                <a:spLocks noChangeShapeType="1"/>
              </p:cNvSpPr>
              <p:nvPr/>
            </p:nvSpPr>
            <p:spPr bwMode="auto">
              <a:xfrm>
                <a:off x="-270183" y="3352800"/>
                <a:ext cx="0" cy="27432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81" name="Line 10">
                <a:extLst>
                  <a:ext uri="{FF2B5EF4-FFF2-40B4-BE49-F238E27FC236}">
                    <a16:creationId xmlns:a16="http://schemas.microsoft.com/office/drawing/2014/main" id="{821264DC-09FE-B543-5606-B110D00D876C}"/>
                  </a:ext>
                </a:extLst>
              </p:cNvPr>
              <p:cNvSpPr>
                <a:spLocks noChangeShapeType="1"/>
              </p:cNvSpPr>
              <p:nvPr/>
            </p:nvSpPr>
            <p:spPr bwMode="auto">
              <a:xfrm>
                <a:off x="-282806" y="3644900"/>
                <a:ext cx="2508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82" name="Line 36">
                <a:extLst>
                  <a:ext uri="{FF2B5EF4-FFF2-40B4-BE49-F238E27FC236}">
                    <a16:creationId xmlns:a16="http://schemas.microsoft.com/office/drawing/2014/main" id="{C4CED111-750A-9581-3DE7-70D568A9F5B0}"/>
                  </a:ext>
                </a:extLst>
              </p:cNvPr>
              <p:cNvSpPr>
                <a:spLocks noChangeShapeType="1"/>
              </p:cNvSpPr>
              <p:nvPr/>
            </p:nvSpPr>
            <p:spPr bwMode="auto">
              <a:xfrm>
                <a:off x="-17711" y="2298700"/>
                <a:ext cx="545340" cy="0"/>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4983" name="Line 39">
                <a:extLst>
                  <a:ext uri="{FF2B5EF4-FFF2-40B4-BE49-F238E27FC236}">
                    <a16:creationId xmlns:a16="http://schemas.microsoft.com/office/drawing/2014/main" id="{CBBACDBA-043D-2082-732A-6B0A85FAA57C}"/>
                  </a:ext>
                </a:extLst>
              </p:cNvPr>
              <p:cNvSpPr>
                <a:spLocks noChangeShapeType="1"/>
              </p:cNvSpPr>
              <p:nvPr/>
            </p:nvSpPr>
            <p:spPr bwMode="auto">
              <a:xfrm>
                <a:off x="-17711" y="4584700"/>
                <a:ext cx="545340" cy="0"/>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24984" name="Text Box 40">
                <a:extLst>
                  <a:ext uri="{FF2B5EF4-FFF2-40B4-BE49-F238E27FC236}">
                    <a16:creationId xmlns:a16="http://schemas.microsoft.com/office/drawing/2014/main" id="{00D0C97A-1A25-59B0-1DCE-9F5B45976D6E}"/>
                  </a:ext>
                </a:extLst>
              </p:cNvPr>
              <p:cNvSpPr txBox="1">
                <a:spLocks noChangeArrowheads="1"/>
              </p:cNvSpPr>
              <p:nvPr/>
            </p:nvSpPr>
            <p:spPr bwMode="auto">
              <a:xfrm>
                <a:off x="-547903" y="2133600"/>
                <a:ext cx="6858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DOA</a:t>
                </a:r>
                <a:endParaRPr lang="ru-RU" altLang="en-US" sz="1400" u="none"/>
              </a:p>
            </p:txBody>
          </p:sp>
          <p:sp>
            <p:nvSpPr>
              <p:cNvPr id="124985" name="Text Box 40">
                <a:extLst>
                  <a:ext uri="{FF2B5EF4-FFF2-40B4-BE49-F238E27FC236}">
                    <a16:creationId xmlns:a16="http://schemas.microsoft.com/office/drawing/2014/main" id="{5ECB9DDE-B229-AE14-EE2A-E129FB6A9D3E}"/>
                  </a:ext>
                </a:extLst>
              </p:cNvPr>
              <p:cNvSpPr txBox="1">
                <a:spLocks noChangeArrowheads="1"/>
              </p:cNvSpPr>
              <p:nvPr/>
            </p:nvSpPr>
            <p:spPr bwMode="auto">
              <a:xfrm>
                <a:off x="-573150" y="4394200"/>
                <a:ext cx="68580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DOB</a:t>
                </a:r>
                <a:endParaRPr lang="ru-RU" altLang="en-US" sz="1400" u="none"/>
              </a:p>
            </p:txBody>
          </p:sp>
        </p:grpSp>
        <p:cxnSp>
          <p:nvCxnSpPr>
            <p:cNvPr id="124943" name="Straight Connector 133">
              <a:extLst>
                <a:ext uri="{FF2B5EF4-FFF2-40B4-BE49-F238E27FC236}">
                  <a16:creationId xmlns:a16="http://schemas.microsoft.com/office/drawing/2014/main" id="{038F77C8-55B1-32F9-C377-5E7A72805123}"/>
                </a:ext>
              </a:extLst>
            </p:cNvPr>
            <p:cNvCxnSpPr>
              <a:cxnSpLocks noChangeShapeType="1"/>
            </p:cNvCxnSpPr>
            <p:nvPr/>
          </p:nvCxnSpPr>
          <p:spPr bwMode="auto">
            <a:xfrm rot="5400000">
              <a:off x="305594" y="2285206"/>
              <a:ext cx="18288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24944" name="Straight Connector 135">
              <a:extLst>
                <a:ext uri="{FF2B5EF4-FFF2-40B4-BE49-F238E27FC236}">
                  <a16:creationId xmlns:a16="http://schemas.microsoft.com/office/drawing/2014/main" id="{DDDF3356-FFA8-C77A-8E25-FCEE8B7B90BB}"/>
                </a:ext>
              </a:extLst>
            </p:cNvPr>
            <p:cNvCxnSpPr>
              <a:cxnSpLocks noChangeShapeType="1"/>
            </p:cNvCxnSpPr>
            <p:nvPr/>
          </p:nvCxnSpPr>
          <p:spPr bwMode="auto">
            <a:xfrm>
              <a:off x="762000" y="1524000"/>
              <a:ext cx="457200" cy="1588"/>
            </a:xfrm>
            <a:prstGeom prst="line">
              <a:avLst/>
            </a:prstGeom>
            <a:noFill/>
            <a:ln w="1270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24945" name="Straight Connector 136">
              <a:extLst>
                <a:ext uri="{FF2B5EF4-FFF2-40B4-BE49-F238E27FC236}">
                  <a16:creationId xmlns:a16="http://schemas.microsoft.com/office/drawing/2014/main" id="{11F15926-BEB2-EBE6-06AE-7133297ECD19}"/>
                </a:ext>
              </a:extLst>
            </p:cNvPr>
            <p:cNvCxnSpPr>
              <a:cxnSpLocks noChangeShapeType="1"/>
            </p:cNvCxnSpPr>
            <p:nvPr/>
          </p:nvCxnSpPr>
          <p:spPr bwMode="auto">
            <a:xfrm>
              <a:off x="533400" y="1841500"/>
              <a:ext cx="685800" cy="1588"/>
            </a:xfrm>
            <a:prstGeom prst="line">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24946" name="Straight Connector 139">
              <a:extLst>
                <a:ext uri="{FF2B5EF4-FFF2-40B4-BE49-F238E27FC236}">
                  <a16:creationId xmlns:a16="http://schemas.microsoft.com/office/drawing/2014/main" id="{238E9D77-B048-8F7E-E3B6-2456B15A17E6}"/>
                </a:ext>
              </a:extLst>
            </p:cNvPr>
            <p:cNvCxnSpPr>
              <a:cxnSpLocks noChangeShapeType="1"/>
            </p:cNvCxnSpPr>
            <p:nvPr/>
          </p:nvCxnSpPr>
          <p:spPr bwMode="auto">
            <a:xfrm>
              <a:off x="533400" y="2133600"/>
              <a:ext cx="685800" cy="1588"/>
            </a:xfrm>
            <a:prstGeom prst="line">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24947" name="Straight Connector 141">
              <a:extLst>
                <a:ext uri="{FF2B5EF4-FFF2-40B4-BE49-F238E27FC236}">
                  <a16:creationId xmlns:a16="http://schemas.microsoft.com/office/drawing/2014/main" id="{6C98D893-9D07-4645-83F9-9F1ACD63E009}"/>
                </a:ext>
              </a:extLst>
            </p:cNvPr>
            <p:cNvCxnSpPr>
              <a:cxnSpLocks noChangeShapeType="1"/>
            </p:cNvCxnSpPr>
            <p:nvPr/>
          </p:nvCxnSpPr>
          <p:spPr bwMode="auto">
            <a:xfrm>
              <a:off x="533400" y="2438400"/>
              <a:ext cx="685800" cy="1588"/>
            </a:xfrm>
            <a:prstGeom prst="line">
              <a:avLst/>
            </a:prstGeom>
            <a:noFill/>
            <a:ln w="1270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24948" name="Straight Connector 142">
              <a:extLst>
                <a:ext uri="{FF2B5EF4-FFF2-40B4-BE49-F238E27FC236}">
                  <a16:creationId xmlns:a16="http://schemas.microsoft.com/office/drawing/2014/main" id="{FB404511-608A-12B7-AAAA-72E3B82729ED}"/>
                </a:ext>
              </a:extLst>
            </p:cNvPr>
            <p:cNvCxnSpPr>
              <a:cxnSpLocks noChangeShapeType="1"/>
            </p:cNvCxnSpPr>
            <p:nvPr/>
          </p:nvCxnSpPr>
          <p:spPr bwMode="auto">
            <a:xfrm>
              <a:off x="533400" y="2743200"/>
              <a:ext cx="685800" cy="1588"/>
            </a:xfrm>
            <a:prstGeom prst="line">
              <a:avLst/>
            </a:prstGeom>
            <a:noFill/>
            <a:ln w="1270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24949" name="Straight Connector 143">
              <a:extLst>
                <a:ext uri="{FF2B5EF4-FFF2-40B4-BE49-F238E27FC236}">
                  <a16:creationId xmlns:a16="http://schemas.microsoft.com/office/drawing/2014/main" id="{BAEDC2E9-A17A-9098-D0C2-A8B2BE4AA0B5}"/>
                </a:ext>
              </a:extLst>
            </p:cNvPr>
            <p:cNvCxnSpPr>
              <a:cxnSpLocks noChangeShapeType="1"/>
            </p:cNvCxnSpPr>
            <p:nvPr/>
          </p:nvCxnSpPr>
          <p:spPr bwMode="auto">
            <a:xfrm>
              <a:off x="533400" y="3048000"/>
              <a:ext cx="685800" cy="1588"/>
            </a:xfrm>
            <a:prstGeom prst="line">
              <a:avLst/>
            </a:prstGeom>
            <a:noFill/>
            <a:ln w="12700"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45" name="Freeform 47">
              <a:extLst>
                <a:ext uri="{FF2B5EF4-FFF2-40B4-BE49-F238E27FC236}">
                  <a16:creationId xmlns:a16="http://schemas.microsoft.com/office/drawing/2014/main" id="{E56CE435-0F08-4916-A628-E7EE4CC30D3A}"/>
                </a:ext>
              </a:extLst>
            </p:cNvPr>
            <p:cNvSpPr>
              <a:spLocks/>
            </p:cNvSpPr>
            <p:nvPr/>
          </p:nvSpPr>
          <p:spPr bwMode="auto">
            <a:xfrm>
              <a:off x="1219188" y="2971800"/>
              <a:ext cx="128585" cy="136525"/>
            </a:xfrm>
            <a:custGeom>
              <a:avLst/>
              <a:gdLst>
                <a:gd name="T0" fmla="*/ 0 w 129"/>
                <a:gd name="T1" fmla="*/ 72 h 133"/>
                <a:gd name="T2" fmla="*/ 104 w 129"/>
                <a:gd name="T3" fmla="*/ 36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noFill/>
            <a:ln w="22225" cap="flat">
              <a:solidFill>
                <a:srgbClr val="000000"/>
              </a:solidFill>
              <a:prstDash val="solid"/>
              <a:miter lim="800000"/>
              <a:headEnd/>
              <a:tailEnd/>
            </a:ln>
          </p:spPr>
          <p:txBody>
            <a:bodyPr/>
            <a:lstStyle/>
            <a:p>
              <a:pPr eaLnBrk="1" hangingPunct="1">
                <a:defRPr/>
              </a:pPr>
              <a:endParaRPr lang="en-US" sz="1100">
                <a:latin typeface="+mj-lt"/>
              </a:endParaRPr>
            </a:p>
          </p:txBody>
        </p:sp>
        <p:cxnSp>
          <p:nvCxnSpPr>
            <p:cNvPr id="124951" name="Straight Connector 155">
              <a:extLst>
                <a:ext uri="{FF2B5EF4-FFF2-40B4-BE49-F238E27FC236}">
                  <a16:creationId xmlns:a16="http://schemas.microsoft.com/office/drawing/2014/main" id="{918ABED3-F25D-5E75-8CCF-56FC2463C34F}"/>
                </a:ext>
              </a:extLst>
            </p:cNvPr>
            <p:cNvCxnSpPr>
              <a:cxnSpLocks noChangeShapeType="1"/>
            </p:cNvCxnSpPr>
            <p:nvPr/>
          </p:nvCxnSpPr>
          <p:spPr bwMode="auto">
            <a:xfrm rot="5400000">
              <a:off x="318294" y="4393406"/>
              <a:ext cx="18288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24952" name="Straight Connector 156">
              <a:extLst>
                <a:ext uri="{FF2B5EF4-FFF2-40B4-BE49-F238E27FC236}">
                  <a16:creationId xmlns:a16="http://schemas.microsoft.com/office/drawing/2014/main" id="{7FD91222-5A6F-43C3-BBAE-F8D7D16D8282}"/>
                </a:ext>
              </a:extLst>
            </p:cNvPr>
            <p:cNvCxnSpPr>
              <a:cxnSpLocks noChangeShapeType="1"/>
            </p:cNvCxnSpPr>
            <p:nvPr/>
          </p:nvCxnSpPr>
          <p:spPr bwMode="auto">
            <a:xfrm>
              <a:off x="533400" y="3644900"/>
              <a:ext cx="685800" cy="1588"/>
            </a:xfrm>
            <a:prstGeom prst="line">
              <a:avLst/>
            </a:prstGeom>
            <a:noFill/>
            <a:ln w="12700"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58" name="Freeform 47">
              <a:extLst>
                <a:ext uri="{FF2B5EF4-FFF2-40B4-BE49-F238E27FC236}">
                  <a16:creationId xmlns:a16="http://schemas.microsoft.com/office/drawing/2014/main" id="{D9C56B5D-EFA4-4798-A6E9-CB5E1AE560C0}"/>
                </a:ext>
              </a:extLst>
            </p:cNvPr>
            <p:cNvSpPr>
              <a:spLocks/>
            </p:cNvSpPr>
            <p:nvPr/>
          </p:nvSpPr>
          <p:spPr bwMode="auto">
            <a:xfrm>
              <a:off x="1219188" y="3581400"/>
              <a:ext cx="128585" cy="136525"/>
            </a:xfrm>
            <a:custGeom>
              <a:avLst/>
              <a:gdLst>
                <a:gd name="T0" fmla="*/ 0 w 129"/>
                <a:gd name="T1" fmla="*/ 72 h 133"/>
                <a:gd name="T2" fmla="*/ 104 w 129"/>
                <a:gd name="T3" fmla="*/ 36 h 133"/>
                <a:gd name="T4" fmla="*/ 0 w 129"/>
                <a:gd name="T5" fmla="*/ 0 h 133"/>
                <a:gd name="T6" fmla="*/ 0 60000 65536"/>
                <a:gd name="T7" fmla="*/ 0 60000 65536"/>
                <a:gd name="T8" fmla="*/ 0 60000 65536"/>
              </a:gdLst>
              <a:ahLst/>
              <a:cxnLst>
                <a:cxn ang="T6">
                  <a:pos x="T0" y="T1"/>
                </a:cxn>
                <a:cxn ang="T7">
                  <a:pos x="T2" y="T3"/>
                </a:cxn>
                <a:cxn ang="T8">
                  <a:pos x="T4" y="T5"/>
                </a:cxn>
              </a:cxnLst>
              <a:rect l="0" t="0" r="r" b="b"/>
              <a:pathLst>
                <a:path w="129" h="133">
                  <a:moveTo>
                    <a:pt x="0" y="133"/>
                  </a:moveTo>
                  <a:lnTo>
                    <a:pt x="129" y="66"/>
                  </a:lnTo>
                  <a:lnTo>
                    <a:pt x="0" y="0"/>
                  </a:lnTo>
                </a:path>
              </a:pathLst>
            </a:custGeom>
            <a:noFill/>
            <a:ln w="22225" cap="flat">
              <a:solidFill>
                <a:srgbClr val="000000"/>
              </a:solidFill>
              <a:prstDash val="solid"/>
              <a:miter lim="800000"/>
              <a:headEnd/>
              <a:tailEnd/>
            </a:ln>
          </p:spPr>
          <p:txBody>
            <a:bodyPr/>
            <a:lstStyle/>
            <a:p>
              <a:pPr eaLnBrk="1" hangingPunct="1">
                <a:defRPr/>
              </a:pPr>
              <a:endParaRPr lang="en-US" sz="1100">
                <a:latin typeface="+mj-lt"/>
              </a:endParaRPr>
            </a:p>
          </p:txBody>
        </p:sp>
        <p:cxnSp>
          <p:nvCxnSpPr>
            <p:cNvPr id="124954" name="Straight Connector 159">
              <a:extLst>
                <a:ext uri="{FF2B5EF4-FFF2-40B4-BE49-F238E27FC236}">
                  <a16:creationId xmlns:a16="http://schemas.microsoft.com/office/drawing/2014/main" id="{082F9D01-59FB-FCAB-BC28-F46AE404DDE2}"/>
                </a:ext>
              </a:extLst>
            </p:cNvPr>
            <p:cNvCxnSpPr>
              <a:cxnSpLocks noChangeShapeType="1"/>
            </p:cNvCxnSpPr>
            <p:nvPr/>
          </p:nvCxnSpPr>
          <p:spPr bwMode="auto">
            <a:xfrm>
              <a:off x="533400" y="3937000"/>
              <a:ext cx="685800" cy="1588"/>
            </a:xfrm>
            <a:prstGeom prst="line">
              <a:avLst/>
            </a:prstGeom>
            <a:noFill/>
            <a:ln w="1270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24955" name="Straight Connector 161">
              <a:extLst>
                <a:ext uri="{FF2B5EF4-FFF2-40B4-BE49-F238E27FC236}">
                  <a16:creationId xmlns:a16="http://schemas.microsoft.com/office/drawing/2014/main" id="{F7518D73-43CF-1882-8E73-52A7FF9B7739}"/>
                </a:ext>
              </a:extLst>
            </p:cNvPr>
            <p:cNvCxnSpPr>
              <a:cxnSpLocks noChangeShapeType="1"/>
            </p:cNvCxnSpPr>
            <p:nvPr/>
          </p:nvCxnSpPr>
          <p:spPr bwMode="auto">
            <a:xfrm>
              <a:off x="533400" y="4216400"/>
              <a:ext cx="685800" cy="1588"/>
            </a:xfrm>
            <a:prstGeom prst="line">
              <a:avLst/>
            </a:prstGeom>
            <a:noFill/>
            <a:ln w="1270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24956" name="Straight Connector 163">
              <a:extLst>
                <a:ext uri="{FF2B5EF4-FFF2-40B4-BE49-F238E27FC236}">
                  <a16:creationId xmlns:a16="http://schemas.microsoft.com/office/drawing/2014/main" id="{5C199265-B6FB-7A26-FE19-6052F1767F0D}"/>
                </a:ext>
              </a:extLst>
            </p:cNvPr>
            <p:cNvCxnSpPr>
              <a:cxnSpLocks noChangeShapeType="1"/>
            </p:cNvCxnSpPr>
            <p:nvPr/>
          </p:nvCxnSpPr>
          <p:spPr bwMode="auto">
            <a:xfrm>
              <a:off x="546100" y="4495800"/>
              <a:ext cx="685800" cy="1588"/>
            </a:xfrm>
            <a:prstGeom prst="line">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24957" name="Straight Connector 164">
              <a:extLst>
                <a:ext uri="{FF2B5EF4-FFF2-40B4-BE49-F238E27FC236}">
                  <a16:creationId xmlns:a16="http://schemas.microsoft.com/office/drawing/2014/main" id="{1ED1C05F-92DB-B091-BF6A-C23F9EF722FF}"/>
                </a:ext>
              </a:extLst>
            </p:cNvPr>
            <p:cNvCxnSpPr>
              <a:cxnSpLocks noChangeShapeType="1"/>
            </p:cNvCxnSpPr>
            <p:nvPr/>
          </p:nvCxnSpPr>
          <p:spPr bwMode="auto">
            <a:xfrm>
              <a:off x="533400" y="4775200"/>
              <a:ext cx="685800" cy="1588"/>
            </a:xfrm>
            <a:prstGeom prst="line">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24958" name="Straight Connector 168">
              <a:extLst>
                <a:ext uri="{FF2B5EF4-FFF2-40B4-BE49-F238E27FC236}">
                  <a16:creationId xmlns:a16="http://schemas.microsoft.com/office/drawing/2014/main" id="{CBDE2D50-CE7A-3CAA-7AEB-718D1B82D2AB}"/>
                </a:ext>
              </a:extLst>
            </p:cNvPr>
            <p:cNvCxnSpPr>
              <a:cxnSpLocks noChangeShapeType="1"/>
            </p:cNvCxnSpPr>
            <p:nvPr/>
          </p:nvCxnSpPr>
          <p:spPr bwMode="auto">
            <a:xfrm>
              <a:off x="746760" y="5080000"/>
              <a:ext cx="457200" cy="1588"/>
            </a:xfrm>
            <a:prstGeom prst="line">
              <a:avLst/>
            </a:prstGeom>
            <a:noFill/>
            <a:ln w="1270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24959" name="Straight Connector 171">
              <a:extLst>
                <a:ext uri="{FF2B5EF4-FFF2-40B4-BE49-F238E27FC236}">
                  <a16:creationId xmlns:a16="http://schemas.microsoft.com/office/drawing/2014/main" id="{33813E71-2649-7D46-B871-8B5F3822C55F}"/>
                </a:ext>
              </a:extLst>
            </p:cNvPr>
            <p:cNvCxnSpPr>
              <a:cxnSpLocks noChangeShapeType="1"/>
            </p:cNvCxnSpPr>
            <p:nvPr/>
          </p:nvCxnSpPr>
          <p:spPr bwMode="auto">
            <a:xfrm rot="5400000">
              <a:off x="1842294" y="2272506"/>
              <a:ext cx="18288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24960" name="Straight Connector 175">
              <a:extLst>
                <a:ext uri="{FF2B5EF4-FFF2-40B4-BE49-F238E27FC236}">
                  <a16:creationId xmlns:a16="http://schemas.microsoft.com/office/drawing/2014/main" id="{ED443E01-4C9E-A029-084D-C698731742D4}"/>
                </a:ext>
              </a:extLst>
            </p:cNvPr>
            <p:cNvCxnSpPr>
              <a:cxnSpLocks noChangeShapeType="1"/>
            </p:cNvCxnSpPr>
            <p:nvPr/>
          </p:nvCxnSpPr>
          <p:spPr bwMode="auto">
            <a:xfrm rot="5400000">
              <a:off x="1854994" y="4393406"/>
              <a:ext cx="18288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cxnSp>
        <p:nvCxnSpPr>
          <p:cNvPr id="124932" name="Straight Connector 180">
            <a:extLst>
              <a:ext uri="{FF2B5EF4-FFF2-40B4-BE49-F238E27FC236}">
                <a16:creationId xmlns:a16="http://schemas.microsoft.com/office/drawing/2014/main" id="{F487CEBE-8FAD-D48F-1931-487AD13F22A6}"/>
              </a:ext>
            </a:extLst>
          </p:cNvPr>
          <p:cNvCxnSpPr>
            <a:cxnSpLocks noChangeShapeType="1"/>
          </p:cNvCxnSpPr>
          <p:nvPr/>
        </p:nvCxnSpPr>
        <p:spPr bwMode="auto">
          <a:xfrm rot="5400000">
            <a:off x="3267076" y="5438776"/>
            <a:ext cx="18256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4933" name="Straight Connector 183">
            <a:extLst>
              <a:ext uri="{FF2B5EF4-FFF2-40B4-BE49-F238E27FC236}">
                <a16:creationId xmlns:a16="http://schemas.microsoft.com/office/drawing/2014/main" id="{1F488E93-2F09-71AF-E18B-08CBF019A485}"/>
              </a:ext>
            </a:extLst>
          </p:cNvPr>
          <p:cNvCxnSpPr>
            <a:cxnSpLocks noChangeShapeType="1"/>
          </p:cNvCxnSpPr>
          <p:nvPr/>
        </p:nvCxnSpPr>
        <p:spPr bwMode="auto">
          <a:xfrm rot="5400000" flipH="1" flipV="1">
            <a:off x="3257550" y="1663700"/>
            <a:ext cx="230188"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4934" name="Straight Connector 186">
            <a:extLst>
              <a:ext uri="{FF2B5EF4-FFF2-40B4-BE49-F238E27FC236}">
                <a16:creationId xmlns:a16="http://schemas.microsoft.com/office/drawing/2014/main" id="{7CF5549C-81C7-3FE9-BE23-91FD5908B150}"/>
              </a:ext>
            </a:extLst>
          </p:cNvPr>
          <p:cNvCxnSpPr>
            <a:cxnSpLocks noChangeShapeType="1"/>
          </p:cNvCxnSpPr>
          <p:nvPr/>
        </p:nvCxnSpPr>
        <p:spPr bwMode="auto">
          <a:xfrm>
            <a:off x="3297238" y="1524000"/>
            <a:ext cx="182562"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24935" name="Isosceles Triangle 187">
            <a:extLst>
              <a:ext uri="{FF2B5EF4-FFF2-40B4-BE49-F238E27FC236}">
                <a16:creationId xmlns:a16="http://schemas.microsoft.com/office/drawing/2014/main" id="{EB388FB1-7644-A8E4-7AF3-942F720B9C1B}"/>
              </a:ext>
            </a:extLst>
          </p:cNvPr>
          <p:cNvSpPr>
            <a:spLocks noChangeArrowheads="1"/>
          </p:cNvSpPr>
          <p:nvPr/>
        </p:nvSpPr>
        <p:spPr bwMode="auto">
          <a:xfrm flipV="1">
            <a:off x="3217864" y="5537201"/>
            <a:ext cx="274637" cy="182563"/>
          </a:xfrm>
          <a:prstGeom prst="triangle">
            <a:avLst>
              <a:gd name="adj"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u="none"/>
          </a:p>
        </p:txBody>
      </p:sp>
      <p:cxnSp>
        <p:nvCxnSpPr>
          <p:cNvPr id="124936" name="Straight Connector 188">
            <a:extLst>
              <a:ext uri="{FF2B5EF4-FFF2-40B4-BE49-F238E27FC236}">
                <a16:creationId xmlns:a16="http://schemas.microsoft.com/office/drawing/2014/main" id="{69844764-C61D-D7C2-F83A-FF70E8056E29}"/>
              </a:ext>
            </a:extLst>
          </p:cNvPr>
          <p:cNvCxnSpPr>
            <a:cxnSpLocks noChangeShapeType="1"/>
          </p:cNvCxnSpPr>
          <p:nvPr/>
        </p:nvCxnSpPr>
        <p:spPr bwMode="auto">
          <a:xfrm>
            <a:off x="3230564" y="5549900"/>
            <a:ext cx="274637"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24937" name="TextBox 52">
            <a:extLst>
              <a:ext uri="{FF2B5EF4-FFF2-40B4-BE49-F238E27FC236}">
                <a16:creationId xmlns:a16="http://schemas.microsoft.com/office/drawing/2014/main" id="{879F37B3-1988-556F-6046-F75343751B1B}"/>
              </a:ext>
            </a:extLst>
          </p:cNvPr>
          <p:cNvSpPr txBox="1">
            <a:spLocks noChangeArrowheads="1"/>
          </p:cNvSpPr>
          <p:nvPr/>
        </p:nvSpPr>
        <p:spPr bwMode="auto">
          <a:xfrm>
            <a:off x="6096000" y="1676400"/>
            <a:ext cx="43434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GB" altLang="en-US" b="0" u="none"/>
              <a:t>Both ports are independent, each with </a:t>
            </a:r>
          </a:p>
          <a:p>
            <a:pPr eaLnBrk="1" hangingPunct="1"/>
            <a:r>
              <a:rPr lang="en-GB" altLang="en-US" b="0" u="none"/>
              <a:t>its own memory organization, data</a:t>
            </a:r>
          </a:p>
          <a:p>
            <a:pPr eaLnBrk="1" hangingPunct="1"/>
            <a:r>
              <a:rPr lang="en-GB" altLang="en-US" b="0" u="none"/>
              <a:t> inputs and outputs, clock input and control signals.</a:t>
            </a:r>
          </a:p>
          <a:p>
            <a:pPr eaLnBrk="1" hangingPunct="1"/>
            <a:r>
              <a:rPr lang="en-GB" altLang="en-US" b="0" u="none"/>
              <a:t> For example, Port A could be 256x36 while Port B is 2Kx4.</a:t>
            </a:r>
          </a:p>
        </p:txBody>
      </p:sp>
      <p:sp>
        <p:nvSpPr>
          <p:cNvPr id="124938" name="Left Brace 53">
            <a:extLst>
              <a:ext uri="{FF2B5EF4-FFF2-40B4-BE49-F238E27FC236}">
                <a16:creationId xmlns:a16="http://schemas.microsoft.com/office/drawing/2014/main" id="{A211D66A-E0C1-779A-5B3B-381D600DBE73}"/>
              </a:ext>
            </a:extLst>
          </p:cNvPr>
          <p:cNvSpPr>
            <a:spLocks/>
          </p:cNvSpPr>
          <p:nvPr/>
        </p:nvSpPr>
        <p:spPr bwMode="auto">
          <a:xfrm>
            <a:off x="2819400" y="1993900"/>
            <a:ext cx="381000" cy="1371600"/>
          </a:xfrm>
          <a:prstGeom prst="leftBrace">
            <a:avLst>
              <a:gd name="adj1" fmla="val 8333"/>
              <a:gd name="adj2" fmla="val 50000"/>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u="none"/>
          </a:p>
        </p:txBody>
      </p:sp>
      <p:sp>
        <p:nvSpPr>
          <p:cNvPr id="124939" name="Left Brace 54">
            <a:extLst>
              <a:ext uri="{FF2B5EF4-FFF2-40B4-BE49-F238E27FC236}">
                <a16:creationId xmlns:a16="http://schemas.microsoft.com/office/drawing/2014/main" id="{1FB090D5-A5A7-3EF2-FAD0-8B14605F2239}"/>
              </a:ext>
            </a:extLst>
          </p:cNvPr>
          <p:cNvSpPr>
            <a:spLocks/>
          </p:cNvSpPr>
          <p:nvPr/>
        </p:nvSpPr>
        <p:spPr bwMode="auto">
          <a:xfrm>
            <a:off x="2832100" y="3860800"/>
            <a:ext cx="381000" cy="1371600"/>
          </a:xfrm>
          <a:prstGeom prst="leftBrace">
            <a:avLst>
              <a:gd name="adj1" fmla="val 8333"/>
              <a:gd name="adj2" fmla="val 50000"/>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u="none"/>
          </a:p>
        </p:txBody>
      </p:sp>
      <p:sp>
        <p:nvSpPr>
          <p:cNvPr id="124940" name="TextBox 55">
            <a:extLst>
              <a:ext uri="{FF2B5EF4-FFF2-40B4-BE49-F238E27FC236}">
                <a16:creationId xmlns:a16="http://schemas.microsoft.com/office/drawing/2014/main" id="{99538079-2C24-ECA8-B917-F85298BF9CAD}"/>
              </a:ext>
            </a:extLst>
          </p:cNvPr>
          <p:cNvSpPr txBox="1">
            <a:spLocks noChangeArrowheads="1"/>
          </p:cNvSpPr>
          <p:nvPr/>
        </p:nvSpPr>
        <p:spPr bwMode="auto">
          <a:xfrm>
            <a:off x="1905000" y="2249488"/>
            <a:ext cx="990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Single-</a:t>
            </a:r>
          </a:p>
          <a:p>
            <a:pPr eaLnBrk="1" hangingPunct="1"/>
            <a:r>
              <a:rPr lang="en-US" altLang="en-US" b="0" u="none"/>
              <a:t>Port A  </a:t>
            </a:r>
            <a:endParaRPr lang="en-GB" altLang="en-US" b="0" u="none"/>
          </a:p>
        </p:txBody>
      </p:sp>
      <p:sp>
        <p:nvSpPr>
          <p:cNvPr id="124941" name="TextBox 56">
            <a:extLst>
              <a:ext uri="{FF2B5EF4-FFF2-40B4-BE49-F238E27FC236}">
                <a16:creationId xmlns:a16="http://schemas.microsoft.com/office/drawing/2014/main" id="{8F4E6718-3643-8505-691E-1565FD18FF83}"/>
              </a:ext>
            </a:extLst>
          </p:cNvPr>
          <p:cNvSpPr txBox="1">
            <a:spLocks noChangeArrowheads="1"/>
          </p:cNvSpPr>
          <p:nvPr/>
        </p:nvSpPr>
        <p:spPr bwMode="auto">
          <a:xfrm>
            <a:off x="1981200" y="4267201"/>
            <a:ext cx="990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Single-</a:t>
            </a:r>
          </a:p>
          <a:p>
            <a:pPr eaLnBrk="1" hangingPunct="1"/>
            <a:r>
              <a:rPr lang="en-US" altLang="en-US" b="0" u="none"/>
              <a:t>Port B</a:t>
            </a:r>
            <a:endParaRPr lang="en-GB" altLang="en-US" b="0" u="none"/>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a:extLst>
              <a:ext uri="{FF2B5EF4-FFF2-40B4-BE49-F238E27FC236}">
                <a16:creationId xmlns:a16="http://schemas.microsoft.com/office/drawing/2014/main" id="{67551129-2F36-AE81-AABF-58FDE3367077}"/>
              </a:ext>
            </a:extLst>
          </p:cNvPr>
          <p:cNvSpPr>
            <a:spLocks noGrp="1" noChangeArrowheads="1"/>
          </p:cNvSpPr>
          <p:nvPr>
            <p:ph type="title"/>
          </p:nvPr>
        </p:nvSpPr>
        <p:spPr/>
        <p:txBody>
          <a:bodyPr/>
          <a:lstStyle/>
          <a:p>
            <a:r>
              <a:rPr lang="en-US" altLang="en-US"/>
              <a:t>Block RAM Applications</a:t>
            </a:r>
            <a:endParaRPr lang="en-GB" altLang="en-US"/>
          </a:p>
        </p:txBody>
      </p:sp>
      <p:sp>
        <p:nvSpPr>
          <p:cNvPr id="3" name="Text Placeholder 2">
            <a:extLst>
              <a:ext uri="{FF2B5EF4-FFF2-40B4-BE49-F238E27FC236}">
                <a16:creationId xmlns:a16="http://schemas.microsoft.com/office/drawing/2014/main" id="{D2207C0D-C343-3843-C83A-71B25410745E}"/>
              </a:ext>
            </a:extLst>
          </p:cNvPr>
          <p:cNvSpPr>
            <a:spLocks noGrp="1"/>
          </p:cNvSpPr>
          <p:nvPr>
            <p:ph type="body" sz="quarter" idx="10"/>
          </p:nvPr>
        </p:nvSpPr>
        <p:spPr/>
        <p:txBody>
          <a:bodyPr/>
          <a:lstStyle/>
          <a:p>
            <a:r>
              <a:rPr lang="en-US" sz="2200" dirty="0"/>
              <a:t>Typically, block RAM is used for a variety of local storage applications. However, the following section describes additional, perhaps less obvious block RAM capabilities, illustrating some powerful capabilities to spur the imagination. </a:t>
            </a:r>
          </a:p>
          <a:p>
            <a:pPr lvl="1"/>
            <a:r>
              <a:rPr lang="en-US" dirty="0"/>
              <a:t> Creating large RAM structure</a:t>
            </a:r>
          </a:p>
          <a:p>
            <a:pPr lvl="1"/>
            <a:r>
              <a:rPr lang="en-US" dirty="0"/>
              <a:t> Block RAM as Read-Only-Memory</a:t>
            </a:r>
          </a:p>
          <a:p>
            <a:pPr lvl="1"/>
            <a:r>
              <a:rPr lang="en-US" dirty="0"/>
              <a:t> FIFOs</a:t>
            </a:r>
          </a:p>
          <a:p>
            <a:pPr lvl="1"/>
            <a:r>
              <a:rPr lang="en-US" dirty="0"/>
              <a:t> Two Independent Single-port RAMs Using One Block RAM</a:t>
            </a:r>
          </a:p>
          <a:p>
            <a:pPr lvl="1"/>
            <a:r>
              <a:rPr lang="en-US" dirty="0"/>
              <a:t> A 512x72 Single-Port RAM Using One Block RAM</a:t>
            </a:r>
          </a:p>
          <a:p>
            <a:pPr lvl="1"/>
            <a:r>
              <a:rPr lang="en-US" dirty="0"/>
              <a:t> Circular Buffers, Shift Registers, and Delay Lines</a:t>
            </a:r>
          </a:p>
          <a:p>
            <a:pPr lvl="1"/>
            <a:r>
              <a:rPr lang="en-US" dirty="0"/>
              <a:t> Fast Complex State Machines and </a:t>
            </a:r>
            <a:r>
              <a:rPr lang="en-US" dirty="0" err="1"/>
              <a:t>Microsequencers</a:t>
            </a:r>
            <a:endParaRPr lang="en-US" dirty="0"/>
          </a:p>
          <a:p>
            <a:pPr lvl="1"/>
            <a:r>
              <a:rPr lang="en-US" dirty="0"/>
              <a:t> Fast, Long Counters Using RAM</a:t>
            </a:r>
          </a:p>
          <a:p>
            <a:pPr lvl="1"/>
            <a:r>
              <a:rPr lang="en-US" dirty="0"/>
              <a:t> Four-Port Memory</a:t>
            </a:r>
          </a:p>
          <a:p>
            <a:pPr lvl="1"/>
            <a:r>
              <a:rPr lang="en-US" dirty="0"/>
              <a:t> Content-Addressable Memory (CAM)</a:t>
            </a:r>
          </a:p>
          <a:p>
            <a:pPr lvl="1"/>
            <a:r>
              <a:rPr lang="en-US" dirty="0"/>
              <a:t> Implementing Logic Functions Using Block RAM</a:t>
            </a:r>
          </a:p>
          <a:p>
            <a:pPr lvl="1"/>
            <a:endParaRPr lang="en-US" dirty="0"/>
          </a:p>
          <a:p>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itle 1">
            <a:extLst>
              <a:ext uri="{FF2B5EF4-FFF2-40B4-BE49-F238E27FC236}">
                <a16:creationId xmlns:a16="http://schemas.microsoft.com/office/drawing/2014/main" id="{A72B45B5-CA92-F69E-3EEF-126B5A5E53E4}"/>
              </a:ext>
            </a:extLst>
          </p:cNvPr>
          <p:cNvSpPr>
            <a:spLocks noGrp="1" noChangeArrowheads="1"/>
          </p:cNvSpPr>
          <p:nvPr>
            <p:ph type="title"/>
          </p:nvPr>
        </p:nvSpPr>
        <p:spPr>
          <a:xfrm>
            <a:off x="0" y="183401"/>
            <a:ext cx="11612880" cy="704088"/>
          </a:xfrm>
        </p:spPr>
        <p:txBody>
          <a:bodyPr/>
          <a:lstStyle/>
          <a:p>
            <a:r>
              <a:rPr lang="en-GB" altLang="en-US"/>
              <a:t>7 Series FPGAs </a:t>
            </a:r>
            <a:r>
              <a:rPr lang="en-US" altLang="en-US"/>
              <a:t>FIFO Architecture</a:t>
            </a:r>
            <a:endParaRPr lang="en-GB" altLang="en-US"/>
          </a:p>
        </p:txBody>
      </p:sp>
      <p:sp>
        <p:nvSpPr>
          <p:cNvPr id="126979" name="TextBox 50">
            <a:extLst>
              <a:ext uri="{FF2B5EF4-FFF2-40B4-BE49-F238E27FC236}">
                <a16:creationId xmlns:a16="http://schemas.microsoft.com/office/drawing/2014/main" id="{9BC0D203-6C2E-C7F2-A786-9B7047B27C53}"/>
              </a:ext>
            </a:extLst>
          </p:cNvPr>
          <p:cNvSpPr txBox="1">
            <a:spLocks noChangeArrowheads="1"/>
          </p:cNvSpPr>
          <p:nvPr/>
        </p:nvSpPr>
        <p:spPr bwMode="auto">
          <a:xfrm>
            <a:off x="2057400" y="1066800"/>
            <a:ext cx="77866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FIFO  -   First-In, First-Out.     Simple Double-Port Memory</a:t>
            </a:r>
          </a:p>
        </p:txBody>
      </p:sp>
      <p:grpSp>
        <p:nvGrpSpPr>
          <p:cNvPr id="126980" name="Group 60">
            <a:extLst>
              <a:ext uri="{FF2B5EF4-FFF2-40B4-BE49-F238E27FC236}">
                <a16:creationId xmlns:a16="http://schemas.microsoft.com/office/drawing/2014/main" id="{B203003E-6641-6837-8970-062F00CCD66F}"/>
              </a:ext>
            </a:extLst>
          </p:cNvPr>
          <p:cNvGrpSpPr>
            <a:grpSpLocks/>
          </p:cNvGrpSpPr>
          <p:nvPr/>
        </p:nvGrpSpPr>
        <p:grpSpPr bwMode="auto">
          <a:xfrm>
            <a:off x="2351088" y="1676400"/>
            <a:ext cx="7486650" cy="4133850"/>
            <a:chOff x="826371" y="2057400"/>
            <a:chExt cx="7487019" cy="4133806"/>
          </a:xfrm>
        </p:grpSpPr>
        <p:sp>
          <p:nvSpPr>
            <p:cNvPr id="1027" name="Rectangle 3">
              <a:extLst>
                <a:ext uri="{FF2B5EF4-FFF2-40B4-BE49-F238E27FC236}">
                  <a16:creationId xmlns:a16="http://schemas.microsoft.com/office/drawing/2014/main" id="{E99F44A0-94E7-4344-B755-16B7CF4AFB7E}"/>
                </a:ext>
              </a:extLst>
            </p:cNvPr>
            <p:cNvSpPr>
              <a:spLocks noChangeArrowheads="1"/>
            </p:cNvSpPr>
            <p:nvPr/>
          </p:nvSpPr>
          <p:spPr bwMode="auto">
            <a:xfrm>
              <a:off x="3768153" y="2057400"/>
              <a:ext cx="1384368" cy="1663682"/>
            </a:xfrm>
            <a:prstGeom prst="rect">
              <a:avLst/>
            </a:prstGeom>
            <a:solidFill>
              <a:schemeClr val="accent1">
                <a:lumMod val="60000"/>
                <a:lumOff val="40000"/>
              </a:schemeClr>
            </a:solidFill>
            <a:ln w="19050">
              <a:solidFill>
                <a:schemeClr val="tx1"/>
              </a:solidFill>
              <a:miter lim="800000"/>
              <a:headEnd/>
              <a:tailEnd/>
            </a:ln>
          </p:spPr>
          <p:txBody>
            <a:bodyPr lIns="0" tIns="0" rIns="0" bIns="0"/>
            <a:lstStyle/>
            <a:p>
              <a:pPr algn="ctr">
                <a:spcAft>
                  <a:spcPts val="1000"/>
                </a:spcAft>
                <a:defRPr/>
              </a:pPr>
              <a:endParaRPr lang="en-GB" sz="1000" dirty="0">
                <a:latin typeface="Times New Roman" pitchFamily="18" charset="0"/>
              </a:endParaRPr>
            </a:p>
            <a:p>
              <a:pPr algn="ctr">
                <a:spcAft>
                  <a:spcPts val="1000"/>
                </a:spcAft>
                <a:defRPr/>
              </a:pPr>
              <a:r>
                <a:rPr lang="en-GB" dirty="0">
                  <a:latin typeface="+mj-lt"/>
                </a:rPr>
                <a:t>SRAM</a:t>
              </a:r>
              <a:endParaRPr lang="en-US" dirty="0">
                <a:latin typeface="+mj-lt"/>
              </a:endParaRPr>
            </a:p>
          </p:txBody>
        </p:sp>
        <p:sp>
          <p:nvSpPr>
            <p:cNvPr id="1028" name="Rectangle 4">
              <a:extLst>
                <a:ext uri="{FF2B5EF4-FFF2-40B4-BE49-F238E27FC236}">
                  <a16:creationId xmlns:a16="http://schemas.microsoft.com/office/drawing/2014/main" id="{7A56DDC4-051A-4038-9B0B-10184956B75E}"/>
                </a:ext>
              </a:extLst>
            </p:cNvPr>
            <p:cNvSpPr>
              <a:spLocks noChangeArrowheads="1"/>
            </p:cNvSpPr>
            <p:nvPr/>
          </p:nvSpPr>
          <p:spPr bwMode="auto">
            <a:xfrm>
              <a:off x="2218677" y="2109787"/>
              <a:ext cx="819190" cy="876291"/>
            </a:xfrm>
            <a:prstGeom prst="rect">
              <a:avLst/>
            </a:prstGeom>
            <a:solidFill>
              <a:schemeClr val="accent1">
                <a:lumMod val="20000"/>
                <a:lumOff val="80000"/>
              </a:schemeClr>
            </a:solidFill>
            <a:ln w="19050">
              <a:solidFill>
                <a:schemeClr val="tx1"/>
              </a:solidFill>
              <a:miter lim="800000"/>
              <a:headEnd/>
              <a:tailEnd/>
            </a:ln>
          </p:spPr>
          <p:txBody>
            <a:bodyPr lIns="0" tIns="0" rIns="0" bIns="0"/>
            <a:lstStyle/>
            <a:p>
              <a:pPr algn="ctr">
                <a:defRPr/>
              </a:pPr>
              <a:endParaRPr lang="en-GB" sz="1400" dirty="0">
                <a:latin typeface="Times New Roman" pitchFamily="18" charset="0"/>
                <a:cs typeface="Arial" charset="0"/>
              </a:endParaRPr>
            </a:p>
            <a:p>
              <a:pPr algn="ctr">
                <a:defRPr/>
              </a:pPr>
              <a:r>
                <a:rPr lang="en-GB" sz="1400" dirty="0">
                  <a:latin typeface="+mj-lt"/>
                </a:rPr>
                <a:t>Write</a:t>
              </a:r>
              <a:br>
                <a:rPr lang="en-GB" sz="1400" dirty="0">
                  <a:latin typeface="+mj-lt"/>
                </a:rPr>
              </a:br>
              <a:r>
                <a:rPr lang="en-GB" sz="1400" dirty="0">
                  <a:latin typeface="+mj-lt"/>
                </a:rPr>
                <a:t>Counter</a:t>
              </a:r>
              <a:endParaRPr lang="en-US" sz="1400" dirty="0">
                <a:latin typeface="+mj-lt"/>
              </a:endParaRPr>
            </a:p>
          </p:txBody>
        </p:sp>
        <p:sp>
          <p:nvSpPr>
            <p:cNvPr id="1029" name="Rectangle 5">
              <a:extLst>
                <a:ext uri="{FF2B5EF4-FFF2-40B4-BE49-F238E27FC236}">
                  <a16:creationId xmlns:a16="http://schemas.microsoft.com/office/drawing/2014/main" id="{355E7584-2339-40D1-81A3-B06D63D6BB4C}"/>
                </a:ext>
              </a:extLst>
            </p:cNvPr>
            <p:cNvSpPr>
              <a:spLocks noChangeArrowheads="1"/>
            </p:cNvSpPr>
            <p:nvPr/>
          </p:nvSpPr>
          <p:spPr bwMode="auto">
            <a:xfrm>
              <a:off x="5879632" y="2068513"/>
              <a:ext cx="819190" cy="876291"/>
            </a:xfrm>
            <a:prstGeom prst="rect">
              <a:avLst/>
            </a:prstGeom>
            <a:solidFill>
              <a:schemeClr val="accent1">
                <a:lumMod val="20000"/>
                <a:lumOff val="80000"/>
              </a:schemeClr>
            </a:solidFill>
            <a:ln w="19050">
              <a:solidFill>
                <a:schemeClr val="tx1"/>
              </a:solidFill>
              <a:miter lim="800000"/>
              <a:headEnd/>
              <a:tailEnd/>
            </a:ln>
          </p:spPr>
          <p:txBody>
            <a:bodyPr lIns="0" tIns="0" rIns="0" bIns="0"/>
            <a:lstStyle/>
            <a:p>
              <a:pPr algn="ctr">
                <a:defRPr/>
              </a:pPr>
              <a:endParaRPr lang="en-GB" sz="1400" dirty="0">
                <a:latin typeface="+mj-lt"/>
              </a:endParaRPr>
            </a:p>
            <a:p>
              <a:pPr algn="ctr">
                <a:defRPr/>
              </a:pPr>
              <a:r>
                <a:rPr lang="en-GB" sz="1400" dirty="0">
                  <a:latin typeface="+mj-lt"/>
                </a:rPr>
                <a:t>Read</a:t>
              </a:r>
              <a:br>
                <a:rPr lang="en-GB" sz="1400" dirty="0">
                  <a:latin typeface="+mj-lt"/>
                </a:rPr>
              </a:br>
              <a:r>
                <a:rPr lang="en-GB" sz="1400" dirty="0">
                  <a:latin typeface="+mj-lt"/>
                </a:rPr>
                <a:t>Counter</a:t>
              </a:r>
              <a:endParaRPr lang="en-US" sz="1400" dirty="0">
                <a:latin typeface="+mj-lt"/>
              </a:endParaRPr>
            </a:p>
          </p:txBody>
        </p:sp>
        <p:sp>
          <p:nvSpPr>
            <p:cNvPr id="126984" name="Line 6">
              <a:extLst>
                <a:ext uri="{FF2B5EF4-FFF2-40B4-BE49-F238E27FC236}">
                  <a16:creationId xmlns:a16="http://schemas.microsoft.com/office/drawing/2014/main" id="{13620638-DAA2-215D-55DB-66CB8A1CB223}"/>
                </a:ext>
              </a:extLst>
            </p:cNvPr>
            <p:cNvSpPr>
              <a:spLocks noChangeShapeType="1"/>
            </p:cNvSpPr>
            <p:nvPr/>
          </p:nvSpPr>
          <p:spPr bwMode="auto">
            <a:xfrm>
              <a:off x="3039126" y="2506428"/>
              <a:ext cx="721386"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6985" name="Line 7">
              <a:extLst>
                <a:ext uri="{FF2B5EF4-FFF2-40B4-BE49-F238E27FC236}">
                  <a16:creationId xmlns:a16="http://schemas.microsoft.com/office/drawing/2014/main" id="{37349AA9-30CB-C1A2-3651-DD0560E9C1B5}"/>
                </a:ext>
              </a:extLst>
            </p:cNvPr>
            <p:cNvSpPr>
              <a:spLocks noChangeShapeType="1"/>
            </p:cNvSpPr>
            <p:nvPr/>
          </p:nvSpPr>
          <p:spPr bwMode="auto">
            <a:xfrm>
              <a:off x="5154860" y="2495253"/>
              <a:ext cx="722374" cy="0"/>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26986" name="Line 8">
              <a:extLst>
                <a:ext uri="{FF2B5EF4-FFF2-40B4-BE49-F238E27FC236}">
                  <a16:creationId xmlns:a16="http://schemas.microsoft.com/office/drawing/2014/main" id="{C006C456-AEC2-B0CB-9E63-2BA8D2B8EEB9}"/>
                </a:ext>
              </a:extLst>
            </p:cNvPr>
            <p:cNvSpPr>
              <a:spLocks noChangeShapeType="1"/>
            </p:cNvSpPr>
            <p:nvPr/>
          </p:nvSpPr>
          <p:spPr bwMode="auto">
            <a:xfrm>
              <a:off x="1757430" y="2526746"/>
              <a:ext cx="46050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33" name="Rectangle 9">
              <a:extLst>
                <a:ext uri="{FF2B5EF4-FFF2-40B4-BE49-F238E27FC236}">
                  <a16:creationId xmlns:a16="http://schemas.microsoft.com/office/drawing/2014/main" id="{41DF3702-B8E7-462D-B2F0-CF1BA9C85C18}"/>
                </a:ext>
              </a:extLst>
            </p:cNvPr>
            <p:cNvSpPr>
              <a:spLocks noChangeArrowheads="1"/>
            </p:cNvSpPr>
            <p:nvPr/>
          </p:nvSpPr>
          <p:spPr bwMode="auto">
            <a:xfrm>
              <a:off x="3253778" y="4237015"/>
              <a:ext cx="2497261" cy="758817"/>
            </a:xfrm>
            <a:prstGeom prst="rect">
              <a:avLst/>
            </a:prstGeom>
            <a:solidFill>
              <a:schemeClr val="accent1">
                <a:lumMod val="60000"/>
                <a:lumOff val="40000"/>
              </a:schemeClr>
            </a:solidFill>
            <a:ln w="19050">
              <a:solidFill>
                <a:schemeClr val="tx1"/>
              </a:solidFill>
              <a:miter lim="800000"/>
              <a:headEnd/>
              <a:tailEnd/>
            </a:ln>
          </p:spPr>
          <p:txBody>
            <a:bodyPr lIns="0" tIns="0" rIns="0" bIns="0"/>
            <a:lstStyle/>
            <a:p>
              <a:pPr algn="ctr">
                <a:defRPr/>
              </a:pPr>
              <a:r>
                <a:rPr lang="en-US" sz="2000" dirty="0"/>
                <a:t>Status Flag </a:t>
              </a:r>
            </a:p>
            <a:p>
              <a:pPr algn="ctr">
                <a:defRPr/>
              </a:pPr>
              <a:r>
                <a:rPr lang="en-US" sz="2000" dirty="0"/>
                <a:t> Logic</a:t>
              </a:r>
            </a:p>
            <a:p>
              <a:pPr algn="ctr">
                <a:spcAft>
                  <a:spcPts val="1000"/>
                </a:spcAft>
                <a:defRPr/>
              </a:pPr>
              <a:endParaRPr lang="en-US" sz="2000" dirty="0"/>
            </a:p>
          </p:txBody>
        </p:sp>
        <p:sp>
          <p:nvSpPr>
            <p:cNvPr id="126988" name="Line 10">
              <a:extLst>
                <a:ext uri="{FF2B5EF4-FFF2-40B4-BE49-F238E27FC236}">
                  <a16:creationId xmlns:a16="http://schemas.microsoft.com/office/drawing/2014/main" id="{D4E61405-EA34-A53C-5210-A120A955263B}"/>
                </a:ext>
              </a:extLst>
            </p:cNvPr>
            <p:cNvSpPr>
              <a:spLocks noChangeShapeType="1"/>
            </p:cNvSpPr>
            <p:nvPr/>
          </p:nvSpPr>
          <p:spPr bwMode="auto">
            <a:xfrm flipV="1">
              <a:off x="3999655" y="3720430"/>
              <a:ext cx="0" cy="52420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6989" name="Line 11">
              <a:extLst>
                <a:ext uri="{FF2B5EF4-FFF2-40B4-BE49-F238E27FC236}">
                  <a16:creationId xmlns:a16="http://schemas.microsoft.com/office/drawing/2014/main" id="{EA779EA2-3F3A-F5D2-A36D-308D7790FEA8}"/>
                </a:ext>
              </a:extLst>
            </p:cNvPr>
            <p:cNvSpPr>
              <a:spLocks noChangeShapeType="1"/>
            </p:cNvSpPr>
            <p:nvPr/>
          </p:nvSpPr>
          <p:spPr bwMode="auto">
            <a:xfrm flipV="1">
              <a:off x="4480909" y="3720430"/>
              <a:ext cx="0" cy="52420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6990" name="Line 12">
              <a:extLst>
                <a:ext uri="{FF2B5EF4-FFF2-40B4-BE49-F238E27FC236}">
                  <a16:creationId xmlns:a16="http://schemas.microsoft.com/office/drawing/2014/main" id="{105F4059-9743-28A8-1A14-E227711FD7E2}"/>
                </a:ext>
              </a:extLst>
            </p:cNvPr>
            <p:cNvSpPr>
              <a:spLocks noChangeShapeType="1"/>
            </p:cNvSpPr>
            <p:nvPr/>
          </p:nvSpPr>
          <p:spPr bwMode="auto">
            <a:xfrm flipV="1">
              <a:off x="4950304" y="3720430"/>
              <a:ext cx="0" cy="52420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6991" name="Line 13">
              <a:extLst>
                <a:ext uri="{FF2B5EF4-FFF2-40B4-BE49-F238E27FC236}">
                  <a16:creationId xmlns:a16="http://schemas.microsoft.com/office/drawing/2014/main" id="{C49A107E-7F88-A41F-0B06-341CBB0DFC82}"/>
                </a:ext>
              </a:extLst>
            </p:cNvPr>
            <p:cNvSpPr>
              <a:spLocks noChangeShapeType="1"/>
            </p:cNvSpPr>
            <p:nvPr/>
          </p:nvSpPr>
          <p:spPr bwMode="auto">
            <a:xfrm>
              <a:off x="2067252" y="4390925"/>
              <a:ext cx="118872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38" name="Text Box 14">
              <a:extLst>
                <a:ext uri="{FF2B5EF4-FFF2-40B4-BE49-F238E27FC236}">
                  <a16:creationId xmlns:a16="http://schemas.microsoft.com/office/drawing/2014/main" id="{8416B03B-F137-4057-899B-DD53E985E987}"/>
                </a:ext>
              </a:extLst>
            </p:cNvPr>
            <p:cNvSpPr txBox="1">
              <a:spLocks noChangeArrowheads="1"/>
            </p:cNvSpPr>
            <p:nvPr/>
          </p:nvSpPr>
          <p:spPr bwMode="auto">
            <a:xfrm>
              <a:off x="1045457" y="4179865"/>
              <a:ext cx="920795" cy="315909"/>
            </a:xfrm>
            <a:prstGeom prst="rect">
              <a:avLst/>
            </a:prstGeom>
            <a:noFill/>
            <a:ln w="9525">
              <a:noFill/>
              <a:miter lim="800000"/>
              <a:headEnd/>
              <a:tailEnd/>
            </a:ln>
          </p:spPr>
          <p:txBody>
            <a:bodyPr lIns="0" tIns="0" rIns="0" bIns="0"/>
            <a:lstStyle/>
            <a:p>
              <a:pPr algn="ctr">
                <a:spcAft>
                  <a:spcPts val="1000"/>
                </a:spcAft>
                <a:defRPr/>
              </a:pPr>
              <a:r>
                <a:rPr lang="en-GB" sz="1600" dirty="0"/>
                <a:t>WEN</a:t>
              </a:r>
              <a:endParaRPr lang="en-US" sz="1600" dirty="0"/>
            </a:p>
          </p:txBody>
        </p:sp>
        <p:sp>
          <p:nvSpPr>
            <p:cNvPr id="126993" name="Line 15">
              <a:extLst>
                <a:ext uri="{FF2B5EF4-FFF2-40B4-BE49-F238E27FC236}">
                  <a16:creationId xmlns:a16="http://schemas.microsoft.com/office/drawing/2014/main" id="{8E71669B-E8A0-DC21-5A96-0F4EC34ACAD9}"/>
                </a:ext>
              </a:extLst>
            </p:cNvPr>
            <p:cNvSpPr>
              <a:spLocks noChangeShapeType="1"/>
            </p:cNvSpPr>
            <p:nvPr/>
          </p:nvSpPr>
          <p:spPr bwMode="auto">
            <a:xfrm flipH="1">
              <a:off x="5765185" y="4410289"/>
              <a:ext cx="146304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0" name="Text Box 16">
              <a:extLst>
                <a:ext uri="{FF2B5EF4-FFF2-40B4-BE49-F238E27FC236}">
                  <a16:creationId xmlns:a16="http://schemas.microsoft.com/office/drawing/2014/main" id="{2A654745-3B14-4586-9FE2-8C547A54A056}"/>
                </a:ext>
              </a:extLst>
            </p:cNvPr>
            <p:cNvSpPr txBox="1">
              <a:spLocks noChangeArrowheads="1"/>
            </p:cNvSpPr>
            <p:nvPr/>
          </p:nvSpPr>
          <p:spPr bwMode="auto">
            <a:xfrm>
              <a:off x="7391007" y="4267176"/>
              <a:ext cx="922383" cy="358771"/>
            </a:xfrm>
            <a:prstGeom prst="rect">
              <a:avLst/>
            </a:prstGeom>
            <a:noFill/>
            <a:ln w="9525">
              <a:noFill/>
              <a:miter lim="800000"/>
              <a:headEnd/>
              <a:tailEnd/>
            </a:ln>
          </p:spPr>
          <p:txBody>
            <a:bodyPr lIns="0" tIns="0" rIns="0" bIns="0"/>
            <a:lstStyle/>
            <a:p>
              <a:pPr algn="ctr">
                <a:spcAft>
                  <a:spcPts val="1000"/>
                </a:spcAft>
                <a:defRPr/>
              </a:pPr>
              <a:r>
                <a:rPr lang="en-GB" sz="1600" dirty="0"/>
                <a:t>RDEN</a:t>
              </a:r>
              <a:endParaRPr lang="en-US" sz="1600" dirty="0"/>
            </a:p>
          </p:txBody>
        </p:sp>
        <p:sp>
          <p:nvSpPr>
            <p:cNvPr id="126995" name="Line 17">
              <a:extLst>
                <a:ext uri="{FF2B5EF4-FFF2-40B4-BE49-F238E27FC236}">
                  <a16:creationId xmlns:a16="http://schemas.microsoft.com/office/drawing/2014/main" id="{0F21D048-3B46-BB3B-72E1-8DCFE5E143F5}"/>
                </a:ext>
              </a:extLst>
            </p:cNvPr>
            <p:cNvSpPr>
              <a:spLocks noChangeShapeType="1"/>
            </p:cNvSpPr>
            <p:nvPr/>
          </p:nvSpPr>
          <p:spPr bwMode="auto">
            <a:xfrm flipV="1">
              <a:off x="2054297" y="4609344"/>
              <a:ext cx="118872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2" name="Text Box 18">
              <a:extLst>
                <a:ext uri="{FF2B5EF4-FFF2-40B4-BE49-F238E27FC236}">
                  <a16:creationId xmlns:a16="http://schemas.microsoft.com/office/drawing/2014/main" id="{2D331ECA-C3D7-476B-93AB-98D1511A2F24}"/>
                </a:ext>
              </a:extLst>
            </p:cNvPr>
            <p:cNvSpPr txBox="1">
              <a:spLocks noChangeArrowheads="1"/>
            </p:cNvSpPr>
            <p:nvPr/>
          </p:nvSpPr>
          <p:spPr bwMode="auto">
            <a:xfrm>
              <a:off x="826371" y="4483074"/>
              <a:ext cx="1071615" cy="315910"/>
            </a:xfrm>
            <a:prstGeom prst="rect">
              <a:avLst/>
            </a:prstGeom>
            <a:noFill/>
            <a:ln w="9525">
              <a:noFill/>
              <a:miter lim="800000"/>
              <a:headEnd/>
              <a:tailEnd/>
            </a:ln>
          </p:spPr>
          <p:txBody>
            <a:bodyPr lIns="0" tIns="0" rIns="0" bIns="0"/>
            <a:lstStyle/>
            <a:p>
              <a:pPr algn="ctr">
                <a:spcAft>
                  <a:spcPts val="1000"/>
                </a:spcAft>
                <a:defRPr/>
              </a:pPr>
              <a:r>
                <a:rPr lang="en-GB" sz="1600"/>
                <a:t>WRCLK</a:t>
              </a:r>
              <a:endParaRPr lang="en-US" sz="1600"/>
            </a:p>
          </p:txBody>
        </p:sp>
        <p:sp>
          <p:nvSpPr>
            <p:cNvPr id="126997" name="Line 19">
              <a:extLst>
                <a:ext uri="{FF2B5EF4-FFF2-40B4-BE49-F238E27FC236}">
                  <a16:creationId xmlns:a16="http://schemas.microsoft.com/office/drawing/2014/main" id="{C74C2FB4-8560-2CC7-81D1-9758D1B2F3D6}"/>
                </a:ext>
              </a:extLst>
            </p:cNvPr>
            <p:cNvSpPr>
              <a:spLocks noChangeShapeType="1"/>
            </p:cNvSpPr>
            <p:nvPr/>
          </p:nvSpPr>
          <p:spPr bwMode="auto">
            <a:xfrm flipH="1">
              <a:off x="5761492" y="4759728"/>
              <a:ext cx="146304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 name="Text Box 20">
              <a:extLst>
                <a:ext uri="{FF2B5EF4-FFF2-40B4-BE49-F238E27FC236}">
                  <a16:creationId xmlns:a16="http://schemas.microsoft.com/office/drawing/2014/main" id="{1C1B4193-28CB-4BB6-9473-16A83D1070A6}"/>
                </a:ext>
              </a:extLst>
            </p:cNvPr>
            <p:cNvSpPr txBox="1">
              <a:spLocks noChangeArrowheads="1"/>
            </p:cNvSpPr>
            <p:nvPr/>
          </p:nvSpPr>
          <p:spPr bwMode="auto">
            <a:xfrm>
              <a:off x="7238599" y="4648172"/>
              <a:ext cx="1071616" cy="315910"/>
            </a:xfrm>
            <a:prstGeom prst="rect">
              <a:avLst/>
            </a:prstGeom>
            <a:noFill/>
            <a:ln w="9525">
              <a:noFill/>
              <a:miter lim="800000"/>
              <a:headEnd/>
              <a:tailEnd/>
            </a:ln>
          </p:spPr>
          <p:txBody>
            <a:bodyPr lIns="0" tIns="0" rIns="0" bIns="0"/>
            <a:lstStyle/>
            <a:p>
              <a:pPr algn="ctr">
                <a:spcAft>
                  <a:spcPts val="1000"/>
                </a:spcAft>
                <a:defRPr/>
              </a:pPr>
              <a:r>
                <a:rPr lang="en-GB" sz="1600" dirty="0"/>
                <a:t>RDCLK</a:t>
              </a:r>
              <a:endParaRPr lang="en-US" sz="1600" dirty="0"/>
            </a:p>
          </p:txBody>
        </p:sp>
        <p:sp>
          <p:nvSpPr>
            <p:cNvPr id="126999" name="Line 21">
              <a:extLst>
                <a:ext uri="{FF2B5EF4-FFF2-40B4-BE49-F238E27FC236}">
                  <a16:creationId xmlns:a16="http://schemas.microsoft.com/office/drawing/2014/main" id="{3430ADED-11F9-2C8C-1229-F7E23A413D6D}"/>
                </a:ext>
              </a:extLst>
            </p:cNvPr>
            <p:cNvSpPr>
              <a:spLocks noChangeShapeType="1"/>
            </p:cNvSpPr>
            <p:nvPr/>
          </p:nvSpPr>
          <p:spPr bwMode="auto">
            <a:xfrm>
              <a:off x="2046212" y="4845033"/>
              <a:ext cx="118872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6" name="Text Box 22">
              <a:extLst>
                <a:ext uri="{FF2B5EF4-FFF2-40B4-BE49-F238E27FC236}">
                  <a16:creationId xmlns:a16="http://schemas.microsoft.com/office/drawing/2014/main" id="{8341FE63-4A13-44AC-8880-381DE5123260}"/>
                </a:ext>
              </a:extLst>
            </p:cNvPr>
            <p:cNvSpPr txBox="1">
              <a:spLocks noChangeArrowheads="1"/>
            </p:cNvSpPr>
            <p:nvPr/>
          </p:nvSpPr>
          <p:spPr bwMode="auto">
            <a:xfrm>
              <a:off x="937501" y="4733897"/>
              <a:ext cx="1070028" cy="315910"/>
            </a:xfrm>
            <a:prstGeom prst="rect">
              <a:avLst/>
            </a:prstGeom>
            <a:noFill/>
            <a:ln w="9525">
              <a:noFill/>
              <a:miter lim="800000"/>
              <a:headEnd/>
              <a:tailEnd/>
            </a:ln>
          </p:spPr>
          <p:txBody>
            <a:bodyPr lIns="0" tIns="0" rIns="0" bIns="0"/>
            <a:lstStyle/>
            <a:p>
              <a:pPr algn="ctr">
                <a:spcAft>
                  <a:spcPts val="1000"/>
                </a:spcAft>
                <a:defRPr/>
              </a:pPr>
              <a:r>
                <a:rPr lang="en-GB" sz="1600" dirty="0">
                  <a:latin typeface="+mj-lt"/>
                </a:rPr>
                <a:t>Reset</a:t>
              </a:r>
              <a:endParaRPr lang="en-US" sz="1600" dirty="0">
                <a:latin typeface="+mj-lt"/>
              </a:endParaRPr>
            </a:p>
          </p:txBody>
        </p:sp>
        <p:sp>
          <p:nvSpPr>
            <p:cNvPr id="1047" name="Text Box 23">
              <a:extLst>
                <a:ext uri="{FF2B5EF4-FFF2-40B4-BE49-F238E27FC236}">
                  <a16:creationId xmlns:a16="http://schemas.microsoft.com/office/drawing/2014/main" id="{155F2D88-FF35-489F-B3E1-1295B962B0CD}"/>
                </a:ext>
              </a:extLst>
            </p:cNvPr>
            <p:cNvSpPr txBox="1">
              <a:spLocks noChangeArrowheads="1"/>
            </p:cNvSpPr>
            <p:nvPr/>
          </p:nvSpPr>
          <p:spPr bwMode="auto">
            <a:xfrm>
              <a:off x="3426824" y="3895705"/>
              <a:ext cx="760449" cy="315910"/>
            </a:xfrm>
            <a:prstGeom prst="rect">
              <a:avLst/>
            </a:prstGeom>
            <a:noFill/>
            <a:ln w="9525">
              <a:noFill/>
              <a:miter lim="800000"/>
              <a:headEnd/>
              <a:tailEnd/>
            </a:ln>
          </p:spPr>
          <p:txBody>
            <a:bodyPr lIns="0" tIns="0" rIns="0" bIns="0"/>
            <a:lstStyle/>
            <a:p>
              <a:pPr algn="ctr">
                <a:spcAft>
                  <a:spcPts val="1000"/>
                </a:spcAft>
                <a:defRPr/>
              </a:pPr>
              <a:r>
                <a:rPr lang="en-GB" sz="1400" dirty="0">
                  <a:latin typeface="+mj-lt"/>
                </a:rPr>
                <a:t>OE</a:t>
              </a:r>
              <a:endParaRPr lang="en-US" sz="1400" dirty="0">
                <a:latin typeface="+mj-lt"/>
              </a:endParaRPr>
            </a:p>
          </p:txBody>
        </p:sp>
        <p:sp>
          <p:nvSpPr>
            <p:cNvPr id="127002" name="Line 24">
              <a:extLst>
                <a:ext uri="{FF2B5EF4-FFF2-40B4-BE49-F238E27FC236}">
                  <a16:creationId xmlns:a16="http://schemas.microsoft.com/office/drawing/2014/main" id="{B37D4E1A-AF76-1646-579F-424234318315}"/>
                </a:ext>
              </a:extLst>
            </p:cNvPr>
            <p:cNvSpPr>
              <a:spLocks noChangeShapeType="1"/>
            </p:cNvSpPr>
            <p:nvPr/>
          </p:nvSpPr>
          <p:spPr bwMode="auto">
            <a:xfrm>
              <a:off x="6702381" y="2474936"/>
              <a:ext cx="548640" cy="0"/>
            </a:xfrm>
            <a:prstGeom prst="line">
              <a:avLst/>
            </a:prstGeom>
            <a:noFill/>
            <a:ln w="19050">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27003" name="Line 25">
              <a:extLst>
                <a:ext uri="{FF2B5EF4-FFF2-40B4-BE49-F238E27FC236}">
                  <a16:creationId xmlns:a16="http://schemas.microsoft.com/office/drawing/2014/main" id="{A3E0790D-88B9-74B0-D69D-C2F8674F3214}"/>
                </a:ext>
              </a:extLst>
            </p:cNvPr>
            <p:cNvSpPr>
              <a:spLocks noChangeShapeType="1"/>
            </p:cNvSpPr>
            <p:nvPr/>
          </p:nvSpPr>
          <p:spPr bwMode="auto">
            <a:xfrm flipV="1">
              <a:off x="6100567" y="2944502"/>
              <a:ext cx="0" cy="1474072"/>
            </a:xfrm>
            <a:prstGeom prst="line">
              <a:avLst/>
            </a:prstGeom>
            <a:noFill/>
            <a:ln w="1905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7004" name="Line 26">
              <a:extLst>
                <a:ext uri="{FF2B5EF4-FFF2-40B4-BE49-F238E27FC236}">
                  <a16:creationId xmlns:a16="http://schemas.microsoft.com/office/drawing/2014/main" id="{43E87F03-CDE3-3F80-C06B-4E8779F3D2D8}"/>
                </a:ext>
              </a:extLst>
            </p:cNvPr>
            <p:cNvSpPr>
              <a:spLocks noChangeShapeType="1"/>
            </p:cNvSpPr>
            <p:nvPr/>
          </p:nvSpPr>
          <p:spPr bwMode="auto">
            <a:xfrm flipV="1">
              <a:off x="2867178" y="2995077"/>
              <a:ext cx="0" cy="1393817"/>
            </a:xfrm>
            <a:prstGeom prst="line">
              <a:avLst/>
            </a:prstGeom>
            <a:noFill/>
            <a:ln w="1905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7005" name="Line 27">
              <a:extLst>
                <a:ext uri="{FF2B5EF4-FFF2-40B4-BE49-F238E27FC236}">
                  <a16:creationId xmlns:a16="http://schemas.microsoft.com/office/drawing/2014/main" id="{0D13CFD9-4A6E-6B4F-DD32-FFE8ACD7F0D9}"/>
                </a:ext>
              </a:extLst>
            </p:cNvPr>
            <p:cNvSpPr>
              <a:spLocks noChangeShapeType="1"/>
            </p:cNvSpPr>
            <p:nvPr/>
          </p:nvSpPr>
          <p:spPr bwMode="auto">
            <a:xfrm flipV="1">
              <a:off x="6369358" y="2943914"/>
              <a:ext cx="0" cy="1802209"/>
            </a:xfrm>
            <a:prstGeom prst="line">
              <a:avLst/>
            </a:prstGeom>
            <a:noFill/>
            <a:ln w="1905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7006" name="Line 28">
              <a:extLst>
                <a:ext uri="{FF2B5EF4-FFF2-40B4-BE49-F238E27FC236}">
                  <a16:creationId xmlns:a16="http://schemas.microsoft.com/office/drawing/2014/main" id="{21DBA997-D3BD-7948-54B8-F708D8375A71}"/>
                </a:ext>
              </a:extLst>
            </p:cNvPr>
            <p:cNvSpPr>
              <a:spLocks noChangeShapeType="1"/>
            </p:cNvSpPr>
            <p:nvPr/>
          </p:nvSpPr>
          <p:spPr bwMode="auto">
            <a:xfrm flipV="1">
              <a:off x="2692268" y="2995077"/>
              <a:ext cx="0" cy="1612236"/>
            </a:xfrm>
            <a:prstGeom prst="line">
              <a:avLst/>
            </a:prstGeom>
            <a:noFill/>
            <a:ln w="1905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7007" name="Line 29">
              <a:extLst>
                <a:ext uri="{FF2B5EF4-FFF2-40B4-BE49-F238E27FC236}">
                  <a16:creationId xmlns:a16="http://schemas.microsoft.com/office/drawing/2014/main" id="{BFB28197-B91C-B5E7-4093-F41CBD337C11}"/>
                </a:ext>
              </a:extLst>
            </p:cNvPr>
            <p:cNvSpPr>
              <a:spLocks noChangeShapeType="1"/>
            </p:cNvSpPr>
            <p:nvPr/>
          </p:nvSpPr>
          <p:spPr bwMode="auto">
            <a:xfrm flipV="1">
              <a:off x="2526249" y="2995077"/>
              <a:ext cx="0" cy="1848940"/>
            </a:xfrm>
            <a:prstGeom prst="line">
              <a:avLst/>
            </a:prstGeom>
            <a:noFill/>
            <a:ln w="1905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7008" name="Line 30">
              <a:extLst>
                <a:ext uri="{FF2B5EF4-FFF2-40B4-BE49-F238E27FC236}">
                  <a16:creationId xmlns:a16="http://schemas.microsoft.com/office/drawing/2014/main" id="{E9DA179C-4515-7610-DA52-7D88D5944426}"/>
                </a:ext>
              </a:extLst>
            </p:cNvPr>
            <p:cNvSpPr>
              <a:spLocks noChangeShapeType="1"/>
            </p:cNvSpPr>
            <p:nvPr/>
          </p:nvSpPr>
          <p:spPr bwMode="auto">
            <a:xfrm>
              <a:off x="3604037" y="4985362"/>
              <a:ext cx="0" cy="36877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7009" name="Line 31">
              <a:extLst>
                <a:ext uri="{FF2B5EF4-FFF2-40B4-BE49-F238E27FC236}">
                  <a16:creationId xmlns:a16="http://schemas.microsoft.com/office/drawing/2014/main" id="{55DE61CC-7807-79B0-22FD-ECCBB152FA7B}"/>
                </a:ext>
              </a:extLst>
            </p:cNvPr>
            <p:cNvSpPr>
              <a:spLocks noChangeShapeType="1"/>
            </p:cNvSpPr>
            <p:nvPr/>
          </p:nvSpPr>
          <p:spPr bwMode="auto">
            <a:xfrm>
              <a:off x="4391006" y="4987395"/>
              <a:ext cx="0" cy="36877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56" name="Text Box 32">
              <a:extLst>
                <a:ext uri="{FF2B5EF4-FFF2-40B4-BE49-F238E27FC236}">
                  <a16:creationId xmlns:a16="http://schemas.microsoft.com/office/drawing/2014/main" id="{E34C0F11-ACEC-4942-A375-2288CE831E86}"/>
                </a:ext>
              </a:extLst>
            </p:cNvPr>
            <p:cNvSpPr txBox="1">
              <a:spLocks noChangeArrowheads="1"/>
            </p:cNvSpPr>
            <p:nvPr/>
          </p:nvSpPr>
          <p:spPr bwMode="auto">
            <a:xfrm>
              <a:off x="3944375" y="3898880"/>
              <a:ext cx="762038" cy="315910"/>
            </a:xfrm>
            <a:prstGeom prst="rect">
              <a:avLst/>
            </a:prstGeom>
            <a:noFill/>
            <a:ln w="9525">
              <a:noFill/>
              <a:miter lim="800000"/>
              <a:headEnd/>
              <a:tailEnd/>
            </a:ln>
          </p:spPr>
          <p:txBody>
            <a:bodyPr lIns="0" tIns="0" rIns="0" bIns="0"/>
            <a:lstStyle/>
            <a:p>
              <a:pPr algn="ctr">
                <a:spcAft>
                  <a:spcPts val="1000"/>
                </a:spcAft>
                <a:defRPr/>
              </a:pPr>
              <a:r>
                <a:rPr lang="en-GB" sz="1400" dirty="0">
                  <a:latin typeface="+mj-lt"/>
                </a:rPr>
                <a:t>RD</a:t>
              </a:r>
              <a:endParaRPr lang="en-US" sz="1400" dirty="0">
                <a:latin typeface="+mj-lt"/>
              </a:endParaRPr>
            </a:p>
          </p:txBody>
        </p:sp>
        <p:sp>
          <p:nvSpPr>
            <p:cNvPr id="1057" name="Text Box 33">
              <a:extLst>
                <a:ext uri="{FF2B5EF4-FFF2-40B4-BE49-F238E27FC236}">
                  <a16:creationId xmlns:a16="http://schemas.microsoft.com/office/drawing/2014/main" id="{A52E3F17-984D-4FB2-AB5E-A4B09300B34E}"/>
                </a:ext>
              </a:extLst>
            </p:cNvPr>
            <p:cNvSpPr txBox="1">
              <a:spLocks noChangeArrowheads="1"/>
            </p:cNvSpPr>
            <p:nvPr/>
          </p:nvSpPr>
          <p:spPr bwMode="auto">
            <a:xfrm>
              <a:off x="4409535" y="3914755"/>
              <a:ext cx="760450" cy="315910"/>
            </a:xfrm>
            <a:prstGeom prst="rect">
              <a:avLst/>
            </a:prstGeom>
            <a:noFill/>
            <a:ln w="9525">
              <a:noFill/>
              <a:miter lim="800000"/>
              <a:headEnd/>
              <a:tailEnd/>
            </a:ln>
          </p:spPr>
          <p:txBody>
            <a:bodyPr lIns="0" tIns="0" rIns="0" bIns="0"/>
            <a:lstStyle/>
            <a:p>
              <a:pPr algn="ctr">
                <a:spcAft>
                  <a:spcPts val="1000"/>
                </a:spcAft>
                <a:defRPr/>
              </a:pPr>
              <a:r>
                <a:rPr lang="en-GB" sz="1400" dirty="0">
                  <a:latin typeface="+mj-lt"/>
                </a:rPr>
                <a:t>WE</a:t>
              </a:r>
              <a:endParaRPr lang="en-US" sz="1400" dirty="0">
                <a:latin typeface="+mj-lt"/>
              </a:endParaRPr>
            </a:p>
          </p:txBody>
        </p:sp>
        <p:sp>
          <p:nvSpPr>
            <p:cNvPr id="1058" name="Text Box 34">
              <a:extLst>
                <a:ext uri="{FF2B5EF4-FFF2-40B4-BE49-F238E27FC236}">
                  <a16:creationId xmlns:a16="http://schemas.microsoft.com/office/drawing/2014/main" id="{EBBCA9CE-A2ED-447F-BA35-C7B7DE52778D}"/>
                </a:ext>
              </a:extLst>
            </p:cNvPr>
            <p:cNvSpPr txBox="1">
              <a:spLocks noChangeArrowheads="1"/>
            </p:cNvSpPr>
            <p:nvPr/>
          </p:nvSpPr>
          <p:spPr bwMode="auto">
            <a:xfrm>
              <a:off x="1086734" y="2241548"/>
              <a:ext cx="922382" cy="831841"/>
            </a:xfrm>
            <a:prstGeom prst="rect">
              <a:avLst/>
            </a:prstGeom>
            <a:noFill/>
            <a:ln w="9525">
              <a:noFill/>
              <a:miter lim="800000"/>
              <a:headEnd/>
              <a:tailEnd/>
            </a:ln>
          </p:spPr>
          <p:txBody>
            <a:bodyPr lIns="0" tIns="0" rIns="0" bIns="0"/>
            <a:lstStyle/>
            <a:p>
              <a:pPr algn="ctr">
                <a:spcAft>
                  <a:spcPts val="1000"/>
                </a:spcAft>
                <a:defRPr/>
              </a:pPr>
              <a:r>
                <a:rPr lang="en-GB" sz="1600" dirty="0"/>
                <a:t>Write Count</a:t>
              </a:r>
              <a:endParaRPr lang="en-US" sz="1600" dirty="0"/>
            </a:p>
          </p:txBody>
        </p:sp>
        <p:sp>
          <p:nvSpPr>
            <p:cNvPr id="1059" name="Text Box 35">
              <a:extLst>
                <a:ext uri="{FF2B5EF4-FFF2-40B4-BE49-F238E27FC236}">
                  <a16:creationId xmlns:a16="http://schemas.microsoft.com/office/drawing/2014/main" id="{BACED7F1-0AF0-4AB3-831B-B81055D802FC}"/>
                </a:ext>
              </a:extLst>
            </p:cNvPr>
            <p:cNvSpPr txBox="1">
              <a:spLocks noChangeArrowheads="1"/>
            </p:cNvSpPr>
            <p:nvPr/>
          </p:nvSpPr>
          <p:spPr bwMode="auto">
            <a:xfrm>
              <a:off x="7238599" y="2209798"/>
              <a:ext cx="858880" cy="644518"/>
            </a:xfrm>
            <a:prstGeom prst="rect">
              <a:avLst/>
            </a:prstGeom>
            <a:noFill/>
            <a:ln w="9525">
              <a:noFill/>
              <a:miter lim="800000"/>
              <a:headEnd/>
              <a:tailEnd/>
            </a:ln>
          </p:spPr>
          <p:txBody>
            <a:bodyPr lIns="0" tIns="0" rIns="0" bIns="0"/>
            <a:lstStyle/>
            <a:p>
              <a:pPr algn="ctr">
                <a:spcAft>
                  <a:spcPts val="1000"/>
                </a:spcAft>
                <a:defRPr/>
              </a:pPr>
              <a:r>
                <a:rPr lang="en-GB" sz="1600" dirty="0"/>
                <a:t>Read Count</a:t>
              </a:r>
              <a:endParaRPr lang="en-US" sz="1600" dirty="0"/>
            </a:p>
          </p:txBody>
        </p:sp>
        <p:sp>
          <p:nvSpPr>
            <p:cNvPr id="127014" name="Line 36">
              <a:extLst>
                <a:ext uri="{FF2B5EF4-FFF2-40B4-BE49-F238E27FC236}">
                  <a16:creationId xmlns:a16="http://schemas.microsoft.com/office/drawing/2014/main" id="{3FEBCD6A-E56F-DDC5-4209-344AE5641E36}"/>
                </a:ext>
              </a:extLst>
            </p:cNvPr>
            <p:cNvSpPr>
              <a:spLocks noChangeShapeType="1"/>
            </p:cNvSpPr>
            <p:nvPr/>
          </p:nvSpPr>
          <p:spPr bwMode="auto">
            <a:xfrm>
              <a:off x="1757430" y="3409564"/>
              <a:ext cx="153763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15" name="Line 37">
              <a:extLst>
                <a:ext uri="{FF2B5EF4-FFF2-40B4-BE49-F238E27FC236}">
                  <a16:creationId xmlns:a16="http://schemas.microsoft.com/office/drawing/2014/main" id="{9225505E-27DF-11FD-BF81-05B9686498AD}"/>
                </a:ext>
              </a:extLst>
            </p:cNvPr>
            <p:cNvSpPr>
              <a:spLocks noChangeShapeType="1"/>
            </p:cNvSpPr>
            <p:nvPr/>
          </p:nvSpPr>
          <p:spPr bwMode="auto">
            <a:xfrm flipV="1">
              <a:off x="3295069" y="2936154"/>
              <a:ext cx="0" cy="4734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16" name="Line 38">
              <a:extLst>
                <a:ext uri="{FF2B5EF4-FFF2-40B4-BE49-F238E27FC236}">
                  <a16:creationId xmlns:a16="http://schemas.microsoft.com/office/drawing/2014/main" id="{85E7041E-B66F-827D-ED03-CD81CD2CDFC4}"/>
                </a:ext>
              </a:extLst>
            </p:cNvPr>
            <p:cNvSpPr>
              <a:spLocks noChangeShapeType="1"/>
            </p:cNvSpPr>
            <p:nvPr/>
          </p:nvSpPr>
          <p:spPr bwMode="auto">
            <a:xfrm>
              <a:off x="3295069" y="2936154"/>
              <a:ext cx="46149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7017" name="Line 39">
              <a:extLst>
                <a:ext uri="{FF2B5EF4-FFF2-40B4-BE49-F238E27FC236}">
                  <a16:creationId xmlns:a16="http://schemas.microsoft.com/office/drawing/2014/main" id="{9741BF81-4D5D-323E-28FC-9ECC54755717}"/>
                </a:ext>
              </a:extLst>
            </p:cNvPr>
            <p:cNvSpPr>
              <a:spLocks noChangeShapeType="1"/>
            </p:cNvSpPr>
            <p:nvPr/>
          </p:nvSpPr>
          <p:spPr bwMode="auto">
            <a:xfrm>
              <a:off x="5152884" y="2936154"/>
              <a:ext cx="46149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18" name="Line 40">
              <a:extLst>
                <a:ext uri="{FF2B5EF4-FFF2-40B4-BE49-F238E27FC236}">
                  <a16:creationId xmlns:a16="http://schemas.microsoft.com/office/drawing/2014/main" id="{33DB0BD8-D522-24D4-CFE1-6E9099730527}"/>
                </a:ext>
              </a:extLst>
            </p:cNvPr>
            <p:cNvSpPr>
              <a:spLocks noChangeShapeType="1"/>
            </p:cNvSpPr>
            <p:nvPr/>
          </p:nvSpPr>
          <p:spPr bwMode="auto">
            <a:xfrm flipV="1">
              <a:off x="5614374" y="2936154"/>
              <a:ext cx="0" cy="47341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19" name="Line 41">
              <a:extLst>
                <a:ext uri="{FF2B5EF4-FFF2-40B4-BE49-F238E27FC236}">
                  <a16:creationId xmlns:a16="http://schemas.microsoft.com/office/drawing/2014/main" id="{80E8416D-48C8-C5D5-23AE-955044138551}"/>
                </a:ext>
              </a:extLst>
            </p:cNvPr>
            <p:cNvSpPr>
              <a:spLocks noChangeShapeType="1"/>
            </p:cNvSpPr>
            <p:nvPr/>
          </p:nvSpPr>
          <p:spPr bwMode="auto">
            <a:xfrm>
              <a:off x="5616350" y="3409564"/>
              <a:ext cx="1554480"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6" name="Text Box 42">
              <a:extLst>
                <a:ext uri="{FF2B5EF4-FFF2-40B4-BE49-F238E27FC236}">
                  <a16:creationId xmlns:a16="http://schemas.microsoft.com/office/drawing/2014/main" id="{479425EE-0749-4658-8390-20196C6CF4A1}"/>
                </a:ext>
              </a:extLst>
            </p:cNvPr>
            <p:cNvSpPr txBox="1">
              <a:spLocks noChangeArrowheads="1"/>
            </p:cNvSpPr>
            <p:nvPr/>
          </p:nvSpPr>
          <p:spPr bwMode="auto">
            <a:xfrm>
              <a:off x="837484" y="3316275"/>
              <a:ext cx="922383" cy="407983"/>
            </a:xfrm>
            <a:prstGeom prst="rect">
              <a:avLst/>
            </a:prstGeom>
            <a:noFill/>
            <a:ln w="9525">
              <a:noFill/>
              <a:miter lim="800000"/>
              <a:headEnd/>
              <a:tailEnd/>
            </a:ln>
          </p:spPr>
          <p:txBody>
            <a:bodyPr lIns="0" tIns="0" rIns="0" bIns="0"/>
            <a:lstStyle/>
            <a:p>
              <a:pPr algn="ctr">
                <a:spcAft>
                  <a:spcPts val="1000"/>
                </a:spcAft>
                <a:defRPr/>
              </a:pPr>
              <a:r>
                <a:rPr lang="en-GB" sz="1600" dirty="0" err="1"/>
                <a:t>Data_In</a:t>
              </a:r>
              <a:endParaRPr lang="en-US" sz="1600" dirty="0"/>
            </a:p>
          </p:txBody>
        </p:sp>
        <p:sp>
          <p:nvSpPr>
            <p:cNvPr id="1067" name="Text Box 43">
              <a:extLst>
                <a:ext uri="{FF2B5EF4-FFF2-40B4-BE49-F238E27FC236}">
                  <a16:creationId xmlns:a16="http://schemas.microsoft.com/office/drawing/2014/main" id="{A9C84B9B-12A9-4AB6-BEB1-1C86A6AC46B6}"/>
                </a:ext>
              </a:extLst>
            </p:cNvPr>
            <p:cNvSpPr txBox="1">
              <a:spLocks noChangeArrowheads="1"/>
            </p:cNvSpPr>
            <p:nvPr/>
          </p:nvSpPr>
          <p:spPr bwMode="auto">
            <a:xfrm>
              <a:off x="7140169" y="3262300"/>
              <a:ext cx="1076378" cy="473070"/>
            </a:xfrm>
            <a:prstGeom prst="rect">
              <a:avLst/>
            </a:prstGeom>
            <a:noFill/>
            <a:ln w="9525">
              <a:noFill/>
              <a:miter lim="800000"/>
              <a:headEnd/>
              <a:tailEnd/>
            </a:ln>
          </p:spPr>
          <p:txBody>
            <a:bodyPr lIns="0" tIns="0" rIns="0" bIns="0"/>
            <a:lstStyle/>
            <a:p>
              <a:pPr algn="ctr">
                <a:spcAft>
                  <a:spcPts val="1000"/>
                </a:spcAft>
                <a:defRPr/>
              </a:pPr>
              <a:r>
                <a:rPr lang="en-GB" sz="1600" dirty="0" err="1"/>
                <a:t>Data_Out</a:t>
              </a:r>
              <a:endParaRPr lang="en-US" sz="1600" dirty="0"/>
            </a:p>
          </p:txBody>
        </p:sp>
        <p:sp>
          <p:nvSpPr>
            <p:cNvPr id="1068" name="Text Box 44">
              <a:extLst>
                <a:ext uri="{FF2B5EF4-FFF2-40B4-BE49-F238E27FC236}">
                  <a16:creationId xmlns:a16="http://schemas.microsoft.com/office/drawing/2014/main" id="{F55E71C1-7D5F-4101-9E91-9243A8AF85CA}"/>
                </a:ext>
              </a:extLst>
            </p:cNvPr>
            <p:cNvSpPr txBox="1">
              <a:spLocks noChangeArrowheads="1"/>
            </p:cNvSpPr>
            <p:nvPr/>
          </p:nvSpPr>
          <p:spPr bwMode="auto">
            <a:xfrm>
              <a:off x="3169636" y="5341903"/>
              <a:ext cx="922382" cy="315909"/>
            </a:xfrm>
            <a:prstGeom prst="rect">
              <a:avLst/>
            </a:prstGeom>
            <a:noFill/>
            <a:ln w="9525">
              <a:noFill/>
              <a:miter lim="800000"/>
              <a:headEnd/>
              <a:tailEnd/>
            </a:ln>
          </p:spPr>
          <p:txBody>
            <a:bodyPr lIns="0" tIns="0" rIns="0" bIns="0"/>
            <a:lstStyle/>
            <a:p>
              <a:pPr algn="ctr">
                <a:spcAft>
                  <a:spcPts val="1000"/>
                </a:spcAft>
                <a:defRPr/>
              </a:pPr>
              <a:r>
                <a:rPr lang="en-GB" sz="1600" dirty="0"/>
                <a:t>Full</a:t>
              </a:r>
              <a:endParaRPr lang="en-US" sz="1600" dirty="0"/>
            </a:p>
          </p:txBody>
        </p:sp>
        <p:sp>
          <p:nvSpPr>
            <p:cNvPr id="1069" name="Text Box 45">
              <a:extLst>
                <a:ext uri="{FF2B5EF4-FFF2-40B4-BE49-F238E27FC236}">
                  <a16:creationId xmlns:a16="http://schemas.microsoft.com/office/drawing/2014/main" id="{3AE531BE-322A-4B0E-875B-0AFC48A632BF}"/>
                </a:ext>
              </a:extLst>
            </p:cNvPr>
            <p:cNvSpPr txBox="1">
              <a:spLocks noChangeArrowheads="1"/>
            </p:cNvSpPr>
            <p:nvPr/>
          </p:nvSpPr>
          <p:spPr bwMode="auto">
            <a:xfrm>
              <a:off x="3950725" y="5340315"/>
              <a:ext cx="920795" cy="315910"/>
            </a:xfrm>
            <a:prstGeom prst="rect">
              <a:avLst/>
            </a:prstGeom>
            <a:noFill/>
            <a:ln w="9525">
              <a:noFill/>
              <a:miter lim="800000"/>
              <a:headEnd/>
              <a:tailEnd/>
            </a:ln>
          </p:spPr>
          <p:txBody>
            <a:bodyPr lIns="0" tIns="0" rIns="0" bIns="0"/>
            <a:lstStyle/>
            <a:p>
              <a:pPr algn="ctr">
                <a:spcAft>
                  <a:spcPts val="1000"/>
                </a:spcAft>
                <a:defRPr/>
              </a:pPr>
              <a:r>
                <a:rPr lang="en-GB" sz="1600" dirty="0"/>
                <a:t>Empty</a:t>
              </a:r>
              <a:endParaRPr lang="en-US" sz="1600" dirty="0"/>
            </a:p>
          </p:txBody>
        </p:sp>
        <p:sp>
          <p:nvSpPr>
            <p:cNvPr id="127024" name="Line 46">
              <a:extLst>
                <a:ext uri="{FF2B5EF4-FFF2-40B4-BE49-F238E27FC236}">
                  <a16:creationId xmlns:a16="http://schemas.microsoft.com/office/drawing/2014/main" id="{B2F7D724-803D-4A94-CD1E-5655EA50181F}"/>
                </a:ext>
              </a:extLst>
            </p:cNvPr>
            <p:cNvSpPr>
              <a:spLocks noChangeShapeType="1"/>
            </p:cNvSpPr>
            <p:nvPr/>
          </p:nvSpPr>
          <p:spPr bwMode="auto">
            <a:xfrm flipH="1">
              <a:off x="1991633" y="3337436"/>
              <a:ext cx="123525" cy="1269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25" name="Line 47">
              <a:extLst>
                <a:ext uri="{FF2B5EF4-FFF2-40B4-BE49-F238E27FC236}">
                  <a16:creationId xmlns:a16="http://schemas.microsoft.com/office/drawing/2014/main" id="{61826AC2-AE89-D180-D9BE-043F657A7815}"/>
                </a:ext>
              </a:extLst>
            </p:cNvPr>
            <p:cNvSpPr>
              <a:spLocks noChangeShapeType="1"/>
            </p:cNvSpPr>
            <p:nvPr/>
          </p:nvSpPr>
          <p:spPr bwMode="auto">
            <a:xfrm flipH="1">
              <a:off x="6586763" y="3337436"/>
              <a:ext cx="123525" cy="1269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26" name="Line 48">
              <a:extLst>
                <a:ext uri="{FF2B5EF4-FFF2-40B4-BE49-F238E27FC236}">
                  <a16:creationId xmlns:a16="http://schemas.microsoft.com/office/drawing/2014/main" id="{EB231D98-3412-3C2B-87A0-F20F44FE1B5B}"/>
                </a:ext>
              </a:extLst>
            </p:cNvPr>
            <p:cNvSpPr>
              <a:spLocks noChangeShapeType="1"/>
            </p:cNvSpPr>
            <p:nvPr/>
          </p:nvSpPr>
          <p:spPr bwMode="auto">
            <a:xfrm flipH="1">
              <a:off x="3370172" y="2438363"/>
              <a:ext cx="123525" cy="1269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27" name="Line 49">
              <a:extLst>
                <a:ext uri="{FF2B5EF4-FFF2-40B4-BE49-F238E27FC236}">
                  <a16:creationId xmlns:a16="http://schemas.microsoft.com/office/drawing/2014/main" id="{C3281EF5-3B3B-4BD9-FFA8-F15A07E782C9}"/>
                </a:ext>
              </a:extLst>
            </p:cNvPr>
            <p:cNvSpPr>
              <a:spLocks noChangeShapeType="1"/>
            </p:cNvSpPr>
            <p:nvPr/>
          </p:nvSpPr>
          <p:spPr bwMode="auto">
            <a:xfrm flipH="1">
              <a:off x="5519507" y="2423124"/>
              <a:ext cx="123525" cy="1269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028" name="Line 30">
              <a:extLst>
                <a:ext uri="{FF2B5EF4-FFF2-40B4-BE49-F238E27FC236}">
                  <a16:creationId xmlns:a16="http://schemas.microsoft.com/office/drawing/2014/main" id="{95C8BF41-BBF1-40A7-4C60-1025435A3227}"/>
                </a:ext>
              </a:extLst>
            </p:cNvPr>
            <p:cNvSpPr>
              <a:spLocks noChangeShapeType="1"/>
            </p:cNvSpPr>
            <p:nvPr/>
          </p:nvSpPr>
          <p:spPr bwMode="auto">
            <a:xfrm>
              <a:off x="3980850" y="4998169"/>
              <a:ext cx="0" cy="678568"/>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7029" name="TextBox 52">
              <a:extLst>
                <a:ext uri="{FF2B5EF4-FFF2-40B4-BE49-F238E27FC236}">
                  <a16:creationId xmlns:a16="http://schemas.microsoft.com/office/drawing/2014/main" id="{CEC2192E-31F1-FC5C-50A7-5122C66A7F74}"/>
                </a:ext>
              </a:extLst>
            </p:cNvPr>
            <p:cNvSpPr txBox="1">
              <a:spLocks noChangeArrowheads="1"/>
            </p:cNvSpPr>
            <p:nvPr/>
          </p:nvSpPr>
          <p:spPr bwMode="auto">
            <a:xfrm>
              <a:off x="3507581" y="5584505"/>
              <a:ext cx="1176338" cy="606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Almost</a:t>
              </a:r>
            </a:p>
            <a:p>
              <a:pPr eaLnBrk="1" hangingPunct="1"/>
              <a:r>
                <a:rPr lang="en-US" altLang="en-US" sz="1600" u="none"/>
                <a:t>Full</a:t>
              </a:r>
              <a:endParaRPr lang="en-GB" altLang="en-US" sz="1600" u="none"/>
            </a:p>
          </p:txBody>
        </p:sp>
        <p:sp>
          <p:nvSpPr>
            <p:cNvPr id="127030" name="Line 30">
              <a:extLst>
                <a:ext uri="{FF2B5EF4-FFF2-40B4-BE49-F238E27FC236}">
                  <a16:creationId xmlns:a16="http://schemas.microsoft.com/office/drawing/2014/main" id="{2879D88F-590B-4E75-A27B-C73FBAB324E0}"/>
                </a:ext>
              </a:extLst>
            </p:cNvPr>
            <p:cNvSpPr>
              <a:spLocks noChangeShapeType="1"/>
            </p:cNvSpPr>
            <p:nvPr/>
          </p:nvSpPr>
          <p:spPr bwMode="auto">
            <a:xfrm>
              <a:off x="4819650" y="4978401"/>
              <a:ext cx="0" cy="678568"/>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7031" name="TextBox 54">
              <a:extLst>
                <a:ext uri="{FF2B5EF4-FFF2-40B4-BE49-F238E27FC236}">
                  <a16:creationId xmlns:a16="http://schemas.microsoft.com/office/drawing/2014/main" id="{4FB69E7D-85CA-88E7-0DBD-9E1B0B7ED0BD}"/>
                </a:ext>
              </a:extLst>
            </p:cNvPr>
            <p:cNvSpPr txBox="1">
              <a:spLocks noChangeArrowheads="1"/>
            </p:cNvSpPr>
            <p:nvPr/>
          </p:nvSpPr>
          <p:spPr bwMode="auto">
            <a:xfrm>
              <a:off x="4367213" y="5583908"/>
              <a:ext cx="1176338" cy="606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Almost</a:t>
              </a:r>
            </a:p>
            <a:p>
              <a:pPr eaLnBrk="1" hangingPunct="1"/>
              <a:r>
                <a:rPr lang="en-US" altLang="en-US" sz="1600" u="none"/>
                <a:t>Empty</a:t>
              </a:r>
              <a:endParaRPr lang="en-GB" altLang="en-US" sz="1600" u="none"/>
            </a:p>
          </p:txBody>
        </p:sp>
        <p:sp>
          <p:nvSpPr>
            <p:cNvPr id="127032" name="Line 31">
              <a:extLst>
                <a:ext uri="{FF2B5EF4-FFF2-40B4-BE49-F238E27FC236}">
                  <a16:creationId xmlns:a16="http://schemas.microsoft.com/office/drawing/2014/main" id="{04D95F5D-FC8A-6460-0B16-F0E58C306782}"/>
                </a:ext>
              </a:extLst>
            </p:cNvPr>
            <p:cNvSpPr>
              <a:spLocks noChangeShapeType="1"/>
            </p:cNvSpPr>
            <p:nvPr/>
          </p:nvSpPr>
          <p:spPr bwMode="auto">
            <a:xfrm>
              <a:off x="5181600" y="4978400"/>
              <a:ext cx="0" cy="66408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7033" name="TextBox 56">
              <a:extLst>
                <a:ext uri="{FF2B5EF4-FFF2-40B4-BE49-F238E27FC236}">
                  <a16:creationId xmlns:a16="http://schemas.microsoft.com/office/drawing/2014/main" id="{3807969C-B375-F815-1978-BE5757ECAF03}"/>
                </a:ext>
              </a:extLst>
            </p:cNvPr>
            <p:cNvSpPr txBox="1">
              <a:spLocks noChangeArrowheads="1"/>
            </p:cNvSpPr>
            <p:nvPr/>
          </p:nvSpPr>
          <p:spPr bwMode="auto">
            <a:xfrm>
              <a:off x="5181600" y="5373686"/>
              <a:ext cx="1176338" cy="35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RDERR</a:t>
              </a:r>
              <a:endParaRPr lang="en-GB" altLang="en-US" sz="1600" u="none"/>
            </a:p>
          </p:txBody>
        </p:sp>
        <p:sp>
          <p:nvSpPr>
            <p:cNvPr id="127034" name="Line 31">
              <a:extLst>
                <a:ext uri="{FF2B5EF4-FFF2-40B4-BE49-F238E27FC236}">
                  <a16:creationId xmlns:a16="http://schemas.microsoft.com/office/drawing/2014/main" id="{4AC3FF1C-1073-B089-A547-4663AE1BB3BD}"/>
                </a:ext>
              </a:extLst>
            </p:cNvPr>
            <p:cNvSpPr>
              <a:spLocks noChangeShapeType="1"/>
            </p:cNvSpPr>
            <p:nvPr/>
          </p:nvSpPr>
          <p:spPr bwMode="auto">
            <a:xfrm>
              <a:off x="5543550" y="4978401"/>
              <a:ext cx="0" cy="36877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7035" name="TextBox 58">
              <a:extLst>
                <a:ext uri="{FF2B5EF4-FFF2-40B4-BE49-F238E27FC236}">
                  <a16:creationId xmlns:a16="http://schemas.microsoft.com/office/drawing/2014/main" id="{374198FF-D745-015F-E070-7E01E6665F57}"/>
                </a:ext>
              </a:extLst>
            </p:cNvPr>
            <p:cNvSpPr txBox="1">
              <a:spLocks noChangeArrowheads="1"/>
            </p:cNvSpPr>
            <p:nvPr/>
          </p:nvSpPr>
          <p:spPr bwMode="auto">
            <a:xfrm>
              <a:off x="5543550" y="5136515"/>
              <a:ext cx="1176338" cy="35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WRERR</a:t>
              </a:r>
              <a:endParaRPr lang="en-GB" altLang="en-US" sz="1600" u="none"/>
            </a:p>
          </p:txBody>
        </p:sp>
        <p:sp>
          <p:nvSpPr>
            <p:cNvPr id="62" name="Text Box 35">
              <a:extLst>
                <a:ext uri="{FF2B5EF4-FFF2-40B4-BE49-F238E27FC236}">
                  <a16:creationId xmlns:a16="http://schemas.microsoft.com/office/drawing/2014/main" id="{F3479667-17F1-4DAF-8F1E-5ADC2B6BB92A}"/>
                </a:ext>
              </a:extLst>
            </p:cNvPr>
            <p:cNvSpPr txBox="1">
              <a:spLocks noChangeArrowheads="1"/>
            </p:cNvSpPr>
            <p:nvPr/>
          </p:nvSpPr>
          <p:spPr bwMode="auto">
            <a:xfrm>
              <a:off x="2983889" y="2197099"/>
              <a:ext cx="858880" cy="644518"/>
            </a:xfrm>
            <a:prstGeom prst="rect">
              <a:avLst/>
            </a:prstGeom>
            <a:noFill/>
            <a:ln w="9525">
              <a:noFill/>
              <a:miter lim="800000"/>
              <a:headEnd/>
              <a:tailEnd/>
            </a:ln>
          </p:spPr>
          <p:txBody>
            <a:bodyPr lIns="0" tIns="0" rIns="0" bIns="0"/>
            <a:lstStyle/>
            <a:p>
              <a:pPr algn="ctr">
                <a:spcAft>
                  <a:spcPts val="1000"/>
                </a:spcAft>
                <a:defRPr/>
              </a:pPr>
              <a:r>
                <a:rPr lang="en-GB" sz="1600" dirty="0" err="1"/>
                <a:t>waddr</a:t>
              </a:r>
              <a:endParaRPr lang="en-US" sz="1600" dirty="0"/>
            </a:p>
          </p:txBody>
        </p:sp>
        <p:sp>
          <p:nvSpPr>
            <p:cNvPr id="63" name="Text Box 35">
              <a:extLst>
                <a:ext uri="{FF2B5EF4-FFF2-40B4-BE49-F238E27FC236}">
                  <a16:creationId xmlns:a16="http://schemas.microsoft.com/office/drawing/2014/main" id="{352D5E2C-753C-4610-8B6B-4C70C2B02C77}"/>
                </a:ext>
              </a:extLst>
            </p:cNvPr>
            <p:cNvSpPr txBox="1">
              <a:spLocks noChangeArrowheads="1"/>
            </p:cNvSpPr>
            <p:nvPr/>
          </p:nvSpPr>
          <p:spPr bwMode="auto">
            <a:xfrm>
              <a:off x="5104894" y="2133599"/>
              <a:ext cx="858880" cy="644518"/>
            </a:xfrm>
            <a:prstGeom prst="rect">
              <a:avLst/>
            </a:prstGeom>
            <a:noFill/>
            <a:ln w="9525">
              <a:noFill/>
              <a:miter lim="800000"/>
              <a:headEnd/>
              <a:tailEnd/>
            </a:ln>
          </p:spPr>
          <p:txBody>
            <a:bodyPr lIns="0" tIns="0" rIns="0" bIns="0"/>
            <a:lstStyle/>
            <a:p>
              <a:pPr algn="ctr">
                <a:spcAft>
                  <a:spcPts val="1000"/>
                </a:spcAft>
                <a:defRPr/>
              </a:pPr>
              <a:r>
                <a:rPr lang="en-GB" sz="1600" dirty="0" err="1"/>
                <a:t>raddr</a:t>
              </a:r>
              <a:endParaRPr lang="en-US" sz="1600" dirty="0"/>
            </a:p>
          </p:txBody>
        </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itle 1">
            <a:extLst>
              <a:ext uri="{FF2B5EF4-FFF2-40B4-BE49-F238E27FC236}">
                <a16:creationId xmlns:a16="http://schemas.microsoft.com/office/drawing/2014/main" id="{38DB8531-FBDA-94AE-9273-27A42A26B74A}"/>
              </a:ext>
            </a:extLst>
          </p:cNvPr>
          <p:cNvSpPr>
            <a:spLocks noGrp="1" noChangeArrowheads="1"/>
          </p:cNvSpPr>
          <p:nvPr>
            <p:ph type="title"/>
          </p:nvPr>
        </p:nvSpPr>
        <p:spPr>
          <a:xfrm>
            <a:off x="0" y="183401"/>
            <a:ext cx="11612880" cy="704088"/>
          </a:xfrm>
        </p:spPr>
        <p:txBody>
          <a:bodyPr/>
          <a:lstStyle/>
          <a:p>
            <a:r>
              <a:rPr lang="en-GB" altLang="en-US"/>
              <a:t>Fast Complex State Machines and Microsequencers</a:t>
            </a:r>
          </a:p>
        </p:txBody>
      </p:sp>
      <p:sp>
        <p:nvSpPr>
          <p:cNvPr id="128003" name="TextBox 2">
            <a:extLst>
              <a:ext uri="{FF2B5EF4-FFF2-40B4-BE49-F238E27FC236}">
                <a16:creationId xmlns:a16="http://schemas.microsoft.com/office/drawing/2014/main" id="{2F377FD1-002E-268B-D262-F64B7A822B37}"/>
              </a:ext>
            </a:extLst>
          </p:cNvPr>
          <p:cNvSpPr txBox="1">
            <a:spLocks noChangeArrowheads="1"/>
          </p:cNvSpPr>
          <p:nvPr/>
        </p:nvSpPr>
        <p:spPr bwMode="auto">
          <a:xfrm>
            <a:off x="1676400" y="1295400"/>
            <a:ext cx="8610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GB" altLang="en-US" b="0" u="none"/>
              <a:t>Because block RAMs can be configured with any set of initial values, they also make excellent dual-ported registered ROMs that can be used as state machines. For example, a 128-state, 8-way branch finite state machine with 38 total state outputs, fits in a single block RAM.</a:t>
            </a:r>
            <a:endParaRPr lang="en-GB" altLang="en-US" b="0"/>
          </a:p>
        </p:txBody>
      </p:sp>
      <p:sp>
        <p:nvSpPr>
          <p:cNvPr id="4" name="Rectangle 3">
            <a:extLst>
              <a:ext uri="{FF2B5EF4-FFF2-40B4-BE49-F238E27FC236}">
                <a16:creationId xmlns:a16="http://schemas.microsoft.com/office/drawing/2014/main" id="{0BFFCA0A-694E-4E3D-B8CD-EBA769852601}"/>
              </a:ext>
            </a:extLst>
          </p:cNvPr>
          <p:cNvSpPr/>
          <p:nvPr/>
        </p:nvSpPr>
        <p:spPr bwMode="auto">
          <a:xfrm>
            <a:off x="5562600" y="2819400"/>
            <a:ext cx="1524000" cy="2971800"/>
          </a:xfrm>
          <a:prstGeom prst="rect">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lstStyle/>
          <a:p>
            <a:pPr eaLnBrk="1" hangingPunct="1">
              <a:defRPr/>
            </a:pPr>
            <a:endParaRPr lang="en-GB"/>
          </a:p>
        </p:txBody>
      </p:sp>
      <p:cxnSp>
        <p:nvCxnSpPr>
          <p:cNvPr id="128005" name="Straight Connector 5">
            <a:extLst>
              <a:ext uri="{FF2B5EF4-FFF2-40B4-BE49-F238E27FC236}">
                <a16:creationId xmlns:a16="http://schemas.microsoft.com/office/drawing/2014/main" id="{83B105F2-BE5A-18BD-1C22-824F75A0F6DC}"/>
              </a:ext>
            </a:extLst>
          </p:cNvPr>
          <p:cNvCxnSpPr>
            <a:cxnSpLocks noChangeShapeType="1"/>
            <a:stCxn id="4" idx="1"/>
            <a:endCxn id="4" idx="3"/>
          </p:cNvCxnSpPr>
          <p:nvPr/>
        </p:nvCxnSpPr>
        <p:spPr bwMode="auto">
          <a:xfrm rot="10800000" flipH="1">
            <a:off x="5562600" y="4305300"/>
            <a:ext cx="15240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28006" name="Straight Connector 9">
            <a:extLst>
              <a:ext uri="{FF2B5EF4-FFF2-40B4-BE49-F238E27FC236}">
                <a16:creationId xmlns:a16="http://schemas.microsoft.com/office/drawing/2014/main" id="{14279DE2-5B34-07D3-7688-D48DDB349D85}"/>
              </a:ext>
            </a:extLst>
          </p:cNvPr>
          <p:cNvCxnSpPr>
            <a:cxnSpLocks noChangeShapeType="1"/>
          </p:cNvCxnSpPr>
          <p:nvPr/>
        </p:nvCxnSpPr>
        <p:spPr bwMode="auto">
          <a:xfrm>
            <a:off x="7086600" y="3505200"/>
            <a:ext cx="990600" cy="1588"/>
          </a:xfrm>
          <a:prstGeom prst="line">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28007" name="Straight Connector 12">
            <a:extLst>
              <a:ext uri="{FF2B5EF4-FFF2-40B4-BE49-F238E27FC236}">
                <a16:creationId xmlns:a16="http://schemas.microsoft.com/office/drawing/2014/main" id="{5DD038E1-49B3-D26A-3353-6B6F3F59F22A}"/>
              </a:ext>
            </a:extLst>
          </p:cNvPr>
          <p:cNvCxnSpPr>
            <a:cxnSpLocks noChangeShapeType="1"/>
          </p:cNvCxnSpPr>
          <p:nvPr/>
        </p:nvCxnSpPr>
        <p:spPr bwMode="auto">
          <a:xfrm rot="5400000" flipH="1" flipV="1">
            <a:off x="7008813" y="3048001"/>
            <a:ext cx="915988" cy="1587"/>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28008" name="Straight Connector 15">
            <a:extLst>
              <a:ext uri="{FF2B5EF4-FFF2-40B4-BE49-F238E27FC236}">
                <a16:creationId xmlns:a16="http://schemas.microsoft.com/office/drawing/2014/main" id="{CD9CF743-A170-AFD6-3EA8-1237F96CB03A}"/>
              </a:ext>
            </a:extLst>
          </p:cNvPr>
          <p:cNvCxnSpPr>
            <a:cxnSpLocks noChangeShapeType="1"/>
          </p:cNvCxnSpPr>
          <p:nvPr/>
        </p:nvCxnSpPr>
        <p:spPr bwMode="auto">
          <a:xfrm rot="10800000">
            <a:off x="4978400" y="2590800"/>
            <a:ext cx="2514600"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28009" name="Straight Connector 17">
            <a:extLst>
              <a:ext uri="{FF2B5EF4-FFF2-40B4-BE49-F238E27FC236}">
                <a16:creationId xmlns:a16="http://schemas.microsoft.com/office/drawing/2014/main" id="{9E1C721F-96F5-DC0B-1B0E-00E40DDA9948}"/>
              </a:ext>
            </a:extLst>
          </p:cNvPr>
          <p:cNvCxnSpPr>
            <a:cxnSpLocks noChangeShapeType="1"/>
          </p:cNvCxnSpPr>
          <p:nvPr/>
        </p:nvCxnSpPr>
        <p:spPr bwMode="auto">
          <a:xfrm rot="5400000">
            <a:off x="3718720" y="3799682"/>
            <a:ext cx="2468562" cy="3175"/>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28010" name="Straight Connector 18">
            <a:extLst>
              <a:ext uri="{FF2B5EF4-FFF2-40B4-BE49-F238E27FC236}">
                <a16:creationId xmlns:a16="http://schemas.microsoft.com/office/drawing/2014/main" id="{6F304C52-F981-7BE9-2C4E-D702E55BBFBE}"/>
              </a:ext>
            </a:extLst>
          </p:cNvPr>
          <p:cNvCxnSpPr>
            <a:cxnSpLocks noChangeShapeType="1"/>
          </p:cNvCxnSpPr>
          <p:nvPr/>
        </p:nvCxnSpPr>
        <p:spPr bwMode="auto">
          <a:xfrm>
            <a:off x="4940301" y="5016500"/>
            <a:ext cx="639763" cy="1588"/>
          </a:xfrm>
          <a:prstGeom prst="line">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28011" name="Straight Connector 19">
            <a:extLst>
              <a:ext uri="{FF2B5EF4-FFF2-40B4-BE49-F238E27FC236}">
                <a16:creationId xmlns:a16="http://schemas.microsoft.com/office/drawing/2014/main" id="{1D869603-2BE8-FAAE-F266-BCC4B98A592A}"/>
              </a:ext>
            </a:extLst>
          </p:cNvPr>
          <p:cNvCxnSpPr>
            <a:cxnSpLocks noChangeShapeType="1"/>
          </p:cNvCxnSpPr>
          <p:nvPr/>
        </p:nvCxnSpPr>
        <p:spPr bwMode="auto">
          <a:xfrm>
            <a:off x="4953001" y="3657600"/>
            <a:ext cx="639763" cy="1588"/>
          </a:xfrm>
          <a:prstGeom prst="line">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28012" name="TextBox 20">
            <a:extLst>
              <a:ext uri="{FF2B5EF4-FFF2-40B4-BE49-F238E27FC236}">
                <a16:creationId xmlns:a16="http://schemas.microsoft.com/office/drawing/2014/main" id="{0FBE9138-6876-3543-89DB-0995A7AAEE9B}"/>
              </a:ext>
            </a:extLst>
          </p:cNvPr>
          <p:cNvSpPr txBox="1">
            <a:spLocks noChangeArrowheads="1"/>
          </p:cNvSpPr>
          <p:nvPr/>
        </p:nvSpPr>
        <p:spPr bwMode="auto">
          <a:xfrm>
            <a:off x="6019800" y="2895600"/>
            <a:ext cx="838200" cy="3698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1Kx9</a:t>
            </a:r>
            <a:endParaRPr lang="en-GB" altLang="en-US" u="none"/>
          </a:p>
        </p:txBody>
      </p:sp>
      <p:sp>
        <p:nvSpPr>
          <p:cNvPr id="128013" name="TextBox 21">
            <a:extLst>
              <a:ext uri="{FF2B5EF4-FFF2-40B4-BE49-F238E27FC236}">
                <a16:creationId xmlns:a16="http://schemas.microsoft.com/office/drawing/2014/main" id="{C291C01C-B71C-04BC-CC81-28B06BDE3F2B}"/>
              </a:ext>
            </a:extLst>
          </p:cNvPr>
          <p:cNvSpPr txBox="1">
            <a:spLocks noChangeArrowheads="1"/>
          </p:cNvSpPr>
          <p:nvPr/>
        </p:nvSpPr>
        <p:spPr bwMode="auto">
          <a:xfrm>
            <a:off x="5715000" y="4419600"/>
            <a:ext cx="1219200" cy="3698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128x36</a:t>
            </a:r>
            <a:endParaRPr lang="en-GB" altLang="en-US" u="none"/>
          </a:p>
        </p:txBody>
      </p:sp>
      <p:cxnSp>
        <p:nvCxnSpPr>
          <p:cNvPr id="128014" name="Straight Connector 22">
            <a:extLst>
              <a:ext uri="{FF2B5EF4-FFF2-40B4-BE49-F238E27FC236}">
                <a16:creationId xmlns:a16="http://schemas.microsoft.com/office/drawing/2014/main" id="{60C13B9F-ABDA-4710-D067-791E819BBC02}"/>
              </a:ext>
            </a:extLst>
          </p:cNvPr>
          <p:cNvCxnSpPr>
            <a:cxnSpLocks noChangeShapeType="1"/>
          </p:cNvCxnSpPr>
          <p:nvPr/>
        </p:nvCxnSpPr>
        <p:spPr bwMode="auto">
          <a:xfrm>
            <a:off x="7086600" y="4953000"/>
            <a:ext cx="990600" cy="1588"/>
          </a:xfrm>
          <a:prstGeom prst="line">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28015" name="Straight Connector 24">
            <a:extLst>
              <a:ext uri="{FF2B5EF4-FFF2-40B4-BE49-F238E27FC236}">
                <a16:creationId xmlns:a16="http://schemas.microsoft.com/office/drawing/2014/main" id="{FF6755D4-5B22-6923-37C8-D65650C1B5B3}"/>
              </a:ext>
            </a:extLst>
          </p:cNvPr>
          <p:cNvCxnSpPr>
            <a:cxnSpLocks noChangeShapeType="1"/>
          </p:cNvCxnSpPr>
          <p:nvPr/>
        </p:nvCxnSpPr>
        <p:spPr bwMode="auto">
          <a:xfrm rot="5400000" flipH="1" flipV="1">
            <a:off x="7353300" y="2895600"/>
            <a:ext cx="228600" cy="22860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28016" name="TextBox 25">
            <a:extLst>
              <a:ext uri="{FF2B5EF4-FFF2-40B4-BE49-F238E27FC236}">
                <a16:creationId xmlns:a16="http://schemas.microsoft.com/office/drawing/2014/main" id="{3B643632-6544-78FA-A554-EBCA66D2102B}"/>
              </a:ext>
            </a:extLst>
          </p:cNvPr>
          <p:cNvSpPr txBox="1">
            <a:spLocks noChangeArrowheads="1"/>
          </p:cNvSpPr>
          <p:nvPr/>
        </p:nvSpPr>
        <p:spPr bwMode="auto">
          <a:xfrm>
            <a:off x="7543800" y="2819400"/>
            <a:ext cx="1066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7 bit</a:t>
            </a:r>
            <a:endParaRPr lang="en-GB" altLang="en-US" u="none"/>
          </a:p>
        </p:txBody>
      </p:sp>
      <p:sp>
        <p:nvSpPr>
          <p:cNvPr id="128017" name="TextBox 26">
            <a:extLst>
              <a:ext uri="{FF2B5EF4-FFF2-40B4-BE49-F238E27FC236}">
                <a16:creationId xmlns:a16="http://schemas.microsoft.com/office/drawing/2014/main" id="{BB21B7F4-C0C2-511B-EC9B-511AEB8D111D}"/>
              </a:ext>
            </a:extLst>
          </p:cNvPr>
          <p:cNvSpPr txBox="1">
            <a:spLocks noChangeArrowheads="1"/>
          </p:cNvSpPr>
          <p:nvPr/>
        </p:nvSpPr>
        <p:spPr bwMode="auto">
          <a:xfrm>
            <a:off x="4953000" y="3225800"/>
            <a:ext cx="1066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7 bit</a:t>
            </a:r>
            <a:endParaRPr lang="en-GB" altLang="en-US" u="none"/>
          </a:p>
        </p:txBody>
      </p:sp>
      <p:sp>
        <p:nvSpPr>
          <p:cNvPr id="128018" name="TextBox 27">
            <a:extLst>
              <a:ext uri="{FF2B5EF4-FFF2-40B4-BE49-F238E27FC236}">
                <a16:creationId xmlns:a16="http://schemas.microsoft.com/office/drawing/2014/main" id="{6BB4BD6D-C53C-D982-C4F0-D078FB1263B3}"/>
              </a:ext>
            </a:extLst>
          </p:cNvPr>
          <p:cNvSpPr txBox="1">
            <a:spLocks noChangeArrowheads="1"/>
          </p:cNvSpPr>
          <p:nvPr/>
        </p:nvSpPr>
        <p:spPr bwMode="auto">
          <a:xfrm>
            <a:off x="4914900" y="4495800"/>
            <a:ext cx="1066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7 bit</a:t>
            </a:r>
            <a:endParaRPr lang="en-GB" altLang="en-US" u="none"/>
          </a:p>
        </p:txBody>
      </p:sp>
      <p:sp>
        <p:nvSpPr>
          <p:cNvPr id="128019" name="TextBox 28">
            <a:extLst>
              <a:ext uri="{FF2B5EF4-FFF2-40B4-BE49-F238E27FC236}">
                <a16:creationId xmlns:a16="http://schemas.microsoft.com/office/drawing/2014/main" id="{E42345A5-3EF2-F903-30E4-86C2DBF69377}"/>
              </a:ext>
            </a:extLst>
          </p:cNvPr>
          <p:cNvSpPr txBox="1">
            <a:spLocks noChangeArrowheads="1"/>
          </p:cNvSpPr>
          <p:nvPr/>
        </p:nvSpPr>
        <p:spPr bwMode="auto">
          <a:xfrm>
            <a:off x="8229600" y="4724400"/>
            <a:ext cx="1066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36  bit</a:t>
            </a:r>
            <a:endParaRPr lang="en-GB" altLang="en-US" b="0" u="none"/>
          </a:p>
        </p:txBody>
      </p:sp>
      <p:cxnSp>
        <p:nvCxnSpPr>
          <p:cNvPr id="128020" name="Straight Arrow Connector 30">
            <a:extLst>
              <a:ext uri="{FF2B5EF4-FFF2-40B4-BE49-F238E27FC236}">
                <a16:creationId xmlns:a16="http://schemas.microsoft.com/office/drawing/2014/main" id="{3681E7A0-2012-DCC1-1085-A328B36144FF}"/>
              </a:ext>
            </a:extLst>
          </p:cNvPr>
          <p:cNvCxnSpPr>
            <a:cxnSpLocks noChangeShapeType="1"/>
          </p:cNvCxnSpPr>
          <p:nvPr/>
        </p:nvCxnSpPr>
        <p:spPr bwMode="auto">
          <a:xfrm>
            <a:off x="4343400" y="3886200"/>
            <a:ext cx="12192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28021" name="Straight Arrow Connector 31">
            <a:extLst>
              <a:ext uri="{FF2B5EF4-FFF2-40B4-BE49-F238E27FC236}">
                <a16:creationId xmlns:a16="http://schemas.microsoft.com/office/drawing/2014/main" id="{EBBA694D-CC16-8F11-FF13-C86C7CD8B9A9}"/>
              </a:ext>
            </a:extLst>
          </p:cNvPr>
          <p:cNvCxnSpPr>
            <a:cxnSpLocks noChangeShapeType="1"/>
          </p:cNvCxnSpPr>
          <p:nvPr/>
        </p:nvCxnSpPr>
        <p:spPr bwMode="auto">
          <a:xfrm>
            <a:off x="4343400" y="4038600"/>
            <a:ext cx="12192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28022" name="Straight Arrow Connector 32">
            <a:extLst>
              <a:ext uri="{FF2B5EF4-FFF2-40B4-BE49-F238E27FC236}">
                <a16:creationId xmlns:a16="http://schemas.microsoft.com/office/drawing/2014/main" id="{4D0269BB-150E-6680-F3A1-88067FAFC735}"/>
              </a:ext>
            </a:extLst>
          </p:cNvPr>
          <p:cNvCxnSpPr>
            <a:cxnSpLocks noChangeShapeType="1"/>
          </p:cNvCxnSpPr>
          <p:nvPr/>
        </p:nvCxnSpPr>
        <p:spPr bwMode="auto">
          <a:xfrm>
            <a:off x="4343400" y="4191000"/>
            <a:ext cx="12192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28023" name="TextBox 33">
            <a:extLst>
              <a:ext uri="{FF2B5EF4-FFF2-40B4-BE49-F238E27FC236}">
                <a16:creationId xmlns:a16="http://schemas.microsoft.com/office/drawing/2014/main" id="{62B1A9DE-D303-9A70-595F-58C0D3E70A1F}"/>
              </a:ext>
            </a:extLst>
          </p:cNvPr>
          <p:cNvSpPr txBox="1">
            <a:spLocks noChangeArrowheads="1"/>
          </p:cNvSpPr>
          <p:nvPr/>
        </p:nvSpPr>
        <p:spPr bwMode="auto">
          <a:xfrm>
            <a:off x="7391400" y="3657600"/>
            <a:ext cx="1447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7+2 bits</a:t>
            </a:r>
            <a:endParaRPr lang="en-GB" altLang="en-US" b="0" u="none"/>
          </a:p>
        </p:txBody>
      </p:sp>
      <p:sp>
        <p:nvSpPr>
          <p:cNvPr id="128024" name="Left Brace 34">
            <a:extLst>
              <a:ext uri="{FF2B5EF4-FFF2-40B4-BE49-F238E27FC236}">
                <a16:creationId xmlns:a16="http://schemas.microsoft.com/office/drawing/2014/main" id="{25F83B96-6DAC-601A-DD9B-CBAA8B317C15}"/>
              </a:ext>
            </a:extLst>
          </p:cNvPr>
          <p:cNvSpPr>
            <a:spLocks/>
          </p:cNvSpPr>
          <p:nvPr/>
        </p:nvSpPr>
        <p:spPr bwMode="auto">
          <a:xfrm>
            <a:off x="3962400" y="3733800"/>
            <a:ext cx="228600" cy="533400"/>
          </a:xfrm>
          <a:prstGeom prst="leftBrace">
            <a:avLst>
              <a:gd name="adj1" fmla="val 8329"/>
              <a:gd name="adj2" fmla="val 50000"/>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a:p>
        </p:txBody>
      </p:sp>
      <p:sp>
        <p:nvSpPr>
          <p:cNvPr id="128025" name="TextBox 35">
            <a:extLst>
              <a:ext uri="{FF2B5EF4-FFF2-40B4-BE49-F238E27FC236}">
                <a16:creationId xmlns:a16="http://schemas.microsoft.com/office/drawing/2014/main" id="{754807DE-A19E-AED5-E732-113F6585559D}"/>
              </a:ext>
            </a:extLst>
          </p:cNvPr>
          <p:cNvSpPr txBox="1">
            <a:spLocks noChangeArrowheads="1"/>
          </p:cNvSpPr>
          <p:nvPr/>
        </p:nvSpPr>
        <p:spPr bwMode="auto">
          <a:xfrm>
            <a:off x="2057400" y="3581401"/>
            <a:ext cx="1828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b="0" u="none"/>
              <a:t>FSM inputs </a:t>
            </a:r>
          </a:p>
          <a:p>
            <a:pPr algn="ctr" eaLnBrk="1" hangingPunct="1"/>
            <a:r>
              <a:rPr lang="en-US" altLang="en-US" b="0" u="none"/>
              <a:t>(branch control)</a:t>
            </a:r>
            <a:endParaRPr lang="en-GB" altLang="en-US" b="0" u="none"/>
          </a:p>
        </p:txBody>
      </p:sp>
      <p:sp>
        <p:nvSpPr>
          <p:cNvPr id="128026" name="TextBox 36">
            <a:extLst>
              <a:ext uri="{FF2B5EF4-FFF2-40B4-BE49-F238E27FC236}">
                <a16:creationId xmlns:a16="http://schemas.microsoft.com/office/drawing/2014/main" id="{56BE88C9-7A53-4618-03FB-F44BACF1B470}"/>
              </a:ext>
            </a:extLst>
          </p:cNvPr>
          <p:cNvSpPr txBox="1">
            <a:spLocks noChangeArrowheads="1"/>
          </p:cNvSpPr>
          <p:nvPr/>
        </p:nvSpPr>
        <p:spPr bwMode="auto">
          <a:xfrm>
            <a:off x="4064000" y="5257801"/>
            <a:ext cx="990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Output control</a:t>
            </a:r>
            <a:endParaRPr lang="en-GB" altLang="en-US" u="none"/>
          </a:p>
        </p:txBody>
      </p:sp>
      <p:cxnSp>
        <p:nvCxnSpPr>
          <p:cNvPr id="128027" name="Straight Arrow Connector 38">
            <a:extLst>
              <a:ext uri="{FF2B5EF4-FFF2-40B4-BE49-F238E27FC236}">
                <a16:creationId xmlns:a16="http://schemas.microsoft.com/office/drawing/2014/main" id="{9D5177A9-C3BC-A206-13E5-B50891B9AA37}"/>
              </a:ext>
            </a:extLst>
          </p:cNvPr>
          <p:cNvCxnSpPr>
            <a:cxnSpLocks noChangeShapeType="1"/>
          </p:cNvCxnSpPr>
          <p:nvPr/>
        </p:nvCxnSpPr>
        <p:spPr bwMode="auto">
          <a:xfrm>
            <a:off x="5016501" y="5562600"/>
            <a:ext cx="549275" cy="158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28028" name="TextBox 39">
            <a:extLst>
              <a:ext uri="{FF2B5EF4-FFF2-40B4-BE49-F238E27FC236}">
                <a16:creationId xmlns:a16="http://schemas.microsoft.com/office/drawing/2014/main" id="{6224BA44-D459-191A-689C-C0AA3F4C556B}"/>
              </a:ext>
            </a:extLst>
          </p:cNvPr>
          <p:cNvSpPr txBox="1">
            <a:spLocks noChangeArrowheads="1"/>
          </p:cNvSpPr>
          <p:nvPr/>
        </p:nvSpPr>
        <p:spPr bwMode="auto">
          <a:xfrm>
            <a:off x="8458200" y="3581401"/>
            <a:ext cx="1828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7 state bits,</a:t>
            </a:r>
          </a:p>
          <a:p>
            <a:pPr eaLnBrk="1" hangingPunct="1"/>
            <a:r>
              <a:rPr lang="en-US" altLang="en-US" b="0" u="none"/>
              <a:t>38 output bits</a:t>
            </a:r>
            <a:endParaRPr lang="en-GB" altLang="en-US" b="0" u="none"/>
          </a:p>
        </p:txBody>
      </p:sp>
      <p:cxnSp>
        <p:nvCxnSpPr>
          <p:cNvPr id="128029" name="Straight Connector 41">
            <a:extLst>
              <a:ext uri="{FF2B5EF4-FFF2-40B4-BE49-F238E27FC236}">
                <a16:creationId xmlns:a16="http://schemas.microsoft.com/office/drawing/2014/main" id="{896D7B82-F00A-650D-5E98-37D1935477C3}"/>
              </a:ext>
            </a:extLst>
          </p:cNvPr>
          <p:cNvCxnSpPr>
            <a:cxnSpLocks noChangeShapeType="1"/>
          </p:cNvCxnSpPr>
          <p:nvPr/>
        </p:nvCxnSpPr>
        <p:spPr bwMode="auto">
          <a:xfrm>
            <a:off x="5562601" y="3505200"/>
            <a:ext cx="1554163"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8030" name="Straight Connector 42">
            <a:extLst>
              <a:ext uri="{FF2B5EF4-FFF2-40B4-BE49-F238E27FC236}">
                <a16:creationId xmlns:a16="http://schemas.microsoft.com/office/drawing/2014/main" id="{EF1BACA0-BB80-090D-79CC-9D1E9AB81B1B}"/>
              </a:ext>
            </a:extLst>
          </p:cNvPr>
          <p:cNvCxnSpPr>
            <a:cxnSpLocks noChangeShapeType="1"/>
          </p:cNvCxnSpPr>
          <p:nvPr/>
        </p:nvCxnSpPr>
        <p:spPr bwMode="auto">
          <a:xfrm>
            <a:off x="5562601" y="3784600"/>
            <a:ext cx="1508125"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28031" name="TextBox 43">
            <a:extLst>
              <a:ext uri="{FF2B5EF4-FFF2-40B4-BE49-F238E27FC236}">
                <a16:creationId xmlns:a16="http://schemas.microsoft.com/office/drawing/2014/main" id="{B1C09A23-F99A-6455-C7B1-56C4E0F4D97A}"/>
              </a:ext>
            </a:extLst>
          </p:cNvPr>
          <p:cNvSpPr txBox="1">
            <a:spLocks noChangeArrowheads="1"/>
          </p:cNvSpPr>
          <p:nvPr/>
        </p:nvSpPr>
        <p:spPr bwMode="auto">
          <a:xfrm>
            <a:off x="5791200" y="34671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solidFill>
                  <a:srgbClr val="00B050"/>
                </a:solidFill>
              </a:rPr>
              <a:t>Next_state</a:t>
            </a:r>
            <a:endParaRPr lang="en-GB" altLang="en-US" sz="1600" u="none">
              <a:solidFill>
                <a:srgbClr val="00B050"/>
              </a:solidFill>
            </a:endParaRPr>
          </a:p>
        </p:txBody>
      </p:sp>
      <p:sp>
        <p:nvSpPr>
          <p:cNvPr id="128032" name="TextBox 44">
            <a:extLst>
              <a:ext uri="{FF2B5EF4-FFF2-40B4-BE49-F238E27FC236}">
                <a16:creationId xmlns:a16="http://schemas.microsoft.com/office/drawing/2014/main" id="{ED839DFD-6038-38D0-140A-D9BFC777F48F}"/>
              </a:ext>
            </a:extLst>
          </p:cNvPr>
          <p:cNvSpPr txBox="1">
            <a:spLocks noChangeArrowheads="1"/>
          </p:cNvSpPr>
          <p:nvPr/>
        </p:nvSpPr>
        <p:spPr bwMode="auto">
          <a:xfrm>
            <a:off x="3352800" y="2862263"/>
            <a:ext cx="152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solidFill>
                  <a:srgbClr val="00B050"/>
                </a:solidFill>
              </a:rPr>
              <a:t> </a:t>
            </a:r>
            <a:r>
              <a:rPr lang="en-US" altLang="en-US" sz="1600" u="none">
                <a:solidFill>
                  <a:srgbClr val="FF0000"/>
                </a:solidFill>
              </a:rPr>
              <a:t>Current_state</a:t>
            </a:r>
            <a:endParaRPr lang="en-GB" altLang="en-US" sz="1600" u="none">
              <a:solidFill>
                <a:srgbClr val="FF0000"/>
              </a:solidFill>
            </a:endParaRPr>
          </a:p>
        </p:txBody>
      </p:sp>
      <p:cxnSp>
        <p:nvCxnSpPr>
          <p:cNvPr id="128033" name="Straight Arrow Connector 46">
            <a:extLst>
              <a:ext uri="{FF2B5EF4-FFF2-40B4-BE49-F238E27FC236}">
                <a16:creationId xmlns:a16="http://schemas.microsoft.com/office/drawing/2014/main" id="{E62C0B3A-FD0B-FDAC-7104-1C7CEC44FE72}"/>
              </a:ext>
            </a:extLst>
          </p:cNvPr>
          <p:cNvCxnSpPr>
            <a:cxnSpLocks noChangeShapeType="1"/>
          </p:cNvCxnSpPr>
          <p:nvPr/>
        </p:nvCxnSpPr>
        <p:spPr bwMode="auto">
          <a:xfrm>
            <a:off x="4572000" y="3200400"/>
            <a:ext cx="635000" cy="431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28034" name="Straight Connector 49">
            <a:extLst>
              <a:ext uri="{FF2B5EF4-FFF2-40B4-BE49-F238E27FC236}">
                <a16:creationId xmlns:a16="http://schemas.microsoft.com/office/drawing/2014/main" id="{4A73FA14-ECEA-AE88-AB6B-8A5C63DB9634}"/>
              </a:ext>
            </a:extLst>
          </p:cNvPr>
          <p:cNvCxnSpPr>
            <a:cxnSpLocks noChangeShapeType="1"/>
          </p:cNvCxnSpPr>
          <p:nvPr/>
        </p:nvCxnSpPr>
        <p:spPr bwMode="auto">
          <a:xfrm>
            <a:off x="5562600" y="4876800"/>
            <a:ext cx="15240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28035" name="Straight Connector 50">
            <a:extLst>
              <a:ext uri="{FF2B5EF4-FFF2-40B4-BE49-F238E27FC236}">
                <a16:creationId xmlns:a16="http://schemas.microsoft.com/office/drawing/2014/main" id="{94DF7FC5-8FE2-A5BA-7D63-B687EC58BF83}"/>
              </a:ext>
            </a:extLst>
          </p:cNvPr>
          <p:cNvCxnSpPr>
            <a:cxnSpLocks noChangeShapeType="1"/>
          </p:cNvCxnSpPr>
          <p:nvPr/>
        </p:nvCxnSpPr>
        <p:spPr bwMode="auto">
          <a:xfrm>
            <a:off x="5562600" y="5181600"/>
            <a:ext cx="15240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28036" name="TextBox 51">
            <a:extLst>
              <a:ext uri="{FF2B5EF4-FFF2-40B4-BE49-F238E27FC236}">
                <a16:creationId xmlns:a16="http://schemas.microsoft.com/office/drawing/2014/main" id="{BA8C40BC-757D-0485-B8B1-614D223083CE}"/>
              </a:ext>
            </a:extLst>
          </p:cNvPr>
          <p:cNvSpPr txBox="1">
            <a:spLocks noChangeArrowheads="1"/>
          </p:cNvSpPr>
          <p:nvPr/>
        </p:nvSpPr>
        <p:spPr bwMode="auto">
          <a:xfrm>
            <a:off x="5867400" y="48768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solidFill>
                  <a:srgbClr val="00B050"/>
                </a:solidFill>
              </a:rPr>
              <a:t>Outputs</a:t>
            </a:r>
            <a:endParaRPr lang="en-GB" altLang="en-US" sz="1600" u="none">
              <a:solidFill>
                <a:srgbClr val="00B050"/>
              </a:solidFill>
            </a:endParaRPr>
          </a:p>
        </p:txBody>
      </p:sp>
      <p:sp>
        <p:nvSpPr>
          <p:cNvPr id="128037" name="TextBox 52">
            <a:extLst>
              <a:ext uri="{FF2B5EF4-FFF2-40B4-BE49-F238E27FC236}">
                <a16:creationId xmlns:a16="http://schemas.microsoft.com/office/drawing/2014/main" id="{3B94C046-91D0-D8DA-25DF-69F12F20A239}"/>
              </a:ext>
            </a:extLst>
          </p:cNvPr>
          <p:cNvSpPr txBox="1">
            <a:spLocks noChangeArrowheads="1"/>
          </p:cNvSpPr>
          <p:nvPr/>
        </p:nvSpPr>
        <p:spPr bwMode="auto">
          <a:xfrm>
            <a:off x="7924800" y="5715000"/>
            <a:ext cx="228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Moore  FSM</a:t>
            </a:r>
            <a:endParaRPr lang="en-GB" altLang="en-US" u="none"/>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tle 1">
            <a:extLst>
              <a:ext uri="{FF2B5EF4-FFF2-40B4-BE49-F238E27FC236}">
                <a16:creationId xmlns:a16="http://schemas.microsoft.com/office/drawing/2014/main" id="{8E92B589-1E94-F9C2-55E9-F438A9637B60}"/>
              </a:ext>
            </a:extLst>
          </p:cNvPr>
          <p:cNvSpPr>
            <a:spLocks noGrp="1" noChangeArrowheads="1"/>
          </p:cNvSpPr>
          <p:nvPr>
            <p:ph type="title"/>
          </p:nvPr>
        </p:nvSpPr>
        <p:spPr>
          <a:xfrm>
            <a:off x="0" y="183401"/>
            <a:ext cx="11612880" cy="704088"/>
          </a:xfrm>
        </p:spPr>
        <p:txBody>
          <a:bodyPr/>
          <a:lstStyle/>
          <a:p>
            <a:r>
              <a:rPr lang="en-GB" altLang="en-US"/>
              <a:t>Fast Complex State Machines and Microsequencers</a:t>
            </a:r>
          </a:p>
        </p:txBody>
      </p:sp>
      <p:sp>
        <p:nvSpPr>
          <p:cNvPr id="129027" name="TextBox 3">
            <a:extLst>
              <a:ext uri="{FF2B5EF4-FFF2-40B4-BE49-F238E27FC236}">
                <a16:creationId xmlns:a16="http://schemas.microsoft.com/office/drawing/2014/main" id="{37E99D8D-743A-EA9B-3FC4-039A8A74EE05}"/>
              </a:ext>
            </a:extLst>
          </p:cNvPr>
          <p:cNvSpPr txBox="1">
            <a:spLocks noChangeArrowheads="1"/>
          </p:cNvSpPr>
          <p:nvPr/>
        </p:nvSpPr>
        <p:spPr bwMode="auto">
          <a:xfrm>
            <a:off x="1752601" y="1524001"/>
            <a:ext cx="877887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GB" altLang="en-US" b="0" u="none"/>
              <a:t>The two-port memory is divided into 2 independent single-port memories, the size of which is half of the total memory size (the highest bit of the 1st port is "1", the high bit of the second port is "0").</a:t>
            </a:r>
          </a:p>
          <a:p>
            <a:pPr eaLnBrk="1" hangingPunct="1"/>
            <a:r>
              <a:rPr lang="en-GB" altLang="en-US" b="0" u="none"/>
              <a:t>Port A is configured as 2Kx9, but only 1Kx9bit is used. The 7-bit output of port B is fed to the FSM (feedback) input. </a:t>
            </a:r>
          </a:p>
          <a:p>
            <a:pPr eaLnBrk="1" hangingPunct="1"/>
            <a:r>
              <a:rPr lang="en-GB" altLang="en-US" b="0" u="none"/>
              <a:t>Port A has 10 lines of address: 7 lines - from the outputs of the current state and 3 - branch signals.</a:t>
            </a:r>
            <a:br>
              <a:rPr lang="en-GB" altLang="en-US" b="0" u="none"/>
            </a:br>
            <a:r>
              <a:rPr lang="en-GB" altLang="en-US" b="0" u="none"/>
              <a:t>Fragment of the transition graph:</a:t>
            </a:r>
            <a:endParaRPr lang="ru-RU" altLang="en-US" b="0" u="none"/>
          </a:p>
          <a:p>
            <a:pPr eaLnBrk="1" hangingPunct="1"/>
            <a:endParaRPr lang="en-US" altLang="en-US" b="0" u="none"/>
          </a:p>
          <a:p>
            <a:pPr eaLnBrk="1" hangingPunct="1"/>
            <a:r>
              <a:rPr lang="en-US" altLang="en-US" b="0" u="none"/>
              <a:t> </a:t>
            </a:r>
            <a:endParaRPr lang="en-GB" altLang="en-US" b="0" u="none"/>
          </a:p>
        </p:txBody>
      </p:sp>
      <p:grpSp>
        <p:nvGrpSpPr>
          <p:cNvPr id="129028" name="Group 37">
            <a:extLst>
              <a:ext uri="{FF2B5EF4-FFF2-40B4-BE49-F238E27FC236}">
                <a16:creationId xmlns:a16="http://schemas.microsoft.com/office/drawing/2014/main" id="{88AC8098-9953-3EE6-D165-FB5CDDD06329}"/>
              </a:ext>
            </a:extLst>
          </p:cNvPr>
          <p:cNvGrpSpPr>
            <a:grpSpLocks/>
          </p:cNvGrpSpPr>
          <p:nvPr/>
        </p:nvGrpSpPr>
        <p:grpSpPr bwMode="auto">
          <a:xfrm>
            <a:off x="2438400" y="3657601"/>
            <a:ext cx="7924800" cy="2087563"/>
            <a:chOff x="914400" y="3657600"/>
            <a:chExt cx="7924800" cy="2087880"/>
          </a:xfrm>
        </p:grpSpPr>
        <p:grpSp>
          <p:nvGrpSpPr>
            <p:cNvPr id="129029" name="Group 37">
              <a:extLst>
                <a:ext uri="{FF2B5EF4-FFF2-40B4-BE49-F238E27FC236}">
                  <a16:creationId xmlns:a16="http://schemas.microsoft.com/office/drawing/2014/main" id="{68DE43D0-E3BA-D3B6-4299-2FED06638504}"/>
                </a:ext>
              </a:extLst>
            </p:cNvPr>
            <p:cNvGrpSpPr>
              <a:grpSpLocks/>
            </p:cNvGrpSpPr>
            <p:nvPr/>
          </p:nvGrpSpPr>
          <p:grpSpPr bwMode="auto">
            <a:xfrm>
              <a:off x="914400" y="3962400"/>
              <a:ext cx="3429000" cy="1783080"/>
              <a:chOff x="2019300" y="3962400"/>
              <a:chExt cx="3429000" cy="1783080"/>
            </a:xfrm>
          </p:grpSpPr>
          <p:sp>
            <p:nvSpPr>
              <p:cNvPr id="129042" name="Oval 4">
                <a:extLst>
                  <a:ext uri="{FF2B5EF4-FFF2-40B4-BE49-F238E27FC236}">
                    <a16:creationId xmlns:a16="http://schemas.microsoft.com/office/drawing/2014/main" id="{DBD80CBB-F35A-DCB5-C2AF-9115A325ABA1}"/>
                  </a:ext>
                </a:extLst>
              </p:cNvPr>
              <p:cNvSpPr>
                <a:spLocks noChangeArrowheads="1"/>
              </p:cNvSpPr>
              <p:nvPr/>
            </p:nvSpPr>
            <p:spPr bwMode="auto">
              <a:xfrm>
                <a:off x="3276600" y="3962400"/>
                <a:ext cx="640080" cy="640080"/>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a:p>
            </p:txBody>
          </p:sp>
          <p:sp>
            <p:nvSpPr>
              <p:cNvPr id="129043" name="TextBox 5">
                <a:extLst>
                  <a:ext uri="{FF2B5EF4-FFF2-40B4-BE49-F238E27FC236}">
                    <a16:creationId xmlns:a16="http://schemas.microsoft.com/office/drawing/2014/main" id="{6F6D6C97-2650-2E02-40D5-32020D6C7510}"/>
                  </a:ext>
                </a:extLst>
              </p:cNvPr>
              <p:cNvSpPr txBox="1">
                <a:spLocks noChangeArrowheads="1"/>
              </p:cNvSpPr>
              <p:nvPr/>
            </p:nvSpPr>
            <p:spPr bwMode="auto">
              <a:xfrm>
                <a:off x="3276600" y="4038600"/>
                <a:ext cx="76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S</a:t>
                </a:r>
                <a:r>
                  <a:rPr lang="en-US" altLang="en-US" u="none" baseline="-25000"/>
                  <a:t>i</a:t>
                </a:r>
                <a:r>
                  <a:rPr lang="en-US" altLang="en-US" u="none"/>
                  <a:t>/y</a:t>
                </a:r>
                <a:r>
                  <a:rPr lang="en-US" altLang="en-US" u="none" baseline="-25000"/>
                  <a:t>j</a:t>
                </a:r>
                <a:endParaRPr lang="en-GB" altLang="en-US" u="none" baseline="-25000"/>
              </a:p>
            </p:txBody>
          </p:sp>
          <p:cxnSp>
            <p:nvCxnSpPr>
              <p:cNvPr id="129044" name="Straight Arrow Connector 7">
                <a:extLst>
                  <a:ext uri="{FF2B5EF4-FFF2-40B4-BE49-F238E27FC236}">
                    <a16:creationId xmlns:a16="http://schemas.microsoft.com/office/drawing/2014/main" id="{267FD037-0BA9-B26F-3ADB-E4CF2295CBB5}"/>
                  </a:ext>
                </a:extLst>
              </p:cNvPr>
              <p:cNvCxnSpPr>
                <a:cxnSpLocks noChangeShapeType="1"/>
                <a:stCxn id="129043" idx="1"/>
              </p:cNvCxnSpPr>
              <p:nvPr/>
            </p:nvCxnSpPr>
            <p:spPr bwMode="auto">
              <a:xfrm rot="10800000" flipV="1">
                <a:off x="2590800" y="4223266"/>
                <a:ext cx="685800" cy="272534"/>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29045" name="Straight Arrow Connector 9">
                <a:extLst>
                  <a:ext uri="{FF2B5EF4-FFF2-40B4-BE49-F238E27FC236}">
                    <a16:creationId xmlns:a16="http://schemas.microsoft.com/office/drawing/2014/main" id="{9BC34587-5EFE-1049-01DE-7DCC5DC91775}"/>
                  </a:ext>
                </a:extLst>
              </p:cNvPr>
              <p:cNvCxnSpPr>
                <a:cxnSpLocks noChangeShapeType="1"/>
                <a:stCxn id="129042" idx="3"/>
              </p:cNvCxnSpPr>
              <p:nvPr/>
            </p:nvCxnSpPr>
            <p:spPr bwMode="auto">
              <a:xfrm rot="5400000">
                <a:off x="2948941" y="4531602"/>
                <a:ext cx="444257" cy="39853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29046" name="Straight Arrow Connector 11">
                <a:extLst>
                  <a:ext uri="{FF2B5EF4-FFF2-40B4-BE49-F238E27FC236}">
                    <a16:creationId xmlns:a16="http://schemas.microsoft.com/office/drawing/2014/main" id="{FB2D15E7-9B67-9BCC-3DDB-5B66314CB11A}"/>
                  </a:ext>
                </a:extLst>
              </p:cNvPr>
              <p:cNvCxnSpPr>
                <a:cxnSpLocks noChangeShapeType="1"/>
                <a:stCxn id="129042" idx="4"/>
              </p:cNvCxnSpPr>
              <p:nvPr/>
            </p:nvCxnSpPr>
            <p:spPr bwMode="auto">
              <a:xfrm rot="16200000" flipH="1">
                <a:off x="3375660" y="4823460"/>
                <a:ext cx="502920" cy="60960"/>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grpSp>
            <p:nvGrpSpPr>
              <p:cNvPr id="129047" name="Group 17">
                <a:extLst>
                  <a:ext uri="{FF2B5EF4-FFF2-40B4-BE49-F238E27FC236}">
                    <a16:creationId xmlns:a16="http://schemas.microsoft.com/office/drawing/2014/main" id="{22A19593-AA86-B421-7E76-8D8B02BB169A}"/>
                  </a:ext>
                </a:extLst>
              </p:cNvPr>
              <p:cNvGrpSpPr>
                <a:grpSpLocks/>
              </p:cNvGrpSpPr>
              <p:nvPr/>
            </p:nvGrpSpPr>
            <p:grpSpPr bwMode="auto">
              <a:xfrm>
                <a:off x="2019300" y="4343400"/>
                <a:ext cx="762000" cy="640080"/>
                <a:chOff x="2057400" y="4343400"/>
                <a:chExt cx="762000" cy="640080"/>
              </a:xfrm>
            </p:grpSpPr>
            <p:sp>
              <p:nvSpPr>
                <p:cNvPr id="129061" name="Oval 15">
                  <a:extLst>
                    <a:ext uri="{FF2B5EF4-FFF2-40B4-BE49-F238E27FC236}">
                      <a16:creationId xmlns:a16="http://schemas.microsoft.com/office/drawing/2014/main" id="{80AF5ACB-18B5-25B4-CC00-C3064664BEA5}"/>
                    </a:ext>
                  </a:extLst>
                </p:cNvPr>
                <p:cNvSpPr>
                  <a:spLocks noChangeArrowheads="1"/>
                </p:cNvSpPr>
                <p:nvPr/>
              </p:nvSpPr>
              <p:spPr bwMode="auto">
                <a:xfrm>
                  <a:off x="2057400" y="4343400"/>
                  <a:ext cx="640080" cy="640080"/>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a:p>
              </p:txBody>
            </p:sp>
            <p:sp>
              <p:nvSpPr>
                <p:cNvPr id="129062" name="TextBox 16">
                  <a:extLst>
                    <a:ext uri="{FF2B5EF4-FFF2-40B4-BE49-F238E27FC236}">
                      <a16:creationId xmlns:a16="http://schemas.microsoft.com/office/drawing/2014/main" id="{EBF20DD9-0B3B-E8A0-9615-4C553D1CF424}"/>
                    </a:ext>
                  </a:extLst>
                </p:cNvPr>
                <p:cNvSpPr txBox="1">
                  <a:spLocks noChangeArrowheads="1"/>
                </p:cNvSpPr>
                <p:nvPr/>
              </p:nvSpPr>
              <p:spPr bwMode="auto">
                <a:xfrm>
                  <a:off x="2057400" y="4419600"/>
                  <a:ext cx="762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S</a:t>
                  </a:r>
                  <a:r>
                    <a:rPr lang="en-US" altLang="en-US" u="none" baseline="-25000"/>
                    <a:t>k</a:t>
                  </a:r>
                  <a:r>
                    <a:rPr lang="en-US" altLang="en-US" u="none"/>
                    <a:t>/y</a:t>
                  </a:r>
                  <a:r>
                    <a:rPr lang="en-US" altLang="en-US" u="none" baseline="-25000"/>
                    <a:t>l</a:t>
                  </a:r>
                  <a:endParaRPr lang="en-GB" altLang="en-US" u="none" baseline="-25000"/>
                </a:p>
              </p:txBody>
            </p:sp>
          </p:grpSp>
          <p:sp>
            <p:nvSpPr>
              <p:cNvPr id="129048" name="Oval 19">
                <a:extLst>
                  <a:ext uri="{FF2B5EF4-FFF2-40B4-BE49-F238E27FC236}">
                    <a16:creationId xmlns:a16="http://schemas.microsoft.com/office/drawing/2014/main" id="{6FD06383-CAF8-825D-0FB0-5DBC7D2A25E2}"/>
                  </a:ext>
                </a:extLst>
              </p:cNvPr>
              <p:cNvSpPr>
                <a:spLocks noChangeArrowheads="1"/>
              </p:cNvSpPr>
              <p:nvPr/>
            </p:nvSpPr>
            <p:spPr bwMode="auto">
              <a:xfrm>
                <a:off x="2590800" y="4953000"/>
                <a:ext cx="640080" cy="640080"/>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a:p>
            </p:txBody>
          </p:sp>
          <p:sp>
            <p:nvSpPr>
              <p:cNvPr id="129049" name="TextBox 20">
                <a:extLst>
                  <a:ext uri="{FF2B5EF4-FFF2-40B4-BE49-F238E27FC236}">
                    <a16:creationId xmlns:a16="http://schemas.microsoft.com/office/drawing/2014/main" id="{2B460DEF-F670-F257-DFD0-3B1C79CB3E2A}"/>
                  </a:ext>
                </a:extLst>
              </p:cNvPr>
              <p:cNvSpPr txBox="1">
                <a:spLocks noChangeArrowheads="1"/>
              </p:cNvSpPr>
              <p:nvPr/>
            </p:nvSpPr>
            <p:spPr bwMode="auto">
              <a:xfrm>
                <a:off x="2552700" y="5029200"/>
                <a:ext cx="914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S</a:t>
                </a:r>
                <a:r>
                  <a:rPr lang="en-US" altLang="en-US" u="none" baseline="-25000"/>
                  <a:t>m</a:t>
                </a:r>
                <a:r>
                  <a:rPr lang="en-US" altLang="en-US" u="none"/>
                  <a:t>/y</a:t>
                </a:r>
                <a:r>
                  <a:rPr lang="en-US" altLang="en-US" u="none" baseline="-25000"/>
                  <a:t>v</a:t>
                </a:r>
                <a:endParaRPr lang="en-GB" altLang="en-US" u="none" baseline="-25000"/>
              </a:p>
            </p:txBody>
          </p:sp>
          <p:sp>
            <p:nvSpPr>
              <p:cNvPr id="129050" name="Oval 21">
                <a:extLst>
                  <a:ext uri="{FF2B5EF4-FFF2-40B4-BE49-F238E27FC236}">
                    <a16:creationId xmlns:a16="http://schemas.microsoft.com/office/drawing/2014/main" id="{B0C656D4-8CD2-ACDC-7F05-87EE2B0A2D8B}"/>
                  </a:ext>
                </a:extLst>
              </p:cNvPr>
              <p:cNvSpPr>
                <a:spLocks noChangeArrowheads="1"/>
              </p:cNvSpPr>
              <p:nvPr/>
            </p:nvSpPr>
            <p:spPr bwMode="auto">
              <a:xfrm>
                <a:off x="3352800" y="5105400"/>
                <a:ext cx="640080" cy="640080"/>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a:p>
            </p:txBody>
          </p:sp>
          <p:sp>
            <p:nvSpPr>
              <p:cNvPr id="129051" name="TextBox 22">
                <a:extLst>
                  <a:ext uri="{FF2B5EF4-FFF2-40B4-BE49-F238E27FC236}">
                    <a16:creationId xmlns:a16="http://schemas.microsoft.com/office/drawing/2014/main" id="{307AAF2D-A4BA-22D8-32B6-5543D0CB895A}"/>
                  </a:ext>
                </a:extLst>
              </p:cNvPr>
              <p:cNvSpPr txBox="1">
                <a:spLocks noChangeArrowheads="1"/>
              </p:cNvSpPr>
              <p:nvPr/>
            </p:nvSpPr>
            <p:spPr bwMode="auto">
              <a:xfrm>
                <a:off x="3314700" y="5181600"/>
                <a:ext cx="914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S</a:t>
                </a:r>
                <a:r>
                  <a:rPr lang="en-US" altLang="en-US" u="none" baseline="-25000"/>
                  <a:t>m</a:t>
                </a:r>
                <a:r>
                  <a:rPr lang="en-US" altLang="en-US" u="none"/>
                  <a:t>/y</a:t>
                </a:r>
                <a:r>
                  <a:rPr lang="en-US" altLang="en-US" u="none" baseline="-25000"/>
                  <a:t>v</a:t>
                </a:r>
                <a:endParaRPr lang="en-GB" altLang="en-US" u="none" baseline="-25000"/>
              </a:p>
            </p:txBody>
          </p:sp>
          <p:cxnSp>
            <p:nvCxnSpPr>
              <p:cNvPr id="129052" name="Straight Arrow Connector 23">
                <a:extLst>
                  <a:ext uri="{FF2B5EF4-FFF2-40B4-BE49-F238E27FC236}">
                    <a16:creationId xmlns:a16="http://schemas.microsoft.com/office/drawing/2014/main" id="{4BAB546C-3645-528E-D620-5E4BD0F4F323}"/>
                  </a:ext>
                </a:extLst>
              </p:cNvPr>
              <p:cNvCxnSpPr>
                <a:cxnSpLocks noChangeShapeType="1"/>
              </p:cNvCxnSpPr>
              <p:nvPr/>
            </p:nvCxnSpPr>
            <p:spPr bwMode="auto">
              <a:xfrm rot="16200000" flipH="1">
                <a:off x="3771900" y="4533900"/>
                <a:ext cx="457200" cy="381000"/>
              </a:xfrm>
              <a:prstGeom prst="straightConnector1">
                <a:avLst/>
              </a:prstGeom>
              <a:noFill/>
              <a:ln w="19050" algn="ctr">
                <a:solidFill>
                  <a:schemeClr val="tx1"/>
                </a:solidFill>
                <a:prstDash val="dash"/>
                <a:round/>
                <a:headEnd/>
                <a:tailEnd type="arrow" w="med" len="med"/>
              </a:ln>
              <a:extLst>
                <a:ext uri="{909E8E84-426E-40DD-AFC4-6F175D3DCCD1}">
                  <a14:hiddenFill xmlns:a14="http://schemas.microsoft.com/office/drawing/2010/main">
                    <a:noFill/>
                  </a14:hiddenFill>
                </a:ext>
              </a:extLst>
            </p:spPr>
          </p:cxnSp>
          <p:cxnSp>
            <p:nvCxnSpPr>
              <p:cNvPr id="129053" name="Straight Arrow Connector 25">
                <a:extLst>
                  <a:ext uri="{FF2B5EF4-FFF2-40B4-BE49-F238E27FC236}">
                    <a16:creationId xmlns:a16="http://schemas.microsoft.com/office/drawing/2014/main" id="{3AAAD9EF-928D-2B0D-3577-0F67CCDF8F70}"/>
                  </a:ext>
                </a:extLst>
              </p:cNvPr>
              <p:cNvCxnSpPr>
                <a:cxnSpLocks noChangeShapeType="1"/>
              </p:cNvCxnSpPr>
              <p:nvPr/>
            </p:nvCxnSpPr>
            <p:spPr bwMode="auto">
              <a:xfrm>
                <a:off x="3886200" y="4191000"/>
                <a:ext cx="838200" cy="304800"/>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29054" name="Oval 28">
                <a:extLst>
                  <a:ext uri="{FF2B5EF4-FFF2-40B4-BE49-F238E27FC236}">
                    <a16:creationId xmlns:a16="http://schemas.microsoft.com/office/drawing/2014/main" id="{D159A689-BD0F-2970-334C-940BC827F4B0}"/>
                  </a:ext>
                </a:extLst>
              </p:cNvPr>
              <p:cNvSpPr>
                <a:spLocks noChangeArrowheads="1"/>
              </p:cNvSpPr>
              <p:nvPr/>
            </p:nvSpPr>
            <p:spPr bwMode="auto">
              <a:xfrm>
                <a:off x="4572000" y="4419600"/>
                <a:ext cx="640080" cy="640080"/>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a:p>
            </p:txBody>
          </p:sp>
          <p:sp>
            <p:nvSpPr>
              <p:cNvPr id="129055" name="TextBox 29">
                <a:extLst>
                  <a:ext uri="{FF2B5EF4-FFF2-40B4-BE49-F238E27FC236}">
                    <a16:creationId xmlns:a16="http://schemas.microsoft.com/office/drawing/2014/main" id="{1D721BA0-477A-4CF0-6927-D1E85B6BE480}"/>
                  </a:ext>
                </a:extLst>
              </p:cNvPr>
              <p:cNvSpPr txBox="1">
                <a:spLocks noChangeArrowheads="1"/>
              </p:cNvSpPr>
              <p:nvPr/>
            </p:nvSpPr>
            <p:spPr bwMode="auto">
              <a:xfrm>
                <a:off x="4533900" y="4495800"/>
                <a:ext cx="914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t>S</a:t>
                </a:r>
                <a:r>
                  <a:rPr lang="en-US" altLang="en-US" u="none" baseline="-25000"/>
                  <a:t>p</a:t>
                </a:r>
                <a:r>
                  <a:rPr lang="en-US" altLang="en-US" u="none"/>
                  <a:t>/y</a:t>
                </a:r>
                <a:r>
                  <a:rPr lang="en-US" altLang="en-US" u="none" baseline="-25000"/>
                  <a:t>q</a:t>
                </a:r>
                <a:endParaRPr lang="en-GB" altLang="en-US" u="none" baseline="-25000"/>
              </a:p>
            </p:txBody>
          </p:sp>
          <p:sp>
            <p:nvSpPr>
              <p:cNvPr id="129056" name="TextBox 30">
                <a:extLst>
                  <a:ext uri="{FF2B5EF4-FFF2-40B4-BE49-F238E27FC236}">
                    <a16:creationId xmlns:a16="http://schemas.microsoft.com/office/drawing/2014/main" id="{F8672D89-8D02-DA00-13AD-23DC108EB275}"/>
                  </a:ext>
                </a:extLst>
              </p:cNvPr>
              <p:cNvSpPr txBox="1">
                <a:spLocks noChangeArrowheads="1"/>
              </p:cNvSpPr>
              <p:nvPr/>
            </p:nvSpPr>
            <p:spPr bwMode="auto">
              <a:xfrm>
                <a:off x="2743200" y="4038600"/>
                <a:ext cx="304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600" u="none"/>
                  <a:t>0</a:t>
                </a:r>
                <a:endParaRPr lang="en-GB" altLang="en-US" sz="1600" u="none"/>
              </a:p>
            </p:txBody>
          </p:sp>
          <p:sp>
            <p:nvSpPr>
              <p:cNvPr id="129057" name="TextBox 31">
                <a:extLst>
                  <a:ext uri="{FF2B5EF4-FFF2-40B4-BE49-F238E27FC236}">
                    <a16:creationId xmlns:a16="http://schemas.microsoft.com/office/drawing/2014/main" id="{C93C8A39-6BCC-F583-BDA0-4EC9EB72C287}"/>
                  </a:ext>
                </a:extLst>
              </p:cNvPr>
              <p:cNvSpPr txBox="1">
                <a:spLocks noChangeArrowheads="1"/>
              </p:cNvSpPr>
              <p:nvPr/>
            </p:nvSpPr>
            <p:spPr bwMode="auto">
              <a:xfrm>
                <a:off x="2971800" y="4419600"/>
                <a:ext cx="304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600" u="none"/>
                  <a:t>1</a:t>
                </a:r>
                <a:endParaRPr lang="en-GB" altLang="en-US" sz="1600" u="none"/>
              </a:p>
            </p:txBody>
          </p:sp>
          <p:sp>
            <p:nvSpPr>
              <p:cNvPr id="129058" name="TextBox 32">
                <a:extLst>
                  <a:ext uri="{FF2B5EF4-FFF2-40B4-BE49-F238E27FC236}">
                    <a16:creationId xmlns:a16="http://schemas.microsoft.com/office/drawing/2014/main" id="{3670D92D-6193-CAD5-9392-B144F809EBD2}"/>
                  </a:ext>
                </a:extLst>
              </p:cNvPr>
              <p:cNvSpPr txBox="1">
                <a:spLocks noChangeArrowheads="1"/>
              </p:cNvSpPr>
              <p:nvPr/>
            </p:nvSpPr>
            <p:spPr bwMode="auto">
              <a:xfrm>
                <a:off x="3352800" y="4724400"/>
                <a:ext cx="304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ru-RU" altLang="en-US" sz="1600" u="none"/>
                  <a:t>2</a:t>
                </a:r>
                <a:endParaRPr lang="en-GB" altLang="en-US" sz="1600" u="none"/>
              </a:p>
            </p:txBody>
          </p:sp>
          <p:sp>
            <p:nvSpPr>
              <p:cNvPr id="129059" name="TextBox 33">
                <a:extLst>
                  <a:ext uri="{FF2B5EF4-FFF2-40B4-BE49-F238E27FC236}">
                    <a16:creationId xmlns:a16="http://schemas.microsoft.com/office/drawing/2014/main" id="{A6779EB8-FDA3-8210-DE57-EDC0C1BD7774}"/>
                  </a:ext>
                </a:extLst>
              </p:cNvPr>
              <p:cNvSpPr txBox="1">
                <a:spLocks noChangeArrowheads="1"/>
              </p:cNvSpPr>
              <p:nvPr/>
            </p:nvSpPr>
            <p:spPr bwMode="auto">
              <a:xfrm>
                <a:off x="3962400" y="4495800"/>
                <a:ext cx="304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k</a:t>
                </a:r>
                <a:endParaRPr lang="en-GB" altLang="en-US" sz="1600" u="none"/>
              </a:p>
            </p:txBody>
          </p:sp>
          <p:sp>
            <p:nvSpPr>
              <p:cNvPr id="129060" name="TextBox 34">
                <a:extLst>
                  <a:ext uri="{FF2B5EF4-FFF2-40B4-BE49-F238E27FC236}">
                    <a16:creationId xmlns:a16="http://schemas.microsoft.com/office/drawing/2014/main" id="{9EBF18B5-AAA0-01A6-72E8-058F01B5B598}"/>
                  </a:ext>
                </a:extLst>
              </p:cNvPr>
              <p:cNvSpPr txBox="1">
                <a:spLocks noChangeArrowheads="1"/>
              </p:cNvSpPr>
              <p:nvPr/>
            </p:nvSpPr>
            <p:spPr bwMode="auto">
              <a:xfrm>
                <a:off x="4191000" y="4038600"/>
                <a:ext cx="304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7</a:t>
                </a:r>
                <a:endParaRPr lang="en-GB" altLang="en-US" sz="1600" u="none"/>
              </a:p>
            </p:txBody>
          </p:sp>
        </p:grpSp>
        <p:grpSp>
          <p:nvGrpSpPr>
            <p:cNvPr id="129030" name="Group 36">
              <a:extLst>
                <a:ext uri="{FF2B5EF4-FFF2-40B4-BE49-F238E27FC236}">
                  <a16:creationId xmlns:a16="http://schemas.microsoft.com/office/drawing/2014/main" id="{1EBBD070-D7C9-2FCB-21C8-B228CD89A0C1}"/>
                </a:ext>
              </a:extLst>
            </p:cNvPr>
            <p:cNvGrpSpPr>
              <a:grpSpLocks/>
            </p:cNvGrpSpPr>
            <p:nvPr/>
          </p:nvGrpSpPr>
          <p:grpSpPr bwMode="auto">
            <a:xfrm>
              <a:off x="4800600" y="3657600"/>
              <a:ext cx="4038600" cy="1981200"/>
              <a:chOff x="4800600" y="3657600"/>
              <a:chExt cx="4038600" cy="1981200"/>
            </a:xfrm>
          </p:grpSpPr>
          <p:sp>
            <p:nvSpPr>
              <p:cNvPr id="129031" name="TextBox 38">
                <a:extLst>
                  <a:ext uri="{FF2B5EF4-FFF2-40B4-BE49-F238E27FC236}">
                    <a16:creationId xmlns:a16="http://schemas.microsoft.com/office/drawing/2014/main" id="{2A55410D-2C82-E664-8A21-C74348A5241B}"/>
                  </a:ext>
                </a:extLst>
              </p:cNvPr>
              <p:cNvSpPr txBox="1">
                <a:spLocks noChangeArrowheads="1"/>
              </p:cNvSpPr>
              <p:nvPr/>
            </p:nvSpPr>
            <p:spPr bwMode="auto">
              <a:xfrm>
                <a:off x="4953000" y="3657600"/>
                <a:ext cx="3886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0, 1, 2 .  .  .  - sets of inputs</a:t>
                </a:r>
                <a:endParaRPr lang="en-GB" altLang="en-US" b="0" u="none"/>
              </a:p>
            </p:txBody>
          </p:sp>
          <p:sp>
            <p:nvSpPr>
              <p:cNvPr id="129032" name="TextBox 39">
                <a:extLst>
                  <a:ext uri="{FF2B5EF4-FFF2-40B4-BE49-F238E27FC236}">
                    <a16:creationId xmlns:a16="http://schemas.microsoft.com/office/drawing/2014/main" id="{F81D36A8-5DD5-0D5C-E064-0358AC3F4AAC}"/>
                  </a:ext>
                </a:extLst>
              </p:cNvPr>
              <p:cNvSpPr txBox="1">
                <a:spLocks noChangeArrowheads="1"/>
              </p:cNvSpPr>
              <p:nvPr/>
            </p:nvSpPr>
            <p:spPr bwMode="auto">
              <a:xfrm>
                <a:off x="4800600" y="3886200"/>
                <a:ext cx="3886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y</a:t>
                </a:r>
                <a:r>
                  <a:rPr lang="en-US" altLang="en-US" b="0" u="none" baseline="-25000"/>
                  <a:t>k</a:t>
                </a:r>
                <a:r>
                  <a:rPr lang="en-US" altLang="en-US" b="0" u="none"/>
                  <a:t>, y</a:t>
                </a:r>
                <a:r>
                  <a:rPr lang="en-US" altLang="en-US" b="0" u="none" baseline="-25000"/>
                  <a:t>l</a:t>
                </a:r>
                <a:r>
                  <a:rPr lang="en-US" altLang="en-US" b="0" u="none"/>
                  <a:t>, . .  .  .  - 36-bit sets of outputs</a:t>
                </a:r>
                <a:endParaRPr lang="en-GB" altLang="en-US" b="0" u="none"/>
              </a:p>
            </p:txBody>
          </p:sp>
          <p:sp>
            <p:nvSpPr>
              <p:cNvPr id="41" name="Rectangle 40">
                <a:extLst>
                  <a:ext uri="{FF2B5EF4-FFF2-40B4-BE49-F238E27FC236}">
                    <a16:creationId xmlns:a16="http://schemas.microsoft.com/office/drawing/2014/main" id="{6C51054E-3CAE-457B-AB39-6121FC961266}"/>
                  </a:ext>
                </a:extLst>
              </p:cNvPr>
              <p:cNvSpPr/>
              <p:nvPr/>
            </p:nvSpPr>
            <p:spPr bwMode="auto">
              <a:xfrm>
                <a:off x="5257800" y="4572139"/>
                <a:ext cx="2286000" cy="457269"/>
              </a:xfrm>
              <a:prstGeom prst="rect">
                <a:avLst/>
              </a:prstGeom>
              <a:noFill/>
              <a:ln w="28575" cap="flat" cmpd="sng" algn="ctr">
                <a:solidFill>
                  <a:schemeClr val="tx1"/>
                </a:solidFill>
                <a:prstDash val="solid"/>
                <a:round/>
                <a:headEnd type="none" w="med" len="med"/>
                <a:tailEnd type="none" w="med" len="med"/>
              </a:ln>
              <a:effectLst/>
            </p:spPr>
            <p:txBody>
              <a:bodyPr/>
              <a:lstStyle/>
              <a:p>
                <a:pPr eaLnBrk="1" hangingPunct="1">
                  <a:defRPr/>
                </a:pPr>
                <a:endParaRPr lang="en-GB">
                  <a:ln>
                    <a:solidFill>
                      <a:sysClr val="windowText" lastClr="000000"/>
                    </a:solidFill>
                  </a:ln>
                </a:endParaRPr>
              </a:p>
            </p:txBody>
          </p:sp>
          <p:sp>
            <p:nvSpPr>
              <p:cNvPr id="129034" name="TextBox 41">
                <a:extLst>
                  <a:ext uri="{FF2B5EF4-FFF2-40B4-BE49-F238E27FC236}">
                    <a16:creationId xmlns:a16="http://schemas.microsoft.com/office/drawing/2014/main" id="{7C7E980D-1C23-0808-62DC-B33326E4E621}"/>
                  </a:ext>
                </a:extLst>
              </p:cNvPr>
              <p:cNvSpPr txBox="1">
                <a:spLocks noChangeArrowheads="1"/>
              </p:cNvSpPr>
              <p:nvPr/>
            </p:nvSpPr>
            <p:spPr bwMode="auto">
              <a:xfrm>
                <a:off x="5257800" y="4191000"/>
                <a:ext cx="2286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solidFill>
                      <a:srgbClr val="FF0000"/>
                    </a:solidFill>
                  </a:rPr>
                  <a:t>Port A  Addresses</a:t>
                </a:r>
                <a:endParaRPr lang="en-GB" altLang="en-US" u="none">
                  <a:solidFill>
                    <a:srgbClr val="FF0000"/>
                  </a:solidFill>
                </a:endParaRPr>
              </a:p>
            </p:txBody>
          </p:sp>
          <p:cxnSp>
            <p:nvCxnSpPr>
              <p:cNvPr id="129035" name="Straight Connector 43">
                <a:extLst>
                  <a:ext uri="{FF2B5EF4-FFF2-40B4-BE49-F238E27FC236}">
                    <a16:creationId xmlns:a16="http://schemas.microsoft.com/office/drawing/2014/main" id="{37B84D99-DE2F-994F-B097-4DCDD49FF8AD}"/>
                  </a:ext>
                </a:extLst>
              </p:cNvPr>
              <p:cNvCxnSpPr>
                <a:cxnSpLocks noChangeShapeType="1"/>
              </p:cNvCxnSpPr>
              <p:nvPr/>
            </p:nvCxnSpPr>
            <p:spPr bwMode="auto">
              <a:xfrm rot="5400000">
                <a:off x="6477000" y="4800600"/>
                <a:ext cx="45720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29036" name="TextBox 44">
                <a:extLst>
                  <a:ext uri="{FF2B5EF4-FFF2-40B4-BE49-F238E27FC236}">
                    <a16:creationId xmlns:a16="http://schemas.microsoft.com/office/drawing/2014/main" id="{833E9E29-B8BC-760E-B40B-CEFCFE829E06}"/>
                  </a:ext>
                </a:extLst>
              </p:cNvPr>
              <p:cNvSpPr txBox="1">
                <a:spLocks noChangeArrowheads="1"/>
              </p:cNvSpPr>
              <p:nvPr/>
            </p:nvSpPr>
            <p:spPr bwMode="auto">
              <a:xfrm>
                <a:off x="5257800" y="4648200"/>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Current state</a:t>
                </a:r>
                <a:endParaRPr lang="en-GB" altLang="en-US" b="0" u="none"/>
              </a:p>
            </p:txBody>
          </p:sp>
          <p:sp>
            <p:nvSpPr>
              <p:cNvPr id="129037" name="TextBox 45">
                <a:extLst>
                  <a:ext uri="{FF2B5EF4-FFF2-40B4-BE49-F238E27FC236}">
                    <a16:creationId xmlns:a16="http://schemas.microsoft.com/office/drawing/2014/main" id="{A9DE12A0-E993-539F-A967-79AFD2C3DF63}"/>
                  </a:ext>
                </a:extLst>
              </p:cNvPr>
              <p:cNvSpPr txBox="1">
                <a:spLocks noChangeArrowheads="1"/>
              </p:cNvSpPr>
              <p:nvPr/>
            </p:nvSpPr>
            <p:spPr bwMode="auto">
              <a:xfrm>
                <a:off x="7543800" y="4495800"/>
                <a:ext cx="1219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b="0" u="none"/>
                  <a:t>Condition code</a:t>
                </a:r>
                <a:endParaRPr lang="en-GB" altLang="en-US" sz="1600" b="0" u="none"/>
              </a:p>
            </p:txBody>
          </p:sp>
          <p:sp>
            <p:nvSpPr>
              <p:cNvPr id="129038" name="Right Brace 46">
                <a:extLst>
                  <a:ext uri="{FF2B5EF4-FFF2-40B4-BE49-F238E27FC236}">
                    <a16:creationId xmlns:a16="http://schemas.microsoft.com/office/drawing/2014/main" id="{8FEEFE07-40F2-6C7F-F2E1-DB6BE7DF7EB0}"/>
                  </a:ext>
                </a:extLst>
              </p:cNvPr>
              <p:cNvSpPr>
                <a:spLocks/>
              </p:cNvSpPr>
              <p:nvPr/>
            </p:nvSpPr>
            <p:spPr bwMode="auto">
              <a:xfrm rot="5400000">
                <a:off x="5791200" y="4648200"/>
                <a:ext cx="274320" cy="1188720"/>
              </a:xfrm>
              <a:prstGeom prst="rightBrace">
                <a:avLst>
                  <a:gd name="adj1" fmla="val 8326"/>
                  <a:gd name="adj2" fmla="val 50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a:p>
            </p:txBody>
          </p:sp>
          <p:sp>
            <p:nvSpPr>
              <p:cNvPr id="129039" name="TextBox 47">
                <a:extLst>
                  <a:ext uri="{FF2B5EF4-FFF2-40B4-BE49-F238E27FC236}">
                    <a16:creationId xmlns:a16="http://schemas.microsoft.com/office/drawing/2014/main" id="{16DC1EA9-9FA6-6F74-CB6B-803EE32F209A}"/>
                  </a:ext>
                </a:extLst>
              </p:cNvPr>
              <p:cNvSpPr txBox="1">
                <a:spLocks noChangeArrowheads="1"/>
              </p:cNvSpPr>
              <p:nvPr/>
            </p:nvSpPr>
            <p:spPr bwMode="auto">
              <a:xfrm>
                <a:off x="5638800" y="5257800"/>
                <a:ext cx="685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7 bit</a:t>
                </a:r>
                <a:endParaRPr lang="en-GB" altLang="en-US" b="0" u="none"/>
              </a:p>
            </p:txBody>
          </p:sp>
          <p:sp>
            <p:nvSpPr>
              <p:cNvPr id="129040" name="Right Brace 48">
                <a:extLst>
                  <a:ext uri="{FF2B5EF4-FFF2-40B4-BE49-F238E27FC236}">
                    <a16:creationId xmlns:a16="http://schemas.microsoft.com/office/drawing/2014/main" id="{E10B0B02-51A3-CE3F-BD47-AD69B4422ADE}"/>
                  </a:ext>
                </a:extLst>
              </p:cNvPr>
              <p:cNvSpPr>
                <a:spLocks/>
              </p:cNvSpPr>
              <p:nvPr/>
            </p:nvSpPr>
            <p:spPr bwMode="auto">
              <a:xfrm rot="5400000">
                <a:off x="6979920" y="4831080"/>
                <a:ext cx="274320" cy="822960"/>
              </a:xfrm>
              <a:prstGeom prst="rightBrace">
                <a:avLst>
                  <a:gd name="adj1" fmla="val 8333"/>
                  <a:gd name="adj2" fmla="val 50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a:p>
            </p:txBody>
          </p:sp>
          <p:sp>
            <p:nvSpPr>
              <p:cNvPr id="129041" name="TextBox 49">
                <a:extLst>
                  <a:ext uri="{FF2B5EF4-FFF2-40B4-BE49-F238E27FC236}">
                    <a16:creationId xmlns:a16="http://schemas.microsoft.com/office/drawing/2014/main" id="{600FD1B8-485C-F0CA-C3FC-DECAA05F498D}"/>
                  </a:ext>
                </a:extLst>
              </p:cNvPr>
              <p:cNvSpPr txBox="1">
                <a:spLocks noChangeArrowheads="1"/>
              </p:cNvSpPr>
              <p:nvPr/>
            </p:nvSpPr>
            <p:spPr bwMode="auto">
              <a:xfrm>
                <a:off x="7086600" y="5257800"/>
                <a:ext cx="685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3 bit</a:t>
                </a:r>
                <a:endParaRPr lang="en-GB" altLang="en-US" b="0" u="none"/>
              </a:p>
            </p:txBody>
          </p:sp>
        </p:grpSp>
      </p:gr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1">
            <a:extLst>
              <a:ext uri="{FF2B5EF4-FFF2-40B4-BE49-F238E27FC236}">
                <a16:creationId xmlns:a16="http://schemas.microsoft.com/office/drawing/2014/main" id="{461405DE-5B27-0582-AF85-9999B914649B}"/>
              </a:ext>
            </a:extLst>
          </p:cNvPr>
          <p:cNvSpPr>
            <a:spLocks noGrp="1" noChangeArrowheads="1"/>
          </p:cNvSpPr>
          <p:nvPr>
            <p:ph type="title"/>
          </p:nvPr>
        </p:nvSpPr>
        <p:spPr>
          <a:xfrm>
            <a:off x="0" y="183401"/>
            <a:ext cx="11612880" cy="704088"/>
          </a:xfrm>
        </p:spPr>
        <p:txBody>
          <a:bodyPr>
            <a:normAutofit/>
          </a:bodyPr>
          <a:lstStyle/>
          <a:p>
            <a:r>
              <a:rPr lang="en-GB" altLang="en-US" dirty="0"/>
              <a:t>Fast, Long Counters Using RAM</a:t>
            </a:r>
          </a:p>
        </p:txBody>
      </p:sp>
      <p:sp>
        <p:nvSpPr>
          <p:cNvPr id="130051" name="TextBox 2">
            <a:extLst>
              <a:ext uri="{FF2B5EF4-FFF2-40B4-BE49-F238E27FC236}">
                <a16:creationId xmlns:a16="http://schemas.microsoft.com/office/drawing/2014/main" id="{D9ADF90A-3305-8313-ADFB-38AA9EA3950A}"/>
              </a:ext>
            </a:extLst>
          </p:cNvPr>
          <p:cNvSpPr txBox="1">
            <a:spLocks noChangeArrowheads="1"/>
          </p:cNvSpPr>
          <p:nvPr/>
        </p:nvSpPr>
        <p:spPr bwMode="auto">
          <a:xfrm>
            <a:off x="1752600" y="1143000"/>
            <a:ext cx="8763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b="0" u="none"/>
              <a:t>A </a:t>
            </a:r>
            <a:r>
              <a:rPr lang="en-GB" altLang="en-US" b="0" u="none"/>
              <a:t>counter is an example of a simple state machine, where the next state depends only on the current state. A binary up counter, for example, simply increments the current state to create the next state. </a:t>
            </a:r>
          </a:p>
          <a:p>
            <a:pPr eaLnBrk="1" hangingPunct="1"/>
            <a:endParaRPr lang="en-GB" altLang="en-US" b="0" u="none"/>
          </a:p>
        </p:txBody>
      </p:sp>
      <p:sp>
        <p:nvSpPr>
          <p:cNvPr id="130052" name="TextBox 14">
            <a:extLst>
              <a:ext uri="{FF2B5EF4-FFF2-40B4-BE49-F238E27FC236}">
                <a16:creationId xmlns:a16="http://schemas.microsoft.com/office/drawing/2014/main" id="{F6E7AB49-7725-CD16-229C-07377885B153}"/>
              </a:ext>
            </a:extLst>
          </p:cNvPr>
          <p:cNvSpPr txBox="1">
            <a:spLocks noChangeArrowheads="1"/>
          </p:cNvSpPr>
          <p:nvPr/>
        </p:nvSpPr>
        <p:spPr bwMode="auto">
          <a:xfrm>
            <a:off x="6629400" y="3276600"/>
            <a:ext cx="2971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u="none"/>
              <a:t>TC – terminate  count</a:t>
            </a:r>
            <a:endParaRPr lang="en-GB" altLang="en-US" sz="2000" u="none"/>
          </a:p>
        </p:txBody>
      </p:sp>
      <p:grpSp>
        <p:nvGrpSpPr>
          <p:cNvPr id="130053" name="Group 52">
            <a:extLst>
              <a:ext uri="{FF2B5EF4-FFF2-40B4-BE49-F238E27FC236}">
                <a16:creationId xmlns:a16="http://schemas.microsoft.com/office/drawing/2014/main" id="{F79F7D2D-4018-A170-C47B-2C0407C54AAD}"/>
              </a:ext>
            </a:extLst>
          </p:cNvPr>
          <p:cNvGrpSpPr>
            <a:grpSpLocks/>
          </p:cNvGrpSpPr>
          <p:nvPr/>
        </p:nvGrpSpPr>
        <p:grpSpPr bwMode="auto">
          <a:xfrm>
            <a:off x="2590800" y="2209800"/>
            <a:ext cx="3048000" cy="3132828"/>
            <a:chOff x="1066800" y="2209800"/>
            <a:chExt cx="3048000" cy="3132828"/>
          </a:xfrm>
        </p:grpSpPr>
        <p:sp>
          <p:nvSpPr>
            <p:cNvPr id="4" name="Rectangle 3">
              <a:extLst>
                <a:ext uri="{FF2B5EF4-FFF2-40B4-BE49-F238E27FC236}">
                  <a16:creationId xmlns:a16="http://schemas.microsoft.com/office/drawing/2014/main" id="{DFB9F770-5045-4020-BB37-BF519106D3B6}"/>
                </a:ext>
              </a:extLst>
            </p:cNvPr>
            <p:cNvSpPr/>
            <p:nvPr/>
          </p:nvSpPr>
          <p:spPr bwMode="auto">
            <a:xfrm>
              <a:off x="2584450" y="2209800"/>
              <a:ext cx="874713" cy="1454150"/>
            </a:xfrm>
            <a:prstGeom prst="rect">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lstStyle/>
            <a:p>
              <a:pPr eaLnBrk="1" hangingPunct="1">
                <a:defRPr/>
              </a:pPr>
              <a:endParaRPr lang="en-GB"/>
            </a:p>
          </p:txBody>
        </p:sp>
        <p:sp>
          <p:nvSpPr>
            <p:cNvPr id="5" name="Rectangle 4">
              <a:extLst>
                <a:ext uri="{FF2B5EF4-FFF2-40B4-BE49-F238E27FC236}">
                  <a16:creationId xmlns:a16="http://schemas.microsoft.com/office/drawing/2014/main" id="{AA15008B-3A8F-4368-8E6C-776835B31EA8}"/>
                </a:ext>
              </a:extLst>
            </p:cNvPr>
            <p:cNvSpPr/>
            <p:nvPr/>
          </p:nvSpPr>
          <p:spPr bwMode="auto">
            <a:xfrm>
              <a:off x="2584450" y="3960813"/>
              <a:ext cx="874713" cy="1373187"/>
            </a:xfrm>
            <a:prstGeom prst="rect">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lstStyle/>
            <a:p>
              <a:pPr eaLnBrk="1" hangingPunct="1">
                <a:defRPr/>
              </a:pPr>
              <a:endParaRPr lang="en-GB"/>
            </a:p>
          </p:txBody>
        </p:sp>
        <p:sp>
          <p:nvSpPr>
            <p:cNvPr id="130056" name="TextBox 5">
              <a:extLst>
                <a:ext uri="{FF2B5EF4-FFF2-40B4-BE49-F238E27FC236}">
                  <a16:creationId xmlns:a16="http://schemas.microsoft.com/office/drawing/2014/main" id="{762BD689-B64D-AED0-6ABB-FDE370AEED6B}"/>
                </a:ext>
              </a:extLst>
            </p:cNvPr>
            <p:cNvSpPr txBox="1">
              <a:spLocks noChangeArrowheads="1"/>
            </p:cNvSpPr>
            <p:nvPr/>
          </p:nvSpPr>
          <p:spPr bwMode="auto">
            <a:xfrm>
              <a:off x="2499724" y="4745968"/>
              <a:ext cx="5100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400" u="none"/>
                <a:t>&gt;</a:t>
              </a:r>
              <a:endParaRPr lang="en-GB" altLang="en-US" sz="2400" u="none"/>
            </a:p>
          </p:txBody>
        </p:sp>
        <p:sp>
          <p:nvSpPr>
            <p:cNvPr id="130057" name="TextBox 6">
              <a:extLst>
                <a:ext uri="{FF2B5EF4-FFF2-40B4-BE49-F238E27FC236}">
                  <a16:creationId xmlns:a16="http://schemas.microsoft.com/office/drawing/2014/main" id="{3986BB34-316D-86FB-1366-C45969875A96}"/>
                </a:ext>
              </a:extLst>
            </p:cNvPr>
            <p:cNvSpPr txBox="1">
              <a:spLocks noChangeArrowheads="1"/>
            </p:cNvSpPr>
            <p:nvPr/>
          </p:nvSpPr>
          <p:spPr bwMode="auto">
            <a:xfrm>
              <a:off x="2487581" y="3085115"/>
              <a:ext cx="5100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400" u="none"/>
                <a:t>&gt;</a:t>
              </a:r>
              <a:endParaRPr lang="en-GB" altLang="en-US" sz="2400" u="none"/>
            </a:p>
          </p:txBody>
        </p:sp>
        <p:cxnSp>
          <p:nvCxnSpPr>
            <p:cNvPr id="130058" name="Straight Connector 8">
              <a:extLst>
                <a:ext uri="{FF2B5EF4-FFF2-40B4-BE49-F238E27FC236}">
                  <a16:creationId xmlns:a16="http://schemas.microsoft.com/office/drawing/2014/main" id="{20A20EA4-4AAA-62F0-249B-1E30B169C92D}"/>
                </a:ext>
              </a:extLst>
            </p:cNvPr>
            <p:cNvCxnSpPr>
              <a:cxnSpLocks noChangeShapeType="1"/>
            </p:cNvCxnSpPr>
            <p:nvPr/>
          </p:nvCxnSpPr>
          <p:spPr bwMode="auto">
            <a:xfrm flipV="1">
              <a:off x="2232569" y="3295553"/>
              <a:ext cx="340016" cy="2779"/>
            </a:xfrm>
            <a:prstGeom prst="line">
              <a:avLst/>
            </a:prstGeom>
            <a:noFill/>
            <a:ln w="28575"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130059" name="Straight Connector 9">
              <a:extLst>
                <a:ext uri="{FF2B5EF4-FFF2-40B4-BE49-F238E27FC236}">
                  <a16:creationId xmlns:a16="http://schemas.microsoft.com/office/drawing/2014/main" id="{E3B811C4-C933-792C-D9E6-3BF043BA6EA5}"/>
                </a:ext>
              </a:extLst>
            </p:cNvPr>
            <p:cNvCxnSpPr>
              <a:cxnSpLocks noChangeShapeType="1"/>
            </p:cNvCxnSpPr>
            <p:nvPr/>
          </p:nvCxnSpPr>
          <p:spPr bwMode="auto">
            <a:xfrm flipV="1">
              <a:off x="1613254" y="4947964"/>
              <a:ext cx="961759" cy="2779"/>
            </a:xfrm>
            <a:prstGeom prst="line">
              <a:avLst/>
            </a:prstGeom>
            <a:noFill/>
            <a:ln w="28575"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130060" name="Straight Connector 11">
              <a:extLst>
                <a:ext uri="{FF2B5EF4-FFF2-40B4-BE49-F238E27FC236}">
                  <a16:creationId xmlns:a16="http://schemas.microsoft.com/office/drawing/2014/main" id="{A706E9BD-FC5A-DDEE-A423-8ADDE4429402}"/>
                </a:ext>
              </a:extLst>
            </p:cNvPr>
            <p:cNvCxnSpPr>
              <a:cxnSpLocks noChangeShapeType="1"/>
            </p:cNvCxnSpPr>
            <p:nvPr/>
          </p:nvCxnSpPr>
          <p:spPr bwMode="auto">
            <a:xfrm rot="5400000">
              <a:off x="1392243" y="4115235"/>
              <a:ext cx="1656365" cy="1518"/>
            </a:xfrm>
            <a:prstGeom prst="line">
              <a:avLst/>
            </a:prstGeom>
            <a:noFill/>
            <a:ln w="28575" algn="ctr">
              <a:solidFill>
                <a:schemeClr val="tx1"/>
              </a:solidFill>
              <a:round/>
              <a:headEnd/>
              <a:tailEnd type="oval" w="med" len="med"/>
            </a:ln>
            <a:extLst>
              <a:ext uri="{909E8E84-426E-40DD-AFC4-6F175D3DCCD1}">
                <a14:hiddenFill xmlns:a14="http://schemas.microsoft.com/office/drawing/2010/main">
                  <a:noFill/>
                </a14:hiddenFill>
              </a:ext>
            </a:extLst>
          </p:spPr>
        </p:cxnSp>
        <p:sp>
          <p:nvSpPr>
            <p:cNvPr id="130061" name="TextBox 12">
              <a:extLst>
                <a:ext uri="{FF2B5EF4-FFF2-40B4-BE49-F238E27FC236}">
                  <a16:creationId xmlns:a16="http://schemas.microsoft.com/office/drawing/2014/main" id="{D48B76FB-E463-F4B3-F8E2-3807061CAECA}"/>
                </a:ext>
              </a:extLst>
            </p:cNvPr>
            <p:cNvSpPr txBox="1">
              <a:spLocks noChangeArrowheads="1"/>
            </p:cNvSpPr>
            <p:nvPr/>
          </p:nvSpPr>
          <p:spPr bwMode="auto">
            <a:xfrm>
              <a:off x="1066800" y="4768412"/>
              <a:ext cx="9471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CLK</a:t>
              </a:r>
              <a:endParaRPr lang="en-GB" altLang="en-US" sz="1600" u="none"/>
            </a:p>
          </p:txBody>
        </p:sp>
        <p:cxnSp>
          <p:nvCxnSpPr>
            <p:cNvPr id="130062" name="Straight Connector 13">
              <a:extLst>
                <a:ext uri="{FF2B5EF4-FFF2-40B4-BE49-F238E27FC236}">
                  <a16:creationId xmlns:a16="http://schemas.microsoft.com/office/drawing/2014/main" id="{29A16FCD-007B-ADFC-3316-ACE345F865DF}"/>
                </a:ext>
              </a:extLst>
            </p:cNvPr>
            <p:cNvCxnSpPr>
              <a:cxnSpLocks noChangeShapeType="1"/>
            </p:cNvCxnSpPr>
            <p:nvPr/>
          </p:nvCxnSpPr>
          <p:spPr bwMode="auto">
            <a:xfrm flipV="1">
              <a:off x="3459055" y="4656192"/>
              <a:ext cx="612029" cy="2779"/>
            </a:xfrm>
            <a:prstGeom prst="line">
              <a:avLst/>
            </a:prstGeom>
            <a:noFill/>
            <a:ln w="28575"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130063" name="Straight Connector 15">
              <a:extLst>
                <a:ext uri="{FF2B5EF4-FFF2-40B4-BE49-F238E27FC236}">
                  <a16:creationId xmlns:a16="http://schemas.microsoft.com/office/drawing/2014/main" id="{C737078A-D64F-E119-7F81-82798563D566}"/>
                </a:ext>
              </a:extLst>
            </p:cNvPr>
            <p:cNvCxnSpPr>
              <a:cxnSpLocks noChangeShapeType="1"/>
            </p:cNvCxnSpPr>
            <p:nvPr/>
          </p:nvCxnSpPr>
          <p:spPr bwMode="auto">
            <a:xfrm flipV="1">
              <a:off x="3459055" y="2950451"/>
              <a:ext cx="612029" cy="2779"/>
            </a:xfrm>
            <a:prstGeom prst="line">
              <a:avLst/>
            </a:prstGeom>
            <a:noFill/>
            <a:ln w="28575" algn="ctr">
              <a:solidFill>
                <a:schemeClr val="tx1"/>
              </a:solidFill>
              <a:round/>
              <a:headEnd/>
              <a:tailEnd type="stealth" w="lg" len="lg"/>
            </a:ln>
            <a:extLst>
              <a:ext uri="{909E8E84-426E-40DD-AFC4-6F175D3DCCD1}">
                <a14:hiddenFill xmlns:a14="http://schemas.microsoft.com/office/drawing/2010/main">
                  <a:noFill/>
                </a14:hiddenFill>
              </a:ext>
            </a:extLst>
          </p:spPr>
        </p:cxnSp>
        <p:sp>
          <p:nvSpPr>
            <p:cNvPr id="130064" name="TextBox 16">
              <a:extLst>
                <a:ext uri="{FF2B5EF4-FFF2-40B4-BE49-F238E27FC236}">
                  <a16:creationId xmlns:a16="http://schemas.microsoft.com/office/drawing/2014/main" id="{4DFB1662-FD64-3907-5FC3-B2596945D4BF}"/>
                </a:ext>
              </a:extLst>
            </p:cNvPr>
            <p:cNvSpPr txBox="1">
              <a:spLocks noChangeArrowheads="1"/>
            </p:cNvSpPr>
            <p:nvPr/>
          </p:nvSpPr>
          <p:spPr bwMode="auto">
            <a:xfrm>
              <a:off x="3009748" y="3949207"/>
              <a:ext cx="5221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TC</a:t>
              </a:r>
              <a:endParaRPr lang="en-GB" altLang="en-US" sz="1600" u="none"/>
            </a:p>
          </p:txBody>
        </p:sp>
        <p:cxnSp>
          <p:nvCxnSpPr>
            <p:cNvPr id="130065" name="Straight Arrow Connector 18">
              <a:extLst>
                <a:ext uri="{FF2B5EF4-FFF2-40B4-BE49-F238E27FC236}">
                  <a16:creationId xmlns:a16="http://schemas.microsoft.com/office/drawing/2014/main" id="{E30D8C6B-E080-8B45-8E08-FB95186789D1}"/>
                </a:ext>
              </a:extLst>
            </p:cNvPr>
            <p:cNvCxnSpPr>
              <a:cxnSpLocks noChangeShapeType="1"/>
            </p:cNvCxnSpPr>
            <p:nvPr/>
          </p:nvCxnSpPr>
          <p:spPr bwMode="auto">
            <a:xfrm>
              <a:off x="1953270" y="5172403"/>
              <a:ext cx="612029" cy="1403"/>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30066" name="TextBox 19">
              <a:extLst>
                <a:ext uri="{FF2B5EF4-FFF2-40B4-BE49-F238E27FC236}">
                  <a16:creationId xmlns:a16="http://schemas.microsoft.com/office/drawing/2014/main" id="{EB6DEEDA-51D3-BB8A-C537-D93A03D7A518}"/>
                </a:ext>
              </a:extLst>
            </p:cNvPr>
            <p:cNvSpPr txBox="1">
              <a:spLocks noChangeArrowheads="1"/>
            </p:cNvSpPr>
            <p:nvPr/>
          </p:nvSpPr>
          <p:spPr bwMode="auto">
            <a:xfrm>
              <a:off x="2572585" y="5004074"/>
              <a:ext cx="5100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En</a:t>
              </a:r>
              <a:endParaRPr lang="en-GB" altLang="en-US" sz="1600" u="none"/>
            </a:p>
          </p:txBody>
        </p:sp>
        <p:cxnSp>
          <p:nvCxnSpPr>
            <p:cNvPr id="130067" name="Straight Arrow Connector 20">
              <a:extLst>
                <a:ext uri="{FF2B5EF4-FFF2-40B4-BE49-F238E27FC236}">
                  <a16:creationId xmlns:a16="http://schemas.microsoft.com/office/drawing/2014/main" id="{55BA354C-44CE-C16C-871C-68EB2C4C5176}"/>
                </a:ext>
              </a:extLst>
            </p:cNvPr>
            <p:cNvCxnSpPr>
              <a:cxnSpLocks noChangeShapeType="1"/>
            </p:cNvCxnSpPr>
            <p:nvPr/>
          </p:nvCxnSpPr>
          <p:spPr bwMode="auto">
            <a:xfrm>
              <a:off x="1880410" y="3556438"/>
              <a:ext cx="699461" cy="1403"/>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30068" name="Straight Connector 22">
              <a:extLst>
                <a:ext uri="{FF2B5EF4-FFF2-40B4-BE49-F238E27FC236}">
                  <a16:creationId xmlns:a16="http://schemas.microsoft.com/office/drawing/2014/main" id="{23365BF9-E632-6254-683A-4A174314DAE0}"/>
                </a:ext>
              </a:extLst>
            </p:cNvPr>
            <p:cNvCxnSpPr>
              <a:cxnSpLocks noChangeShapeType="1"/>
            </p:cNvCxnSpPr>
            <p:nvPr/>
          </p:nvCxnSpPr>
          <p:spPr bwMode="auto">
            <a:xfrm flipV="1">
              <a:off x="3446912" y="4117537"/>
              <a:ext cx="349731"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30069" name="Straight Connector 24">
              <a:extLst>
                <a:ext uri="{FF2B5EF4-FFF2-40B4-BE49-F238E27FC236}">
                  <a16:creationId xmlns:a16="http://schemas.microsoft.com/office/drawing/2014/main" id="{9C168563-96B7-9583-2DD7-705181F811F4}"/>
                </a:ext>
              </a:extLst>
            </p:cNvPr>
            <p:cNvCxnSpPr>
              <a:cxnSpLocks noChangeShapeType="1"/>
            </p:cNvCxnSpPr>
            <p:nvPr/>
          </p:nvCxnSpPr>
          <p:spPr bwMode="auto">
            <a:xfrm rot="5400000">
              <a:off x="1759212" y="3666356"/>
              <a:ext cx="242395" cy="151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30070" name="Straight Connector 26">
              <a:extLst>
                <a:ext uri="{FF2B5EF4-FFF2-40B4-BE49-F238E27FC236}">
                  <a16:creationId xmlns:a16="http://schemas.microsoft.com/office/drawing/2014/main" id="{69257EF4-33F7-AE9B-38F6-E490CDB7C23F}"/>
                </a:ext>
              </a:extLst>
            </p:cNvPr>
            <p:cNvCxnSpPr>
              <a:cxnSpLocks noChangeShapeType="1"/>
            </p:cNvCxnSpPr>
            <p:nvPr/>
          </p:nvCxnSpPr>
          <p:spPr bwMode="auto">
            <a:xfrm>
              <a:off x="1868266" y="3792100"/>
              <a:ext cx="1923519" cy="1403"/>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30071" name="Straight Connector 28">
              <a:extLst>
                <a:ext uri="{FF2B5EF4-FFF2-40B4-BE49-F238E27FC236}">
                  <a16:creationId xmlns:a16="http://schemas.microsoft.com/office/drawing/2014/main" id="{B1362B15-11BD-FA23-2DF7-109C24AE2399}"/>
                </a:ext>
              </a:extLst>
            </p:cNvPr>
            <p:cNvCxnSpPr>
              <a:cxnSpLocks noChangeShapeType="1"/>
            </p:cNvCxnSpPr>
            <p:nvPr/>
          </p:nvCxnSpPr>
          <p:spPr bwMode="auto">
            <a:xfrm rot="5400000">
              <a:off x="3637474" y="3964860"/>
              <a:ext cx="323193" cy="151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30072" name="Straight Connector 29">
              <a:extLst>
                <a:ext uri="{FF2B5EF4-FFF2-40B4-BE49-F238E27FC236}">
                  <a16:creationId xmlns:a16="http://schemas.microsoft.com/office/drawing/2014/main" id="{D3691840-609E-3368-09A2-BE282A6B6751}"/>
                </a:ext>
              </a:extLst>
            </p:cNvPr>
            <p:cNvCxnSpPr>
              <a:cxnSpLocks noChangeShapeType="1"/>
            </p:cNvCxnSpPr>
            <p:nvPr/>
          </p:nvCxnSpPr>
          <p:spPr bwMode="auto">
            <a:xfrm flipV="1">
              <a:off x="3459055" y="2411796"/>
              <a:ext cx="437163" cy="2779"/>
            </a:xfrm>
            <a:prstGeom prst="line">
              <a:avLst/>
            </a:prstGeom>
            <a:noFill/>
            <a:ln w="28575" algn="ctr">
              <a:solidFill>
                <a:schemeClr val="tx1"/>
              </a:solidFill>
              <a:round/>
              <a:headEnd/>
              <a:tailEnd type="stealth" w="lg" len="lg"/>
            </a:ln>
            <a:extLst>
              <a:ext uri="{909E8E84-426E-40DD-AFC4-6F175D3DCCD1}">
                <a14:hiddenFill xmlns:a14="http://schemas.microsoft.com/office/drawing/2010/main">
                  <a:noFill/>
                </a14:hiddenFill>
              </a:ext>
            </a:extLst>
          </p:spPr>
        </p:cxnSp>
        <p:sp>
          <p:nvSpPr>
            <p:cNvPr id="130073" name="TextBox 30">
              <a:extLst>
                <a:ext uri="{FF2B5EF4-FFF2-40B4-BE49-F238E27FC236}">
                  <a16:creationId xmlns:a16="http://schemas.microsoft.com/office/drawing/2014/main" id="{81AB0317-E59D-E0E7-D0FF-7EACE3357519}"/>
                </a:ext>
              </a:extLst>
            </p:cNvPr>
            <p:cNvSpPr txBox="1">
              <a:spLocks noChangeArrowheads="1"/>
            </p:cNvSpPr>
            <p:nvPr/>
          </p:nvSpPr>
          <p:spPr bwMode="auto">
            <a:xfrm>
              <a:off x="3034035" y="2254688"/>
              <a:ext cx="5221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TC</a:t>
              </a:r>
              <a:endParaRPr lang="en-GB" altLang="en-US" sz="1600" u="none"/>
            </a:p>
          </p:txBody>
        </p:sp>
        <p:sp>
          <p:nvSpPr>
            <p:cNvPr id="130074" name="TextBox 31">
              <a:extLst>
                <a:ext uri="{FF2B5EF4-FFF2-40B4-BE49-F238E27FC236}">
                  <a16:creationId xmlns:a16="http://schemas.microsoft.com/office/drawing/2014/main" id="{7D334C8C-E8A8-BF69-42D0-9F2857308F86}"/>
                </a:ext>
              </a:extLst>
            </p:cNvPr>
            <p:cNvSpPr txBox="1">
              <a:spLocks noChangeArrowheads="1"/>
            </p:cNvSpPr>
            <p:nvPr/>
          </p:nvSpPr>
          <p:spPr bwMode="auto">
            <a:xfrm>
              <a:off x="1143000" y="2743200"/>
              <a:ext cx="11685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CNT[9:0]</a:t>
              </a:r>
              <a:endParaRPr lang="en-GB" altLang="en-US" sz="1600" u="none"/>
            </a:p>
          </p:txBody>
        </p:sp>
        <p:sp>
          <p:nvSpPr>
            <p:cNvPr id="130075" name="TextBox 32">
              <a:extLst>
                <a:ext uri="{FF2B5EF4-FFF2-40B4-BE49-F238E27FC236}">
                  <a16:creationId xmlns:a16="http://schemas.microsoft.com/office/drawing/2014/main" id="{C0024491-D65A-3BF5-3F10-271E68254B9E}"/>
                </a:ext>
              </a:extLst>
            </p:cNvPr>
            <p:cNvSpPr txBox="1">
              <a:spLocks noChangeArrowheads="1"/>
            </p:cNvSpPr>
            <p:nvPr/>
          </p:nvSpPr>
          <p:spPr bwMode="auto">
            <a:xfrm>
              <a:off x="1066800" y="4267200"/>
              <a:ext cx="122648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CNT[9:0]</a:t>
              </a:r>
              <a:endParaRPr lang="en-GB" altLang="en-US" sz="1600" u="none"/>
            </a:p>
          </p:txBody>
        </p:sp>
        <p:cxnSp>
          <p:nvCxnSpPr>
            <p:cNvPr id="130076" name="Straight Connector 34">
              <a:extLst>
                <a:ext uri="{FF2B5EF4-FFF2-40B4-BE49-F238E27FC236}">
                  <a16:creationId xmlns:a16="http://schemas.microsoft.com/office/drawing/2014/main" id="{8F63F250-D77F-ECCA-9CFB-304D86F9E0AB}"/>
                </a:ext>
              </a:extLst>
            </p:cNvPr>
            <p:cNvCxnSpPr>
              <a:cxnSpLocks noChangeShapeType="1"/>
            </p:cNvCxnSpPr>
            <p:nvPr/>
          </p:nvCxnSpPr>
          <p:spPr bwMode="auto">
            <a:xfrm rot="5400000">
              <a:off x="3646735" y="4619762"/>
              <a:ext cx="134664" cy="72861"/>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0077" name="Straight Connector 35">
              <a:extLst>
                <a:ext uri="{FF2B5EF4-FFF2-40B4-BE49-F238E27FC236}">
                  <a16:creationId xmlns:a16="http://schemas.microsoft.com/office/drawing/2014/main" id="{4CE037F7-5D90-E575-E7FB-D72E34D2B782}"/>
                </a:ext>
              </a:extLst>
            </p:cNvPr>
            <p:cNvCxnSpPr>
              <a:cxnSpLocks noChangeShapeType="1"/>
            </p:cNvCxnSpPr>
            <p:nvPr/>
          </p:nvCxnSpPr>
          <p:spPr bwMode="auto">
            <a:xfrm rot="5400000">
              <a:off x="3646735" y="2914021"/>
              <a:ext cx="134664" cy="72861"/>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0078" name="TextBox 36">
              <a:extLst>
                <a:ext uri="{FF2B5EF4-FFF2-40B4-BE49-F238E27FC236}">
                  <a16:creationId xmlns:a16="http://schemas.microsoft.com/office/drawing/2014/main" id="{0915E95E-B911-5C98-0402-A3AC1E094951}"/>
                </a:ext>
              </a:extLst>
            </p:cNvPr>
            <p:cNvSpPr txBox="1">
              <a:spLocks noChangeArrowheads="1"/>
            </p:cNvSpPr>
            <p:nvPr/>
          </p:nvSpPr>
          <p:spPr bwMode="auto">
            <a:xfrm>
              <a:off x="3531916" y="2613791"/>
              <a:ext cx="5828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10</a:t>
              </a:r>
              <a:endParaRPr lang="en-GB" altLang="en-US" sz="1600" u="none"/>
            </a:p>
          </p:txBody>
        </p:sp>
        <p:sp>
          <p:nvSpPr>
            <p:cNvPr id="130079" name="TextBox 37">
              <a:extLst>
                <a:ext uri="{FF2B5EF4-FFF2-40B4-BE49-F238E27FC236}">
                  <a16:creationId xmlns:a16="http://schemas.microsoft.com/office/drawing/2014/main" id="{78FA21DC-1D90-77B7-84A7-D97B51CB3E3E}"/>
                </a:ext>
              </a:extLst>
            </p:cNvPr>
            <p:cNvSpPr txBox="1">
              <a:spLocks noChangeArrowheads="1"/>
            </p:cNvSpPr>
            <p:nvPr/>
          </p:nvSpPr>
          <p:spPr bwMode="auto">
            <a:xfrm>
              <a:off x="3531916" y="4330755"/>
              <a:ext cx="5828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10</a:t>
              </a:r>
              <a:endParaRPr lang="en-GB" altLang="en-US" sz="1600" u="none"/>
            </a:p>
          </p:txBody>
        </p:sp>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itle 1">
            <a:extLst>
              <a:ext uri="{FF2B5EF4-FFF2-40B4-BE49-F238E27FC236}">
                <a16:creationId xmlns:a16="http://schemas.microsoft.com/office/drawing/2014/main" id="{A5066C3D-56DE-5869-23C2-1513DE8563D4}"/>
              </a:ext>
            </a:extLst>
          </p:cNvPr>
          <p:cNvSpPr>
            <a:spLocks noGrp="1" noChangeArrowheads="1"/>
          </p:cNvSpPr>
          <p:nvPr>
            <p:ph type="title"/>
          </p:nvPr>
        </p:nvSpPr>
        <p:spPr>
          <a:xfrm>
            <a:off x="0" y="183401"/>
            <a:ext cx="11612880" cy="704088"/>
          </a:xfrm>
        </p:spPr>
        <p:txBody>
          <a:bodyPr/>
          <a:lstStyle/>
          <a:p>
            <a:r>
              <a:rPr lang="en-GB" altLang="en-US"/>
              <a:t>20-bit Binary Up Counter</a:t>
            </a:r>
          </a:p>
        </p:txBody>
      </p:sp>
      <p:sp>
        <p:nvSpPr>
          <p:cNvPr id="131075" name="Text Box 40">
            <a:extLst>
              <a:ext uri="{FF2B5EF4-FFF2-40B4-BE49-F238E27FC236}">
                <a16:creationId xmlns:a16="http://schemas.microsoft.com/office/drawing/2014/main" id="{20BA68C2-EED1-200C-4D14-CEF7D3834E54}"/>
              </a:ext>
            </a:extLst>
          </p:cNvPr>
          <p:cNvSpPr txBox="1">
            <a:spLocks noChangeArrowheads="1"/>
          </p:cNvSpPr>
          <p:nvPr/>
        </p:nvSpPr>
        <p:spPr bwMode="auto">
          <a:xfrm>
            <a:off x="5029200" y="16764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ADDRA[9:0]</a:t>
            </a:r>
            <a:endParaRPr lang="ru-RU" altLang="en-US" sz="1400" u="none"/>
          </a:p>
        </p:txBody>
      </p:sp>
      <p:sp>
        <p:nvSpPr>
          <p:cNvPr id="131076" name="Line 6">
            <a:extLst>
              <a:ext uri="{FF2B5EF4-FFF2-40B4-BE49-F238E27FC236}">
                <a16:creationId xmlns:a16="http://schemas.microsoft.com/office/drawing/2014/main" id="{25AA8BE0-37F6-F3B1-8EBB-55F2F89F03AA}"/>
              </a:ext>
            </a:extLst>
          </p:cNvPr>
          <p:cNvSpPr>
            <a:spLocks noChangeShapeType="1"/>
          </p:cNvSpPr>
          <p:nvPr/>
        </p:nvSpPr>
        <p:spPr bwMode="auto">
          <a:xfrm flipV="1">
            <a:off x="5029201" y="1660525"/>
            <a:ext cx="17367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077" name="Line 9">
            <a:extLst>
              <a:ext uri="{FF2B5EF4-FFF2-40B4-BE49-F238E27FC236}">
                <a16:creationId xmlns:a16="http://schemas.microsoft.com/office/drawing/2014/main" id="{ACEE317A-A02C-D2FB-36C4-D51291A15981}"/>
              </a:ext>
            </a:extLst>
          </p:cNvPr>
          <p:cNvSpPr>
            <a:spLocks noChangeShapeType="1"/>
          </p:cNvSpPr>
          <p:nvPr/>
        </p:nvSpPr>
        <p:spPr bwMode="auto">
          <a:xfrm>
            <a:off x="6781800" y="1660525"/>
            <a:ext cx="0" cy="16462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078" name="Line 11">
            <a:extLst>
              <a:ext uri="{FF2B5EF4-FFF2-40B4-BE49-F238E27FC236}">
                <a16:creationId xmlns:a16="http://schemas.microsoft.com/office/drawing/2014/main" id="{72271287-CAA7-018F-2484-FDF552C7D056}"/>
              </a:ext>
            </a:extLst>
          </p:cNvPr>
          <p:cNvSpPr>
            <a:spLocks noChangeShapeType="1"/>
          </p:cNvSpPr>
          <p:nvPr/>
        </p:nvSpPr>
        <p:spPr bwMode="auto">
          <a:xfrm>
            <a:off x="6553200" y="3311525"/>
            <a:ext cx="2428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079" name="Line 17">
            <a:extLst>
              <a:ext uri="{FF2B5EF4-FFF2-40B4-BE49-F238E27FC236}">
                <a16:creationId xmlns:a16="http://schemas.microsoft.com/office/drawing/2014/main" id="{5E540C58-899A-67C2-BEBC-A92530E5E956}"/>
              </a:ext>
            </a:extLst>
          </p:cNvPr>
          <p:cNvSpPr>
            <a:spLocks noChangeShapeType="1"/>
          </p:cNvSpPr>
          <p:nvPr/>
        </p:nvSpPr>
        <p:spPr bwMode="auto">
          <a:xfrm>
            <a:off x="5257800" y="3302001"/>
            <a:ext cx="0" cy="2889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080" name="Line 11">
            <a:extLst>
              <a:ext uri="{FF2B5EF4-FFF2-40B4-BE49-F238E27FC236}">
                <a16:creationId xmlns:a16="http://schemas.microsoft.com/office/drawing/2014/main" id="{2CDF2B8B-27EF-5A77-3CD0-20E146814A12}"/>
              </a:ext>
            </a:extLst>
          </p:cNvPr>
          <p:cNvSpPr>
            <a:spLocks noChangeShapeType="1"/>
          </p:cNvSpPr>
          <p:nvPr/>
        </p:nvSpPr>
        <p:spPr bwMode="auto">
          <a:xfrm>
            <a:off x="6540500" y="3603625"/>
            <a:ext cx="2428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081" name="Line 9">
            <a:extLst>
              <a:ext uri="{FF2B5EF4-FFF2-40B4-BE49-F238E27FC236}">
                <a16:creationId xmlns:a16="http://schemas.microsoft.com/office/drawing/2014/main" id="{D0EE315E-1EAC-DD01-BD01-D6A77B2FD011}"/>
              </a:ext>
            </a:extLst>
          </p:cNvPr>
          <p:cNvSpPr>
            <a:spLocks noChangeShapeType="1"/>
          </p:cNvSpPr>
          <p:nvPr/>
        </p:nvSpPr>
        <p:spPr bwMode="auto">
          <a:xfrm>
            <a:off x="6781800" y="3590925"/>
            <a:ext cx="0" cy="1665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082" name="Line 6">
            <a:extLst>
              <a:ext uri="{FF2B5EF4-FFF2-40B4-BE49-F238E27FC236}">
                <a16:creationId xmlns:a16="http://schemas.microsoft.com/office/drawing/2014/main" id="{F5428F7F-7DE8-3393-C5C7-D03F528DEAC9}"/>
              </a:ext>
            </a:extLst>
          </p:cNvPr>
          <p:cNvSpPr>
            <a:spLocks noChangeShapeType="1"/>
          </p:cNvSpPr>
          <p:nvPr/>
        </p:nvSpPr>
        <p:spPr bwMode="auto">
          <a:xfrm flipV="1">
            <a:off x="5029201" y="5245100"/>
            <a:ext cx="17367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083" name="Line 9">
            <a:extLst>
              <a:ext uri="{FF2B5EF4-FFF2-40B4-BE49-F238E27FC236}">
                <a16:creationId xmlns:a16="http://schemas.microsoft.com/office/drawing/2014/main" id="{7C6C67FD-5F70-1D14-4C00-55CCB5236760}"/>
              </a:ext>
            </a:extLst>
          </p:cNvPr>
          <p:cNvSpPr>
            <a:spLocks noChangeShapeType="1"/>
          </p:cNvSpPr>
          <p:nvPr/>
        </p:nvSpPr>
        <p:spPr bwMode="auto">
          <a:xfrm>
            <a:off x="5041900" y="1660525"/>
            <a:ext cx="0" cy="16462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084" name="Line 9">
            <a:extLst>
              <a:ext uri="{FF2B5EF4-FFF2-40B4-BE49-F238E27FC236}">
                <a16:creationId xmlns:a16="http://schemas.microsoft.com/office/drawing/2014/main" id="{B1C2D246-56B3-A992-AF61-62CDA330F2EC}"/>
              </a:ext>
            </a:extLst>
          </p:cNvPr>
          <p:cNvSpPr>
            <a:spLocks noChangeShapeType="1"/>
          </p:cNvSpPr>
          <p:nvPr/>
        </p:nvSpPr>
        <p:spPr bwMode="auto">
          <a:xfrm>
            <a:off x="5029200" y="3590925"/>
            <a:ext cx="0" cy="16652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085" name="Text Box 40">
            <a:extLst>
              <a:ext uri="{FF2B5EF4-FFF2-40B4-BE49-F238E27FC236}">
                <a16:creationId xmlns:a16="http://schemas.microsoft.com/office/drawing/2014/main" id="{9AE125F4-F186-7665-CC43-57432C969E98}"/>
              </a:ext>
            </a:extLst>
          </p:cNvPr>
          <p:cNvSpPr txBox="1">
            <a:spLocks noChangeArrowheads="1"/>
          </p:cNvSpPr>
          <p:nvPr/>
        </p:nvSpPr>
        <p:spPr bwMode="auto">
          <a:xfrm>
            <a:off x="5867400" y="1905000"/>
            <a:ext cx="1143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DOA[9:0]</a:t>
            </a:r>
            <a:endParaRPr lang="ru-RU" altLang="en-US" sz="1400" u="none"/>
          </a:p>
        </p:txBody>
      </p:sp>
      <p:sp>
        <p:nvSpPr>
          <p:cNvPr id="131086" name="Text Box 40">
            <a:extLst>
              <a:ext uri="{FF2B5EF4-FFF2-40B4-BE49-F238E27FC236}">
                <a16:creationId xmlns:a16="http://schemas.microsoft.com/office/drawing/2014/main" id="{F3A8E628-0637-F421-C835-C230B050FCB1}"/>
              </a:ext>
            </a:extLst>
          </p:cNvPr>
          <p:cNvSpPr txBox="1">
            <a:spLocks noChangeArrowheads="1"/>
          </p:cNvSpPr>
          <p:nvPr/>
        </p:nvSpPr>
        <p:spPr bwMode="auto">
          <a:xfrm>
            <a:off x="5867400" y="2171700"/>
            <a:ext cx="1143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DOA[10]</a:t>
            </a:r>
            <a:endParaRPr lang="ru-RU" altLang="en-US" sz="1400" u="none"/>
          </a:p>
        </p:txBody>
      </p:sp>
      <p:sp>
        <p:nvSpPr>
          <p:cNvPr id="131087" name="Text Box 40">
            <a:extLst>
              <a:ext uri="{FF2B5EF4-FFF2-40B4-BE49-F238E27FC236}">
                <a16:creationId xmlns:a16="http://schemas.microsoft.com/office/drawing/2014/main" id="{63B9E6D7-4EB2-7C11-5F4B-63D76A555061}"/>
              </a:ext>
            </a:extLst>
          </p:cNvPr>
          <p:cNvSpPr txBox="1">
            <a:spLocks noChangeArrowheads="1"/>
          </p:cNvSpPr>
          <p:nvPr/>
        </p:nvSpPr>
        <p:spPr bwMode="auto">
          <a:xfrm>
            <a:off x="5740400" y="2438400"/>
            <a:ext cx="1143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tabLst>
                <a:tab pos="342900" algn="l"/>
              </a:tabLst>
              <a:defRPr b="1" u="sng">
                <a:solidFill>
                  <a:schemeClr val="tx1"/>
                </a:solidFill>
                <a:latin typeface="Arial" panose="020B0604020202020204" pitchFamily="34" charset="0"/>
                <a:cs typeface="Arial" panose="020B0604020202020204" pitchFamily="34" charset="0"/>
              </a:defRPr>
            </a:lvl1pPr>
            <a:lvl2pPr marL="742950" indent="-285750">
              <a:tabLst>
                <a:tab pos="342900" algn="l"/>
              </a:tabLst>
              <a:defRPr b="1" u="sng">
                <a:solidFill>
                  <a:schemeClr val="tx1"/>
                </a:solidFill>
                <a:latin typeface="Arial" panose="020B0604020202020204" pitchFamily="34" charset="0"/>
                <a:cs typeface="Arial" panose="020B0604020202020204" pitchFamily="34" charset="0"/>
              </a:defRPr>
            </a:lvl2pPr>
            <a:lvl3pPr marL="1143000" indent="-228600">
              <a:tabLst>
                <a:tab pos="342900" algn="l"/>
              </a:tabLst>
              <a:defRPr b="1" u="sng">
                <a:solidFill>
                  <a:schemeClr val="tx1"/>
                </a:solidFill>
                <a:latin typeface="Arial" panose="020B0604020202020204" pitchFamily="34" charset="0"/>
                <a:cs typeface="Arial" panose="020B0604020202020204" pitchFamily="34" charset="0"/>
              </a:defRPr>
            </a:lvl3pPr>
            <a:lvl4pPr marL="1600200" indent="-228600">
              <a:tabLst>
                <a:tab pos="342900" algn="l"/>
              </a:tabLst>
              <a:defRPr b="1" u="sng">
                <a:solidFill>
                  <a:schemeClr val="tx1"/>
                </a:solidFill>
                <a:latin typeface="Arial" panose="020B0604020202020204" pitchFamily="34" charset="0"/>
                <a:cs typeface="Arial" panose="020B0604020202020204" pitchFamily="34" charset="0"/>
              </a:defRPr>
            </a:lvl4pPr>
            <a:lvl5pPr marL="2057400" indent="-228600">
              <a:tabLst>
                <a:tab pos="342900" algn="l"/>
              </a:tabLst>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342900" algn="l"/>
              </a:tabLs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342900" algn="l"/>
              </a:tabLs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342900" algn="l"/>
              </a:tabLs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342900" algn="l"/>
              </a:tabLs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DOA[17:11]</a:t>
            </a:r>
            <a:endParaRPr lang="ru-RU" altLang="en-US" sz="1400" u="none"/>
          </a:p>
        </p:txBody>
      </p:sp>
      <p:sp>
        <p:nvSpPr>
          <p:cNvPr id="131088" name="Text Box 40">
            <a:extLst>
              <a:ext uri="{FF2B5EF4-FFF2-40B4-BE49-F238E27FC236}">
                <a16:creationId xmlns:a16="http://schemas.microsoft.com/office/drawing/2014/main" id="{9D8FC8D9-0661-2578-3CC7-349190460DFD}"/>
              </a:ext>
            </a:extLst>
          </p:cNvPr>
          <p:cNvSpPr txBox="1">
            <a:spLocks noChangeArrowheads="1"/>
          </p:cNvSpPr>
          <p:nvPr/>
        </p:nvSpPr>
        <p:spPr bwMode="auto">
          <a:xfrm>
            <a:off x="5029200" y="1981200"/>
            <a:ext cx="76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WEA</a:t>
            </a:r>
            <a:endParaRPr lang="ru-RU" altLang="en-US" sz="1400" u="none"/>
          </a:p>
        </p:txBody>
      </p:sp>
      <p:sp>
        <p:nvSpPr>
          <p:cNvPr id="131089" name="Text Box 40">
            <a:extLst>
              <a:ext uri="{FF2B5EF4-FFF2-40B4-BE49-F238E27FC236}">
                <a16:creationId xmlns:a16="http://schemas.microsoft.com/office/drawing/2014/main" id="{DF940BE4-0D83-A3CE-6DA7-45D63219EE26}"/>
              </a:ext>
            </a:extLst>
          </p:cNvPr>
          <p:cNvSpPr txBox="1">
            <a:spLocks noChangeArrowheads="1"/>
          </p:cNvSpPr>
          <p:nvPr/>
        </p:nvSpPr>
        <p:spPr bwMode="auto">
          <a:xfrm>
            <a:off x="5029200" y="2374900"/>
            <a:ext cx="76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ENA</a:t>
            </a:r>
            <a:endParaRPr lang="ru-RU" altLang="en-US" sz="1400" u="none"/>
          </a:p>
        </p:txBody>
      </p:sp>
      <p:sp>
        <p:nvSpPr>
          <p:cNvPr id="131090" name="Text Box 40">
            <a:extLst>
              <a:ext uri="{FF2B5EF4-FFF2-40B4-BE49-F238E27FC236}">
                <a16:creationId xmlns:a16="http://schemas.microsoft.com/office/drawing/2014/main" id="{A7EC2701-82F4-28A1-9DCA-ECAB1C100CBF}"/>
              </a:ext>
            </a:extLst>
          </p:cNvPr>
          <p:cNvSpPr txBox="1">
            <a:spLocks noChangeArrowheads="1"/>
          </p:cNvSpPr>
          <p:nvPr/>
        </p:nvSpPr>
        <p:spPr bwMode="auto">
          <a:xfrm>
            <a:off x="5029200" y="2565400"/>
            <a:ext cx="76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SSRA</a:t>
            </a:r>
            <a:endParaRPr lang="ru-RU" altLang="en-US" sz="1400" u="none"/>
          </a:p>
        </p:txBody>
      </p:sp>
      <p:sp>
        <p:nvSpPr>
          <p:cNvPr id="131091" name="Text Box 40">
            <a:extLst>
              <a:ext uri="{FF2B5EF4-FFF2-40B4-BE49-F238E27FC236}">
                <a16:creationId xmlns:a16="http://schemas.microsoft.com/office/drawing/2014/main" id="{0940230F-DA9A-A95E-7D93-068DAA43AB07}"/>
              </a:ext>
            </a:extLst>
          </p:cNvPr>
          <p:cNvSpPr txBox="1">
            <a:spLocks noChangeArrowheads="1"/>
          </p:cNvSpPr>
          <p:nvPr/>
        </p:nvSpPr>
        <p:spPr bwMode="auto">
          <a:xfrm>
            <a:off x="5143500" y="2844800"/>
            <a:ext cx="76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CLK</a:t>
            </a:r>
            <a:endParaRPr lang="ru-RU" altLang="en-US" sz="1400" u="none"/>
          </a:p>
        </p:txBody>
      </p:sp>
      <p:sp>
        <p:nvSpPr>
          <p:cNvPr id="131092" name="Text Box 40">
            <a:extLst>
              <a:ext uri="{FF2B5EF4-FFF2-40B4-BE49-F238E27FC236}">
                <a16:creationId xmlns:a16="http://schemas.microsoft.com/office/drawing/2014/main" id="{E71A2DF1-FB3B-2E43-AED6-804B40C5DFFE}"/>
              </a:ext>
            </a:extLst>
          </p:cNvPr>
          <p:cNvSpPr txBox="1">
            <a:spLocks noChangeArrowheads="1"/>
          </p:cNvSpPr>
          <p:nvPr/>
        </p:nvSpPr>
        <p:spPr bwMode="auto">
          <a:xfrm>
            <a:off x="4953000" y="281940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rPr>
              <a:t>&gt;</a:t>
            </a:r>
            <a:endParaRPr lang="ru-RU" altLang="en-US" u="none"/>
          </a:p>
        </p:txBody>
      </p:sp>
      <p:sp>
        <p:nvSpPr>
          <p:cNvPr id="131093" name="Text Box 40">
            <a:extLst>
              <a:ext uri="{FF2B5EF4-FFF2-40B4-BE49-F238E27FC236}">
                <a16:creationId xmlns:a16="http://schemas.microsoft.com/office/drawing/2014/main" id="{57D84217-3959-E355-9871-EC4BDBFD78F4}"/>
              </a:ext>
            </a:extLst>
          </p:cNvPr>
          <p:cNvSpPr txBox="1">
            <a:spLocks noChangeArrowheads="1"/>
          </p:cNvSpPr>
          <p:nvPr/>
        </p:nvSpPr>
        <p:spPr bwMode="auto">
          <a:xfrm>
            <a:off x="4965700" y="48768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ADDRB[9:0]</a:t>
            </a:r>
            <a:endParaRPr lang="ru-RU" altLang="en-US" sz="1400" u="none"/>
          </a:p>
        </p:txBody>
      </p:sp>
      <p:sp>
        <p:nvSpPr>
          <p:cNvPr id="131094" name="Text Box 40">
            <a:extLst>
              <a:ext uri="{FF2B5EF4-FFF2-40B4-BE49-F238E27FC236}">
                <a16:creationId xmlns:a16="http://schemas.microsoft.com/office/drawing/2014/main" id="{073A62DD-F6C3-B9F7-E9CB-B6DDB908BB81}"/>
              </a:ext>
            </a:extLst>
          </p:cNvPr>
          <p:cNvSpPr txBox="1">
            <a:spLocks noChangeArrowheads="1"/>
          </p:cNvSpPr>
          <p:nvPr/>
        </p:nvSpPr>
        <p:spPr bwMode="auto">
          <a:xfrm>
            <a:off x="5918200" y="4597400"/>
            <a:ext cx="1143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DOB[9:0]</a:t>
            </a:r>
            <a:endParaRPr lang="ru-RU" altLang="en-US" sz="1400" u="none"/>
          </a:p>
        </p:txBody>
      </p:sp>
      <p:sp>
        <p:nvSpPr>
          <p:cNvPr id="131095" name="Text Box 40">
            <a:extLst>
              <a:ext uri="{FF2B5EF4-FFF2-40B4-BE49-F238E27FC236}">
                <a16:creationId xmlns:a16="http://schemas.microsoft.com/office/drawing/2014/main" id="{3C698337-EE71-98DC-2790-50698AC34232}"/>
              </a:ext>
            </a:extLst>
          </p:cNvPr>
          <p:cNvSpPr txBox="1">
            <a:spLocks noChangeArrowheads="1"/>
          </p:cNvSpPr>
          <p:nvPr/>
        </p:nvSpPr>
        <p:spPr bwMode="auto">
          <a:xfrm>
            <a:off x="5918200" y="4305300"/>
            <a:ext cx="1143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DOB[10]</a:t>
            </a:r>
            <a:endParaRPr lang="ru-RU" altLang="en-US" sz="1400" u="none"/>
          </a:p>
        </p:txBody>
      </p:sp>
      <p:sp>
        <p:nvSpPr>
          <p:cNvPr id="131096" name="Text Box 40">
            <a:extLst>
              <a:ext uri="{FF2B5EF4-FFF2-40B4-BE49-F238E27FC236}">
                <a16:creationId xmlns:a16="http://schemas.microsoft.com/office/drawing/2014/main" id="{A7E178B2-1EA5-AF5D-4BC6-051EB6EDA3AA}"/>
              </a:ext>
            </a:extLst>
          </p:cNvPr>
          <p:cNvSpPr txBox="1">
            <a:spLocks noChangeArrowheads="1"/>
          </p:cNvSpPr>
          <p:nvPr/>
        </p:nvSpPr>
        <p:spPr bwMode="auto">
          <a:xfrm>
            <a:off x="4953000" y="3695700"/>
            <a:ext cx="76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rPr>
              <a:t>&gt;</a:t>
            </a:r>
            <a:endParaRPr lang="ru-RU" altLang="en-US" u="none"/>
          </a:p>
        </p:txBody>
      </p:sp>
      <p:sp>
        <p:nvSpPr>
          <p:cNvPr id="131097" name="Text Box 40">
            <a:extLst>
              <a:ext uri="{FF2B5EF4-FFF2-40B4-BE49-F238E27FC236}">
                <a16:creationId xmlns:a16="http://schemas.microsoft.com/office/drawing/2014/main" id="{412C6E11-882C-2959-83C9-8F5AB04EC8A9}"/>
              </a:ext>
            </a:extLst>
          </p:cNvPr>
          <p:cNvSpPr txBox="1">
            <a:spLocks noChangeArrowheads="1"/>
          </p:cNvSpPr>
          <p:nvPr/>
        </p:nvSpPr>
        <p:spPr bwMode="auto">
          <a:xfrm>
            <a:off x="5156200" y="3743325"/>
            <a:ext cx="76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CLK</a:t>
            </a:r>
            <a:endParaRPr lang="ru-RU" altLang="en-US" sz="1400" u="none"/>
          </a:p>
        </p:txBody>
      </p:sp>
      <p:sp>
        <p:nvSpPr>
          <p:cNvPr id="131098" name="Text Box 40">
            <a:extLst>
              <a:ext uri="{FF2B5EF4-FFF2-40B4-BE49-F238E27FC236}">
                <a16:creationId xmlns:a16="http://schemas.microsoft.com/office/drawing/2014/main" id="{50A1567D-DACB-4478-AFDF-A298A1E2D8B8}"/>
              </a:ext>
            </a:extLst>
          </p:cNvPr>
          <p:cNvSpPr txBox="1">
            <a:spLocks noChangeArrowheads="1"/>
          </p:cNvSpPr>
          <p:nvPr/>
        </p:nvSpPr>
        <p:spPr bwMode="auto">
          <a:xfrm>
            <a:off x="5029200" y="3962400"/>
            <a:ext cx="76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SSRB</a:t>
            </a:r>
            <a:endParaRPr lang="ru-RU" altLang="en-US" sz="1400" u="none"/>
          </a:p>
        </p:txBody>
      </p:sp>
      <p:sp>
        <p:nvSpPr>
          <p:cNvPr id="131099" name="Text Box 40">
            <a:extLst>
              <a:ext uri="{FF2B5EF4-FFF2-40B4-BE49-F238E27FC236}">
                <a16:creationId xmlns:a16="http://schemas.microsoft.com/office/drawing/2014/main" id="{C7B891EA-3CBA-C69A-5F4B-3F838E75BAFD}"/>
              </a:ext>
            </a:extLst>
          </p:cNvPr>
          <p:cNvSpPr txBox="1">
            <a:spLocks noChangeArrowheads="1"/>
          </p:cNvSpPr>
          <p:nvPr/>
        </p:nvSpPr>
        <p:spPr bwMode="auto">
          <a:xfrm>
            <a:off x="5016500" y="4432300"/>
            <a:ext cx="76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WEB</a:t>
            </a:r>
            <a:endParaRPr lang="ru-RU" altLang="en-US" sz="1400" u="none"/>
          </a:p>
        </p:txBody>
      </p:sp>
      <p:sp>
        <p:nvSpPr>
          <p:cNvPr id="131100" name="Text Box 40">
            <a:extLst>
              <a:ext uri="{FF2B5EF4-FFF2-40B4-BE49-F238E27FC236}">
                <a16:creationId xmlns:a16="http://schemas.microsoft.com/office/drawing/2014/main" id="{A4D46C6E-E5EC-20F8-DB40-8EF4D0C228E3}"/>
              </a:ext>
            </a:extLst>
          </p:cNvPr>
          <p:cNvSpPr txBox="1">
            <a:spLocks noChangeArrowheads="1"/>
          </p:cNvSpPr>
          <p:nvPr/>
        </p:nvSpPr>
        <p:spPr bwMode="auto">
          <a:xfrm>
            <a:off x="5029200" y="4216400"/>
            <a:ext cx="76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ENB</a:t>
            </a:r>
            <a:endParaRPr lang="ru-RU" altLang="en-US" sz="1400" u="none"/>
          </a:p>
        </p:txBody>
      </p:sp>
      <p:cxnSp>
        <p:nvCxnSpPr>
          <p:cNvPr id="131101" name="Straight Connector 92">
            <a:extLst>
              <a:ext uri="{FF2B5EF4-FFF2-40B4-BE49-F238E27FC236}">
                <a16:creationId xmlns:a16="http://schemas.microsoft.com/office/drawing/2014/main" id="{87F9FF03-96D5-7F8A-E85F-0A4C6EAD055B}"/>
              </a:ext>
            </a:extLst>
          </p:cNvPr>
          <p:cNvCxnSpPr>
            <a:cxnSpLocks noChangeShapeType="1"/>
          </p:cNvCxnSpPr>
          <p:nvPr/>
        </p:nvCxnSpPr>
        <p:spPr bwMode="auto">
          <a:xfrm>
            <a:off x="3848100" y="2743200"/>
            <a:ext cx="1189038" cy="0"/>
          </a:xfrm>
          <a:prstGeom prst="line">
            <a:avLst/>
          </a:prstGeom>
          <a:noFill/>
          <a:ln w="28575" algn="ctr">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131102" name="Straight Connector 94">
            <a:extLst>
              <a:ext uri="{FF2B5EF4-FFF2-40B4-BE49-F238E27FC236}">
                <a16:creationId xmlns:a16="http://schemas.microsoft.com/office/drawing/2014/main" id="{61B2A35F-A654-213D-C36F-4A36FBAE0097}"/>
              </a:ext>
            </a:extLst>
          </p:cNvPr>
          <p:cNvCxnSpPr>
            <a:cxnSpLocks noChangeShapeType="1"/>
          </p:cNvCxnSpPr>
          <p:nvPr/>
        </p:nvCxnSpPr>
        <p:spPr bwMode="auto">
          <a:xfrm rot="5400000">
            <a:off x="3975101" y="3430588"/>
            <a:ext cx="1371600" cy="3175"/>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31103" name="Straight Connector 96">
            <a:extLst>
              <a:ext uri="{FF2B5EF4-FFF2-40B4-BE49-F238E27FC236}">
                <a16:creationId xmlns:a16="http://schemas.microsoft.com/office/drawing/2014/main" id="{2E1D23E3-24BE-7DFC-E8CA-7EA5F6880FCE}"/>
              </a:ext>
            </a:extLst>
          </p:cNvPr>
          <p:cNvCxnSpPr>
            <a:cxnSpLocks noChangeShapeType="1"/>
          </p:cNvCxnSpPr>
          <p:nvPr/>
        </p:nvCxnSpPr>
        <p:spPr bwMode="auto">
          <a:xfrm>
            <a:off x="4648201" y="4127500"/>
            <a:ext cx="365125"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1104" name="Straight Connector 99">
            <a:extLst>
              <a:ext uri="{FF2B5EF4-FFF2-40B4-BE49-F238E27FC236}">
                <a16:creationId xmlns:a16="http://schemas.microsoft.com/office/drawing/2014/main" id="{C85B8C6B-0667-11A2-E811-680CC76AB7C3}"/>
              </a:ext>
            </a:extLst>
          </p:cNvPr>
          <p:cNvCxnSpPr>
            <a:cxnSpLocks noChangeShapeType="1"/>
          </p:cNvCxnSpPr>
          <p:nvPr/>
        </p:nvCxnSpPr>
        <p:spPr bwMode="auto">
          <a:xfrm>
            <a:off x="3860800" y="2997200"/>
            <a:ext cx="1189038" cy="0"/>
          </a:xfrm>
          <a:prstGeom prst="line">
            <a:avLst/>
          </a:prstGeom>
          <a:noFill/>
          <a:ln w="28575" algn="ctr">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131105" name="Straight Connector 100">
            <a:extLst>
              <a:ext uri="{FF2B5EF4-FFF2-40B4-BE49-F238E27FC236}">
                <a16:creationId xmlns:a16="http://schemas.microsoft.com/office/drawing/2014/main" id="{3A413B8D-2ED2-295D-5EC3-E6BF49264E4E}"/>
              </a:ext>
            </a:extLst>
          </p:cNvPr>
          <p:cNvCxnSpPr>
            <a:cxnSpLocks noChangeShapeType="1"/>
          </p:cNvCxnSpPr>
          <p:nvPr/>
        </p:nvCxnSpPr>
        <p:spPr bwMode="auto">
          <a:xfrm rot="5400000">
            <a:off x="3914775" y="3429000"/>
            <a:ext cx="858838" cy="1588"/>
          </a:xfrm>
          <a:prstGeom prst="line">
            <a:avLst/>
          </a:prstGeom>
          <a:noFill/>
          <a:ln w="28575"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31106" name="Straight Connector 101">
            <a:extLst>
              <a:ext uri="{FF2B5EF4-FFF2-40B4-BE49-F238E27FC236}">
                <a16:creationId xmlns:a16="http://schemas.microsoft.com/office/drawing/2014/main" id="{854DB42D-538F-E48E-D4E2-7336E4345C11}"/>
              </a:ext>
            </a:extLst>
          </p:cNvPr>
          <p:cNvCxnSpPr>
            <a:cxnSpLocks noChangeShapeType="1"/>
          </p:cNvCxnSpPr>
          <p:nvPr/>
        </p:nvCxnSpPr>
        <p:spPr bwMode="auto">
          <a:xfrm>
            <a:off x="4343400" y="3873500"/>
            <a:ext cx="685800" cy="1588"/>
          </a:xfrm>
          <a:prstGeom prst="line">
            <a:avLst/>
          </a:prstGeom>
          <a:noFill/>
          <a:ln w="28575" algn="ctr">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131107" name="Straight Connector 102">
            <a:extLst>
              <a:ext uri="{FF2B5EF4-FFF2-40B4-BE49-F238E27FC236}">
                <a16:creationId xmlns:a16="http://schemas.microsoft.com/office/drawing/2014/main" id="{48F4D116-E666-1AAA-B95D-97061039AFB1}"/>
              </a:ext>
            </a:extLst>
          </p:cNvPr>
          <p:cNvCxnSpPr>
            <a:cxnSpLocks noChangeShapeType="1"/>
          </p:cNvCxnSpPr>
          <p:nvPr/>
        </p:nvCxnSpPr>
        <p:spPr bwMode="auto">
          <a:xfrm>
            <a:off x="3932238" y="4381500"/>
            <a:ext cx="1096962" cy="0"/>
          </a:xfrm>
          <a:prstGeom prst="line">
            <a:avLst/>
          </a:prstGeom>
          <a:noFill/>
          <a:ln w="28575" algn="ctr">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131108" name="Straight Connector 103">
            <a:extLst>
              <a:ext uri="{FF2B5EF4-FFF2-40B4-BE49-F238E27FC236}">
                <a16:creationId xmlns:a16="http://schemas.microsoft.com/office/drawing/2014/main" id="{3CC34F33-9B91-9A4B-0FE4-C9EEC6516996}"/>
              </a:ext>
            </a:extLst>
          </p:cNvPr>
          <p:cNvCxnSpPr>
            <a:cxnSpLocks noChangeShapeType="1"/>
          </p:cNvCxnSpPr>
          <p:nvPr/>
        </p:nvCxnSpPr>
        <p:spPr bwMode="auto">
          <a:xfrm>
            <a:off x="4648201" y="4597400"/>
            <a:ext cx="365125" cy="1588"/>
          </a:xfrm>
          <a:prstGeom prst="line">
            <a:avLst/>
          </a:prstGeom>
          <a:noFill/>
          <a:ln w="2857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1109" name="Straight Connector 105">
            <a:extLst>
              <a:ext uri="{FF2B5EF4-FFF2-40B4-BE49-F238E27FC236}">
                <a16:creationId xmlns:a16="http://schemas.microsoft.com/office/drawing/2014/main" id="{BB8264A2-8991-9C40-B76F-AB9FBD04B286}"/>
              </a:ext>
            </a:extLst>
          </p:cNvPr>
          <p:cNvCxnSpPr>
            <a:cxnSpLocks noChangeShapeType="1"/>
          </p:cNvCxnSpPr>
          <p:nvPr/>
        </p:nvCxnSpPr>
        <p:spPr bwMode="auto">
          <a:xfrm rot="5400000">
            <a:off x="4556920" y="4688682"/>
            <a:ext cx="182562" cy="317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31110" name="Isosceles Triangle 106">
            <a:extLst>
              <a:ext uri="{FF2B5EF4-FFF2-40B4-BE49-F238E27FC236}">
                <a16:creationId xmlns:a16="http://schemas.microsoft.com/office/drawing/2014/main" id="{88FBA214-D3C5-4599-1D22-A9CA98B318E4}"/>
              </a:ext>
            </a:extLst>
          </p:cNvPr>
          <p:cNvSpPr>
            <a:spLocks noChangeArrowheads="1"/>
          </p:cNvSpPr>
          <p:nvPr/>
        </p:nvSpPr>
        <p:spPr bwMode="auto">
          <a:xfrm rot="10800000">
            <a:off x="4554538" y="4784726"/>
            <a:ext cx="182562" cy="92075"/>
          </a:xfrm>
          <a:prstGeom prst="triangle">
            <a:avLst>
              <a:gd name="adj" fmla="val 50000"/>
            </a:avLst>
          </a:prstGeom>
          <a:solidFill>
            <a:schemeClr val="accent1"/>
          </a:solidFill>
          <a:ln w="28575" algn="ctr">
            <a:solidFill>
              <a:schemeClr val="tx1"/>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a:p>
        </p:txBody>
      </p:sp>
      <p:cxnSp>
        <p:nvCxnSpPr>
          <p:cNvPr id="131111" name="Straight Connector 107">
            <a:extLst>
              <a:ext uri="{FF2B5EF4-FFF2-40B4-BE49-F238E27FC236}">
                <a16:creationId xmlns:a16="http://schemas.microsoft.com/office/drawing/2014/main" id="{318E38FA-61B1-22C1-2128-F03225ED3BD7}"/>
              </a:ext>
            </a:extLst>
          </p:cNvPr>
          <p:cNvCxnSpPr>
            <a:cxnSpLocks noChangeShapeType="1"/>
          </p:cNvCxnSpPr>
          <p:nvPr/>
        </p:nvCxnSpPr>
        <p:spPr bwMode="auto">
          <a:xfrm>
            <a:off x="4687889" y="2133600"/>
            <a:ext cx="365125" cy="1588"/>
          </a:xfrm>
          <a:prstGeom prst="line">
            <a:avLst/>
          </a:prstGeom>
          <a:noFill/>
          <a:ln w="2857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1112" name="Straight Connector 108">
            <a:extLst>
              <a:ext uri="{FF2B5EF4-FFF2-40B4-BE49-F238E27FC236}">
                <a16:creationId xmlns:a16="http://schemas.microsoft.com/office/drawing/2014/main" id="{EA66B908-A1D9-0949-BDF2-E58D0C1DD90B}"/>
              </a:ext>
            </a:extLst>
          </p:cNvPr>
          <p:cNvCxnSpPr>
            <a:cxnSpLocks noChangeShapeType="1"/>
          </p:cNvCxnSpPr>
          <p:nvPr/>
        </p:nvCxnSpPr>
        <p:spPr bwMode="auto">
          <a:xfrm rot="5400000">
            <a:off x="4608513" y="2225675"/>
            <a:ext cx="182562"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31113" name="Isosceles Triangle 109">
            <a:extLst>
              <a:ext uri="{FF2B5EF4-FFF2-40B4-BE49-F238E27FC236}">
                <a16:creationId xmlns:a16="http://schemas.microsoft.com/office/drawing/2014/main" id="{6B84041C-32C8-B0EF-0906-789388F187B6}"/>
              </a:ext>
            </a:extLst>
          </p:cNvPr>
          <p:cNvSpPr>
            <a:spLocks noChangeArrowheads="1"/>
          </p:cNvSpPr>
          <p:nvPr/>
        </p:nvSpPr>
        <p:spPr bwMode="auto">
          <a:xfrm rot="10800000">
            <a:off x="4618038" y="2320926"/>
            <a:ext cx="184150" cy="92075"/>
          </a:xfrm>
          <a:prstGeom prst="triangle">
            <a:avLst>
              <a:gd name="adj" fmla="val 50000"/>
            </a:avLst>
          </a:prstGeom>
          <a:solidFill>
            <a:schemeClr val="accent1"/>
          </a:solidFill>
          <a:ln w="28575" algn="ctr">
            <a:solidFill>
              <a:schemeClr val="tx1"/>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a:p>
        </p:txBody>
      </p:sp>
      <p:cxnSp>
        <p:nvCxnSpPr>
          <p:cNvPr id="131114" name="Straight Connector 110">
            <a:extLst>
              <a:ext uri="{FF2B5EF4-FFF2-40B4-BE49-F238E27FC236}">
                <a16:creationId xmlns:a16="http://schemas.microsoft.com/office/drawing/2014/main" id="{5D285216-1C66-2CE5-A1E9-2DFAB455E857}"/>
              </a:ext>
            </a:extLst>
          </p:cNvPr>
          <p:cNvCxnSpPr>
            <a:cxnSpLocks noChangeShapeType="1"/>
          </p:cNvCxnSpPr>
          <p:nvPr/>
        </p:nvCxnSpPr>
        <p:spPr bwMode="auto">
          <a:xfrm>
            <a:off x="6781801" y="4787900"/>
            <a:ext cx="1279525" cy="1588"/>
          </a:xfrm>
          <a:prstGeom prst="line">
            <a:avLst/>
          </a:prstGeom>
          <a:noFill/>
          <a:ln w="38100" algn="ctr">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131115" name="Straight Connector 111">
            <a:extLst>
              <a:ext uri="{FF2B5EF4-FFF2-40B4-BE49-F238E27FC236}">
                <a16:creationId xmlns:a16="http://schemas.microsoft.com/office/drawing/2014/main" id="{4BEBDD40-A092-5342-6CB1-25FC845BDEA7}"/>
              </a:ext>
            </a:extLst>
          </p:cNvPr>
          <p:cNvCxnSpPr>
            <a:cxnSpLocks noChangeShapeType="1"/>
          </p:cNvCxnSpPr>
          <p:nvPr/>
        </p:nvCxnSpPr>
        <p:spPr bwMode="auto">
          <a:xfrm rot="5400000">
            <a:off x="7021513" y="1741488"/>
            <a:ext cx="639763" cy="1588"/>
          </a:xfrm>
          <a:prstGeom prst="line">
            <a:avLst/>
          </a:prstGeom>
          <a:noFill/>
          <a:ln w="38100" algn="ctr">
            <a:solidFill>
              <a:schemeClr val="tx1"/>
            </a:solidFill>
            <a:round/>
            <a:headEnd/>
            <a:tailEnd type="oval" w="med" len="med"/>
          </a:ln>
          <a:extLst>
            <a:ext uri="{909E8E84-426E-40DD-AFC4-6F175D3DCCD1}">
              <a14:hiddenFill xmlns:a14="http://schemas.microsoft.com/office/drawing/2010/main">
                <a:noFill/>
              </a14:hiddenFill>
            </a:ext>
          </a:extLst>
        </p:spPr>
      </p:cxnSp>
      <p:cxnSp>
        <p:nvCxnSpPr>
          <p:cNvPr id="131116" name="Straight Connector 112">
            <a:extLst>
              <a:ext uri="{FF2B5EF4-FFF2-40B4-BE49-F238E27FC236}">
                <a16:creationId xmlns:a16="http://schemas.microsoft.com/office/drawing/2014/main" id="{BE81F2F8-AAA4-D129-EA24-6537AF8F7080}"/>
              </a:ext>
            </a:extLst>
          </p:cNvPr>
          <p:cNvCxnSpPr>
            <a:cxnSpLocks noChangeShapeType="1"/>
          </p:cNvCxnSpPr>
          <p:nvPr/>
        </p:nvCxnSpPr>
        <p:spPr bwMode="auto">
          <a:xfrm rot="5400000">
            <a:off x="7046913" y="5119688"/>
            <a:ext cx="639763" cy="1588"/>
          </a:xfrm>
          <a:prstGeom prst="line">
            <a:avLst/>
          </a:prstGeom>
          <a:noFill/>
          <a:ln w="38100"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31117" name="Straight Connector 113">
            <a:extLst>
              <a:ext uri="{FF2B5EF4-FFF2-40B4-BE49-F238E27FC236}">
                <a16:creationId xmlns:a16="http://schemas.microsoft.com/office/drawing/2014/main" id="{3F620E51-00C6-1E3F-A1EC-87027CD538F9}"/>
              </a:ext>
            </a:extLst>
          </p:cNvPr>
          <p:cNvCxnSpPr>
            <a:cxnSpLocks noChangeShapeType="1"/>
          </p:cNvCxnSpPr>
          <p:nvPr/>
        </p:nvCxnSpPr>
        <p:spPr bwMode="auto">
          <a:xfrm>
            <a:off x="4559301" y="5435600"/>
            <a:ext cx="2835275"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31118" name="Straight Connector 114">
            <a:extLst>
              <a:ext uri="{FF2B5EF4-FFF2-40B4-BE49-F238E27FC236}">
                <a16:creationId xmlns:a16="http://schemas.microsoft.com/office/drawing/2014/main" id="{23CF5116-6D2A-5ED0-E174-24F1622463C3}"/>
              </a:ext>
            </a:extLst>
          </p:cNvPr>
          <p:cNvCxnSpPr>
            <a:cxnSpLocks noChangeShapeType="1"/>
          </p:cNvCxnSpPr>
          <p:nvPr/>
        </p:nvCxnSpPr>
        <p:spPr bwMode="auto">
          <a:xfrm>
            <a:off x="4559300" y="5041900"/>
            <a:ext cx="457200" cy="1588"/>
          </a:xfrm>
          <a:prstGeom prst="line">
            <a:avLst/>
          </a:prstGeom>
          <a:noFill/>
          <a:ln w="38100" algn="ctr">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131119" name="Straight Connector 116">
            <a:extLst>
              <a:ext uri="{FF2B5EF4-FFF2-40B4-BE49-F238E27FC236}">
                <a16:creationId xmlns:a16="http://schemas.microsoft.com/office/drawing/2014/main" id="{4D8C0A6E-224A-DDB0-37E9-5CA33F14C0E8}"/>
              </a:ext>
            </a:extLst>
          </p:cNvPr>
          <p:cNvCxnSpPr>
            <a:cxnSpLocks noChangeShapeType="1"/>
          </p:cNvCxnSpPr>
          <p:nvPr/>
        </p:nvCxnSpPr>
        <p:spPr bwMode="auto">
          <a:xfrm rot="5400000" flipH="1" flipV="1">
            <a:off x="4367213" y="5233988"/>
            <a:ext cx="411163"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31120" name="Straight Connector 117">
            <a:extLst>
              <a:ext uri="{FF2B5EF4-FFF2-40B4-BE49-F238E27FC236}">
                <a16:creationId xmlns:a16="http://schemas.microsoft.com/office/drawing/2014/main" id="{7C7DF790-45F1-0BAA-3EC5-D7A0F291D977}"/>
              </a:ext>
            </a:extLst>
          </p:cNvPr>
          <p:cNvCxnSpPr>
            <a:cxnSpLocks noChangeShapeType="1"/>
          </p:cNvCxnSpPr>
          <p:nvPr/>
        </p:nvCxnSpPr>
        <p:spPr bwMode="auto">
          <a:xfrm>
            <a:off x="6781800" y="4508500"/>
            <a:ext cx="9144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1121" name="Straight Connector 118">
            <a:extLst>
              <a:ext uri="{FF2B5EF4-FFF2-40B4-BE49-F238E27FC236}">
                <a16:creationId xmlns:a16="http://schemas.microsoft.com/office/drawing/2014/main" id="{CF6F2ADE-E9D3-07F5-41F8-FB6251A455FB}"/>
              </a:ext>
            </a:extLst>
          </p:cNvPr>
          <p:cNvCxnSpPr>
            <a:cxnSpLocks noChangeShapeType="1"/>
          </p:cNvCxnSpPr>
          <p:nvPr/>
        </p:nvCxnSpPr>
        <p:spPr bwMode="auto">
          <a:xfrm>
            <a:off x="6781800" y="4229100"/>
            <a:ext cx="6858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1122" name="Straight Connector 120">
            <a:extLst>
              <a:ext uri="{FF2B5EF4-FFF2-40B4-BE49-F238E27FC236}">
                <a16:creationId xmlns:a16="http://schemas.microsoft.com/office/drawing/2014/main" id="{DFC2B18F-034D-4BA0-9CE3-14EDE1791E7A}"/>
              </a:ext>
            </a:extLst>
          </p:cNvPr>
          <p:cNvCxnSpPr>
            <a:cxnSpLocks noChangeShapeType="1"/>
          </p:cNvCxnSpPr>
          <p:nvPr/>
        </p:nvCxnSpPr>
        <p:spPr bwMode="auto">
          <a:xfrm rot="16200000" flipV="1">
            <a:off x="6037263" y="2862263"/>
            <a:ext cx="3292475"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1123" name="Straight Connector 121">
            <a:extLst>
              <a:ext uri="{FF2B5EF4-FFF2-40B4-BE49-F238E27FC236}">
                <a16:creationId xmlns:a16="http://schemas.microsoft.com/office/drawing/2014/main" id="{81430402-C811-577F-3029-147DBDB340CB}"/>
              </a:ext>
            </a:extLst>
          </p:cNvPr>
          <p:cNvCxnSpPr>
            <a:cxnSpLocks noChangeShapeType="1"/>
          </p:cNvCxnSpPr>
          <p:nvPr/>
        </p:nvCxnSpPr>
        <p:spPr bwMode="auto">
          <a:xfrm>
            <a:off x="4584700" y="1435100"/>
            <a:ext cx="2743200" cy="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31124" name="Straight Connector 122">
            <a:extLst>
              <a:ext uri="{FF2B5EF4-FFF2-40B4-BE49-F238E27FC236}">
                <a16:creationId xmlns:a16="http://schemas.microsoft.com/office/drawing/2014/main" id="{1D2A64BB-C2E8-BC7C-0062-8697370D1C83}"/>
              </a:ext>
            </a:extLst>
          </p:cNvPr>
          <p:cNvCxnSpPr>
            <a:cxnSpLocks noChangeShapeType="1"/>
          </p:cNvCxnSpPr>
          <p:nvPr/>
        </p:nvCxnSpPr>
        <p:spPr bwMode="auto">
          <a:xfrm>
            <a:off x="4584700" y="1828800"/>
            <a:ext cx="457200" cy="1588"/>
          </a:xfrm>
          <a:prstGeom prst="line">
            <a:avLst/>
          </a:prstGeom>
          <a:noFill/>
          <a:ln w="38100" algn="ctr">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131125" name="Straight Connector 123">
            <a:extLst>
              <a:ext uri="{FF2B5EF4-FFF2-40B4-BE49-F238E27FC236}">
                <a16:creationId xmlns:a16="http://schemas.microsoft.com/office/drawing/2014/main" id="{6F9B98ED-659B-9C26-E1DB-DE82549C77D6}"/>
              </a:ext>
            </a:extLst>
          </p:cNvPr>
          <p:cNvCxnSpPr>
            <a:cxnSpLocks noChangeShapeType="1"/>
          </p:cNvCxnSpPr>
          <p:nvPr/>
        </p:nvCxnSpPr>
        <p:spPr bwMode="auto">
          <a:xfrm rot="5400000" flipH="1" flipV="1">
            <a:off x="4379913" y="1639888"/>
            <a:ext cx="411163" cy="1588"/>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cxnSp>
        <p:nvCxnSpPr>
          <p:cNvPr id="131126" name="Straight Connector 124">
            <a:extLst>
              <a:ext uri="{FF2B5EF4-FFF2-40B4-BE49-F238E27FC236}">
                <a16:creationId xmlns:a16="http://schemas.microsoft.com/office/drawing/2014/main" id="{380AFD3F-5FCE-A3E8-EEEA-A81609425D11}"/>
              </a:ext>
            </a:extLst>
          </p:cNvPr>
          <p:cNvCxnSpPr>
            <a:cxnSpLocks noChangeShapeType="1"/>
          </p:cNvCxnSpPr>
          <p:nvPr/>
        </p:nvCxnSpPr>
        <p:spPr bwMode="auto">
          <a:xfrm>
            <a:off x="6794501" y="2057400"/>
            <a:ext cx="1279525" cy="1588"/>
          </a:xfrm>
          <a:prstGeom prst="line">
            <a:avLst/>
          </a:prstGeom>
          <a:noFill/>
          <a:ln w="38100" algn="ctr">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131127" name="Straight Connector 126">
            <a:extLst>
              <a:ext uri="{FF2B5EF4-FFF2-40B4-BE49-F238E27FC236}">
                <a16:creationId xmlns:a16="http://schemas.microsoft.com/office/drawing/2014/main" id="{147FDF52-BD6F-BFC1-104E-4E52E8BAE17C}"/>
              </a:ext>
            </a:extLst>
          </p:cNvPr>
          <p:cNvCxnSpPr>
            <a:cxnSpLocks noChangeShapeType="1"/>
          </p:cNvCxnSpPr>
          <p:nvPr/>
        </p:nvCxnSpPr>
        <p:spPr bwMode="auto">
          <a:xfrm rot="10800000">
            <a:off x="4267200" y="1219200"/>
            <a:ext cx="342900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31128" name="Straight Connector 128">
            <a:extLst>
              <a:ext uri="{FF2B5EF4-FFF2-40B4-BE49-F238E27FC236}">
                <a16:creationId xmlns:a16="http://schemas.microsoft.com/office/drawing/2014/main" id="{482C6555-363E-FEA1-D804-7D235970917F}"/>
              </a:ext>
            </a:extLst>
          </p:cNvPr>
          <p:cNvCxnSpPr>
            <a:cxnSpLocks noChangeShapeType="1"/>
          </p:cNvCxnSpPr>
          <p:nvPr/>
        </p:nvCxnSpPr>
        <p:spPr bwMode="auto">
          <a:xfrm rot="5400000">
            <a:off x="3604420" y="1881982"/>
            <a:ext cx="1325562" cy="3175"/>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1129" name="Straight Connector 130">
            <a:extLst>
              <a:ext uri="{FF2B5EF4-FFF2-40B4-BE49-F238E27FC236}">
                <a16:creationId xmlns:a16="http://schemas.microsoft.com/office/drawing/2014/main" id="{8BF8572E-C88F-7918-321B-D1318D39AA3A}"/>
              </a:ext>
            </a:extLst>
          </p:cNvPr>
          <p:cNvCxnSpPr>
            <a:cxnSpLocks noChangeShapeType="1"/>
          </p:cNvCxnSpPr>
          <p:nvPr/>
        </p:nvCxnSpPr>
        <p:spPr bwMode="auto">
          <a:xfrm>
            <a:off x="4267200" y="2540000"/>
            <a:ext cx="774700" cy="0"/>
          </a:xfrm>
          <a:prstGeom prst="line">
            <a:avLst/>
          </a:prstGeom>
          <a:noFill/>
          <a:ln w="19050" algn="ctr">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131130" name="Straight Connector 131">
            <a:extLst>
              <a:ext uri="{FF2B5EF4-FFF2-40B4-BE49-F238E27FC236}">
                <a16:creationId xmlns:a16="http://schemas.microsoft.com/office/drawing/2014/main" id="{287093D1-98FA-35CE-AF60-8E2F0136D470}"/>
              </a:ext>
            </a:extLst>
          </p:cNvPr>
          <p:cNvCxnSpPr>
            <a:cxnSpLocks noChangeShapeType="1"/>
          </p:cNvCxnSpPr>
          <p:nvPr/>
        </p:nvCxnSpPr>
        <p:spPr bwMode="auto">
          <a:xfrm>
            <a:off x="6781801" y="2362200"/>
            <a:ext cx="1279525" cy="0"/>
          </a:xfrm>
          <a:prstGeom prst="line">
            <a:avLst/>
          </a:prstGeom>
          <a:noFill/>
          <a:ln w="28575" algn="ctr">
            <a:solidFill>
              <a:schemeClr val="tx1"/>
            </a:solidFill>
            <a:round/>
            <a:headEnd/>
            <a:tailEnd type="triangle" w="med" len="lg"/>
          </a:ln>
          <a:extLst>
            <a:ext uri="{909E8E84-426E-40DD-AFC4-6F175D3DCCD1}">
              <a14:hiddenFill xmlns:a14="http://schemas.microsoft.com/office/drawing/2010/main">
                <a:noFill/>
              </a14:hiddenFill>
            </a:ext>
          </a:extLst>
        </p:spPr>
      </p:cxnSp>
      <p:sp>
        <p:nvSpPr>
          <p:cNvPr id="131131" name="Text Box 40">
            <a:extLst>
              <a:ext uri="{FF2B5EF4-FFF2-40B4-BE49-F238E27FC236}">
                <a16:creationId xmlns:a16="http://schemas.microsoft.com/office/drawing/2014/main" id="{9D3B42AC-6105-B7E7-09DB-BA0861DD5BCE}"/>
              </a:ext>
            </a:extLst>
          </p:cNvPr>
          <p:cNvSpPr txBox="1">
            <a:spLocks noChangeArrowheads="1"/>
          </p:cNvSpPr>
          <p:nvPr/>
        </p:nvSpPr>
        <p:spPr bwMode="auto">
          <a:xfrm>
            <a:off x="8153400" y="2209800"/>
            <a:ext cx="1981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rPr>
              <a:t>Terminate Count</a:t>
            </a:r>
            <a:endParaRPr lang="ru-RU" altLang="en-US" u="none"/>
          </a:p>
        </p:txBody>
      </p:sp>
      <p:cxnSp>
        <p:nvCxnSpPr>
          <p:cNvPr id="131132" name="Straight Connector 134">
            <a:extLst>
              <a:ext uri="{FF2B5EF4-FFF2-40B4-BE49-F238E27FC236}">
                <a16:creationId xmlns:a16="http://schemas.microsoft.com/office/drawing/2014/main" id="{6E386ED9-07B4-2F6A-FD99-95F1B496B996}"/>
              </a:ext>
            </a:extLst>
          </p:cNvPr>
          <p:cNvCxnSpPr>
            <a:cxnSpLocks noChangeShapeType="1"/>
          </p:cNvCxnSpPr>
          <p:nvPr/>
        </p:nvCxnSpPr>
        <p:spPr bwMode="auto">
          <a:xfrm rot="5400000">
            <a:off x="7048500" y="4191000"/>
            <a:ext cx="152400" cy="762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1133" name="Text Box 40">
            <a:extLst>
              <a:ext uri="{FF2B5EF4-FFF2-40B4-BE49-F238E27FC236}">
                <a16:creationId xmlns:a16="http://schemas.microsoft.com/office/drawing/2014/main" id="{4210C15A-35CC-79C5-9B07-0DAF6065DB31}"/>
              </a:ext>
            </a:extLst>
          </p:cNvPr>
          <p:cNvSpPr txBox="1">
            <a:spLocks noChangeArrowheads="1"/>
          </p:cNvSpPr>
          <p:nvPr/>
        </p:nvSpPr>
        <p:spPr bwMode="auto">
          <a:xfrm>
            <a:off x="6781800" y="38862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latin typeface="Times New Roman" panose="02020603050405020304" pitchFamily="18" charset="0"/>
              </a:rPr>
              <a:t>Unused</a:t>
            </a:r>
            <a:endParaRPr lang="ru-RU" altLang="en-US" sz="1600" u="none"/>
          </a:p>
        </p:txBody>
      </p:sp>
      <p:cxnSp>
        <p:nvCxnSpPr>
          <p:cNvPr id="131134" name="Straight Connector 137">
            <a:extLst>
              <a:ext uri="{FF2B5EF4-FFF2-40B4-BE49-F238E27FC236}">
                <a16:creationId xmlns:a16="http://schemas.microsoft.com/office/drawing/2014/main" id="{472428CD-D28C-997D-ADA2-CB3CD8840582}"/>
              </a:ext>
            </a:extLst>
          </p:cNvPr>
          <p:cNvCxnSpPr>
            <a:cxnSpLocks noChangeShapeType="1"/>
          </p:cNvCxnSpPr>
          <p:nvPr/>
        </p:nvCxnSpPr>
        <p:spPr bwMode="auto">
          <a:xfrm>
            <a:off x="6794500" y="2628900"/>
            <a:ext cx="6858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31135" name="Straight Connector 138">
            <a:extLst>
              <a:ext uri="{FF2B5EF4-FFF2-40B4-BE49-F238E27FC236}">
                <a16:creationId xmlns:a16="http://schemas.microsoft.com/office/drawing/2014/main" id="{F4B822C9-6A01-D557-F747-3D5314DFBAB9}"/>
              </a:ext>
            </a:extLst>
          </p:cNvPr>
          <p:cNvCxnSpPr>
            <a:cxnSpLocks noChangeShapeType="1"/>
          </p:cNvCxnSpPr>
          <p:nvPr/>
        </p:nvCxnSpPr>
        <p:spPr bwMode="auto">
          <a:xfrm rot="5400000">
            <a:off x="7061200" y="2590800"/>
            <a:ext cx="152400" cy="762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31136" name="Text Box 40">
            <a:extLst>
              <a:ext uri="{FF2B5EF4-FFF2-40B4-BE49-F238E27FC236}">
                <a16:creationId xmlns:a16="http://schemas.microsoft.com/office/drawing/2014/main" id="{15E455D6-EB35-A0B0-772F-36721D8B3BEB}"/>
              </a:ext>
            </a:extLst>
          </p:cNvPr>
          <p:cNvSpPr txBox="1">
            <a:spLocks noChangeArrowheads="1"/>
          </p:cNvSpPr>
          <p:nvPr/>
        </p:nvSpPr>
        <p:spPr bwMode="auto">
          <a:xfrm>
            <a:off x="6858000" y="22860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latin typeface="Times New Roman" panose="02020603050405020304" pitchFamily="18" charset="0"/>
              </a:rPr>
              <a:t>Unused</a:t>
            </a:r>
            <a:endParaRPr lang="ru-RU" altLang="en-US" sz="1600" u="none"/>
          </a:p>
        </p:txBody>
      </p:sp>
      <p:sp>
        <p:nvSpPr>
          <p:cNvPr id="131137" name="Text Box 40">
            <a:extLst>
              <a:ext uri="{FF2B5EF4-FFF2-40B4-BE49-F238E27FC236}">
                <a16:creationId xmlns:a16="http://schemas.microsoft.com/office/drawing/2014/main" id="{EE0AC6DD-DCF3-0868-AB8F-4ED6770429D2}"/>
              </a:ext>
            </a:extLst>
          </p:cNvPr>
          <p:cNvSpPr txBox="1">
            <a:spLocks noChangeArrowheads="1"/>
          </p:cNvSpPr>
          <p:nvPr/>
        </p:nvSpPr>
        <p:spPr bwMode="auto">
          <a:xfrm>
            <a:off x="8077200" y="1752600"/>
            <a:ext cx="1600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rPr>
              <a:t>Count[19:11]</a:t>
            </a:r>
            <a:endParaRPr lang="ru-RU" altLang="en-US" u="none"/>
          </a:p>
        </p:txBody>
      </p:sp>
      <p:sp>
        <p:nvSpPr>
          <p:cNvPr id="131138" name="Text Box 40">
            <a:extLst>
              <a:ext uri="{FF2B5EF4-FFF2-40B4-BE49-F238E27FC236}">
                <a16:creationId xmlns:a16="http://schemas.microsoft.com/office/drawing/2014/main" id="{C52E947B-3CFD-D223-2B4C-C5BE2239B5CC}"/>
              </a:ext>
            </a:extLst>
          </p:cNvPr>
          <p:cNvSpPr txBox="1">
            <a:spLocks noChangeArrowheads="1"/>
          </p:cNvSpPr>
          <p:nvPr/>
        </p:nvSpPr>
        <p:spPr bwMode="auto">
          <a:xfrm>
            <a:off x="8153400" y="4572000"/>
            <a:ext cx="1371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rPr>
              <a:t>Count[9:0]</a:t>
            </a:r>
            <a:endParaRPr lang="ru-RU" altLang="en-US" u="none"/>
          </a:p>
        </p:txBody>
      </p:sp>
      <p:sp>
        <p:nvSpPr>
          <p:cNvPr id="131139" name="Text Box 40">
            <a:extLst>
              <a:ext uri="{FF2B5EF4-FFF2-40B4-BE49-F238E27FC236}">
                <a16:creationId xmlns:a16="http://schemas.microsoft.com/office/drawing/2014/main" id="{E6B9CACA-4594-06AA-A8A4-F8A1473ACCE9}"/>
              </a:ext>
            </a:extLst>
          </p:cNvPr>
          <p:cNvSpPr txBox="1">
            <a:spLocks noChangeArrowheads="1"/>
          </p:cNvSpPr>
          <p:nvPr/>
        </p:nvSpPr>
        <p:spPr bwMode="auto">
          <a:xfrm>
            <a:off x="3124200" y="2514600"/>
            <a:ext cx="76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rPr>
              <a:t>SSR</a:t>
            </a:r>
            <a:endParaRPr lang="ru-RU" altLang="en-US" u="none"/>
          </a:p>
        </p:txBody>
      </p:sp>
      <p:sp>
        <p:nvSpPr>
          <p:cNvPr id="131140" name="Text Box 40">
            <a:extLst>
              <a:ext uri="{FF2B5EF4-FFF2-40B4-BE49-F238E27FC236}">
                <a16:creationId xmlns:a16="http://schemas.microsoft.com/office/drawing/2014/main" id="{9BD85619-547D-E8D1-7384-557ECBE5795B}"/>
              </a:ext>
            </a:extLst>
          </p:cNvPr>
          <p:cNvSpPr txBox="1">
            <a:spLocks noChangeArrowheads="1"/>
          </p:cNvSpPr>
          <p:nvPr/>
        </p:nvSpPr>
        <p:spPr bwMode="auto">
          <a:xfrm>
            <a:off x="3124200" y="2819400"/>
            <a:ext cx="76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rPr>
              <a:t>CLK</a:t>
            </a:r>
            <a:endParaRPr lang="ru-RU" altLang="en-US" u="none"/>
          </a:p>
        </p:txBody>
      </p:sp>
      <p:sp>
        <p:nvSpPr>
          <p:cNvPr id="131141" name="Text Box 40">
            <a:extLst>
              <a:ext uri="{FF2B5EF4-FFF2-40B4-BE49-F238E27FC236}">
                <a16:creationId xmlns:a16="http://schemas.microsoft.com/office/drawing/2014/main" id="{6188C1AC-F8F3-B59F-4571-408428AA1900}"/>
              </a:ext>
            </a:extLst>
          </p:cNvPr>
          <p:cNvSpPr txBox="1">
            <a:spLocks noChangeArrowheads="1"/>
          </p:cNvSpPr>
          <p:nvPr/>
        </p:nvSpPr>
        <p:spPr bwMode="auto">
          <a:xfrm>
            <a:off x="2705100" y="4178300"/>
            <a:ext cx="1371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rPr>
              <a:t>Count_EN</a:t>
            </a:r>
            <a:endParaRPr lang="ru-RU" altLang="en-US" u="none"/>
          </a:p>
        </p:txBody>
      </p:sp>
      <p:sp>
        <p:nvSpPr>
          <p:cNvPr id="131142" name="Text Box 40">
            <a:extLst>
              <a:ext uri="{FF2B5EF4-FFF2-40B4-BE49-F238E27FC236}">
                <a16:creationId xmlns:a16="http://schemas.microsoft.com/office/drawing/2014/main" id="{8496AAB1-F1BB-C12E-9879-4FA3096960D8}"/>
              </a:ext>
            </a:extLst>
          </p:cNvPr>
          <p:cNvSpPr txBox="1">
            <a:spLocks noChangeArrowheads="1"/>
          </p:cNvSpPr>
          <p:nvPr/>
        </p:nvSpPr>
        <p:spPr bwMode="auto">
          <a:xfrm>
            <a:off x="7848600" y="3276600"/>
            <a:ext cx="2514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u="none">
                <a:latin typeface="Times New Roman" panose="02020603050405020304" pitchFamily="18" charset="0"/>
              </a:rPr>
              <a:t>Terminal count  from portB enables portA every 1024 clock  cycles</a:t>
            </a:r>
            <a:endParaRPr lang="ru-RU" altLang="en-US" u="none"/>
          </a:p>
        </p:txBody>
      </p:sp>
      <p:sp>
        <p:nvSpPr>
          <p:cNvPr id="131143" name="Line 11">
            <a:extLst>
              <a:ext uri="{FF2B5EF4-FFF2-40B4-BE49-F238E27FC236}">
                <a16:creationId xmlns:a16="http://schemas.microsoft.com/office/drawing/2014/main" id="{6FA301FF-D73E-C2EE-4B83-ABF61B079D13}"/>
              </a:ext>
            </a:extLst>
          </p:cNvPr>
          <p:cNvSpPr>
            <a:spLocks noChangeShapeType="1"/>
          </p:cNvSpPr>
          <p:nvPr/>
        </p:nvSpPr>
        <p:spPr bwMode="auto">
          <a:xfrm>
            <a:off x="5029200" y="3302000"/>
            <a:ext cx="2428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144" name="Line 17">
            <a:extLst>
              <a:ext uri="{FF2B5EF4-FFF2-40B4-BE49-F238E27FC236}">
                <a16:creationId xmlns:a16="http://schemas.microsoft.com/office/drawing/2014/main" id="{5F5A6C2C-5368-09F6-4F73-B0C0B83729BF}"/>
              </a:ext>
            </a:extLst>
          </p:cNvPr>
          <p:cNvSpPr>
            <a:spLocks noChangeShapeType="1"/>
          </p:cNvSpPr>
          <p:nvPr/>
        </p:nvSpPr>
        <p:spPr bwMode="auto">
          <a:xfrm>
            <a:off x="6553200" y="3314701"/>
            <a:ext cx="0" cy="28892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145" name="Line 11">
            <a:extLst>
              <a:ext uri="{FF2B5EF4-FFF2-40B4-BE49-F238E27FC236}">
                <a16:creationId xmlns:a16="http://schemas.microsoft.com/office/drawing/2014/main" id="{62EB4795-361C-CD08-EC2B-C07D0D0971D2}"/>
              </a:ext>
            </a:extLst>
          </p:cNvPr>
          <p:cNvSpPr>
            <a:spLocks noChangeShapeType="1"/>
          </p:cNvSpPr>
          <p:nvPr/>
        </p:nvSpPr>
        <p:spPr bwMode="auto">
          <a:xfrm>
            <a:off x="5016500" y="3581400"/>
            <a:ext cx="2428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146" name="Text Box 40">
            <a:extLst>
              <a:ext uri="{FF2B5EF4-FFF2-40B4-BE49-F238E27FC236}">
                <a16:creationId xmlns:a16="http://schemas.microsoft.com/office/drawing/2014/main" id="{491C4984-C2AD-B493-2D5D-36504EE779F4}"/>
              </a:ext>
            </a:extLst>
          </p:cNvPr>
          <p:cNvSpPr txBox="1">
            <a:spLocks noChangeArrowheads="1"/>
          </p:cNvSpPr>
          <p:nvPr/>
        </p:nvSpPr>
        <p:spPr bwMode="auto">
          <a:xfrm>
            <a:off x="5740400" y="4051300"/>
            <a:ext cx="1143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400" u="none">
                <a:latin typeface="Times New Roman" panose="02020603050405020304" pitchFamily="18" charset="0"/>
              </a:rPr>
              <a:t>DOB[17:11]</a:t>
            </a:r>
            <a:endParaRPr lang="ru-RU" altLang="en-US" sz="1400" u="none"/>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tle 1">
            <a:extLst>
              <a:ext uri="{FF2B5EF4-FFF2-40B4-BE49-F238E27FC236}">
                <a16:creationId xmlns:a16="http://schemas.microsoft.com/office/drawing/2014/main" id="{455C9234-F0C4-B806-72C3-0B5899E53BC9}"/>
              </a:ext>
            </a:extLst>
          </p:cNvPr>
          <p:cNvSpPr>
            <a:spLocks noGrp="1" noChangeArrowheads="1"/>
          </p:cNvSpPr>
          <p:nvPr>
            <p:ph type="title"/>
          </p:nvPr>
        </p:nvSpPr>
        <p:spPr/>
        <p:txBody>
          <a:bodyPr/>
          <a:lstStyle/>
          <a:p>
            <a:r>
              <a:rPr lang="en-GB" altLang="en-US"/>
              <a:t>20-bit Binary Up Counter</a:t>
            </a:r>
          </a:p>
        </p:txBody>
      </p:sp>
      <p:sp>
        <p:nvSpPr>
          <p:cNvPr id="3" name="Text Placeholder 2">
            <a:extLst>
              <a:ext uri="{FF2B5EF4-FFF2-40B4-BE49-F238E27FC236}">
                <a16:creationId xmlns:a16="http://schemas.microsoft.com/office/drawing/2014/main" id="{34DF89BD-C999-D523-43FD-918315793060}"/>
              </a:ext>
            </a:extLst>
          </p:cNvPr>
          <p:cNvSpPr>
            <a:spLocks noGrp="1"/>
          </p:cNvSpPr>
          <p:nvPr>
            <p:ph type="body" sz="quarter" idx="10"/>
          </p:nvPr>
        </p:nvSpPr>
        <p:spPr/>
        <p:txBody>
          <a:bodyPr/>
          <a:lstStyle/>
          <a:p>
            <a:pPr eaLnBrk="1" hangingPunct="1"/>
            <a:r>
              <a:rPr lang="en-GB" altLang="en-US" b="0" u="none" dirty="0"/>
              <a:t>A 20-bit binary counter can be constructed from two identical 10-bit binary counters, with the lower 10-bit counter enabling the upper 10-bit counter every 1024 clock cycles.</a:t>
            </a:r>
          </a:p>
          <a:p>
            <a:pPr eaLnBrk="1" hangingPunct="1"/>
            <a:r>
              <a:rPr lang="en-GB" altLang="en-US" b="0" u="none" dirty="0"/>
              <a:t> In this example, Port B is a 1Kx18 ROM (web is Low) that forms the lower 10-bit counter. </a:t>
            </a:r>
          </a:p>
          <a:p>
            <a:pPr eaLnBrk="1" hangingPunct="1"/>
            <a:r>
              <a:rPr lang="en-GB" altLang="en-US" b="0" u="none" dirty="0"/>
              <a:t>The 10 less-significant data outputs, representing the current state,</a:t>
            </a:r>
          </a:p>
          <a:p>
            <a:pPr eaLnBrk="1" hangingPunct="1"/>
            <a:r>
              <a:rPr lang="en-GB" altLang="en-US" b="0" u="none" dirty="0"/>
              <a:t> connect directly to the 10 address inputs, ADDRB[9:0]. </a:t>
            </a:r>
          </a:p>
          <a:p>
            <a:pPr eaLnBrk="1" hangingPunct="1"/>
            <a:r>
              <a:rPr lang="en-GB" altLang="en-US" b="0" u="none" dirty="0"/>
              <a:t>The next state is looked up in the ROM using the current state applied to the address pins.</a:t>
            </a:r>
          </a:p>
          <a:p>
            <a:pPr eaLnBrk="1" hangingPunct="1"/>
            <a:r>
              <a:rPr lang="en-GB" altLang="en-US" b="0" u="none" dirty="0"/>
              <a:t> The eleventh data bit, D[10], forms the terminal-count output from the </a:t>
            </a:r>
          </a:p>
          <a:p>
            <a:pPr eaLnBrk="1" hangingPunct="1"/>
            <a:r>
              <a:rPr lang="en-GB" altLang="en-US" b="0" u="none" dirty="0"/>
              <a:t>counter. In this example, the upper seven data bits, DOB[17:11] are unused.</a:t>
            </a:r>
          </a:p>
          <a:p>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itle 1">
            <a:extLst>
              <a:ext uri="{FF2B5EF4-FFF2-40B4-BE49-F238E27FC236}">
                <a16:creationId xmlns:a16="http://schemas.microsoft.com/office/drawing/2014/main" id="{FB5C29BB-7CE0-E833-F2C7-F296F0C338B8}"/>
              </a:ext>
            </a:extLst>
          </p:cNvPr>
          <p:cNvSpPr>
            <a:spLocks noGrp="1" noChangeArrowheads="1"/>
          </p:cNvSpPr>
          <p:nvPr>
            <p:ph type="title"/>
          </p:nvPr>
        </p:nvSpPr>
        <p:spPr>
          <a:xfrm>
            <a:off x="0" y="183401"/>
            <a:ext cx="11612880" cy="704088"/>
          </a:xfrm>
        </p:spPr>
        <p:txBody>
          <a:bodyPr>
            <a:normAutofit/>
          </a:bodyPr>
          <a:lstStyle/>
          <a:p>
            <a:r>
              <a:rPr lang="en-GB" altLang="en-US" dirty="0"/>
              <a:t>Next-State Logic for Binary Up Counter</a:t>
            </a:r>
          </a:p>
        </p:txBody>
      </p:sp>
      <p:graphicFrame>
        <p:nvGraphicFramePr>
          <p:cNvPr id="3" name="Table 2">
            <a:extLst>
              <a:ext uri="{FF2B5EF4-FFF2-40B4-BE49-F238E27FC236}">
                <a16:creationId xmlns:a16="http://schemas.microsoft.com/office/drawing/2014/main" id="{740824DC-0CF5-4CC6-A67B-2283C2FC6576}"/>
              </a:ext>
            </a:extLst>
          </p:cNvPr>
          <p:cNvGraphicFramePr>
            <a:graphicFrameLocks noGrp="1"/>
          </p:cNvGraphicFramePr>
          <p:nvPr/>
        </p:nvGraphicFramePr>
        <p:xfrm>
          <a:off x="3505200" y="2133601"/>
          <a:ext cx="4495800" cy="3133802"/>
        </p:xfrm>
        <a:graphic>
          <a:graphicData uri="http://schemas.openxmlformats.org/drawingml/2006/table">
            <a:tbl>
              <a:tblPr firstRow="1" bandRow="1">
                <a:tableStyleId>{5C22544A-7EE6-4342-B048-85BDC9FD1C3A}</a:tableStyleId>
              </a:tblPr>
              <a:tblGrid>
                <a:gridCol w="1386840">
                  <a:extLst>
                    <a:ext uri="{9D8B030D-6E8A-4147-A177-3AD203B41FA5}">
                      <a16:colId xmlns:a16="http://schemas.microsoft.com/office/drawing/2014/main" val="20000"/>
                    </a:ext>
                  </a:extLst>
                </a:gridCol>
                <a:gridCol w="1386840">
                  <a:extLst>
                    <a:ext uri="{9D8B030D-6E8A-4147-A177-3AD203B41FA5}">
                      <a16:colId xmlns:a16="http://schemas.microsoft.com/office/drawing/2014/main" val="20001"/>
                    </a:ext>
                  </a:extLst>
                </a:gridCol>
                <a:gridCol w="1722120">
                  <a:extLst>
                    <a:ext uri="{9D8B030D-6E8A-4147-A177-3AD203B41FA5}">
                      <a16:colId xmlns:a16="http://schemas.microsoft.com/office/drawing/2014/main" val="20002"/>
                    </a:ext>
                  </a:extLst>
                </a:gridCol>
              </a:tblGrid>
              <a:tr h="640016">
                <a:tc>
                  <a:txBody>
                    <a:bodyPr/>
                    <a:lstStyle/>
                    <a:p>
                      <a:pPr algn="ctr"/>
                      <a:r>
                        <a:rPr lang="en-US" sz="1800" dirty="0"/>
                        <a:t>Present</a:t>
                      </a:r>
                    </a:p>
                    <a:p>
                      <a:pPr algn="ctr"/>
                      <a:r>
                        <a:rPr lang="en-US" sz="1800" dirty="0"/>
                        <a:t>State</a:t>
                      </a:r>
                      <a:endParaRPr lang="en-GB" sz="1800" dirty="0"/>
                    </a:p>
                  </a:txBody>
                  <a:tcPr marT="45708" marB="45708"/>
                </a:tc>
                <a:tc>
                  <a:txBody>
                    <a:bodyPr/>
                    <a:lstStyle/>
                    <a:p>
                      <a:pPr algn="ctr"/>
                      <a:r>
                        <a:rPr lang="en-US" sz="1800" dirty="0"/>
                        <a:t>State Outputs</a:t>
                      </a:r>
                      <a:endParaRPr lang="en-GB" sz="1800" dirty="0"/>
                    </a:p>
                  </a:txBody>
                  <a:tcPr marT="45708" marB="45708"/>
                </a:tc>
                <a:tc>
                  <a:txBody>
                    <a:bodyPr/>
                    <a:lstStyle/>
                    <a:p>
                      <a:r>
                        <a:rPr lang="en-US" sz="1800" dirty="0"/>
                        <a:t>Next State</a:t>
                      </a:r>
                      <a:endParaRPr lang="en-GB" sz="1800" dirty="0"/>
                    </a:p>
                  </a:txBody>
                  <a:tcPr marT="45708" marB="45708"/>
                </a:tc>
                <a:extLst>
                  <a:ext uri="{0D108BD9-81ED-4DB2-BD59-A6C34878D82A}">
                    <a16:rowId xmlns:a16="http://schemas.microsoft.com/office/drawing/2014/main" val="10000"/>
                  </a:ext>
                </a:extLst>
              </a:tr>
              <a:tr h="64001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ADDR[9:0]</a:t>
                      </a:r>
                      <a:endParaRPr lang="en-GB" sz="1800" dirty="0"/>
                    </a:p>
                    <a:p>
                      <a:pPr algn="ctr"/>
                      <a:r>
                        <a:rPr lang="en-US" sz="1800" dirty="0"/>
                        <a:t>HEX</a:t>
                      </a:r>
                      <a:endParaRPr lang="en-GB" sz="1800" dirty="0"/>
                    </a:p>
                  </a:txBody>
                  <a:tcPr marT="45708" marB="4570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TC </a:t>
                      </a:r>
                      <a:br>
                        <a:rPr lang="en-US" sz="1800" dirty="0"/>
                      </a:br>
                      <a:r>
                        <a:rPr lang="en-US" sz="1800" dirty="0"/>
                        <a:t>D[10]</a:t>
                      </a:r>
                    </a:p>
                  </a:txBody>
                  <a:tcPr marT="45708" marB="45708"/>
                </a:tc>
                <a:tc>
                  <a:txBody>
                    <a:bodyPr/>
                    <a:lstStyle/>
                    <a:p>
                      <a:pPr algn="ctr"/>
                      <a:r>
                        <a:rPr lang="en-US" sz="1800" dirty="0"/>
                        <a:t>Count</a:t>
                      </a:r>
                      <a:br>
                        <a:rPr lang="en-US" sz="1800" dirty="0"/>
                      </a:br>
                      <a:r>
                        <a:rPr lang="en-US" sz="1800" dirty="0"/>
                        <a:t> D[9:0]</a:t>
                      </a:r>
                      <a:endParaRPr lang="en-GB" sz="1800" dirty="0"/>
                    </a:p>
                  </a:txBody>
                  <a:tcPr marT="45708" marB="45708"/>
                </a:tc>
                <a:extLst>
                  <a:ext uri="{0D108BD9-81ED-4DB2-BD59-A6C34878D82A}">
                    <a16:rowId xmlns:a16="http://schemas.microsoft.com/office/drawing/2014/main" val="10001"/>
                  </a:ext>
                </a:extLst>
              </a:tr>
              <a:tr h="370738">
                <a:tc>
                  <a:txBody>
                    <a:bodyPr/>
                    <a:lstStyle/>
                    <a:p>
                      <a:pPr algn="ctr"/>
                      <a:r>
                        <a:rPr lang="en-US" sz="1800" dirty="0"/>
                        <a:t>0</a:t>
                      </a:r>
                      <a:endParaRPr lang="en-GB" sz="1800" dirty="0"/>
                    </a:p>
                  </a:txBody>
                  <a:tcPr marT="45708" marB="45708"/>
                </a:tc>
                <a:tc>
                  <a:txBody>
                    <a:bodyPr/>
                    <a:lstStyle/>
                    <a:p>
                      <a:pPr algn="ctr"/>
                      <a:r>
                        <a:rPr lang="en-US" sz="1800" dirty="0"/>
                        <a:t>0</a:t>
                      </a:r>
                      <a:endParaRPr lang="en-GB" sz="1800" dirty="0"/>
                    </a:p>
                  </a:txBody>
                  <a:tcPr marT="45708" marB="45708"/>
                </a:tc>
                <a:tc>
                  <a:txBody>
                    <a:bodyPr/>
                    <a:lstStyle/>
                    <a:p>
                      <a:pPr algn="ctr"/>
                      <a:r>
                        <a:rPr lang="en-US" sz="1800" dirty="0"/>
                        <a:t>1</a:t>
                      </a:r>
                      <a:endParaRPr lang="en-GB" sz="1800" dirty="0"/>
                    </a:p>
                  </a:txBody>
                  <a:tcPr marT="45708" marB="45708"/>
                </a:tc>
                <a:extLst>
                  <a:ext uri="{0D108BD9-81ED-4DB2-BD59-A6C34878D82A}">
                    <a16:rowId xmlns:a16="http://schemas.microsoft.com/office/drawing/2014/main" val="10002"/>
                  </a:ext>
                </a:extLst>
              </a:tr>
              <a:tr h="370738">
                <a:tc>
                  <a:txBody>
                    <a:bodyPr/>
                    <a:lstStyle/>
                    <a:p>
                      <a:pPr algn="ctr"/>
                      <a:r>
                        <a:rPr lang="en-US" sz="1800" dirty="0"/>
                        <a:t>1</a:t>
                      </a:r>
                      <a:endParaRPr lang="en-GB" sz="1800" dirty="0"/>
                    </a:p>
                  </a:txBody>
                  <a:tcPr marT="45708" marB="45708"/>
                </a:tc>
                <a:tc>
                  <a:txBody>
                    <a:bodyPr/>
                    <a:lstStyle/>
                    <a:p>
                      <a:pPr algn="ctr"/>
                      <a:r>
                        <a:rPr lang="en-US" sz="1800" dirty="0"/>
                        <a:t>0</a:t>
                      </a:r>
                      <a:endParaRPr lang="en-GB" sz="1800" dirty="0"/>
                    </a:p>
                  </a:txBody>
                  <a:tcPr marT="45708" marB="45708"/>
                </a:tc>
                <a:tc>
                  <a:txBody>
                    <a:bodyPr/>
                    <a:lstStyle/>
                    <a:p>
                      <a:pPr algn="ctr"/>
                      <a:r>
                        <a:rPr lang="en-US" sz="1800" dirty="0"/>
                        <a:t>2</a:t>
                      </a:r>
                      <a:endParaRPr lang="en-GB" sz="1800" dirty="0"/>
                    </a:p>
                  </a:txBody>
                  <a:tcPr marT="45708" marB="45708"/>
                </a:tc>
                <a:extLst>
                  <a:ext uri="{0D108BD9-81ED-4DB2-BD59-A6C34878D82A}">
                    <a16:rowId xmlns:a16="http://schemas.microsoft.com/office/drawing/2014/main" val="10003"/>
                  </a:ext>
                </a:extLst>
              </a:tr>
              <a:tr h="370738">
                <a:tc>
                  <a:txBody>
                    <a:bodyPr/>
                    <a:lstStyle/>
                    <a:p>
                      <a:pPr algn="ctr"/>
                      <a:r>
                        <a:rPr lang="en-US" sz="1800" dirty="0"/>
                        <a:t>2</a:t>
                      </a:r>
                      <a:endParaRPr lang="en-GB" sz="1800" dirty="0"/>
                    </a:p>
                  </a:txBody>
                  <a:tcPr marT="45708" marB="45708"/>
                </a:tc>
                <a:tc>
                  <a:txBody>
                    <a:bodyPr/>
                    <a:lstStyle/>
                    <a:p>
                      <a:pPr algn="ctr"/>
                      <a:r>
                        <a:rPr lang="en-US" sz="1800" dirty="0"/>
                        <a:t>0</a:t>
                      </a:r>
                      <a:endParaRPr lang="en-GB" sz="1800" dirty="0"/>
                    </a:p>
                  </a:txBody>
                  <a:tcPr marT="45708" marB="45708"/>
                </a:tc>
                <a:tc>
                  <a:txBody>
                    <a:bodyPr/>
                    <a:lstStyle/>
                    <a:p>
                      <a:pPr algn="ctr"/>
                      <a:r>
                        <a:rPr lang="en-US" sz="1800" dirty="0"/>
                        <a:t>3</a:t>
                      </a:r>
                      <a:endParaRPr lang="en-GB" sz="1800" dirty="0"/>
                    </a:p>
                  </a:txBody>
                  <a:tcPr marT="45708" marB="45708"/>
                </a:tc>
                <a:extLst>
                  <a:ext uri="{0D108BD9-81ED-4DB2-BD59-A6C34878D82A}">
                    <a16:rowId xmlns:a16="http://schemas.microsoft.com/office/drawing/2014/main" val="10004"/>
                  </a:ext>
                </a:extLst>
              </a:tr>
              <a:tr h="370738">
                <a:tc>
                  <a:txBody>
                    <a:bodyPr/>
                    <a:lstStyle/>
                    <a:p>
                      <a:pPr algn="ctr"/>
                      <a:r>
                        <a:rPr lang="en-US" sz="1800" dirty="0"/>
                        <a:t>.  .  .</a:t>
                      </a:r>
                      <a:endParaRPr lang="en-GB" sz="1800" dirty="0"/>
                    </a:p>
                  </a:txBody>
                  <a:tcPr marT="45708" marB="45708"/>
                </a:tc>
                <a:tc>
                  <a:txBody>
                    <a:bodyPr/>
                    <a:lstStyle/>
                    <a:p>
                      <a:pPr algn="ctr"/>
                      <a:endParaRPr lang="en-GB" sz="1800" dirty="0"/>
                    </a:p>
                  </a:txBody>
                  <a:tcPr marT="45708" marB="45708"/>
                </a:tc>
                <a:tc>
                  <a:txBody>
                    <a:bodyPr/>
                    <a:lstStyle/>
                    <a:p>
                      <a:pPr algn="ctr"/>
                      <a:endParaRPr lang="en-GB" sz="1800"/>
                    </a:p>
                  </a:txBody>
                  <a:tcPr marT="45708" marB="45708"/>
                </a:tc>
                <a:extLst>
                  <a:ext uri="{0D108BD9-81ED-4DB2-BD59-A6C34878D82A}">
                    <a16:rowId xmlns:a16="http://schemas.microsoft.com/office/drawing/2014/main" val="10005"/>
                  </a:ext>
                </a:extLst>
              </a:tr>
              <a:tr h="370738">
                <a:tc>
                  <a:txBody>
                    <a:bodyPr/>
                    <a:lstStyle/>
                    <a:p>
                      <a:pPr algn="ctr"/>
                      <a:r>
                        <a:rPr lang="ru-RU" sz="1800" dirty="0"/>
                        <a:t>3</a:t>
                      </a:r>
                      <a:r>
                        <a:rPr lang="en-US" sz="1800" dirty="0"/>
                        <a:t>FF</a:t>
                      </a:r>
                      <a:endParaRPr lang="en-GB" sz="1800" dirty="0"/>
                    </a:p>
                  </a:txBody>
                  <a:tcPr marT="45708" marB="45708"/>
                </a:tc>
                <a:tc>
                  <a:txBody>
                    <a:bodyPr/>
                    <a:lstStyle/>
                    <a:p>
                      <a:pPr algn="ctr"/>
                      <a:r>
                        <a:rPr lang="en-US" sz="1800" dirty="0"/>
                        <a:t>1</a:t>
                      </a:r>
                      <a:endParaRPr lang="en-GB" sz="1800" dirty="0"/>
                    </a:p>
                  </a:txBody>
                  <a:tcPr marT="45708" marB="45708"/>
                </a:tc>
                <a:tc>
                  <a:txBody>
                    <a:bodyPr/>
                    <a:lstStyle/>
                    <a:p>
                      <a:pPr algn="ctr"/>
                      <a:r>
                        <a:rPr lang="en-US" sz="1800" dirty="0"/>
                        <a:t>0</a:t>
                      </a:r>
                      <a:endParaRPr lang="en-GB" sz="1800" dirty="0"/>
                    </a:p>
                  </a:txBody>
                  <a:tcPr marT="45708" marB="45708"/>
                </a:tc>
                <a:extLst>
                  <a:ext uri="{0D108BD9-81ED-4DB2-BD59-A6C34878D82A}">
                    <a16:rowId xmlns:a16="http://schemas.microsoft.com/office/drawing/2014/main" val="10006"/>
                  </a:ext>
                </a:extLst>
              </a:tr>
            </a:tbl>
          </a:graphicData>
        </a:graphic>
      </p:graphicFrame>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itle 1">
            <a:extLst>
              <a:ext uri="{FF2B5EF4-FFF2-40B4-BE49-F238E27FC236}">
                <a16:creationId xmlns:a16="http://schemas.microsoft.com/office/drawing/2014/main" id="{AD209E0D-0105-2720-CF4B-37EAAA710693}"/>
              </a:ext>
            </a:extLst>
          </p:cNvPr>
          <p:cNvSpPr>
            <a:spLocks noGrp="1" noChangeArrowheads="1"/>
          </p:cNvSpPr>
          <p:nvPr>
            <p:ph type="title"/>
          </p:nvPr>
        </p:nvSpPr>
        <p:spPr>
          <a:xfrm>
            <a:off x="0" y="183401"/>
            <a:ext cx="11612880" cy="704088"/>
          </a:xfrm>
        </p:spPr>
        <p:txBody>
          <a:bodyPr/>
          <a:lstStyle/>
          <a:p>
            <a:r>
              <a:rPr lang="en-GB" altLang="en-US"/>
              <a:t>Next-State Logic for Binary Up/Down Counter</a:t>
            </a:r>
          </a:p>
        </p:txBody>
      </p:sp>
      <p:graphicFrame>
        <p:nvGraphicFramePr>
          <p:cNvPr id="3" name="Table 2">
            <a:extLst>
              <a:ext uri="{FF2B5EF4-FFF2-40B4-BE49-F238E27FC236}">
                <a16:creationId xmlns:a16="http://schemas.microsoft.com/office/drawing/2014/main" id="{404ECCCE-3565-4DEB-AA72-D6BBF6546222}"/>
              </a:ext>
            </a:extLst>
          </p:cNvPr>
          <p:cNvGraphicFramePr>
            <a:graphicFrameLocks noGrp="1"/>
          </p:cNvGraphicFramePr>
          <p:nvPr>
            <p:extLst>
              <p:ext uri="{D42A27DB-BD31-4B8C-83A1-F6EECF244321}">
                <p14:modId xmlns:p14="http://schemas.microsoft.com/office/powerpoint/2010/main" val="81850864"/>
              </p:ext>
            </p:extLst>
          </p:nvPr>
        </p:nvGraphicFramePr>
        <p:xfrm>
          <a:off x="1143000" y="1462996"/>
          <a:ext cx="10559142" cy="4846643"/>
        </p:xfrm>
        <a:graphic>
          <a:graphicData uri="http://schemas.openxmlformats.org/drawingml/2006/table">
            <a:tbl>
              <a:tblPr firstRow="1" bandRow="1">
                <a:tableStyleId>{5C22544A-7EE6-4342-B048-85BDC9FD1C3A}</a:tableStyleId>
              </a:tblPr>
              <a:tblGrid>
                <a:gridCol w="2489332">
                  <a:extLst>
                    <a:ext uri="{9D8B030D-6E8A-4147-A177-3AD203B41FA5}">
                      <a16:colId xmlns:a16="http://schemas.microsoft.com/office/drawing/2014/main" val="20000"/>
                    </a:ext>
                  </a:extLst>
                </a:gridCol>
                <a:gridCol w="2489332">
                  <a:extLst>
                    <a:ext uri="{9D8B030D-6E8A-4147-A177-3AD203B41FA5}">
                      <a16:colId xmlns:a16="http://schemas.microsoft.com/office/drawing/2014/main" val="20001"/>
                    </a:ext>
                  </a:extLst>
                </a:gridCol>
                <a:gridCol w="2489332">
                  <a:extLst>
                    <a:ext uri="{9D8B030D-6E8A-4147-A177-3AD203B41FA5}">
                      <a16:colId xmlns:a16="http://schemas.microsoft.com/office/drawing/2014/main" val="20002"/>
                    </a:ext>
                  </a:extLst>
                </a:gridCol>
                <a:gridCol w="3091146">
                  <a:extLst>
                    <a:ext uri="{9D8B030D-6E8A-4147-A177-3AD203B41FA5}">
                      <a16:colId xmlns:a16="http://schemas.microsoft.com/office/drawing/2014/main" val="20003"/>
                    </a:ext>
                  </a:extLst>
                </a:gridCol>
              </a:tblGrid>
              <a:tr h="579155">
                <a:tc>
                  <a:txBody>
                    <a:bodyPr/>
                    <a:lstStyle/>
                    <a:p>
                      <a:pPr algn="ctr"/>
                      <a:r>
                        <a:rPr lang="en-US" sz="1600" dirty="0"/>
                        <a:t>Up/Down Control</a:t>
                      </a:r>
                      <a:endParaRPr lang="en-GB" sz="1600" dirty="0"/>
                    </a:p>
                  </a:txBody>
                  <a:tcPr marT="45725" marB="45725"/>
                </a:tc>
                <a:tc>
                  <a:txBody>
                    <a:bodyPr/>
                    <a:lstStyle/>
                    <a:p>
                      <a:pPr algn="ctr"/>
                      <a:r>
                        <a:rPr lang="en-US" sz="1600" dirty="0"/>
                        <a:t>Present</a:t>
                      </a:r>
                    </a:p>
                    <a:p>
                      <a:pPr algn="ctr"/>
                      <a:r>
                        <a:rPr lang="en-US" sz="1600" dirty="0"/>
                        <a:t>State</a:t>
                      </a:r>
                      <a:endParaRPr lang="en-GB" sz="1600" dirty="0"/>
                    </a:p>
                  </a:txBody>
                  <a:tcPr marT="45725" marB="45725"/>
                </a:tc>
                <a:tc>
                  <a:txBody>
                    <a:bodyPr/>
                    <a:lstStyle/>
                    <a:p>
                      <a:pPr algn="ctr"/>
                      <a:r>
                        <a:rPr lang="en-US" sz="1600" dirty="0"/>
                        <a:t>State Outputs</a:t>
                      </a:r>
                      <a:endParaRPr lang="en-GB" sz="1600" dirty="0"/>
                    </a:p>
                  </a:txBody>
                  <a:tcPr marT="45725" marB="45725"/>
                </a:tc>
                <a:tc>
                  <a:txBody>
                    <a:bodyPr/>
                    <a:lstStyle/>
                    <a:p>
                      <a:pPr algn="ctr"/>
                      <a:r>
                        <a:rPr lang="en-US" sz="1600" dirty="0"/>
                        <a:t>Next State</a:t>
                      </a:r>
                      <a:endParaRPr lang="en-GB" sz="1600" dirty="0"/>
                    </a:p>
                  </a:txBody>
                  <a:tcPr marT="45725" marB="45725"/>
                </a:tc>
                <a:extLst>
                  <a:ext uri="{0D108BD9-81ED-4DB2-BD59-A6C34878D82A}">
                    <a16:rowId xmlns:a16="http://schemas.microsoft.com/office/drawing/2014/main" val="10000"/>
                  </a:ext>
                </a:extLst>
              </a:tr>
              <a:tr h="579155">
                <a:tc>
                  <a:txBody>
                    <a:bodyPr/>
                    <a:lstStyle/>
                    <a:p>
                      <a:pPr algn="ctr"/>
                      <a:r>
                        <a:rPr lang="en-US" sz="1600" dirty="0"/>
                        <a:t>ADDR[9]</a:t>
                      </a:r>
                      <a:endParaRPr lang="en-GB" sz="1600" dirty="0"/>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t>ADDR[8:0]</a:t>
                      </a:r>
                      <a:endParaRPr lang="en-GB" sz="1600" dirty="0"/>
                    </a:p>
                    <a:p>
                      <a:pPr algn="ctr"/>
                      <a:r>
                        <a:rPr lang="en-US" sz="1600" dirty="0"/>
                        <a:t>HEX</a:t>
                      </a:r>
                      <a:endParaRPr lang="en-GB" sz="1600" dirty="0"/>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t>TC </a:t>
                      </a:r>
                      <a:br>
                        <a:rPr lang="en-US" sz="1600" dirty="0"/>
                      </a:br>
                      <a:r>
                        <a:rPr lang="en-US" sz="1600" dirty="0"/>
                        <a:t>D[10]</a:t>
                      </a:r>
                    </a:p>
                  </a:txBody>
                  <a:tcPr marT="45725" marB="45725"/>
                </a:tc>
                <a:tc>
                  <a:txBody>
                    <a:bodyPr/>
                    <a:lstStyle/>
                    <a:p>
                      <a:pPr algn="ctr"/>
                      <a:r>
                        <a:rPr lang="en-US" sz="1600" dirty="0"/>
                        <a:t>Count</a:t>
                      </a:r>
                      <a:br>
                        <a:rPr lang="en-US" sz="1600" dirty="0"/>
                      </a:br>
                      <a:r>
                        <a:rPr lang="en-US" sz="1600" dirty="0"/>
                        <a:t> D[8:0]</a:t>
                      </a:r>
                      <a:endParaRPr lang="en-GB" sz="1600" dirty="0"/>
                    </a:p>
                  </a:txBody>
                  <a:tcPr marT="45725" marB="45725"/>
                </a:tc>
                <a:extLst>
                  <a:ext uri="{0D108BD9-81ED-4DB2-BD59-A6C34878D82A}">
                    <a16:rowId xmlns:a16="http://schemas.microsoft.com/office/drawing/2014/main" val="10001"/>
                  </a:ext>
                </a:extLst>
              </a:tr>
              <a:tr h="335303">
                <a:tc>
                  <a:txBody>
                    <a:bodyPr/>
                    <a:lstStyle/>
                    <a:p>
                      <a:pPr algn="ctr"/>
                      <a:r>
                        <a:rPr lang="en-US" sz="1600" dirty="0"/>
                        <a:t>0 (Up)</a:t>
                      </a:r>
                      <a:endParaRPr lang="en-GB" sz="1600" dirty="0"/>
                    </a:p>
                  </a:txBody>
                  <a:tcPr marT="45725" marB="45725"/>
                </a:tc>
                <a:tc>
                  <a:txBody>
                    <a:bodyPr/>
                    <a:lstStyle/>
                    <a:p>
                      <a:pPr algn="ctr"/>
                      <a:r>
                        <a:rPr lang="en-US" sz="1600" dirty="0"/>
                        <a:t>0</a:t>
                      </a:r>
                      <a:endParaRPr lang="en-GB" sz="1600" dirty="0"/>
                    </a:p>
                  </a:txBody>
                  <a:tcPr marT="45725" marB="45725"/>
                </a:tc>
                <a:tc>
                  <a:txBody>
                    <a:bodyPr/>
                    <a:lstStyle/>
                    <a:p>
                      <a:pPr algn="ctr"/>
                      <a:r>
                        <a:rPr lang="en-US" sz="1600" dirty="0"/>
                        <a:t>0</a:t>
                      </a:r>
                      <a:endParaRPr lang="en-GB" sz="1600" dirty="0"/>
                    </a:p>
                  </a:txBody>
                  <a:tcPr marT="45725" marB="45725"/>
                </a:tc>
                <a:tc>
                  <a:txBody>
                    <a:bodyPr/>
                    <a:lstStyle/>
                    <a:p>
                      <a:pPr algn="ctr"/>
                      <a:r>
                        <a:rPr lang="en-US" sz="1600" dirty="0"/>
                        <a:t>1</a:t>
                      </a:r>
                      <a:endParaRPr lang="en-GB" sz="1600" dirty="0"/>
                    </a:p>
                  </a:txBody>
                  <a:tcPr marT="45725" marB="45725"/>
                </a:tc>
                <a:extLst>
                  <a:ext uri="{0D108BD9-81ED-4DB2-BD59-A6C34878D82A}">
                    <a16:rowId xmlns:a16="http://schemas.microsoft.com/office/drawing/2014/main" val="10002"/>
                  </a:ext>
                </a:extLst>
              </a:tr>
              <a:tr h="335303">
                <a:tc>
                  <a:txBody>
                    <a:bodyPr/>
                    <a:lstStyle/>
                    <a:p>
                      <a:pPr algn="ctr"/>
                      <a:r>
                        <a:rPr lang="en-US" sz="1600" dirty="0"/>
                        <a:t>0</a:t>
                      </a:r>
                      <a:endParaRPr lang="en-GB" sz="1600" dirty="0"/>
                    </a:p>
                  </a:txBody>
                  <a:tcPr marT="45725" marB="45725"/>
                </a:tc>
                <a:tc>
                  <a:txBody>
                    <a:bodyPr/>
                    <a:lstStyle/>
                    <a:p>
                      <a:pPr algn="ctr"/>
                      <a:r>
                        <a:rPr lang="en-US" sz="1600" dirty="0"/>
                        <a:t>1</a:t>
                      </a:r>
                      <a:endParaRPr lang="en-GB" sz="1600" dirty="0"/>
                    </a:p>
                  </a:txBody>
                  <a:tcPr marT="45725" marB="45725"/>
                </a:tc>
                <a:tc>
                  <a:txBody>
                    <a:bodyPr/>
                    <a:lstStyle/>
                    <a:p>
                      <a:pPr algn="ctr"/>
                      <a:r>
                        <a:rPr lang="en-US" sz="1600" dirty="0"/>
                        <a:t>0</a:t>
                      </a:r>
                      <a:endParaRPr lang="en-GB" sz="1600" dirty="0"/>
                    </a:p>
                  </a:txBody>
                  <a:tcPr marT="45725" marB="45725"/>
                </a:tc>
                <a:tc>
                  <a:txBody>
                    <a:bodyPr/>
                    <a:lstStyle/>
                    <a:p>
                      <a:pPr algn="ctr"/>
                      <a:r>
                        <a:rPr lang="en-US" sz="1600" dirty="0"/>
                        <a:t>2</a:t>
                      </a:r>
                      <a:endParaRPr lang="en-GB" sz="1600" dirty="0"/>
                    </a:p>
                  </a:txBody>
                  <a:tcPr marT="45725" marB="45725"/>
                </a:tc>
                <a:extLst>
                  <a:ext uri="{0D108BD9-81ED-4DB2-BD59-A6C34878D82A}">
                    <a16:rowId xmlns:a16="http://schemas.microsoft.com/office/drawing/2014/main" val="10003"/>
                  </a:ext>
                </a:extLst>
              </a:tr>
              <a:tr h="335303">
                <a:tc>
                  <a:txBody>
                    <a:bodyPr/>
                    <a:lstStyle/>
                    <a:p>
                      <a:pPr algn="ctr"/>
                      <a:r>
                        <a:rPr lang="en-US" sz="1600" dirty="0"/>
                        <a:t>0</a:t>
                      </a:r>
                      <a:endParaRPr lang="en-GB" sz="1600" dirty="0"/>
                    </a:p>
                  </a:txBody>
                  <a:tcPr marT="45725" marB="45725"/>
                </a:tc>
                <a:tc>
                  <a:txBody>
                    <a:bodyPr/>
                    <a:lstStyle/>
                    <a:p>
                      <a:pPr algn="ctr"/>
                      <a:r>
                        <a:rPr lang="en-US" sz="1600" dirty="0"/>
                        <a:t>2</a:t>
                      </a:r>
                      <a:endParaRPr lang="en-GB" sz="1600" dirty="0"/>
                    </a:p>
                  </a:txBody>
                  <a:tcPr marT="45725" marB="45725"/>
                </a:tc>
                <a:tc>
                  <a:txBody>
                    <a:bodyPr/>
                    <a:lstStyle/>
                    <a:p>
                      <a:pPr algn="ctr"/>
                      <a:r>
                        <a:rPr lang="en-US" sz="1600" dirty="0"/>
                        <a:t>0</a:t>
                      </a:r>
                      <a:endParaRPr lang="en-GB" sz="1600" dirty="0"/>
                    </a:p>
                  </a:txBody>
                  <a:tcPr marT="45725" marB="45725"/>
                </a:tc>
                <a:tc>
                  <a:txBody>
                    <a:bodyPr/>
                    <a:lstStyle/>
                    <a:p>
                      <a:pPr algn="ctr"/>
                      <a:r>
                        <a:rPr lang="en-US" sz="1600" dirty="0"/>
                        <a:t>3</a:t>
                      </a:r>
                      <a:endParaRPr lang="en-GB" sz="1600" dirty="0"/>
                    </a:p>
                  </a:txBody>
                  <a:tcPr marT="45725" marB="45725"/>
                </a:tc>
                <a:extLst>
                  <a:ext uri="{0D108BD9-81ED-4DB2-BD59-A6C34878D82A}">
                    <a16:rowId xmlns:a16="http://schemas.microsoft.com/office/drawing/2014/main" val="10004"/>
                  </a:ext>
                </a:extLst>
              </a:tr>
              <a:tr h="335303">
                <a:tc>
                  <a:txBody>
                    <a:bodyPr/>
                    <a:lstStyle/>
                    <a:p>
                      <a:pPr algn="ctr"/>
                      <a:r>
                        <a:rPr lang="en-US" sz="1600" dirty="0"/>
                        <a:t>0</a:t>
                      </a:r>
                      <a:endParaRPr lang="en-GB" sz="1600" dirty="0"/>
                    </a:p>
                  </a:txBody>
                  <a:tcPr marT="45725" marB="45725"/>
                </a:tc>
                <a:tc>
                  <a:txBody>
                    <a:bodyPr/>
                    <a:lstStyle/>
                    <a:p>
                      <a:pPr algn="ctr"/>
                      <a:r>
                        <a:rPr lang="en-US" sz="1600" dirty="0"/>
                        <a:t>.  .  .</a:t>
                      </a:r>
                      <a:endParaRPr lang="en-GB" sz="1600" dirty="0"/>
                    </a:p>
                  </a:txBody>
                  <a:tcPr marT="45725" marB="45725"/>
                </a:tc>
                <a:tc>
                  <a:txBody>
                    <a:bodyPr/>
                    <a:lstStyle/>
                    <a:p>
                      <a:pPr algn="ctr"/>
                      <a:endParaRPr lang="en-GB" sz="1600" dirty="0"/>
                    </a:p>
                  </a:txBody>
                  <a:tcPr marT="45725" marB="45725"/>
                </a:tc>
                <a:tc>
                  <a:txBody>
                    <a:bodyPr/>
                    <a:lstStyle/>
                    <a:p>
                      <a:pPr algn="ctr"/>
                      <a:endParaRPr lang="en-GB" sz="1600" dirty="0"/>
                    </a:p>
                  </a:txBody>
                  <a:tcPr marT="45725" marB="45725"/>
                </a:tc>
                <a:extLst>
                  <a:ext uri="{0D108BD9-81ED-4DB2-BD59-A6C34878D82A}">
                    <a16:rowId xmlns:a16="http://schemas.microsoft.com/office/drawing/2014/main" val="10005"/>
                  </a:ext>
                </a:extLst>
              </a:tr>
              <a:tr h="335303">
                <a:tc>
                  <a:txBody>
                    <a:bodyPr/>
                    <a:lstStyle/>
                    <a:p>
                      <a:pPr algn="ctr"/>
                      <a:r>
                        <a:rPr lang="en-US" sz="1600" dirty="0"/>
                        <a:t>0</a:t>
                      </a:r>
                      <a:endParaRPr lang="en-GB" sz="1600" dirty="0"/>
                    </a:p>
                  </a:txBody>
                  <a:tcPr marT="45725" marB="45725"/>
                </a:tc>
                <a:tc>
                  <a:txBody>
                    <a:bodyPr/>
                    <a:lstStyle/>
                    <a:p>
                      <a:pPr algn="ctr"/>
                      <a:r>
                        <a:rPr lang="en-US" sz="1600" dirty="0"/>
                        <a:t>1FF</a:t>
                      </a:r>
                      <a:endParaRPr lang="en-GB" sz="1600" dirty="0"/>
                    </a:p>
                  </a:txBody>
                  <a:tcPr marT="45725" marB="45725"/>
                </a:tc>
                <a:tc>
                  <a:txBody>
                    <a:bodyPr/>
                    <a:lstStyle/>
                    <a:p>
                      <a:pPr algn="ctr"/>
                      <a:r>
                        <a:rPr lang="en-US" sz="1600" dirty="0"/>
                        <a:t>1</a:t>
                      </a:r>
                      <a:endParaRPr lang="en-GB" sz="1600" dirty="0"/>
                    </a:p>
                  </a:txBody>
                  <a:tcPr marT="45725" marB="45725"/>
                </a:tc>
                <a:tc>
                  <a:txBody>
                    <a:bodyPr/>
                    <a:lstStyle/>
                    <a:p>
                      <a:pPr algn="ctr"/>
                      <a:r>
                        <a:rPr lang="en-US" sz="1600" dirty="0"/>
                        <a:t>0</a:t>
                      </a:r>
                      <a:endParaRPr lang="en-GB" sz="1600" dirty="0"/>
                    </a:p>
                  </a:txBody>
                  <a:tcPr marT="45725" marB="45725"/>
                </a:tc>
                <a:extLst>
                  <a:ext uri="{0D108BD9-81ED-4DB2-BD59-A6C34878D82A}">
                    <a16:rowId xmlns:a16="http://schemas.microsoft.com/office/drawing/2014/main" val="10006"/>
                  </a:ext>
                </a:extLst>
              </a:tr>
              <a:tr h="335303">
                <a:tc>
                  <a:txBody>
                    <a:bodyPr/>
                    <a:lstStyle/>
                    <a:p>
                      <a:pPr algn="ctr"/>
                      <a:endParaRPr lang="en-GB" sz="1600" dirty="0"/>
                    </a:p>
                  </a:txBody>
                  <a:tcPr marT="45725" marB="45725"/>
                </a:tc>
                <a:tc>
                  <a:txBody>
                    <a:bodyPr/>
                    <a:lstStyle/>
                    <a:p>
                      <a:pPr algn="ctr"/>
                      <a:endParaRPr lang="en-GB" sz="1600" dirty="0"/>
                    </a:p>
                  </a:txBody>
                  <a:tcPr marT="45725" marB="45725"/>
                </a:tc>
                <a:tc>
                  <a:txBody>
                    <a:bodyPr/>
                    <a:lstStyle/>
                    <a:p>
                      <a:pPr algn="ctr"/>
                      <a:endParaRPr lang="en-GB" sz="1600" dirty="0"/>
                    </a:p>
                  </a:txBody>
                  <a:tcPr marT="45725" marB="45725"/>
                </a:tc>
                <a:tc>
                  <a:txBody>
                    <a:bodyPr/>
                    <a:lstStyle/>
                    <a:p>
                      <a:pPr algn="ctr"/>
                      <a:endParaRPr lang="en-GB" sz="1600" dirty="0"/>
                    </a:p>
                  </a:txBody>
                  <a:tcPr marT="45725" marB="45725"/>
                </a:tc>
                <a:extLst>
                  <a:ext uri="{0D108BD9-81ED-4DB2-BD59-A6C34878D82A}">
                    <a16:rowId xmlns:a16="http://schemas.microsoft.com/office/drawing/2014/main" val="10007"/>
                  </a:ext>
                </a:extLst>
              </a:tr>
              <a:tr h="335303">
                <a:tc>
                  <a:txBody>
                    <a:bodyPr/>
                    <a:lstStyle/>
                    <a:p>
                      <a:pPr algn="ctr"/>
                      <a:r>
                        <a:rPr lang="en-US" sz="1600" dirty="0"/>
                        <a:t>1(Down)</a:t>
                      </a:r>
                      <a:endParaRPr lang="en-GB" sz="1600" dirty="0"/>
                    </a:p>
                  </a:txBody>
                  <a:tcPr marT="45725" marB="45725"/>
                </a:tc>
                <a:tc>
                  <a:txBody>
                    <a:bodyPr/>
                    <a:lstStyle/>
                    <a:p>
                      <a:pPr algn="ctr"/>
                      <a:r>
                        <a:rPr lang="en-GB" sz="1600" dirty="0"/>
                        <a:t>1FF</a:t>
                      </a:r>
                    </a:p>
                  </a:txBody>
                  <a:tcPr marT="45725" marB="45725"/>
                </a:tc>
                <a:tc>
                  <a:txBody>
                    <a:bodyPr/>
                    <a:lstStyle/>
                    <a:p>
                      <a:pPr algn="ctr"/>
                      <a:r>
                        <a:rPr lang="en-US" sz="1600" dirty="0"/>
                        <a:t>0</a:t>
                      </a:r>
                      <a:endParaRPr lang="en-GB" sz="1600" dirty="0"/>
                    </a:p>
                  </a:txBody>
                  <a:tcPr marT="45725" marB="45725"/>
                </a:tc>
                <a:tc>
                  <a:txBody>
                    <a:bodyPr/>
                    <a:lstStyle/>
                    <a:p>
                      <a:pPr algn="ctr"/>
                      <a:r>
                        <a:rPr lang="en-US" sz="1600" dirty="0"/>
                        <a:t>1FE</a:t>
                      </a:r>
                      <a:endParaRPr lang="en-GB" sz="1600" dirty="0"/>
                    </a:p>
                  </a:txBody>
                  <a:tcPr marT="45725" marB="45725"/>
                </a:tc>
                <a:extLst>
                  <a:ext uri="{0D108BD9-81ED-4DB2-BD59-A6C34878D82A}">
                    <a16:rowId xmlns:a16="http://schemas.microsoft.com/office/drawing/2014/main" val="10008"/>
                  </a:ext>
                </a:extLst>
              </a:tr>
              <a:tr h="335303">
                <a:tc>
                  <a:txBody>
                    <a:bodyPr/>
                    <a:lstStyle/>
                    <a:p>
                      <a:pPr algn="ctr"/>
                      <a:r>
                        <a:rPr lang="en-US" sz="1600" dirty="0"/>
                        <a:t>1</a:t>
                      </a:r>
                      <a:endParaRPr lang="en-GB" sz="1600" dirty="0"/>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a:t>1FE</a:t>
                      </a:r>
                    </a:p>
                  </a:txBody>
                  <a:tcPr marT="45725" marB="45725"/>
                </a:tc>
                <a:tc>
                  <a:txBody>
                    <a:bodyPr/>
                    <a:lstStyle/>
                    <a:p>
                      <a:pPr algn="ctr"/>
                      <a:r>
                        <a:rPr lang="en-US" sz="1600" dirty="0"/>
                        <a:t>0</a:t>
                      </a:r>
                      <a:endParaRPr lang="en-GB" sz="1600" dirty="0"/>
                    </a:p>
                  </a:txBody>
                  <a:tcPr marT="45725" marB="45725"/>
                </a:tc>
                <a:tc>
                  <a:txBody>
                    <a:bodyPr/>
                    <a:lstStyle/>
                    <a:p>
                      <a:pPr algn="ctr"/>
                      <a:r>
                        <a:rPr lang="en-US" sz="1600" dirty="0"/>
                        <a:t>1FD</a:t>
                      </a:r>
                      <a:endParaRPr lang="en-GB" sz="1600" dirty="0"/>
                    </a:p>
                  </a:txBody>
                  <a:tcPr marT="45725" marB="45725"/>
                </a:tc>
                <a:extLst>
                  <a:ext uri="{0D108BD9-81ED-4DB2-BD59-A6C34878D82A}">
                    <a16:rowId xmlns:a16="http://schemas.microsoft.com/office/drawing/2014/main" val="10009"/>
                  </a:ext>
                </a:extLst>
              </a:tr>
              <a:tr h="335303">
                <a:tc>
                  <a:txBody>
                    <a:bodyPr/>
                    <a:lstStyle/>
                    <a:p>
                      <a:pPr algn="ctr"/>
                      <a:r>
                        <a:rPr lang="en-US" sz="1600" dirty="0"/>
                        <a:t>1</a:t>
                      </a:r>
                      <a:endParaRPr lang="en-GB" sz="1600" dirty="0"/>
                    </a:p>
                  </a:txBody>
                  <a:tcPr marT="45725" marB="45725"/>
                </a:tc>
                <a:tc>
                  <a:txBody>
                    <a:bodyPr/>
                    <a:lstStyle/>
                    <a:p>
                      <a:pPr algn="ctr"/>
                      <a:r>
                        <a:rPr lang="en-US" sz="1600" dirty="0"/>
                        <a:t>.  .  .</a:t>
                      </a:r>
                      <a:endParaRPr lang="en-GB" sz="1600" dirty="0"/>
                    </a:p>
                  </a:txBody>
                  <a:tcPr marT="45725" marB="45725"/>
                </a:tc>
                <a:tc>
                  <a:txBody>
                    <a:bodyPr/>
                    <a:lstStyle/>
                    <a:p>
                      <a:pPr algn="ctr"/>
                      <a:endParaRPr lang="en-GB" sz="1600" dirty="0"/>
                    </a:p>
                  </a:txBody>
                  <a:tcPr marT="45725" marB="45725"/>
                </a:tc>
                <a:tc>
                  <a:txBody>
                    <a:bodyPr/>
                    <a:lstStyle/>
                    <a:p>
                      <a:pPr algn="ctr"/>
                      <a:endParaRPr lang="en-GB" sz="1600" dirty="0"/>
                    </a:p>
                  </a:txBody>
                  <a:tcPr marT="45725" marB="45725"/>
                </a:tc>
                <a:extLst>
                  <a:ext uri="{0D108BD9-81ED-4DB2-BD59-A6C34878D82A}">
                    <a16:rowId xmlns:a16="http://schemas.microsoft.com/office/drawing/2014/main" val="10010"/>
                  </a:ext>
                </a:extLst>
              </a:tr>
              <a:tr h="335303">
                <a:tc>
                  <a:txBody>
                    <a:bodyPr/>
                    <a:lstStyle/>
                    <a:p>
                      <a:pPr algn="ctr"/>
                      <a:r>
                        <a:rPr lang="en-US" sz="1600" dirty="0"/>
                        <a:t>1</a:t>
                      </a:r>
                      <a:endParaRPr lang="en-GB" sz="1600" dirty="0"/>
                    </a:p>
                  </a:txBody>
                  <a:tcPr marT="45725" marB="45725"/>
                </a:tc>
                <a:tc>
                  <a:txBody>
                    <a:bodyPr/>
                    <a:lstStyle/>
                    <a:p>
                      <a:pPr algn="ctr"/>
                      <a:r>
                        <a:rPr lang="en-US" sz="1600" dirty="0"/>
                        <a:t>1</a:t>
                      </a:r>
                      <a:endParaRPr lang="en-GB" sz="1600" dirty="0"/>
                    </a:p>
                  </a:txBody>
                  <a:tcPr marT="45725" marB="45725"/>
                </a:tc>
                <a:tc>
                  <a:txBody>
                    <a:bodyPr/>
                    <a:lstStyle/>
                    <a:p>
                      <a:pPr algn="ctr"/>
                      <a:r>
                        <a:rPr lang="en-US" sz="1600" dirty="0"/>
                        <a:t>0</a:t>
                      </a:r>
                      <a:endParaRPr lang="en-GB" sz="1600" dirty="0"/>
                    </a:p>
                  </a:txBody>
                  <a:tcPr marT="45725" marB="45725"/>
                </a:tc>
                <a:tc>
                  <a:txBody>
                    <a:bodyPr/>
                    <a:lstStyle/>
                    <a:p>
                      <a:pPr algn="ctr"/>
                      <a:r>
                        <a:rPr lang="en-US" sz="1600" dirty="0"/>
                        <a:t>2</a:t>
                      </a:r>
                      <a:endParaRPr lang="en-GB" sz="1600" dirty="0"/>
                    </a:p>
                  </a:txBody>
                  <a:tcPr marT="45725" marB="45725"/>
                </a:tc>
                <a:extLst>
                  <a:ext uri="{0D108BD9-81ED-4DB2-BD59-A6C34878D82A}">
                    <a16:rowId xmlns:a16="http://schemas.microsoft.com/office/drawing/2014/main" val="10011"/>
                  </a:ext>
                </a:extLst>
              </a:tr>
              <a:tr h="335303">
                <a:tc>
                  <a:txBody>
                    <a:bodyPr/>
                    <a:lstStyle/>
                    <a:p>
                      <a:pPr algn="ctr"/>
                      <a:r>
                        <a:rPr lang="en-US" sz="1600" dirty="0"/>
                        <a:t>1</a:t>
                      </a:r>
                      <a:endParaRPr lang="en-GB" sz="1600" dirty="0"/>
                    </a:p>
                  </a:txBody>
                  <a:tcPr marT="45725" marB="45725"/>
                </a:tc>
                <a:tc>
                  <a:txBody>
                    <a:bodyPr/>
                    <a:lstStyle/>
                    <a:p>
                      <a:pPr algn="ctr"/>
                      <a:r>
                        <a:rPr lang="ru-RU" sz="1600" dirty="0"/>
                        <a:t>0</a:t>
                      </a:r>
                      <a:endParaRPr lang="en-GB" sz="1600" dirty="0"/>
                    </a:p>
                  </a:txBody>
                  <a:tcPr marT="45725" marB="45725"/>
                </a:tc>
                <a:tc>
                  <a:txBody>
                    <a:bodyPr/>
                    <a:lstStyle/>
                    <a:p>
                      <a:pPr algn="ctr"/>
                      <a:r>
                        <a:rPr lang="en-US" sz="1600" dirty="0"/>
                        <a:t>1</a:t>
                      </a:r>
                      <a:endParaRPr lang="en-GB" sz="1600" dirty="0"/>
                    </a:p>
                  </a:txBody>
                  <a:tcPr marT="45725" marB="45725"/>
                </a:tc>
                <a:tc>
                  <a:txBody>
                    <a:bodyPr/>
                    <a:lstStyle/>
                    <a:p>
                      <a:pPr algn="ctr"/>
                      <a:r>
                        <a:rPr lang="en-US" sz="1600" dirty="0"/>
                        <a:t>1FF</a:t>
                      </a:r>
                      <a:endParaRPr lang="en-GB" sz="1600" dirty="0"/>
                    </a:p>
                  </a:txBody>
                  <a:tcPr marT="45725" marB="45725"/>
                </a:tc>
                <a:extLst>
                  <a:ext uri="{0D108BD9-81ED-4DB2-BD59-A6C34878D82A}">
                    <a16:rowId xmlns:a16="http://schemas.microsoft.com/office/drawing/2014/main" val="10012"/>
                  </a:ext>
                </a:extLst>
              </a:tr>
            </a:tbl>
          </a:graphicData>
        </a:graphic>
      </p:graphicFrame>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4">
            <a:extLst>
              <a:ext uri="{FF2B5EF4-FFF2-40B4-BE49-F238E27FC236}">
                <a16:creationId xmlns:a16="http://schemas.microsoft.com/office/drawing/2014/main" id="{DCB88CE0-E155-BCEE-7455-29DC2FED5F87}"/>
              </a:ext>
            </a:extLst>
          </p:cNvPr>
          <p:cNvSpPr>
            <a:spLocks noGrp="1" noChangeArrowheads="1"/>
          </p:cNvSpPr>
          <p:nvPr>
            <p:ph type="title"/>
          </p:nvPr>
        </p:nvSpPr>
        <p:spPr/>
        <p:txBody>
          <a:bodyPr/>
          <a:lstStyle/>
          <a:p>
            <a:r>
              <a:rPr lang="en-US" altLang="en-US"/>
              <a:t>Carry Look-Ahead Logic </a:t>
            </a:r>
            <a:endParaRPr lang="ru-RU" altLang="en-US"/>
          </a:p>
        </p:txBody>
      </p:sp>
      <p:sp>
        <p:nvSpPr>
          <p:cNvPr id="136195" name="Content Placeholder 3">
            <a:extLst>
              <a:ext uri="{FF2B5EF4-FFF2-40B4-BE49-F238E27FC236}">
                <a16:creationId xmlns:a16="http://schemas.microsoft.com/office/drawing/2014/main" id="{104CDBDD-62BB-28D6-998B-B99C2086EB35}"/>
              </a:ext>
            </a:extLst>
          </p:cNvPr>
          <p:cNvSpPr>
            <a:spLocks noGrp="1" noChangeArrowheads="1"/>
          </p:cNvSpPr>
          <p:nvPr>
            <p:ph type="body" sz="quarter" idx="10"/>
          </p:nvPr>
        </p:nvSpPr>
        <p:spPr/>
        <p:txBody>
          <a:bodyPr/>
          <a:lstStyle/>
          <a:p>
            <a:r>
              <a:rPr lang="ru-RU" altLang="en-US"/>
              <a:t>All modern FPGAs contain fast lookahead carry logic</a:t>
            </a:r>
            <a:r>
              <a:rPr lang="en-US" altLang="en-US"/>
              <a:t>.</a:t>
            </a:r>
            <a:endParaRPr lang="ru-RU" altLang="en-US"/>
          </a:p>
          <a:p>
            <a:r>
              <a:rPr lang="en-US" altLang="en-US"/>
              <a:t>In addition to function generators, dedicated carry logic is provided to perform fast  arithmetic addition and subtraction in a slice. </a:t>
            </a:r>
          </a:p>
          <a:p>
            <a:r>
              <a:rPr lang="en-US" altLang="en-US"/>
              <a:t>A Virtex-6,7  FPGA CLB has two separate carry chains.</a:t>
            </a:r>
          </a:p>
          <a:p>
            <a:r>
              <a:rPr lang="ru-RU" altLang="en-US"/>
              <a:t>The dedicated carry path and</a:t>
            </a:r>
            <a:r>
              <a:rPr lang="en-US" altLang="en-US"/>
              <a:t> </a:t>
            </a:r>
            <a:r>
              <a:rPr lang="ru-RU" altLang="en-US"/>
              <a:t>carry multiplexer (MUXCY) can also be used to cascade function generators for</a:t>
            </a:r>
            <a:r>
              <a:rPr lang="en-US" altLang="en-US"/>
              <a:t> </a:t>
            </a:r>
            <a:r>
              <a:rPr lang="ru-RU" altLang="en-US"/>
              <a:t>implementing wide logic functions.</a:t>
            </a:r>
          </a:p>
          <a:p>
            <a:endParaRPr lang="en-US" alt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4">
            <a:extLst>
              <a:ext uri="{FF2B5EF4-FFF2-40B4-BE49-F238E27FC236}">
                <a16:creationId xmlns:a16="http://schemas.microsoft.com/office/drawing/2014/main" id="{A7A54FA1-2474-D642-57AE-168E0CDAB8DF}"/>
              </a:ext>
            </a:extLst>
          </p:cNvPr>
          <p:cNvSpPr>
            <a:spLocks noGrp="1" noChangeArrowheads="1"/>
          </p:cNvSpPr>
          <p:nvPr>
            <p:ph type="title"/>
          </p:nvPr>
        </p:nvSpPr>
        <p:spPr/>
        <p:txBody>
          <a:bodyPr/>
          <a:lstStyle/>
          <a:p>
            <a:pPr eaLnBrk="1" hangingPunct="1"/>
            <a:r>
              <a:rPr lang="en-US" altLang="en-US"/>
              <a:t>Carry Logic</a:t>
            </a:r>
          </a:p>
        </p:txBody>
      </p:sp>
      <p:sp>
        <p:nvSpPr>
          <p:cNvPr id="137219" name="AutoShape 6">
            <a:extLst>
              <a:ext uri="{FF2B5EF4-FFF2-40B4-BE49-F238E27FC236}">
                <a16:creationId xmlns:a16="http://schemas.microsoft.com/office/drawing/2014/main" id="{3F7D1436-AF2A-8EBB-E879-D21E79F7B9B4}"/>
              </a:ext>
            </a:extLst>
          </p:cNvPr>
          <p:cNvSpPr>
            <a:spLocks noChangeArrowheads="1"/>
          </p:cNvSpPr>
          <p:nvPr/>
        </p:nvSpPr>
        <p:spPr bwMode="auto">
          <a:xfrm rot="16200000">
            <a:off x="2797969" y="3910807"/>
            <a:ext cx="414338" cy="18732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5400">
            <a:solidFill>
              <a:srgbClr val="000000"/>
            </a:solidFill>
            <a:miter lim="800000"/>
            <a:headEnd/>
            <a:tailEnd/>
          </a:ln>
        </p:spPr>
        <p:txBody>
          <a:bodyPr/>
          <a:lstStyle/>
          <a:p>
            <a:endParaRPr lang="en-US"/>
          </a:p>
        </p:txBody>
      </p:sp>
      <p:sp>
        <p:nvSpPr>
          <p:cNvPr id="137220" name="AutoShape 7">
            <a:extLst>
              <a:ext uri="{FF2B5EF4-FFF2-40B4-BE49-F238E27FC236}">
                <a16:creationId xmlns:a16="http://schemas.microsoft.com/office/drawing/2014/main" id="{A36CF5CC-31F9-CE1A-D204-2581ADF60389}"/>
              </a:ext>
            </a:extLst>
          </p:cNvPr>
          <p:cNvSpPr>
            <a:spLocks noChangeArrowheads="1"/>
          </p:cNvSpPr>
          <p:nvPr/>
        </p:nvSpPr>
        <p:spPr bwMode="auto">
          <a:xfrm rot="16200000">
            <a:off x="8634413" y="3590926"/>
            <a:ext cx="703263" cy="25876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5400">
            <a:solidFill>
              <a:srgbClr val="000000"/>
            </a:solidFill>
            <a:miter lim="800000"/>
            <a:headEnd/>
            <a:tailEnd/>
          </a:ln>
        </p:spPr>
        <p:txBody>
          <a:bodyPr/>
          <a:lstStyle/>
          <a:p>
            <a:endParaRPr lang="en-US"/>
          </a:p>
        </p:txBody>
      </p:sp>
      <p:sp>
        <p:nvSpPr>
          <p:cNvPr id="137221" name="Line 8">
            <a:extLst>
              <a:ext uri="{FF2B5EF4-FFF2-40B4-BE49-F238E27FC236}">
                <a16:creationId xmlns:a16="http://schemas.microsoft.com/office/drawing/2014/main" id="{E6EE59C7-1234-C8AE-D1AD-D680B7610C06}"/>
              </a:ext>
            </a:extLst>
          </p:cNvPr>
          <p:cNvSpPr>
            <a:spLocks noChangeShapeType="1"/>
          </p:cNvSpPr>
          <p:nvPr/>
        </p:nvSpPr>
        <p:spPr bwMode="auto">
          <a:xfrm rot="5400000">
            <a:off x="8355013" y="2819400"/>
            <a:ext cx="12827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22" name="AutoShape 9">
            <a:extLst>
              <a:ext uri="{FF2B5EF4-FFF2-40B4-BE49-F238E27FC236}">
                <a16:creationId xmlns:a16="http://schemas.microsoft.com/office/drawing/2014/main" id="{0F0E0A49-3220-182E-10AB-00ECC0064FE3}"/>
              </a:ext>
            </a:extLst>
          </p:cNvPr>
          <p:cNvSpPr>
            <a:spLocks noChangeArrowheads="1"/>
          </p:cNvSpPr>
          <p:nvPr/>
        </p:nvSpPr>
        <p:spPr bwMode="auto">
          <a:xfrm>
            <a:off x="8018464" y="2559051"/>
            <a:ext cx="414337" cy="18732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5400">
            <a:solidFill>
              <a:srgbClr val="000000"/>
            </a:solidFill>
            <a:miter lim="800000"/>
            <a:headEnd/>
            <a:tailEnd/>
          </a:ln>
        </p:spPr>
        <p:txBody>
          <a:bodyPr/>
          <a:lstStyle/>
          <a:p>
            <a:endParaRPr lang="en-US"/>
          </a:p>
        </p:txBody>
      </p:sp>
      <p:grpSp>
        <p:nvGrpSpPr>
          <p:cNvPr id="137223" name="Group 10">
            <a:extLst>
              <a:ext uri="{FF2B5EF4-FFF2-40B4-BE49-F238E27FC236}">
                <a16:creationId xmlns:a16="http://schemas.microsoft.com/office/drawing/2014/main" id="{8535E876-2668-0A8E-A52A-15F7985AEDCA}"/>
              </a:ext>
            </a:extLst>
          </p:cNvPr>
          <p:cNvGrpSpPr>
            <a:grpSpLocks/>
          </p:cNvGrpSpPr>
          <p:nvPr/>
        </p:nvGrpSpPr>
        <p:grpSpPr bwMode="auto">
          <a:xfrm rot="5400000">
            <a:off x="8289132" y="4569620"/>
            <a:ext cx="342900" cy="382587"/>
            <a:chOff x="10260" y="7044"/>
            <a:chExt cx="630" cy="601"/>
          </a:xfrm>
        </p:grpSpPr>
        <p:sp>
          <p:nvSpPr>
            <p:cNvPr id="137332" name="AutoShape 11">
              <a:extLst>
                <a:ext uri="{FF2B5EF4-FFF2-40B4-BE49-F238E27FC236}">
                  <a16:creationId xmlns:a16="http://schemas.microsoft.com/office/drawing/2014/main" id="{B59659E0-8A4A-72A3-438B-28A24428511A}"/>
                </a:ext>
              </a:extLst>
            </p:cNvPr>
            <p:cNvSpPr>
              <a:spLocks noChangeArrowheads="1"/>
            </p:cNvSpPr>
            <p:nvPr/>
          </p:nvSpPr>
          <p:spPr bwMode="auto">
            <a:xfrm flipH="1">
              <a:off x="10260" y="7044"/>
              <a:ext cx="540" cy="601"/>
            </a:xfrm>
            <a:prstGeom prst="moon">
              <a:avLst>
                <a:gd name="adj" fmla="val 84819"/>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37333" name="AutoShape 12">
              <a:extLst>
                <a:ext uri="{FF2B5EF4-FFF2-40B4-BE49-F238E27FC236}">
                  <a16:creationId xmlns:a16="http://schemas.microsoft.com/office/drawing/2014/main" id="{9D2886FC-37D3-799F-4815-E1B7DF1343FA}"/>
                </a:ext>
              </a:extLst>
            </p:cNvPr>
            <p:cNvSpPr>
              <a:spLocks noChangeArrowheads="1"/>
            </p:cNvSpPr>
            <p:nvPr/>
          </p:nvSpPr>
          <p:spPr bwMode="auto">
            <a:xfrm flipH="1">
              <a:off x="10350" y="7044"/>
              <a:ext cx="540" cy="601"/>
            </a:xfrm>
            <a:prstGeom prst="moon">
              <a:avLst>
                <a:gd name="adj" fmla="val 84819"/>
              </a:avLst>
            </a:prstGeom>
            <a:solidFill>
              <a:srgbClr val="FFFFFF"/>
            </a:solidFill>
            <a:ln w="25400">
              <a:solidFill>
                <a:srgbClr val="000000"/>
              </a:solidFill>
              <a:miter lim="800000"/>
              <a:headEnd/>
              <a:tailEnd/>
            </a:ln>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grpSp>
      <p:sp>
        <p:nvSpPr>
          <p:cNvPr id="137224" name="Line 13">
            <a:extLst>
              <a:ext uri="{FF2B5EF4-FFF2-40B4-BE49-F238E27FC236}">
                <a16:creationId xmlns:a16="http://schemas.microsoft.com/office/drawing/2014/main" id="{537395E4-9541-4ED2-66CD-D73808A6924E}"/>
              </a:ext>
            </a:extLst>
          </p:cNvPr>
          <p:cNvSpPr>
            <a:spLocks noChangeShapeType="1"/>
          </p:cNvSpPr>
          <p:nvPr/>
        </p:nvSpPr>
        <p:spPr bwMode="auto">
          <a:xfrm rot="5400000">
            <a:off x="8177213" y="5227638"/>
            <a:ext cx="5715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25" name="Line 14">
            <a:extLst>
              <a:ext uri="{FF2B5EF4-FFF2-40B4-BE49-F238E27FC236}">
                <a16:creationId xmlns:a16="http://schemas.microsoft.com/office/drawing/2014/main" id="{9E982CC1-FEC4-52F3-EBED-F2183B12E876}"/>
              </a:ext>
            </a:extLst>
          </p:cNvPr>
          <p:cNvSpPr>
            <a:spLocks noChangeShapeType="1"/>
          </p:cNvSpPr>
          <p:nvPr/>
        </p:nvSpPr>
        <p:spPr bwMode="auto">
          <a:xfrm rot="5400000">
            <a:off x="8770938" y="2914650"/>
            <a:ext cx="0" cy="45085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7226" name="Line 15">
            <a:extLst>
              <a:ext uri="{FF2B5EF4-FFF2-40B4-BE49-F238E27FC236}">
                <a16:creationId xmlns:a16="http://schemas.microsoft.com/office/drawing/2014/main" id="{6365DA8E-4650-AD2D-EACF-94FE2852CD61}"/>
              </a:ext>
            </a:extLst>
          </p:cNvPr>
          <p:cNvSpPr>
            <a:spLocks noChangeShapeType="1"/>
          </p:cNvSpPr>
          <p:nvPr/>
        </p:nvSpPr>
        <p:spPr bwMode="auto">
          <a:xfrm rot="5400000">
            <a:off x="7798594" y="3880644"/>
            <a:ext cx="14811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27" name="Line 16">
            <a:extLst>
              <a:ext uri="{FF2B5EF4-FFF2-40B4-BE49-F238E27FC236}">
                <a16:creationId xmlns:a16="http://schemas.microsoft.com/office/drawing/2014/main" id="{06ECDBA9-DB36-8B34-DBE9-D83FE7D0B714}"/>
              </a:ext>
            </a:extLst>
          </p:cNvPr>
          <p:cNvSpPr>
            <a:spLocks noChangeShapeType="1"/>
          </p:cNvSpPr>
          <p:nvPr/>
        </p:nvSpPr>
        <p:spPr bwMode="auto">
          <a:xfrm rot="5400000">
            <a:off x="8285163" y="3305175"/>
            <a:ext cx="0" cy="115570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37228" name="Line 17">
            <a:extLst>
              <a:ext uri="{FF2B5EF4-FFF2-40B4-BE49-F238E27FC236}">
                <a16:creationId xmlns:a16="http://schemas.microsoft.com/office/drawing/2014/main" id="{3F79B247-B3A1-1F65-627E-EC86374C9A2E}"/>
              </a:ext>
            </a:extLst>
          </p:cNvPr>
          <p:cNvSpPr>
            <a:spLocks noChangeShapeType="1"/>
          </p:cNvSpPr>
          <p:nvPr/>
        </p:nvSpPr>
        <p:spPr bwMode="auto">
          <a:xfrm rot="5400000">
            <a:off x="8009732" y="4247357"/>
            <a:ext cx="728663"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7229" name="Line 18">
            <a:extLst>
              <a:ext uri="{FF2B5EF4-FFF2-40B4-BE49-F238E27FC236}">
                <a16:creationId xmlns:a16="http://schemas.microsoft.com/office/drawing/2014/main" id="{DF859593-A275-19C9-0A8D-FDD67D4BBDD2}"/>
              </a:ext>
            </a:extLst>
          </p:cNvPr>
          <p:cNvSpPr>
            <a:spLocks noChangeShapeType="1"/>
          </p:cNvSpPr>
          <p:nvPr/>
        </p:nvSpPr>
        <p:spPr bwMode="auto">
          <a:xfrm rot="5400000">
            <a:off x="7834313" y="3140075"/>
            <a:ext cx="800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30" name="Line 19">
            <a:extLst>
              <a:ext uri="{FF2B5EF4-FFF2-40B4-BE49-F238E27FC236}">
                <a16:creationId xmlns:a16="http://schemas.microsoft.com/office/drawing/2014/main" id="{939A32A2-F2EE-752D-4E3E-7E76E80F01F7}"/>
              </a:ext>
            </a:extLst>
          </p:cNvPr>
          <p:cNvSpPr>
            <a:spLocks noChangeShapeType="1"/>
          </p:cNvSpPr>
          <p:nvPr/>
        </p:nvSpPr>
        <p:spPr bwMode="auto">
          <a:xfrm rot="5400000" flipV="1">
            <a:off x="8545513" y="3232150"/>
            <a:ext cx="0" cy="6159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31" name="Line 20">
            <a:extLst>
              <a:ext uri="{FF2B5EF4-FFF2-40B4-BE49-F238E27FC236}">
                <a16:creationId xmlns:a16="http://schemas.microsoft.com/office/drawing/2014/main" id="{5422241C-2E59-E155-771A-BEE95CF35BE2}"/>
              </a:ext>
            </a:extLst>
          </p:cNvPr>
          <p:cNvSpPr>
            <a:spLocks noChangeShapeType="1"/>
          </p:cNvSpPr>
          <p:nvPr/>
        </p:nvSpPr>
        <p:spPr bwMode="auto">
          <a:xfrm rot="5400000" flipV="1">
            <a:off x="9351963" y="3495675"/>
            <a:ext cx="0" cy="450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32" name="Line 21">
            <a:extLst>
              <a:ext uri="{FF2B5EF4-FFF2-40B4-BE49-F238E27FC236}">
                <a16:creationId xmlns:a16="http://schemas.microsoft.com/office/drawing/2014/main" id="{5FEC7EE9-6E37-3766-605E-9E0376484406}"/>
              </a:ext>
            </a:extLst>
          </p:cNvPr>
          <p:cNvSpPr>
            <a:spLocks noChangeShapeType="1"/>
          </p:cNvSpPr>
          <p:nvPr/>
        </p:nvSpPr>
        <p:spPr bwMode="auto">
          <a:xfrm rot="5400000">
            <a:off x="8163720" y="2402682"/>
            <a:ext cx="3317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33" name="Line 22">
            <a:extLst>
              <a:ext uri="{FF2B5EF4-FFF2-40B4-BE49-F238E27FC236}">
                <a16:creationId xmlns:a16="http://schemas.microsoft.com/office/drawing/2014/main" id="{43C6C55B-B582-FD53-0F1A-6656FD07895D}"/>
              </a:ext>
            </a:extLst>
          </p:cNvPr>
          <p:cNvSpPr>
            <a:spLocks noChangeShapeType="1"/>
          </p:cNvSpPr>
          <p:nvPr/>
        </p:nvSpPr>
        <p:spPr bwMode="auto">
          <a:xfrm rot="5400000">
            <a:off x="7987507" y="2389982"/>
            <a:ext cx="3317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34" name="AutoShape 23">
            <a:extLst>
              <a:ext uri="{FF2B5EF4-FFF2-40B4-BE49-F238E27FC236}">
                <a16:creationId xmlns:a16="http://schemas.microsoft.com/office/drawing/2014/main" id="{FABA4069-AD56-B8A6-27FA-B90AD62F28B2}"/>
              </a:ext>
            </a:extLst>
          </p:cNvPr>
          <p:cNvSpPr>
            <a:spLocks noChangeArrowheads="1"/>
          </p:cNvSpPr>
          <p:nvPr/>
        </p:nvSpPr>
        <p:spPr bwMode="auto">
          <a:xfrm rot="16200000">
            <a:off x="7010401" y="3638551"/>
            <a:ext cx="703263" cy="25876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5400">
            <a:solidFill>
              <a:srgbClr val="000000"/>
            </a:solidFill>
            <a:miter lim="800000"/>
            <a:headEnd/>
            <a:tailEnd/>
          </a:ln>
        </p:spPr>
        <p:txBody>
          <a:bodyPr/>
          <a:lstStyle/>
          <a:p>
            <a:endParaRPr lang="en-US"/>
          </a:p>
        </p:txBody>
      </p:sp>
      <p:sp>
        <p:nvSpPr>
          <p:cNvPr id="137235" name="Line 24">
            <a:extLst>
              <a:ext uri="{FF2B5EF4-FFF2-40B4-BE49-F238E27FC236}">
                <a16:creationId xmlns:a16="http://schemas.microsoft.com/office/drawing/2014/main" id="{7D629AA8-ECE9-5E30-FFE7-4E708F30BE60}"/>
              </a:ext>
            </a:extLst>
          </p:cNvPr>
          <p:cNvSpPr>
            <a:spLocks noChangeShapeType="1"/>
          </p:cNvSpPr>
          <p:nvPr/>
        </p:nvSpPr>
        <p:spPr bwMode="auto">
          <a:xfrm rot="5400000">
            <a:off x="6738144" y="2872582"/>
            <a:ext cx="12811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36" name="AutoShape 25">
            <a:extLst>
              <a:ext uri="{FF2B5EF4-FFF2-40B4-BE49-F238E27FC236}">
                <a16:creationId xmlns:a16="http://schemas.microsoft.com/office/drawing/2014/main" id="{C3005074-BB8A-D150-63CC-858FE704B71E}"/>
              </a:ext>
            </a:extLst>
          </p:cNvPr>
          <p:cNvSpPr>
            <a:spLocks noChangeArrowheads="1"/>
          </p:cNvSpPr>
          <p:nvPr/>
        </p:nvSpPr>
        <p:spPr bwMode="auto">
          <a:xfrm>
            <a:off x="6400800" y="2606676"/>
            <a:ext cx="414338" cy="18732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5400">
            <a:solidFill>
              <a:srgbClr val="000000"/>
            </a:solidFill>
            <a:miter lim="800000"/>
            <a:headEnd/>
            <a:tailEnd/>
          </a:ln>
        </p:spPr>
        <p:txBody>
          <a:bodyPr/>
          <a:lstStyle/>
          <a:p>
            <a:endParaRPr lang="en-US"/>
          </a:p>
        </p:txBody>
      </p:sp>
      <p:grpSp>
        <p:nvGrpSpPr>
          <p:cNvPr id="137237" name="Group 26">
            <a:extLst>
              <a:ext uri="{FF2B5EF4-FFF2-40B4-BE49-F238E27FC236}">
                <a16:creationId xmlns:a16="http://schemas.microsoft.com/office/drawing/2014/main" id="{B09645A3-E768-C89F-145C-15067736A6AF}"/>
              </a:ext>
            </a:extLst>
          </p:cNvPr>
          <p:cNvGrpSpPr>
            <a:grpSpLocks/>
          </p:cNvGrpSpPr>
          <p:nvPr/>
        </p:nvGrpSpPr>
        <p:grpSpPr bwMode="auto">
          <a:xfrm rot="5400000">
            <a:off x="6671469" y="4626769"/>
            <a:ext cx="342900" cy="382588"/>
            <a:chOff x="10260" y="7044"/>
            <a:chExt cx="630" cy="601"/>
          </a:xfrm>
        </p:grpSpPr>
        <p:sp>
          <p:nvSpPr>
            <p:cNvPr id="137330" name="AutoShape 27">
              <a:extLst>
                <a:ext uri="{FF2B5EF4-FFF2-40B4-BE49-F238E27FC236}">
                  <a16:creationId xmlns:a16="http://schemas.microsoft.com/office/drawing/2014/main" id="{41E2ED5E-7C1E-B905-6E4E-AB47E3BB633C}"/>
                </a:ext>
              </a:extLst>
            </p:cNvPr>
            <p:cNvSpPr>
              <a:spLocks noChangeArrowheads="1"/>
            </p:cNvSpPr>
            <p:nvPr/>
          </p:nvSpPr>
          <p:spPr bwMode="auto">
            <a:xfrm flipH="1">
              <a:off x="10260" y="7044"/>
              <a:ext cx="540" cy="601"/>
            </a:xfrm>
            <a:prstGeom prst="moon">
              <a:avLst>
                <a:gd name="adj" fmla="val 84819"/>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37331" name="AutoShape 28">
              <a:extLst>
                <a:ext uri="{FF2B5EF4-FFF2-40B4-BE49-F238E27FC236}">
                  <a16:creationId xmlns:a16="http://schemas.microsoft.com/office/drawing/2014/main" id="{25BF2E62-1C17-F8CC-567C-3E47F4B2AA8A}"/>
                </a:ext>
              </a:extLst>
            </p:cNvPr>
            <p:cNvSpPr>
              <a:spLocks noChangeArrowheads="1"/>
            </p:cNvSpPr>
            <p:nvPr/>
          </p:nvSpPr>
          <p:spPr bwMode="auto">
            <a:xfrm flipH="1">
              <a:off x="10350" y="7044"/>
              <a:ext cx="540" cy="601"/>
            </a:xfrm>
            <a:prstGeom prst="moon">
              <a:avLst>
                <a:gd name="adj" fmla="val 84819"/>
              </a:avLst>
            </a:prstGeom>
            <a:solidFill>
              <a:srgbClr val="FFFFFF"/>
            </a:solidFill>
            <a:ln w="25400">
              <a:solidFill>
                <a:srgbClr val="000000"/>
              </a:solidFill>
              <a:miter lim="800000"/>
              <a:headEnd/>
              <a:tailEnd/>
            </a:ln>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grpSp>
      <p:sp>
        <p:nvSpPr>
          <p:cNvPr id="137238" name="Line 29">
            <a:extLst>
              <a:ext uri="{FF2B5EF4-FFF2-40B4-BE49-F238E27FC236}">
                <a16:creationId xmlns:a16="http://schemas.microsoft.com/office/drawing/2014/main" id="{2881F32E-A2A0-8A03-F98D-F36406603864}"/>
              </a:ext>
            </a:extLst>
          </p:cNvPr>
          <p:cNvSpPr>
            <a:spLocks noChangeShapeType="1"/>
          </p:cNvSpPr>
          <p:nvPr/>
        </p:nvSpPr>
        <p:spPr bwMode="auto">
          <a:xfrm rot="5400000">
            <a:off x="6570663" y="5264151"/>
            <a:ext cx="549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39" name="Line 30">
            <a:extLst>
              <a:ext uri="{FF2B5EF4-FFF2-40B4-BE49-F238E27FC236}">
                <a16:creationId xmlns:a16="http://schemas.microsoft.com/office/drawing/2014/main" id="{32269D6A-7406-7683-B1A5-2103E2F75DC8}"/>
              </a:ext>
            </a:extLst>
          </p:cNvPr>
          <p:cNvSpPr>
            <a:spLocks noChangeShapeType="1"/>
          </p:cNvSpPr>
          <p:nvPr/>
        </p:nvSpPr>
        <p:spPr bwMode="auto">
          <a:xfrm rot="5400000">
            <a:off x="7153275" y="2962275"/>
            <a:ext cx="0" cy="45085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7240" name="Line 31">
            <a:extLst>
              <a:ext uri="{FF2B5EF4-FFF2-40B4-BE49-F238E27FC236}">
                <a16:creationId xmlns:a16="http://schemas.microsoft.com/office/drawing/2014/main" id="{DAF00F1C-C5D8-E351-74F1-773978BC5651}"/>
              </a:ext>
            </a:extLst>
          </p:cNvPr>
          <p:cNvSpPr>
            <a:spLocks noChangeShapeType="1"/>
          </p:cNvSpPr>
          <p:nvPr/>
        </p:nvSpPr>
        <p:spPr bwMode="auto">
          <a:xfrm rot="5400000">
            <a:off x="6180931" y="3928269"/>
            <a:ext cx="14811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1" name="Line 32">
            <a:extLst>
              <a:ext uri="{FF2B5EF4-FFF2-40B4-BE49-F238E27FC236}">
                <a16:creationId xmlns:a16="http://schemas.microsoft.com/office/drawing/2014/main" id="{2BD9DFFD-CD6F-65B6-71DF-037E8367BF78}"/>
              </a:ext>
            </a:extLst>
          </p:cNvPr>
          <p:cNvSpPr>
            <a:spLocks noChangeShapeType="1"/>
          </p:cNvSpPr>
          <p:nvPr/>
        </p:nvSpPr>
        <p:spPr bwMode="auto">
          <a:xfrm rot="5400000">
            <a:off x="6657975" y="3343275"/>
            <a:ext cx="0" cy="1155700"/>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37242" name="Line 33">
            <a:extLst>
              <a:ext uri="{FF2B5EF4-FFF2-40B4-BE49-F238E27FC236}">
                <a16:creationId xmlns:a16="http://schemas.microsoft.com/office/drawing/2014/main" id="{9DBF5E61-4DC2-0DB2-5AC7-FF7DFAFEF936}"/>
              </a:ext>
            </a:extLst>
          </p:cNvPr>
          <p:cNvSpPr>
            <a:spLocks noChangeShapeType="1"/>
          </p:cNvSpPr>
          <p:nvPr/>
        </p:nvSpPr>
        <p:spPr bwMode="auto">
          <a:xfrm rot="5400000">
            <a:off x="6393657" y="4285457"/>
            <a:ext cx="728663"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7243" name="Line 34">
            <a:extLst>
              <a:ext uri="{FF2B5EF4-FFF2-40B4-BE49-F238E27FC236}">
                <a16:creationId xmlns:a16="http://schemas.microsoft.com/office/drawing/2014/main" id="{A00AA5DA-F8C9-3D78-F0F7-C5AFDCF352F7}"/>
              </a:ext>
            </a:extLst>
          </p:cNvPr>
          <p:cNvSpPr>
            <a:spLocks noChangeShapeType="1"/>
          </p:cNvSpPr>
          <p:nvPr/>
        </p:nvSpPr>
        <p:spPr bwMode="auto">
          <a:xfrm rot="5400000">
            <a:off x="6216650" y="3186113"/>
            <a:ext cx="800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4" name="Line 35">
            <a:extLst>
              <a:ext uri="{FF2B5EF4-FFF2-40B4-BE49-F238E27FC236}">
                <a16:creationId xmlns:a16="http://schemas.microsoft.com/office/drawing/2014/main" id="{E23B2FB4-3139-F61F-936A-C075284D9D86}"/>
              </a:ext>
            </a:extLst>
          </p:cNvPr>
          <p:cNvSpPr>
            <a:spLocks noChangeShapeType="1"/>
          </p:cNvSpPr>
          <p:nvPr/>
        </p:nvSpPr>
        <p:spPr bwMode="auto">
          <a:xfrm rot="5400000" flipV="1">
            <a:off x="6927850" y="3279775"/>
            <a:ext cx="0" cy="6159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5" name="Line 36">
            <a:extLst>
              <a:ext uri="{FF2B5EF4-FFF2-40B4-BE49-F238E27FC236}">
                <a16:creationId xmlns:a16="http://schemas.microsoft.com/office/drawing/2014/main" id="{7DC08C47-E562-DE42-AA39-E05C3862EC53}"/>
              </a:ext>
            </a:extLst>
          </p:cNvPr>
          <p:cNvSpPr>
            <a:spLocks noChangeShapeType="1"/>
          </p:cNvSpPr>
          <p:nvPr/>
        </p:nvSpPr>
        <p:spPr bwMode="auto">
          <a:xfrm rot="5400000" flipV="1">
            <a:off x="7601744" y="3672681"/>
            <a:ext cx="0" cy="19843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6" name="Line 37">
            <a:extLst>
              <a:ext uri="{FF2B5EF4-FFF2-40B4-BE49-F238E27FC236}">
                <a16:creationId xmlns:a16="http://schemas.microsoft.com/office/drawing/2014/main" id="{A1494674-D284-E20F-567E-2762249CFA88}"/>
              </a:ext>
            </a:extLst>
          </p:cNvPr>
          <p:cNvSpPr>
            <a:spLocks noChangeShapeType="1"/>
          </p:cNvSpPr>
          <p:nvPr/>
        </p:nvSpPr>
        <p:spPr bwMode="auto">
          <a:xfrm rot="5400000">
            <a:off x="6546057" y="2440782"/>
            <a:ext cx="3317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7" name="Line 38">
            <a:extLst>
              <a:ext uri="{FF2B5EF4-FFF2-40B4-BE49-F238E27FC236}">
                <a16:creationId xmlns:a16="http://schemas.microsoft.com/office/drawing/2014/main" id="{45532D69-1D7B-118E-3FD0-96F8C28DAC75}"/>
              </a:ext>
            </a:extLst>
          </p:cNvPr>
          <p:cNvSpPr>
            <a:spLocks noChangeShapeType="1"/>
          </p:cNvSpPr>
          <p:nvPr/>
        </p:nvSpPr>
        <p:spPr bwMode="auto">
          <a:xfrm rot="5400000">
            <a:off x="6369845" y="2437607"/>
            <a:ext cx="3317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8" name="Line 39">
            <a:extLst>
              <a:ext uri="{FF2B5EF4-FFF2-40B4-BE49-F238E27FC236}">
                <a16:creationId xmlns:a16="http://schemas.microsoft.com/office/drawing/2014/main" id="{85FD0420-01CF-0EAC-3085-2C9D627F5F76}"/>
              </a:ext>
            </a:extLst>
          </p:cNvPr>
          <p:cNvSpPr>
            <a:spLocks noChangeShapeType="1"/>
          </p:cNvSpPr>
          <p:nvPr/>
        </p:nvSpPr>
        <p:spPr bwMode="auto">
          <a:xfrm rot="5400000">
            <a:off x="6832601" y="4640263"/>
            <a:ext cx="17367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49" name="AutoShape 40">
            <a:extLst>
              <a:ext uri="{FF2B5EF4-FFF2-40B4-BE49-F238E27FC236}">
                <a16:creationId xmlns:a16="http://schemas.microsoft.com/office/drawing/2014/main" id="{0742F37A-5F34-B21A-5926-47E2792D3A0A}"/>
              </a:ext>
            </a:extLst>
          </p:cNvPr>
          <p:cNvSpPr>
            <a:spLocks noChangeArrowheads="1"/>
          </p:cNvSpPr>
          <p:nvPr/>
        </p:nvSpPr>
        <p:spPr bwMode="auto">
          <a:xfrm rot="16200000">
            <a:off x="5390357" y="3685382"/>
            <a:ext cx="703263" cy="26035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5400">
            <a:solidFill>
              <a:srgbClr val="000000"/>
            </a:solidFill>
            <a:miter lim="800000"/>
            <a:headEnd/>
            <a:tailEnd/>
          </a:ln>
        </p:spPr>
        <p:txBody>
          <a:bodyPr/>
          <a:lstStyle/>
          <a:p>
            <a:endParaRPr lang="en-US"/>
          </a:p>
        </p:txBody>
      </p:sp>
      <p:sp>
        <p:nvSpPr>
          <p:cNvPr id="137250" name="Line 41">
            <a:extLst>
              <a:ext uri="{FF2B5EF4-FFF2-40B4-BE49-F238E27FC236}">
                <a16:creationId xmlns:a16="http://schemas.microsoft.com/office/drawing/2014/main" id="{BB04BE64-D972-FDAB-B772-3162510570CE}"/>
              </a:ext>
            </a:extLst>
          </p:cNvPr>
          <p:cNvSpPr>
            <a:spLocks noChangeShapeType="1"/>
          </p:cNvSpPr>
          <p:nvPr/>
        </p:nvSpPr>
        <p:spPr bwMode="auto">
          <a:xfrm rot="5400000">
            <a:off x="5130007" y="2932907"/>
            <a:ext cx="12461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51" name="AutoShape 42">
            <a:extLst>
              <a:ext uri="{FF2B5EF4-FFF2-40B4-BE49-F238E27FC236}">
                <a16:creationId xmlns:a16="http://schemas.microsoft.com/office/drawing/2014/main" id="{682A1A41-FE12-39CB-EE8F-F46A8B4BDBD9}"/>
              </a:ext>
            </a:extLst>
          </p:cNvPr>
          <p:cNvSpPr>
            <a:spLocks noChangeArrowheads="1"/>
          </p:cNvSpPr>
          <p:nvPr/>
        </p:nvSpPr>
        <p:spPr bwMode="auto">
          <a:xfrm>
            <a:off x="4781550" y="2606676"/>
            <a:ext cx="412750" cy="18732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5400">
            <a:solidFill>
              <a:srgbClr val="000000"/>
            </a:solidFill>
            <a:miter lim="800000"/>
            <a:headEnd/>
            <a:tailEnd/>
          </a:ln>
        </p:spPr>
        <p:txBody>
          <a:bodyPr/>
          <a:lstStyle/>
          <a:p>
            <a:endParaRPr lang="en-US"/>
          </a:p>
        </p:txBody>
      </p:sp>
      <p:grpSp>
        <p:nvGrpSpPr>
          <p:cNvPr id="137252" name="Group 43">
            <a:extLst>
              <a:ext uri="{FF2B5EF4-FFF2-40B4-BE49-F238E27FC236}">
                <a16:creationId xmlns:a16="http://schemas.microsoft.com/office/drawing/2014/main" id="{9D926029-E74A-8D38-7315-B9D4359A2806}"/>
              </a:ext>
            </a:extLst>
          </p:cNvPr>
          <p:cNvGrpSpPr>
            <a:grpSpLocks/>
          </p:cNvGrpSpPr>
          <p:nvPr/>
        </p:nvGrpSpPr>
        <p:grpSpPr bwMode="auto">
          <a:xfrm rot="5400000">
            <a:off x="5051425" y="4675188"/>
            <a:ext cx="342900" cy="381000"/>
            <a:chOff x="10260" y="7044"/>
            <a:chExt cx="630" cy="601"/>
          </a:xfrm>
        </p:grpSpPr>
        <p:sp>
          <p:nvSpPr>
            <p:cNvPr id="137328" name="AutoShape 44">
              <a:extLst>
                <a:ext uri="{FF2B5EF4-FFF2-40B4-BE49-F238E27FC236}">
                  <a16:creationId xmlns:a16="http://schemas.microsoft.com/office/drawing/2014/main" id="{9D4DDFD8-78BC-A051-443A-254742E3A040}"/>
                </a:ext>
              </a:extLst>
            </p:cNvPr>
            <p:cNvSpPr>
              <a:spLocks noChangeArrowheads="1"/>
            </p:cNvSpPr>
            <p:nvPr/>
          </p:nvSpPr>
          <p:spPr bwMode="auto">
            <a:xfrm flipH="1">
              <a:off x="10260" y="7044"/>
              <a:ext cx="540" cy="601"/>
            </a:xfrm>
            <a:prstGeom prst="moon">
              <a:avLst>
                <a:gd name="adj" fmla="val 84819"/>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37329" name="AutoShape 45">
              <a:extLst>
                <a:ext uri="{FF2B5EF4-FFF2-40B4-BE49-F238E27FC236}">
                  <a16:creationId xmlns:a16="http://schemas.microsoft.com/office/drawing/2014/main" id="{7BAA8584-374D-85FA-72C0-86818280BB6E}"/>
                </a:ext>
              </a:extLst>
            </p:cNvPr>
            <p:cNvSpPr>
              <a:spLocks noChangeArrowheads="1"/>
            </p:cNvSpPr>
            <p:nvPr/>
          </p:nvSpPr>
          <p:spPr bwMode="auto">
            <a:xfrm flipH="1">
              <a:off x="10350" y="7044"/>
              <a:ext cx="540" cy="601"/>
            </a:xfrm>
            <a:prstGeom prst="moon">
              <a:avLst>
                <a:gd name="adj" fmla="val 84819"/>
              </a:avLst>
            </a:prstGeom>
            <a:solidFill>
              <a:srgbClr val="FFFFFF"/>
            </a:solidFill>
            <a:ln w="25400">
              <a:solidFill>
                <a:srgbClr val="000000"/>
              </a:solidFill>
              <a:miter lim="800000"/>
              <a:headEnd/>
              <a:tailEnd/>
            </a:ln>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grpSp>
      <p:sp>
        <p:nvSpPr>
          <p:cNvPr id="137253" name="Line 46">
            <a:extLst>
              <a:ext uri="{FF2B5EF4-FFF2-40B4-BE49-F238E27FC236}">
                <a16:creationId xmlns:a16="http://schemas.microsoft.com/office/drawing/2014/main" id="{EC15A175-FE27-0BDD-A6C6-351FA0751ED0}"/>
              </a:ext>
            </a:extLst>
          </p:cNvPr>
          <p:cNvSpPr>
            <a:spLocks noChangeShapeType="1"/>
          </p:cNvSpPr>
          <p:nvPr/>
        </p:nvSpPr>
        <p:spPr bwMode="auto">
          <a:xfrm rot="5400000">
            <a:off x="4948238" y="5311776"/>
            <a:ext cx="54927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54" name="Line 47">
            <a:extLst>
              <a:ext uri="{FF2B5EF4-FFF2-40B4-BE49-F238E27FC236}">
                <a16:creationId xmlns:a16="http://schemas.microsoft.com/office/drawing/2014/main" id="{0F5B4FDF-A4A7-8B72-C2B9-BD5294FE0223}"/>
              </a:ext>
            </a:extLst>
          </p:cNvPr>
          <p:cNvSpPr>
            <a:spLocks noChangeShapeType="1"/>
          </p:cNvSpPr>
          <p:nvPr/>
        </p:nvSpPr>
        <p:spPr bwMode="auto">
          <a:xfrm rot="5400000">
            <a:off x="5532438" y="3009900"/>
            <a:ext cx="0" cy="45085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7255" name="Line 48">
            <a:extLst>
              <a:ext uri="{FF2B5EF4-FFF2-40B4-BE49-F238E27FC236}">
                <a16:creationId xmlns:a16="http://schemas.microsoft.com/office/drawing/2014/main" id="{39F0D344-7AAF-5D49-66AC-BBC840E08984}"/>
              </a:ext>
            </a:extLst>
          </p:cNvPr>
          <p:cNvSpPr>
            <a:spLocks noChangeShapeType="1"/>
          </p:cNvSpPr>
          <p:nvPr/>
        </p:nvSpPr>
        <p:spPr bwMode="auto">
          <a:xfrm rot="5400000">
            <a:off x="4558506" y="3975894"/>
            <a:ext cx="14811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56" name="Line 49">
            <a:extLst>
              <a:ext uri="{FF2B5EF4-FFF2-40B4-BE49-F238E27FC236}">
                <a16:creationId xmlns:a16="http://schemas.microsoft.com/office/drawing/2014/main" id="{4D6E4545-B573-8331-8B11-9551FAEC491C}"/>
              </a:ext>
            </a:extLst>
          </p:cNvPr>
          <p:cNvSpPr>
            <a:spLocks noChangeShapeType="1"/>
          </p:cNvSpPr>
          <p:nvPr/>
        </p:nvSpPr>
        <p:spPr bwMode="auto">
          <a:xfrm rot="5400000">
            <a:off x="5039519" y="3396456"/>
            <a:ext cx="0" cy="1144588"/>
          </a:xfrm>
          <a:prstGeom prst="line">
            <a:avLst/>
          </a:prstGeom>
          <a:noFill/>
          <a:ln w="25400">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37257" name="Line 50">
            <a:extLst>
              <a:ext uri="{FF2B5EF4-FFF2-40B4-BE49-F238E27FC236}">
                <a16:creationId xmlns:a16="http://schemas.microsoft.com/office/drawing/2014/main" id="{242238EC-D592-7DDD-8EFB-B4AF2C152B7E}"/>
              </a:ext>
            </a:extLst>
          </p:cNvPr>
          <p:cNvSpPr>
            <a:spLocks noChangeShapeType="1"/>
          </p:cNvSpPr>
          <p:nvPr/>
        </p:nvSpPr>
        <p:spPr bwMode="auto">
          <a:xfrm rot="5400000">
            <a:off x="4771232" y="4342607"/>
            <a:ext cx="728663"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7258" name="Line 51">
            <a:extLst>
              <a:ext uri="{FF2B5EF4-FFF2-40B4-BE49-F238E27FC236}">
                <a16:creationId xmlns:a16="http://schemas.microsoft.com/office/drawing/2014/main" id="{A59C2BD0-3FC8-23C8-F50F-0E9E7BFD5D5C}"/>
              </a:ext>
            </a:extLst>
          </p:cNvPr>
          <p:cNvSpPr>
            <a:spLocks noChangeShapeType="1"/>
          </p:cNvSpPr>
          <p:nvPr/>
        </p:nvSpPr>
        <p:spPr bwMode="auto">
          <a:xfrm rot="5400000">
            <a:off x="4574381" y="3207544"/>
            <a:ext cx="8397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59" name="Line 52">
            <a:extLst>
              <a:ext uri="{FF2B5EF4-FFF2-40B4-BE49-F238E27FC236}">
                <a16:creationId xmlns:a16="http://schemas.microsoft.com/office/drawing/2014/main" id="{3E6D38AF-FE39-C435-07E0-5CE57851E237}"/>
              </a:ext>
            </a:extLst>
          </p:cNvPr>
          <p:cNvSpPr>
            <a:spLocks noChangeShapeType="1"/>
          </p:cNvSpPr>
          <p:nvPr/>
        </p:nvSpPr>
        <p:spPr bwMode="auto">
          <a:xfrm rot="5400000" flipV="1">
            <a:off x="5304632" y="3328194"/>
            <a:ext cx="0" cy="614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60" name="Line 53">
            <a:extLst>
              <a:ext uri="{FF2B5EF4-FFF2-40B4-BE49-F238E27FC236}">
                <a16:creationId xmlns:a16="http://schemas.microsoft.com/office/drawing/2014/main" id="{ADE0B501-04F9-CB12-95E7-8DFB93E8E636}"/>
              </a:ext>
            </a:extLst>
          </p:cNvPr>
          <p:cNvSpPr>
            <a:spLocks noChangeShapeType="1"/>
          </p:cNvSpPr>
          <p:nvPr/>
        </p:nvSpPr>
        <p:spPr bwMode="auto">
          <a:xfrm rot="5400000" flipV="1">
            <a:off x="5980907" y="3720307"/>
            <a:ext cx="0" cy="1984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61" name="Line 54">
            <a:extLst>
              <a:ext uri="{FF2B5EF4-FFF2-40B4-BE49-F238E27FC236}">
                <a16:creationId xmlns:a16="http://schemas.microsoft.com/office/drawing/2014/main" id="{32F390F5-BB83-CECB-39EE-54AE2406E1AD}"/>
              </a:ext>
            </a:extLst>
          </p:cNvPr>
          <p:cNvSpPr>
            <a:spLocks noChangeShapeType="1"/>
          </p:cNvSpPr>
          <p:nvPr/>
        </p:nvSpPr>
        <p:spPr bwMode="auto">
          <a:xfrm rot="5400000">
            <a:off x="4923632" y="2440782"/>
            <a:ext cx="3317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62" name="Line 55">
            <a:extLst>
              <a:ext uri="{FF2B5EF4-FFF2-40B4-BE49-F238E27FC236}">
                <a16:creationId xmlns:a16="http://schemas.microsoft.com/office/drawing/2014/main" id="{A162C8C4-B247-3FBC-9519-19554A315406}"/>
              </a:ext>
            </a:extLst>
          </p:cNvPr>
          <p:cNvSpPr>
            <a:spLocks noChangeShapeType="1"/>
          </p:cNvSpPr>
          <p:nvPr/>
        </p:nvSpPr>
        <p:spPr bwMode="auto">
          <a:xfrm rot="5400000">
            <a:off x="4749007" y="2428082"/>
            <a:ext cx="3317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63" name="Line 56">
            <a:extLst>
              <a:ext uri="{FF2B5EF4-FFF2-40B4-BE49-F238E27FC236}">
                <a16:creationId xmlns:a16="http://schemas.microsoft.com/office/drawing/2014/main" id="{BB8C5EA7-A0E1-3B0C-5A44-B4A17327A55D}"/>
              </a:ext>
            </a:extLst>
          </p:cNvPr>
          <p:cNvSpPr>
            <a:spLocks noChangeShapeType="1"/>
          </p:cNvSpPr>
          <p:nvPr/>
        </p:nvSpPr>
        <p:spPr bwMode="auto">
          <a:xfrm rot="5400000">
            <a:off x="5210176" y="4684713"/>
            <a:ext cx="17367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64" name="AutoShape 57">
            <a:extLst>
              <a:ext uri="{FF2B5EF4-FFF2-40B4-BE49-F238E27FC236}">
                <a16:creationId xmlns:a16="http://schemas.microsoft.com/office/drawing/2014/main" id="{E6937374-B7AE-FC73-FC44-DCEF7C0692CA}"/>
              </a:ext>
            </a:extLst>
          </p:cNvPr>
          <p:cNvSpPr>
            <a:spLocks noChangeArrowheads="1"/>
          </p:cNvSpPr>
          <p:nvPr/>
        </p:nvSpPr>
        <p:spPr bwMode="auto">
          <a:xfrm rot="16200000">
            <a:off x="3778251" y="3724276"/>
            <a:ext cx="703263" cy="25876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5400">
            <a:solidFill>
              <a:srgbClr val="000000"/>
            </a:solidFill>
            <a:miter lim="800000"/>
            <a:headEnd/>
            <a:tailEnd/>
          </a:ln>
        </p:spPr>
        <p:txBody>
          <a:bodyPr/>
          <a:lstStyle/>
          <a:p>
            <a:endParaRPr lang="en-US"/>
          </a:p>
        </p:txBody>
      </p:sp>
      <p:sp>
        <p:nvSpPr>
          <p:cNvPr id="137265" name="Line 58">
            <a:extLst>
              <a:ext uri="{FF2B5EF4-FFF2-40B4-BE49-F238E27FC236}">
                <a16:creationId xmlns:a16="http://schemas.microsoft.com/office/drawing/2014/main" id="{B1545221-8CB2-41D1-7CA5-3691F1C8F632}"/>
              </a:ext>
            </a:extLst>
          </p:cNvPr>
          <p:cNvSpPr>
            <a:spLocks noChangeShapeType="1"/>
          </p:cNvSpPr>
          <p:nvPr/>
        </p:nvSpPr>
        <p:spPr bwMode="auto">
          <a:xfrm rot="5400000">
            <a:off x="3523457" y="2980532"/>
            <a:ext cx="12461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66" name="AutoShape 59">
            <a:extLst>
              <a:ext uri="{FF2B5EF4-FFF2-40B4-BE49-F238E27FC236}">
                <a16:creationId xmlns:a16="http://schemas.microsoft.com/office/drawing/2014/main" id="{732A5410-39D5-DD2A-1E3A-32F655BF2668}"/>
              </a:ext>
            </a:extLst>
          </p:cNvPr>
          <p:cNvSpPr>
            <a:spLocks noChangeArrowheads="1"/>
          </p:cNvSpPr>
          <p:nvPr/>
        </p:nvSpPr>
        <p:spPr bwMode="auto">
          <a:xfrm>
            <a:off x="3171825" y="2692401"/>
            <a:ext cx="412750" cy="18732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5400">
            <a:solidFill>
              <a:srgbClr val="000000"/>
            </a:solidFill>
            <a:miter lim="800000"/>
            <a:headEnd/>
            <a:tailEnd/>
          </a:ln>
        </p:spPr>
        <p:txBody>
          <a:bodyPr/>
          <a:lstStyle/>
          <a:p>
            <a:endParaRPr lang="en-US"/>
          </a:p>
        </p:txBody>
      </p:sp>
      <p:grpSp>
        <p:nvGrpSpPr>
          <p:cNvPr id="137267" name="Group 60">
            <a:extLst>
              <a:ext uri="{FF2B5EF4-FFF2-40B4-BE49-F238E27FC236}">
                <a16:creationId xmlns:a16="http://schemas.microsoft.com/office/drawing/2014/main" id="{CA19B2ED-2956-0B7F-0D2A-E56505B41D34}"/>
              </a:ext>
            </a:extLst>
          </p:cNvPr>
          <p:cNvGrpSpPr>
            <a:grpSpLocks/>
          </p:cNvGrpSpPr>
          <p:nvPr/>
        </p:nvGrpSpPr>
        <p:grpSpPr bwMode="auto">
          <a:xfrm rot="5400000">
            <a:off x="3441700" y="4713288"/>
            <a:ext cx="342900" cy="381000"/>
            <a:chOff x="10260" y="7044"/>
            <a:chExt cx="630" cy="601"/>
          </a:xfrm>
        </p:grpSpPr>
        <p:sp>
          <p:nvSpPr>
            <p:cNvPr id="137326" name="AutoShape 61">
              <a:extLst>
                <a:ext uri="{FF2B5EF4-FFF2-40B4-BE49-F238E27FC236}">
                  <a16:creationId xmlns:a16="http://schemas.microsoft.com/office/drawing/2014/main" id="{319E6543-99E7-5C4A-2819-F4FA8ED16392}"/>
                </a:ext>
              </a:extLst>
            </p:cNvPr>
            <p:cNvSpPr>
              <a:spLocks noChangeArrowheads="1"/>
            </p:cNvSpPr>
            <p:nvPr/>
          </p:nvSpPr>
          <p:spPr bwMode="auto">
            <a:xfrm flipH="1">
              <a:off x="10260" y="7044"/>
              <a:ext cx="540" cy="601"/>
            </a:xfrm>
            <a:prstGeom prst="moon">
              <a:avLst>
                <a:gd name="adj" fmla="val 84819"/>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sp>
          <p:nvSpPr>
            <p:cNvPr id="137327" name="AutoShape 62">
              <a:extLst>
                <a:ext uri="{FF2B5EF4-FFF2-40B4-BE49-F238E27FC236}">
                  <a16:creationId xmlns:a16="http://schemas.microsoft.com/office/drawing/2014/main" id="{9239508B-CF74-47CA-0545-BC9D5BB1160E}"/>
                </a:ext>
              </a:extLst>
            </p:cNvPr>
            <p:cNvSpPr>
              <a:spLocks noChangeArrowheads="1"/>
            </p:cNvSpPr>
            <p:nvPr/>
          </p:nvSpPr>
          <p:spPr bwMode="auto">
            <a:xfrm flipH="1">
              <a:off x="10350" y="7044"/>
              <a:ext cx="540" cy="601"/>
            </a:xfrm>
            <a:prstGeom prst="moon">
              <a:avLst>
                <a:gd name="adj" fmla="val 84819"/>
              </a:avLst>
            </a:prstGeom>
            <a:solidFill>
              <a:srgbClr val="FFFFFF"/>
            </a:solidFill>
            <a:ln w="25400">
              <a:solidFill>
                <a:srgbClr val="000000"/>
              </a:solidFill>
              <a:miter lim="800000"/>
              <a:headEnd/>
              <a:tailEnd/>
            </a:ln>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a:p>
          </p:txBody>
        </p:sp>
      </p:grpSp>
      <p:sp>
        <p:nvSpPr>
          <p:cNvPr id="137268" name="Line 63">
            <a:extLst>
              <a:ext uri="{FF2B5EF4-FFF2-40B4-BE49-F238E27FC236}">
                <a16:creationId xmlns:a16="http://schemas.microsoft.com/office/drawing/2014/main" id="{C822E37F-1DBD-10D0-AD9E-A5C2978ACD4C}"/>
              </a:ext>
            </a:extLst>
          </p:cNvPr>
          <p:cNvSpPr>
            <a:spLocks noChangeShapeType="1"/>
          </p:cNvSpPr>
          <p:nvPr/>
        </p:nvSpPr>
        <p:spPr bwMode="auto">
          <a:xfrm rot="5400000">
            <a:off x="3384550" y="5303838"/>
            <a:ext cx="4572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69" name="Line 64">
            <a:extLst>
              <a:ext uri="{FF2B5EF4-FFF2-40B4-BE49-F238E27FC236}">
                <a16:creationId xmlns:a16="http://schemas.microsoft.com/office/drawing/2014/main" id="{DBD80DF4-3D6A-1F84-4C5B-F92097EE8622}"/>
              </a:ext>
            </a:extLst>
          </p:cNvPr>
          <p:cNvSpPr>
            <a:spLocks noChangeShapeType="1"/>
          </p:cNvSpPr>
          <p:nvPr/>
        </p:nvSpPr>
        <p:spPr bwMode="auto">
          <a:xfrm rot="5400000">
            <a:off x="3920332" y="3048794"/>
            <a:ext cx="0" cy="449263"/>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7270" name="Line 65">
            <a:extLst>
              <a:ext uri="{FF2B5EF4-FFF2-40B4-BE49-F238E27FC236}">
                <a16:creationId xmlns:a16="http://schemas.microsoft.com/office/drawing/2014/main" id="{EB0BF881-7DDF-BA84-931A-5344C3F4B791}"/>
              </a:ext>
            </a:extLst>
          </p:cNvPr>
          <p:cNvSpPr>
            <a:spLocks noChangeShapeType="1"/>
          </p:cNvSpPr>
          <p:nvPr/>
        </p:nvSpPr>
        <p:spPr bwMode="auto">
          <a:xfrm rot="5400000">
            <a:off x="2948781" y="4013994"/>
            <a:ext cx="148113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71" name="Line 66">
            <a:extLst>
              <a:ext uri="{FF2B5EF4-FFF2-40B4-BE49-F238E27FC236}">
                <a16:creationId xmlns:a16="http://schemas.microsoft.com/office/drawing/2014/main" id="{33BBF8E4-1D33-FE38-82F0-4F2FC453274A}"/>
              </a:ext>
            </a:extLst>
          </p:cNvPr>
          <p:cNvSpPr>
            <a:spLocks noChangeShapeType="1"/>
          </p:cNvSpPr>
          <p:nvPr/>
        </p:nvSpPr>
        <p:spPr bwMode="auto">
          <a:xfrm rot="5400000">
            <a:off x="3557588" y="3560763"/>
            <a:ext cx="0" cy="8921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72" name="Line 67">
            <a:extLst>
              <a:ext uri="{FF2B5EF4-FFF2-40B4-BE49-F238E27FC236}">
                <a16:creationId xmlns:a16="http://schemas.microsoft.com/office/drawing/2014/main" id="{80C88130-C50A-4667-15A0-1374DC986566}"/>
              </a:ext>
            </a:extLst>
          </p:cNvPr>
          <p:cNvSpPr>
            <a:spLocks noChangeShapeType="1"/>
          </p:cNvSpPr>
          <p:nvPr/>
        </p:nvSpPr>
        <p:spPr bwMode="auto">
          <a:xfrm rot="5400000">
            <a:off x="3161507" y="4380707"/>
            <a:ext cx="728663"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7273" name="Line 68">
            <a:extLst>
              <a:ext uri="{FF2B5EF4-FFF2-40B4-BE49-F238E27FC236}">
                <a16:creationId xmlns:a16="http://schemas.microsoft.com/office/drawing/2014/main" id="{743B228B-C920-9A9D-8B30-DF3FD5E565C6}"/>
              </a:ext>
            </a:extLst>
          </p:cNvPr>
          <p:cNvSpPr>
            <a:spLocks noChangeShapeType="1"/>
          </p:cNvSpPr>
          <p:nvPr/>
        </p:nvSpPr>
        <p:spPr bwMode="auto">
          <a:xfrm rot="5400000">
            <a:off x="2982913" y="3273425"/>
            <a:ext cx="800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74" name="Line 69">
            <a:extLst>
              <a:ext uri="{FF2B5EF4-FFF2-40B4-BE49-F238E27FC236}">
                <a16:creationId xmlns:a16="http://schemas.microsoft.com/office/drawing/2014/main" id="{B9C62F5A-A2F7-B7EF-6470-6DFF4CCC596F}"/>
              </a:ext>
            </a:extLst>
          </p:cNvPr>
          <p:cNvSpPr>
            <a:spLocks noChangeShapeType="1"/>
          </p:cNvSpPr>
          <p:nvPr/>
        </p:nvSpPr>
        <p:spPr bwMode="auto">
          <a:xfrm rot="5400000" flipV="1">
            <a:off x="3694907" y="3366294"/>
            <a:ext cx="0" cy="614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75" name="Line 70">
            <a:extLst>
              <a:ext uri="{FF2B5EF4-FFF2-40B4-BE49-F238E27FC236}">
                <a16:creationId xmlns:a16="http://schemas.microsoft.com/office/drawing/2014/main" id="{466B9E33-8BA8-4BB3-574B-3943C553FA1D}"/>
              </a:ext>
            </a:extLst>
          </p:cNvPr>
          <p:cNvSpPr>
            <a:spLocks noChangeShapeType="1"/>
          </p:cNvSpPr>
          <p:nvPr/>
        </p:nvSpPr>
        <p:spPr bwMode="auto">
          <a:xfrm rot="5400000" flipV="1">
            <a:off x="4371975" y="3759200"/>
            <a:ext cx="0" cy="1968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76" name="Line 71">
            <a:extLst>
              <a:ext uri="{FF2B5EF4-FFF2-40B4-BE49-F238E27FC236}">
                <a16:creationId xmlns:a16="http://schemas.microsoft.com/office/drawing/2014/main" id="{7C8037DE-90A3-E645-DF7F-C629E4B320EE}"/>
              </a:ext>
            </a:extLst>
          </p:cNvPr>
          <p:cNvSpPr>
            <a:spLocks noChangeShapeType="1"/>
          </p:cNvSpPr>
          <p:nvPr/>
        </p:nvSpPr>
        <p:spPr bwMode="auto">
          <a:xfrm rot="5400000">
            <a:off x="3313907" y="2526507"/>
            <a:ext cx="3317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77" name="Line 72">
            <a:extLst>
              <a:ext uri="{FF2B5EF4-FFF2-40B4-BE49-F238E27FC236}">
                <a16:creationId xmlns:a16="http://schemas.microsoft.com/office/drawing/2014/main" id="{4509DC80-741D-EAFE-6633-3784012DC7A4}"/>
              </a:ext>
            </a:extLst>
          </p:cNvPr>
          <p:cNvSpPr>
            <a:spLocks noChangeShapeType="1"/>
          </p:cNvSpPr>
          <p:nvPr/>
        </p:nvSpPr>
        <p:spPr bwMode="auto">
          <a:xfrm rot="5400000">
            <a:off x="3129757" y="2523332"/>
            <a:ext cx="3317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78" name="Line 73">
            <a:extLst>
              <a:ext uri="{FF2B5EF4-FFF2-40B4-BE49-F238E27FC236}">
                <a16:creationId xmlns:a16="http://schemas.microsoft.com/office/drawing/2014/main" id="{E6388BFE-4EAD-6383-4045-C8C520FE800C}"/>
              </a:ext>
            </a:extLst>
          </p:cNvPr>
          <p:cNvSpPr>
            <a:spLocks noChangeShapeType="1"/>
          </p:cNvSpPr>
          <p:nvPr/>
        </p:nvSpPr>
        <p:spPr bwMode="auto">
          <a:xfrm rot="5400000">
            <a:off x="3602038" y="4722813"/>
            <a:ext cx="17367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79" name="AutoShape 74">
            <a:extLst>
              <a:ext uri="{FF2B5EF4-FFF2-40B4-BE49-F238E27FC236}">
                <a16:creationId xmlns:a16="http://schemas.microsoft.com/office/drawing/2014/main" id="{87198424-5FCE-B46C-367B-399D60A688AB}"/>
              </a:ext>
            </a:extLst>
          </p:cNvPr>
          <p:cNvSpPr>
            <a:spLocks noChangeArrowheads="1"/>
          </p:cNvSpPr>
          <p:nvPr/>
        </p:nvSpPr>
        <p:spPr bwMode="auto">
          <a:xfrm rot="16200000">
            <a:off x="2274094" y="3577432"/>
            <a:ext cx="414338" cy="18732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5400">
            <a:solidFill>
              <a:srgbClr val="000000"/>
            </a:solidFill>
            <a:miter lim="800000"/>
            <a:headEnd/>
            <a:tailEnd/>
          </a:ln>
        </p:spPr>
        <p:txBody>
          <a:bodyPr/>
          <a:lstStyle/>
          <a:p>
            <a:endParaRPr lang="en-US"/>
          </a:p>
        </p:txBody>
      </p:sp>
      <p:sp>
        <p:nvSpPr>
          <p:cNvPr id="137280" name="Line 75">
            <a:extLst>
              <a:ext uri="{FF2B5EF4-FFF2-40B4-BE49-F238E27FC236}">
                <a16:creationId xmlns:a16="http://schemas.microsoft.com/office/drawing/2014/main" id="{8DB38128-19BB-CD75-E7C8-66704E836E5C}"/>
              </a:ext>
            </a:extLst>
          </p:cNvPr>
          <p:cNvSpPr>
            <a:spLocks noChangeShapeType="1"/>
          </p:cNvSpPr>
          <p:nvPr/>
        </p:nvSpPr>
        <p:spPr bwMode="auto">
          <a:xfrm rot="5400000" flipH="1">
            <a:off x="2282826" y="3476626"/>
            <a:ext cx="3175" cy="124777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81" name="Line 76">
            <a:extLst>
              <a:ext uri="{FF2B5EF4-FFF2-40B4-BE49-F238E27FC236}">
                <a16:creationId xmlns:a16="http://schemas.microsoft.com/office/drawing/2014/main" id="{9810C08F-3980-E6DD-C3AA-CFD506694ECB}"/>
              </a:ext>
            </a:extLst>
          </p:cNvPr>
          <p:cNvSpPr>
            <a:spLocks noChangeShapeType="1"/>
          </p:cNvSpPr>
          <p:nvPr/>
        </p:nvSpPr>
        <p:spPr bwMode="auto">
          <a:xfrm rot="5400000">
            <a:off x="2683669" y="1955006"/>
            <a:ext cx="0" cy="1227138"/>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7282" name="Line 77">
            <a:extLst>
              <a:ext uri="{FF2B5EF4-FFF2-40B4-BE49-F238E27FC236}">
                <a16:creationId xmlns:a16="http://schemas.microsoft.com/office/drawing/2014/main" id="{C28AB305-20EC-374C-80B6-D78EA7BE924D}"/>
              </a:ext>
            </a:extLst>
          </p:cNvPr>
          <p:cNvSpPr>
            <a:spLocks noChangeShapeType="1"/>
          </p:cNvSpPr>
          <p:nvPr/>
        </p:nvSpPr>
        <p:spPr bwMode="auto">
          <a:xfrm rot="5400000">
            <a:off x="1479550" y="3159125"/>
            <a:ext cx="1181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83" name="Line 78">
            <a:extLst>
              <a:ext uri="{FF2B5EF4-FFF2-40B4-BE49-F238E27FC236}">
                <a16:creationId xmlns:a16="http://schemas.microsoft.com/office/drawing/2014/main" id="{6968B160-0945-BC0C-4214-C49709010CA9}"/>
              </a:ext>
            </a:extLst>
          </p:cNvPr>
          <p:cNvSpPr>
            <a:spLocks noChangeShapeType="1"/>
          </p:cNvSpPr>
          <p:nvPr/>
        </p:nvSpPr>
        <p:spPr bwMode="auto">
          <a:xfrm rot="5400000" flipV="1">
            <a:off x="2232025" y="3597275"/>
            <a:ext cx="0" cy="3048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84" name="Line 79">
            <a:extLst>
              <a:ext uri="{FF2B5EF4-FFF2-40B4-BE49-F238E27FC236}">
                <a16:creationId xmlns:a16="http://schemas.microsoft.com/office/drawing/2014/main" id="{9D106298-13C9-5242-4141-7AF53A94A29F}"/>
              </a:ext>
            </a:extLst>
          </p:cNvPr>
          <p:cNvSpPr>
            <a:spLocks noChangeShapeType="1"/>
          </p:cNvSpPr>
          <p:nvPr/>
        </p:nvSpPr>
        <p:spPr bwMode="auto">
          <a:xfrm rot="5400000" flipV="1">
            <a:off x="2663032" y="3594894"/>
            <a:ext cx="0" cy="1825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85" name="Line 80">
            <a:extLst>
              <a:ext uri="{FF2B5EF4-FFF2-40B4-BE49-F238E27FC236}">
                <a16:creationId xmlns:a16="http://schemas.microsoft.com/office/drawing/2014/main" id="{8B9480D2-DE2E-C419-BECB-FAC6CBADD0F6}"/>
              </a:ext>
            </a:extLst>
          </p:cNvPr>
          <p:cNvSpPr>
            <a:spLocks noChangeShapeType="1"/>
          </p:cNvSpPr>
          <p:nvPr/>
        </p:nvSpPr>
        <p:spPr bwMode="auto">
          <a:xfrm rot="5400000" flipV="1">
            <a:off x="2307432" y="3559969"/>
            <a:ext cx="0" cy="1508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86" name="Line 81">
            <a:extLst>
              <a:ext uri="{FF2B5EF4-FFF2-40B4-BE49-F238E27FC236}">
                <a16:creationId xmlns:a16="http://schemas.microsoft.com/office/drawing/2014/main" id="{E7E40587-0D3A-EFBE-2147-A33D9C11D870}"/>
              </a:ext>
            </a:extLst>
          </p:cNvPr>
          <p:cNvSpPr>
            <a:spLocks noChangeShapeType="1"/>
          </p:cNvSpPr>
          <p:nvPr/>
        </p:nvSpPr>
        <p:spPr bwMode="auto">
          <a:xfrm rot="5400000" flipV="1">
            <a:off x="2307432" y="3455194"/>
            <a:ext cx="0" cy="1508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87" name="Line 82">
            <a:extLst>
              <a:ext uri="{FF2B5EF4-FFF2-40B4-BE49-F238E27FC236}">
                <a16:creationId xmlns:a16="http://schemas.microsoft.com/office/drawing/2014/main" id="{324C779C-5C14-7062-FA7D-B0128FA205D9}"/>
              </a:ext>
            </a:extLst>
          </p:cNvPr>
          <p:cNvSpPr>
            <a:spLocks noChangeShapeType="1"/>
          </p:cNvSpPr>
          <p:nvPr/>
        </p:nvSpPr>
        <p:spPr bwMode="auto">
          <a:xfrm rot="5400000">
            <a:off x="2645569" y="3793332"/>
            <a:ext cx="19526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88" name="Line 83">
            <a:extLst>
              <a:ext uri="{FF2B5EF4-FFF2-40B4-BE49-F238E27FC236}">
                <a16:creationId xmlns:a16="http://schemas.microsoft.com/office/drawing/2014/main" id="{15E5DCC4-6630-9C89-A4A9-FD95BA76AF8E}"/>
              </a:ext>
            </a:extLst>
          </p:cNvPr>
          <p:cNvSpPr>
            <a:spLocks noChangeShapeType="1"/>
          </p:cNvSpPr>
          <p:nvPr/>
        </p:nvSpPr>
        <p:spPr bwMode="auto">
          <a:xfrm rot="5400000">
            <a:off x="2817019" y="3801269"/>
            <a:ext cx="0" cy="1825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89" name="Text Box 84">
            <a:extLst>
              <a:ext uri="{FF2B5EF4-FFF2-40B4-BE49-F238E27FC236}">
                <a16:creationId xmlns:a16="http://schemas.microsoft.com/office/drawing/2014/main" id="{D04F5908-E2C2-2EAB-FA05-B56310701FD2}"/>
              </a:ext>
            </a:extLst>
          </p:cNvPr>
          <p:cNvSpPr txBox="1">
            <a:spLocks noChangeArrowheads="1"/>
          </p:cNvSpPr>
          <p:nvPr/>
        </p:nvSpPr>
        <p:spPr bwMode="auto">
          <a:xfrm rot="5400000">
            <a:off x="1931988" y="3516313"/>
            <a:ext cx="4286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0 1</a:t>
            </a:r>
            <a:endParaRPr lang="ru-RU" altLang="en-US" sz="1200" u="none"/>
          </a:p>
        </p:txBody>
      </p:sp>
      <p:sp>
        <p:nvSpPr>
          <p:cNvPr id="137290" name="Text Box 85">
            <a:extLst>
              <a:ext uri="{FF2B5EF4-FFF2-40B4-BE49-F238E27FC236}">
                <a16:creationId xmlns:a16="http://schemas.microsoft.com/office/drawing/2014/main" id="{A1196F12-E306-3D96-E209-ED20980009D7}"/>
              </a:ext>
            </a:extLst>
          </p:cNvPr>
          <p:cNvSpPr txBox="1">
            <a:spLocks noChangeArrowheads="1"/>
          </p:cNvSpPr>
          <p:nvPr/>
        </p:nvSpPr>
        <p:spPr bwMode="auto">
          <a:xfrm rot="5400000">
            <a:off x="1861345" y="4223545"/>
            <a:ext cx="5175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CIN</a:t>
            </a:r>
            <a:endParaRPr lang="ru-RU" altLang="en-US" sz="1200" u="none"/>
          </a:p>
        </p:txBody>
      </p:sp>
      <p:sp>
        <p:nvSpPr>
          <p:cNvPr id="137291" name="Text Box 86">
            <a:extLst>
              <a:ext uri="{FF2B5EF4-FFF2-40B4-BE49-F238E27FC236}">
                <a16:creationId xmlns:a16="http://schemas.microsoft.com/office/drawing/2014/main" id="{34477AC4-EE67-ADAB-6F7D-1740D108191D}"/>
              </a:ext>
            </a:extLst>
          </p:cNvPr>
          <p:cNvSpPr txBox="1">
            <a:spLocks noChangeArrowheads="1"/>
          </p:cNvSpPr>
          <p:nvPr/>
        </p:nvSpPr>
        <p:spPr bwMode="auto">
          <a:xfrm rot="5400000">
            <a:off x="1925638" y="3244850"/>
            <a:ext cx="685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CYIN</a:t>
            </a:r>
            <a:endParaRPr lang="ru-RU" altLang="en-US" sz="1200" u="none"/>
          </a:p>
        </p:txBody>
      </p:sp>
      <p:sp>
        <p:nvSpPr>
          <p:cNvPr id="137292" name="Text Box 87">
            <a:extLst>
              <a:ext uri="{FF2B5EF4-FFF2-40B4-BE49-F238E27FC236}">
                <a16:creationId xmlns:a16="http://schemas.microsoft.com/office/drawing/2014/main" id="{E89DF4F6-94FF-D975-8D3A-CD6B6538A943}"/>
              </a:ext>
            </a:extLst>
          </p:cNvPr>
          <p:cNvSpPr txBox="1">
            <a:spLocks noChangeArrowheads="1"/>
          </p:cNvSpPr>
          <p:nvPr/>
        </p:nvSpPr>
        <p:spPr bwMode="auto">
          <a:xfrm rot="5400000">
            <a:off x="8774113" y="3073400"/>
            <a:ext cx="571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S3</a:t>
            </a:r>
            <a:endParaRPr lang="ru-RU" altLang="en-US" sz="1200" u="none"/>
          </a:p>
        </p:txBody>
      </p:sp>
      <p:sp>
        <p:nvSpPr>
          <p:cNvPr id="137293" name="Text Box 88">
            <a:extLst>
              <a:ext uri="{FF2B5EF4-FFF2-40B4-BE49-F238E27FC236}">
                <a16:creationId xmlns:a16="http://schemas.microsoft.com/office/drawing/2014/main" id="{27CBAB0D-40ED-62E3-9651-5FD69C4E0F91}"/>
              </a:ext>
            </a:extLst>
          </p:cNvPr>
          <p:cNvSpPr txBox="1">
            <a:spLocks noChangeArrowheads="1"/>
          </p:cNvSpPr>
          <p:nvPr/>
        </p:nvSpPr>
        <p:spPr bwMode="auto">
          <a:xfrm rot="5400000">
            <a:off x="9303544" y="3740944"/>
            <a:ext cx="7096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COUT</a:t>
            </a:r>
            <a:endParaRPr lang="ru-RU" altLang="en-US" sz="1200" u="none"/>
          </a:p>
        </p:txBody>
      </p:sp>
      <p:sp>
        <p:nvSpPr>
          <p:cNvPr id="137294" name="Text Box 89">
            <a:extLst>
              <a:ext uri="{FF2B5EF4-FFF2-40B4-BE49-F238E27FC236}">
                <a16:creationId xmlns:a16="http://schemas.microsoft.com/office/drawing/2014/main" id="{B4D72C30-4040-E8CD-26BA-75512447EEF9}"/>
              </a:ext>
            </a:extLst>
          </p:cNvPr>
          <p:cNvSpPr txBox="1">
            <a:spLocks noChangeArrowheads="1"/>
          </p:cNvSpPr>
          <p:nvPr/>
        </p:nvSpPr>
        <p:spPr bwMode="auto">
          <a:xfrm rot="5400000">
            <a:off x="7993063" y="3054350"/>
            <a:ext cx="571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DI3</a:t>
            </a:r>
            <a:endParaRPr lang="ru-RU" altLang="en-US" sz="1200" u="none"/>
          </a:p>
        </p:txBody>
      </p:sp>
      <p:sp>
        <p:nvSpPr>
          <p:cNvPr id="137295" name="Text Box 90">
            <a:extLst>
              <a:ext uri="{FF2B5EF4-FFF2-40B4-BE49-F238E27FC236}">
                <a16:creationId xmlns:a16="http://schemas.microsoft.com/office/drawing/2014/main" id="{C1B3B7A4-8D76-31E3-460C-14493153CB84}"/>
              </a:ext>
            </a:extLst>
          </p:cNvPr>
          <p:cNvSpPr txBox="1">
            <a:spLocks noChangeArrowheads="1"/>
          </p:cNvSpPr>
          <p:nvPr/>
        </p:nvSpPr>
        <p:spPr bwMode="auto">
          <a:xfrm rot="5400000">
            <a:off x="7145338" y="3111500"/>
            <a:ext cx="571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S2</a:t>
            </a:r>
            <a:endParaRPr lang="ru-RU" altLang="en-US" sz="1200" u="none"/>
          </a:p>
        </p:txBody>
      </p:sp>
      <p:sp>
        <p:nvSpPr>
          <p:cNvPr id="137296" name="Text Box 91">
            <a:extLst>
              <a:ext uri="{FF2B5EF4-FFF2-40B4-BE49-F238E27FC236}">
                <a16:creationId xmlns:a16="http://schemas.microsoft.com/office/drawing/2014/main" id="{35B02B08-C229-773F-2137-3F63FEE7D2AE}"/>
              </a:ext>
            </a:extLst>
          </p:cNvPr>
          <p:cNvSpPr txBox="1">
            <a:spLocks noChangeArrowheads="1"/>
          </p:cNvSpPr>
          <p:nvPr/>
        </p:nvSpPr>
        <p:spPr bwMode="auto">
          <a:xfrm rot="5400000">
            <a:off x="6373813" y="3140075"/>
            <a:ext cx="571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DI2</a:t>
            </a:r>
            <a:endParaRPr lang="ru-RU" altLang="en-US" sz="1200" u="none"/>
          </a:p>
        </p:txBody>
      </p:sp>
      <p:sp>
        <p:nvSpPr>
          <p:cNvPr id="137297" name="Text Box 92">
            <a:extLst>
              <a:ext uri="{FF2B5EF4-FFF2-40B4-BE49-F238E27FC236}">
                <a16:creationId xmlns:a16="http://schemas.microsoft.com/office/drawing/2014/main" id="{5BB28BFF-E6DD-25A5-AFA3-E563C7EAF784}"/>
              </a:ext>
            </a:extLst>
          </p:cNvPr>
          <p:cNvSpPr txBox="1">
            <a:spLocks noChangeArrowheads="1"/>
          </p:cNvSpPr>
          <p:nvPr/>
        </p:nvSpPr>
        <p:spPr bwMode="auto">
          <a:xfrm rot="5400000">
            <a:off x="5526088" y="3178175"/>
            <a:ext cx="571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S1</a:t>
            </a:r>
            <a:endParaRPr lang="ru-RU" altLang="en-US" sz="1200" u="none"/>
          </a:p>
        </p:txBody>
      </p:sp>
      <p:sp>
        <p:nvSpPr>
          <p:cNvPr id="137298" name="Text Box 93">
            <a:extLst>
              <a:ext uri="{FF2B5EF4-FFF2-40B4-BE49-F238E27FC236}">
                <a16:creationId xmlns:a16="http://schemas.microsoft.com/office/drawing/2014/main" id="{BCEC5296-3C87-04D2-A697-2D91642E0246}"/>
              </a:ext>
            </a:extLst>
          </p:cNvPr>
          <p:cNvSpPr txBox="1">
            <a:spLocks noChangeArrowheads="1"/>
          </p:cNvSpPr>
          <p:nvPr/>
        </p:nvSpPr>
        <p:spPr bwMode="auto">
          <a:xfrm rot="5400000">
            <a:off x="4816476" y="3087688"/>
            <a:ext cx="44767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DI1</a:t>
            </a:r>
            <a:endParaRPr lang="ru-RU" altLang="en-US" sz="1200" u="none"/>
          </a:p>
        </p:txBody>
      </p:sp>
      <p:sp>
        <p:nvSpPr>
          <p:cNvPr id="137299" name="Text Box 94">
            <a:extLst>
              <a:ext uri="{FF2B5EF4-FFF2-40B4-BE49-F238E27FC236}">
                <a16:creationId xmlns:a16="http://schemas.microsoft.com/office/drawing/2014/main" id="{5F4EF603-AA86-1B35-2027-4C55D8FCEE33}"/>
              </a:ext>
            </a:extLst>
          </p:cNvPr>
          <p:cNvSpPr txBox="1">
            <a:spLocks noChangeArrowheads="1"/>
          </p:cNvSpPr>
          <p:nvPr/>
        </p:nvSpPr>
        <p:spPr bwMode="auto">
          <a:xfrm rot="5400000">
            <a:off x="3944938" y="3235325"/>
            <a:ext cx="571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S0</a:t>
            </a:r>
            <a:endParaRPr lang="ru-RU" altLang="en-US" sz="1200" u="none"/>
          </a:p>
        </p:txBody>
      </p:sp>
      <p:sp>
        <p:nvSpPr>
          <p:cNvPr id="137300" name="Text Box 95">
            <a:extLst>
              <a:ext uri="{FF2B5EF4-FFF2-40B4-BE49-F238E27FC236}">
                <a16:creationId xmlns:a16="http://schemas.microsoft.com/office/drawing/2014/main" id="{DE946132-1FDC-B13F-10DF-2227E1EF678A}"/>
              </a:ext>
            </a:extLst>
          </p:cNvPr>
          <p:cNvSpPr txBox="1">
            <a:spLocks noChangeArrowheads="1"/>
          </p:cNvSpPr>
          <p:nvPr/>
        </p:nvSpPr>
        <p:spPr bwMode="auto">
          <a:xfrm rot="5400000">
            <a:off x="3170238" y="3216275"/>
            <a:ext cx="571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DI0</a:t>
            </a:r>
            <a:endParaRPr lang="ru-RU" altLang="en-US" sz="1200" u="none"/>
          </a:p>
        </p:txBody>
      </p:sp>
      <p:sp>
        <p:nvSpPr>
          <p:cNvPr id="137301" name="Text Box 96">
            <a:extLst>
              <a:ext uri="{FF2B5EF4-FFF2-40B4-BE49-F238E27FC236}">
                <a16:creationId xmlns:a16="http://schemas.microsoft.com/office/drawing/2014/main" id="{D0717BA0-D952-310E-49EA-75321779E8FB}"/>
              </a:ext>
            </a:extLst>
          </p:cNvPr>
          <p:cNvSpPr txBox="1">
            <a:spLocks noChangeArrowheads="1"/>
          </p:cNvSpPr>
          <p:nvPr/>
        </p:nvSpPr>
        <p:spPr bwMode="auto">
          <a:xfrm rot="5400000">
            <a:off x="8250238" y="5027613"/>
            <a:ext cx="571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O3</a:t>
            </a:r>
            <a:endParaRPr lang="ru-RU" altLang="en-US" sz="1200" u="none"/>
          </a:p>
        </p:txBody>
      </p:sp>
      <p:sp>
        <p:nvSpPr>
          <p:cNvPr id="137302" name="Text Box 97">
            <a:extLst>
              <a:ext uri="{FF2B5EF4-FFF2-40B4-BE49-F238E27FC236}">
                <a16:creationId xmlns:a16="http://schemas.microsoft.com/office/drawing/2014/main" id="{A3334DE8-B5B7-5FA7-FA87-AA52566CD722}"/>
              </a:ext>
            </a:extLst>
          </p:cNvPr>
          <p:cNvSpPr txBox="1">
            <a:spLocks noChangeArrowheads="1"/>
          </p:cNvSpPr>
          <p:nvPr/>
        </p:nvSpPr>
        <p:spPr bwMode="auto">
          <a:xfrm rot="5400000">
            <a:off x="6738938" y="5003801"/>
            <a:ext cx="42862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O2</a:t>
            </a:r>
            <a:endParaRPr lang="ru-RU" altLang="en-US" sz="1200" u="none"/>
          </a:p>
        </p:txBody>
      </p:sp>
      <p:sp>
        <p:nvSpPr>
          <p:cNvPr id="137303" name="Text Box 98">
            <a:extLst>
              <a:ext uri="{FF2B5EF4-FFF2-40B4-BE49-F238E27FC236}">
                <a16:creationId xmlns:a16="http://schemas.microsoft.com/office/drawing/2014/main" id="{2C7F7FD3-FFF7-251F-FF18-84ECC3A755B0}"/>
              </a:ext>
            </a:extLst>
          </p:cNvPr>
          <p:cNvSpPr txBox="1">
            <a:spLocks noChangeArrowheads="1"/>
          </p:cNvSpPr>
          <p:nvPr/>
        </p:nvSpPr>
        <p:spPr bwMode="auto">
          <a:xfrm rot="5400000">
            <a:off x="5048251" y="4983164"/>
            <a:ext cx="468313"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O1</a:t>
            </a:r>
            <a:endParaRPr lang="ru-RU" altLang="en-US" sz="1200" u="none"/>
          </a:p>
        </p:txBody>
      </p:sp>
      <p:sp>
        <p:nvSpPr>
          <p:cNvPr id="137304" name="Text Box 99">
            <a:extLst>
              <a:ext uri="{FF2B5EF4-FFF2-40B4-BE49-F238E27FC236}">
                <a16:creationId xmlns:a16="http://schemas.microsoft.com/office/drawing/2014/main" id="{FC1523E0-9395-B195-9239-27562F6D0180}"/>
              </a:ext>
            </a:extLst>
          </p:cNvPr>
          <p:cNvSpPr txBox="1">
            <a:spLocks noChangeArrowheads="1"/>
          </p:cNvSpPr>
          <p:nvPr/>
        </p:nvSpPr>
        <p:spPr bwMode="auto">
          <a:xfrm rot="5400000">
            <a:off x="3508376" y="5041901"/>
            <a:ext cx="42862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O0</a:t>
            </a:r>
            <a:endParaRPr lang="ru-RU" altLang="en-US" sz="1200" u="none"/>
          </a:p>
        </p:txBody>
      </p:sp>
      <p:sp>
        <p:nvSpPr>
          <p:cNvPr id="137305" name="Text Box 100">
            <a:extLst>
              <a:ext uri="{FF2B5EF4-FFF2-40B4-BE49-F238E27FC236}">
                <a16:creationId xmlns:a16="http://schemas.microsoft.com/office/drawing/2014/main" id="{FC72AB91-3A7D-4C5A-5F12-AFA139D87640}"/>
              </a:ext>
            </a:extLst>
          </p:cNvPr>
          <p:cNvSpPr txBox="1">
            <a:spLocks noChangeArrowheads="1"/>
          </p:cNvSpPr>
          <p:nvPr/>
        </p:nvSpPr>
        <p:spPr bwMode="auto">
          <a:xfrm rot="5400000">
            <a:off x="7507288" y="4989513"/>
            <a:ext cx="571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CO2</a:t>
            </a:r>
            <a:endParaRPr lang="ru-RU" altLang="en-US" sz="1200" u="none"/>
          </a:p>
        </p:txBody>
      </p:sp>
      <p:sp>
        <p:nvSpPr>
          <p:cNvPr id="137306" name="Text Box 101">
            <a:extLst>
              <a:ext uri="{FF2B5EF4-FFF2-40B4-BE49-F238E27FC236}">
                <a16:creationId xmlns:a16="http://schemas.microsoft.com/office/drawing/2014/main" id="{787292DF-98D0-B8B4-A218-13EBA2A083F8}"/>
              </a:ext>
            </a:extLst>
          </p:cNvPr>
          <p:cNvSpPr txBox="1">
            <a:spLocks noChangeArrowheads="1"/>
          </p:cNvSpPr>
          <p:nvPr/>
        </p:nvSpPr>
        <p:spPr bwMode="auto">
          <a:xfrm rot="5400000">
            <a:off x="5867400" y="5013325"/>
            <a:ext cx="571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CO1</a:t>
            </a:r>
            <a:endParaRPr lang="ru-RU" altLang="en-US" sz="1200" u="none"/>
          </a:p>
        </p:txBody>
      </p:sp>
      <p:sp>
        <p:nvSpPr>
          <p:cNvPr id="137307" name="Text Box 102">
            <a:extLst>
              <a:ext uri="{FF2B5EF4-FFF2-40B4-BE49-F238E27FC236}">
                <a16:creationId xmlns:a16="http://schemas.microsoft.com/office/drawing/2014/main" id="{2690CC9B-EA1C-173D-8823-E42C1956F1CE}"/>
              </a:ext>
            </a:extLst>
          </p:cNvPr>
          <p:cNvSpPr txBox="1">
            <a:spLocks noChangeArrowheads="1"/>
          </p:cNvSpPr>
          <p:nvPr/>
        </p:nvSpPr>
        <p:spPr bwMode="auto">
          <a:xfrm rot="5400000">
            <a:off x="4279900" y="4953000"/>
            <a:ext cx="571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CO0</a:t>
            </a:r>
            <a:endParaRPr lang="ru-RU" altLang="en-US" sz="1200" u="none"/>
          </a:p>
        </p:txBody>
      </p:sp>
      <p:sp>
        <p:nvSpPr>
          <p:cNvPr id="137308" name="Line 103">
            <a:extLst>
              <a:ext uri="{FF2B5EF4-FFF2-40B4-BE49-F238E27FC236}">
                <a16:creationId xmlns:a16="http://schemas.microsoft.com/office/drawing/2014/main" id="{07ED3E7B-5C22-C2A6-3A94-DE0DF64CA620}"/>
              </a:ext>
            </a:extLst>
          </p:cNvPr>
          <p:cNvSpPr>
            <a:spLocks noChangeShapeType="1"/>
          </p:cNvSpPr>
          <p:nvPr/>
        </p:nvSpPr>
        <p:spPr bwMode="auto">
          <a:xfrm rot="5400000">
            <a:off x="8374857" y="4596607"/>
            <a:ext cx="1751013"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37309" name="Text Box 104">
            <a:extLst>
              <a:ext uri="{FF2B5EF4-FFF2-40B4-BE49-F238E27FC236}">
                <a16:creationId xmlns:a16="http://schemas.microsoft.com/office/drawing/2014/main" id="{0EC892FC-570A-B2A7-FE9F-9179688D7E3A}"/>
              </a:ext>
            </a:extLst>
          </p:cNvPr>
          <p:cNvSpPr txBox="1">
            <a:spLocks noChangeArrowheads="1"/>
          </p:cNvSpPr>
          <p:nvPr/>
        </p:nvSpPr>
        <p:spPr bwMode="auto">
          <a:xfrm rot="5400000">
            <a:off x="9040813" y="4970463"/>
            <a:ext cx="5715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CO3</a:t>
            </a:r>
            <a:endParaRPr lang="ru-RU" altLang="en-US" sz="1200" u="none"/>
          </a:p>
        </p:txBody>
      </p:sp>
      <p:sp>
        <p:nvSpPr>
          <p:cNvPr id="137310" name="Line 105">
            <a:extLst>
              <a:ext uri="{FF2B5EF4-FFF2-40B4-BE49-F238E27FC236}">
                <a16:creationId xmlns:a16="http://schemas.microsoft.com/office/drawing/2014/main" id="{2B6F747C-8734-5FCF-53E5-1EEC41FC9D6D}"/>
              </a:ext>
            </a:extLst>
          </p:cNvPr>
          <p:cNvSpPr>
            <a:spLocks noChangeShapeType="1"/>
          </p:cNvSpPr>
          <p:nvPr/>
        </p:nvSpPr>
        <p:spPr bwMode="auto">
          <a:xfrm rot="5400000">
            <a:off x="8304213" y="4133850"/>
            <a:ext cx="2330450"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37311" name="Line 106">
            <a:extLst>
              <a:ext uri="{FF2B5EF4-FFF2-40B4-BE49-F238E27FC236}">
                <a16:creationId xmlns:a16="http://schemas.microsoft.com/office/drawing/2014/main" id="{893B7BF9-57F9-4B0A-D61C-85F7E859DDCE}"/>
              </a:ext>
            </a:extLst>
          </p:cNvPr>
          <p:cNvSpPr>
            <a:spLocks noChangeShapeType="1"/>
          </p:cNvSpPr>
          <p:nvPr/>
        </p:nvSpPr>
        <p:spPr bwMode="auto">
          <a:xfrm rot="5400000">
            <a:off x="5688807" y="-794544"/>
            <a:ext cx="0" cy="7545387"/>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37312" name="Line 107">
            <a:extLst>
              <a:ext uri="{FF2B5EF4-FFF2-40B4-BE49-F238E27FC236}">
                <a16:creationId xmlns:a16="http://schemas.microsoft.com/office/drawing/2014/main" id="{8F2A8717-CACC-4AAF-B794-0A32B072AA95}"/>
              </a:ext>
            </a:extLst>
          </p:cNvPr>
          <p:cNvSpPr>
            <a:spLocks noChangeShapeType="1"/>
          </p:cNvSpPr>
          <p:nvPr/>
        </p:nvSpPr>
        <p:spPr bwMode="auto">
          <a:xfrm rot="5400000">
            <a:off x="750888" y="4124325"/>
            <a:ext cx="2330450" cy="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37313" name="Line 108">
            <a:extLst>
              <a:ext uri="{FF2B5EF4-FFF2-40B4-BE49-F238E27FC236}">
                <a16:creationId xmlns:a16="http://schemas.microsoft.com/office/drawing/2014/main" id="{38593A95-733B-AFEA-F16C-320B004BAE6C}"/>
              </a:ext>
            </a:extLst>
          </p:cNvPr>
          <p:cNvSpPr>
            <a:spLocks noChangeShapeType="1"/>
          </p:cNvSpPr>
          <p:nvPr/>
        </p:nvSpPr>
        <p:spPr bwMode="auto">
          <a:xfrm rot="5400000">
            <a:off x="5707063" y="1541463"/>
            <a:ext cx="0" cy="754380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37314" name="Text Box 109">
            <a:extLst>
              <a:ext uri="{FF2B5EF4-FFF2-40B4-BE49-F238E27FC236}">
                <a16:creationId xmlns:a16="http://schemas.microsoft.com/office/drawing/2014/main" id="{F5EC4964-D70E-F155-AAEA-54E592159965}"/>
              </a:ext>
            </a:extLst>
          </p:cNvPr>
          <p:cNvSpPr txBox="1">
            <a:spLocks noChangeArrowheads="1"/>
          </p:cNvSpPr>
          <p:nvPr/>
        </p:nvSpPr>
        <p:spPr bwMode="auto">
          <a:xfrm rot="5400000">
            <a:off x="8624094" y="1959769"/>
            <a:ext cx="80010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O6, LUTD</a:t>
            </a:r>
            <a:endParaRPr lang="ru-RU" altLang="en-US" sz="1200" u="none"/>
          </a:p>
        </p:txBody>
      </p:sp>
      <p:sp>
        <p:nvSpPr>
          <p:cNvPr id="137315" name="Text Box 110">
            <a:extLst>
              <a:ext uri="{FF2B5EF4-FFF2-40B4-BE49-F238E27FC236}">
                <a16:creationId xmlns:a16="http://schemas.microsoft.com/office/drawing/2014/main" id="{63887E50-B1BA-8764-2A10-0A5166EFDEFB}"/>
              </a:ext>
            </a:extLst>
          </p:cNvPr>
          <p:cNvSpPr txBox="1">
            <a:spLocks noChangeArrowheads="1"/>
          </p:cNvSpPr>
          <p:nvPr/>
        </p:nvSpPr>
        <p:spPr bwMode="auto">
          <a:xfrm rot="5400000">
            <a:off x="8001794" y="1972469"/>
            <a:ext cx="80010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O5, LUTD</a:t>
            </a:r>
            <a:endParaRPr lang="ru-RU" altLang="en-US" sz="1200" u="none"/>
          </a:p>
        </p:txBody>
      </p:sp>
      <p:sp>
        <p:nvSpPr>
          <p:cNvPr id="137316" name="Text Box 111">
            <a:extLst>
              <a:ext uri="{FF2B5EF4-FFF2-40B4-BE49-F238E27FC236}">
                <a16:creationId xmlns:a16="http://schemas.microsoft.com/office/drawing/2014/main" id="{F5A35E56-8E85-6049-5DAD-FEF97148CE1C}"/>
              </a:ext>
            </a:extLst>
          </p:cNvPr>
          <p:cNvSpPr txBox="1">
            <a:spLocks noChangeArrowheads="1"/>
          </p:cNvSpPr>
          <p:nvPr/>
        </p:nvSpPr>
        <p:spPr bwMode="auto">
          <a:xfrm rot="5400000">
            <a:off x="7674769" y="2020094"/>
            <a:ext cx="80010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DX</a:t>
            </a:r>
            <a:endParaRPr lang="ru-RU" altLang="en-US" sz="1200" u="none"/>
          </a:p>
        </p:txBody>
      </p:sp>
      <p:sp>
        <p:nvSpPr>
          <p:cNvPr id="137317" name="Text Box 112">
            <a:extLst>
              <a:ext uri="{FF2B5EF4-FFF2-40B4-BE49-F238E27FC236}">
                <a16:creationId xmlns:a16="http://schemas.microsoft.com/office/drawing/2014/main" id="{33E15681-09C5-C832-377D-C002FBE88BD9}"/>
              </a:ext>
            </a:extLst>
          </p:cNvPr>
          <p:cNvSpPr txBox="1">
            <a:spLocks noChangeArrowheads="1"/>
          </p:cNvSpPr>
          <p:nvPr/>
        </p:nvSpPr>
        <p:spPr bwMode="auto">
          <a:xfrm rot="5400000">
            <a:off x="7036594" y="1869282"/>
            <a:ext cx="80010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O6, LUTC</a:t>
            </a:r>
            <a:endParaRPr lang="ru-RU" altLang="en-US" sz="1200" u="none"/>
          </a:p>
        </p:txBody>
      </p:sp>
      <p:sp>
        <p:nvSpPr>
          <p:cNvPr id="137318" name="Text Box 113">
            <a:extLst>
              <a:ext uri="{FF2B5EF4-FFF2-40B4-BE49-F238E27FC236}">
                <a16:creationId xmlns:a16="http://schemas.microsoft.com/office/drawing/2014/main" id="{05BD123F-05CA-3CCD-7BCC-A2F3C8A598DC}"/>
              </a:ext>
            </a:extLst>
          </p:cNvPr>
          <p:cNvSpPr txBox="1">
            <a:spLocks noChangeArrowheads="1"/>
          </p:cNvSpPr>
          <p:nvPr/>
        </p:nvSpPr>
        <p:spPr bwMode="auto">
          <a:xfrm rot="5400000">
            <a:off x="6431757" y="1902619"/>
            <a:ext cx="80010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O5, LUTC</a:t>
            </a:r>
            <a:endParaRPr lang="ru-RU" altLang="en-US" sz="1200" u="none"/>
          </a:p>
        </p:txBody>
      </p:sp>
      <p:sp>
        <p:nvSpPr>
          <p:cNvPr id="137319" name="Text Box 114">
            <a:extLst>
              <a:ext uri="{FF2B5EF4-FFF2-40B4-BE49-F238E27FC236}">
                <a16:creationId xmlns:a16="http://schemas.microsoft.com/office/drawing/2014/main" id="{2ADA20F8-8895-38A0-0553-510EDF41BC1E}"/>
              </a:ext>
            </a:extLst>
          </p:cNvPr>
          <p:cNvSpPr txBox="1">
            <a:spLocks noChangeArrowheads="1"/>
          </p:cNvSpPr>
          <p:nvPr/>
        </p:nvSpPr>
        <p:spPr bwMode="auto">
          <a:xfrm rot="5400000">
            <a:off x="6005513" y="2032001"/>
            <a:ext cx="8001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CX</a:t>
            </a:r>
            <a:endParaRPr lang="ru-RU" altLang="en-US" sz="1200" u="none"/>
          </a:p>
        </p:txBody>
      </p:sp>
      <p:sp>
        <p:nvSpPr>
          <p:cNvPr id="137320" name="Text Box 115">
            <a:extLst>
              <a:ext uri="{FF2B5EF4-FFF2-40B4-BE49-F238E27FC236}">
                <a16:creationId xmlns:a16="http://schemas.microsoft.com/office/drawing/2014/main" id="{99E45184-ED1B-10E8-E7DB-F556C8A6EB29}"/>
              </a:ext>
            </a:extLst>
          </p:cNvPr>
          <p:cNvSpPr txBox="1">
            <a:spLocks noChangeArrowheads="1"/>
          </p:cNvSpPr>
          <p:nvPr/>
        </p:nvSpPr>
        <p:spPr bwMode="auto">
          <a:xfrm rot="5400000">
            <a:off x="5407819" y="1912144"/>
            <a:ext cx="80010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O6, LUTB</a:t>
            </a:r>
            <a:endParaRPr lang="ru-RU" altLang="en-US" sz="1200" u="none"/>
          </a:p>
        </p:txBody>
      </p:sp>
      <p:sp>
        <p:nvSpPr>
          <p:cNvPr id="137321" name="Text Box 116">
            <a:extLst>
              <a:ext uri="{FF2B5EF4-FFF2-40B4-BE49-F238E27FC236}">
                <a16:creationId xmlns:a16="http://schemas.microsoft.com/office/drawing/2014/main" id="{81937CEA-5DBD-304E-F892-21A06E92EAFF}"/>
              </a:ext>
            </a:extLst>
          </p:cNvPr>
          <p:cNvSpPr txBox="1">
            <a:spLocks noChangeArrowheads="1"/>
          </p:cNvSpPr>
          <p:nvPr/>
        </p:nvSpPr>
        <p:spPr bwMode="auto">
          <a:xfrm rot="5400000">
            <a:off x="4812507" y="1835944"/>
            <a:ext cx="80010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O5, LUTB</a:t>
            </a:r>
            <a:endParaRPr lang="ru-RU" altLang="en-US" sz="1200" u="none"/>
          </a:p>
        </p:txBody>
      </p:sp>
      <p:sp>
        <p:nvSpPr>
          <p:cNvPr id="137322" name="Text Box 117">
            <a:extLst>
              <a:ext uri="{FF2B5EF4-FFF2-40B4-BE49-F238E27FC236}">
                <a16:creationId xmlns:a16="http://schemas.microsoft.com/office/drawing/2014/main" id="{76BFB353-8869-CDC7-02EA-1567C2A65518}"/>
              </a:ext>
            </a:extLst>
          </p:cNvPr>
          <p:cNvSpPr txBox="1">
            <a:spLocks noChangeArrowheads="1"/>
          </p:cNvSpPr>
          <p:nvPr/>
        </p:nvSpPr>
        <p:spPr bwMode="auto">
          <a:xfrm rot="5400000">
            <a:off x="4521994" y="2016919"/>
            <a:ext cx="57150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BX</a:t>
            </a:r>
            <a:endParaRPr lang="ru-RU" altLang="en-US" sz="1200" u="none"/>
          </a:p>
        </p:txBody>
      </p:sp>
      <p:sp>
        <p:nvSpPr>
          <p:cNvPr id="137323" name="Text Box 118">
            <a:extLst>
              <a:ext uri="{FF2B5EF4-FFF2-40B4-BE49-F238E27FC236}">
                <a16:creationId xmlns:a16="http://schemas.microsoft.com/office/drawing/2014/main" id="{197DEFF9-7822-6663-F72A-4145CAC27A3D}"/>
              </a:ext>
            </a:extLst>
          </p:cNvPr>
          <p:cNvSpPr txBox="1">
            <a:spLocks noChangeArrowheads="1"/>
          </p:cNvSpPr>
          <p:nvPr/>
        </p:nvSpPr>
        <p:spPr bwMode="auto">
          <a:xfrm rot="5400000">
            <a:off x="3798094" y="1902619"/>
            <a:ext cx="80010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O6, LUTA</a:t>
            </a:r>
            <a:endParaRPr lang="ru-RU" altLang="en-US" sz="1200" u="none"/>
          </a:p>
        </p:txBody>
      </p:sp>
      <p:sp>
        <p:nvSpPr>
          <p:cNvPr id="137324" name="Text Box 119">
            <a:extLst>
              <a:ext uri="{FF2B5EF4-FFF2-40B4-BE49-F238E27FC236}">
                <a16:creationId xmlns:a16="http://schemas.microsoft.com/office/drawing/2014/main" id="{5F408C36-6C92-F5BA-4358-E895C56FEB98}"/>
              </a:ext>
            </a:extLst>
          </p:cNvPr>
          <p:cNvSpPr txBox="1">
            <a:spLocks noChangeArrowheads="1"/>
          </p:cNvSpPr>
          <p:nvPr/>
        </p:nvSpPr>
        <p:spPr bwMode="auto">
          <a:xfrm rot="5400000">
            <a:off x="3245644" y="1888332"/>
            <a:ext cx="80010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O5, LUTA</a:t>
            </a:r>
            <a:endParaRPr lang="ru-RU" altLang="en-US" sz="1200" u="none"/>
          </a:p>
        </p:txBody>
      </p:sp>
      <p:sp>
        <p:nvSpPr>
          <p:cNvPr id="137325" name="Text Box 120">
            <a:extLst>
              <a:ext uri="{FF2B5EF4-FFF2-40B4-BE49-F238E27FC236}">
                <a16:creationId xmlns:a16="http://schemas.microsoft.com/office/drawing/2014/main" id="{5E2E5B14-F6AA-EAFE-F2A7-28D6E417E40F}"/>
              </a:ext>
            </a:extLst>
          </p:cNvPr>
          <p:cNvSpPr txBox="1">
            <a:spLocks noChangeArrowheads="1"/>
          </p:cNvSpPr>
          <p:nvPr/>
        </p:nvSpPr>
        <p:spPr bwMode="auto">
          <a:xfrm rot="5400000">
            <a:off x="2950369" y="2112169"/>
            <a:ext cx="571500"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200" u="none"/>
              <a:t>AX</a:t>
            </a:r>
            <a:endParaRPr lang="ru-RU" altLang="en-US" sz="1200" u="none"/>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itle 1">
            <a:extLst>
              <a:ext uri="{FF2B5EF4-FFF2-40B4-BE49-F238E27FC236}">
                <a16:creationId xmlns:a16="http://schemas.microsoft.com/office/drawing/2014/main" id="{1ABEEB19-BD93-A799-F1C5-B0DACAFE11F3}"/>
              </a:ext>
            </a:extLst>
          </p:cNvPr>
          <p:cNvSpPr>
            <a:spLocks noGrp="1" noChangeArrowheads="1"/>
          </p:cNvSpPr>
          <p:nvPr>
            <p:ph type="title"/>
          </p:nvPr>
        </p:nvSpPr>
        <p:spPr>
          <a:xfrm>
            <a:off x="0" y="183401"/>
            <a:ext cx="11612880" cy="704088"/>
          </a:xfrm>
        </p:spPr>
        <p:txBody>
          <a:bodyPr/>
          <a:lstStyle/>
          <a:p>
            <a:r>
              <a:rPr lang="en-US" altLang="en-US"/>
              <a:t>Adder in FPGA</a:t>
            </a:r>
            <a:endParaRPr lang="en-GB" altLang="en-US"/>
          </a:p>
        </p:txBody>
      </p:sp>
      <p:sp>
        <p:nvSpPr>
          <p:cNvPr id="138243" name="Rectangle 2">
            <a:extLst>
              <a:ext uri="{FF2B5EF4-FFF2-40B4-BE49-F238E27FC236}">
                <a16:creationId xmlns:a16="http://schemas.microsoft.com/office/drawing/2014/main" id="{BDF996FE-9BA0-A0FF-E740-CDA00B49FD0D}"/>
              </a:ext>
            </a:extLst>
          </p:cNvPr>
          <p:cNvSpPr>
            <a:spLocks noChangeArrowheads="1"/>
          </p:cNvSpPr>
          <p:nvPr/>
        </p:nvSpPr>
        <p:spPr bwMode="auto">
          <a:xfrm>
            <a:off x="3352800" y="1320801"/>
            <a:ext cx="990600" cy="549275"/>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b="0" u="none"/>
              <a:t>LUT</a:t>
            </a:r>
            <a:endParaRPr lang="en-GB" altLang="en-US" sz="1600" b="0" u="none"/>
          </a:p>
        </p:txBody>
      </p:sp>
      <p:cxnSp>
        <p:nvCxnSpPr>
          <p:cNvPr id="138244" name="Straight Connector 4">
            <a:extLst>
              <a:ext uri="{FF2B5EF4-FFF2-40B4-BE49-F238E27FC236}">
                <a16:creationId xmlns:a16="http://schemas.microsoft.com/office/drawing/2014/main" id="{4D9E3451-C342-2B7E-0D08-CC84A54C9557}"/>
              </a:ext>
            </a:extLst>
          </p:cNvPr>
          <p:cNvCxnSpPr>
            <a:cxnSpLocks noChangeShapeType="1"/>
          </p:cNvCxnSpPr>
          <p:nvPr/>
        </p:nvCxnSpPr>
        <p:spPr bwMode="auto">
          <a:xfrm>
            <a:off x="4343400" y="1600200"/>
            <a:ext cx="503238" cy="1588"/>
          </a:xfrm>
          <a:prstGeom prst="line">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38245" name="Straight Connector 9">
            <a:extLst>
              <a:ext uri="{FF2B5EF4-FFF2-40B4-BE49-F238E27FC236}">
                <a16:creationId xmlns:a16="http://schemas.microsoft.com/office/drawing/2014/main" id="{66E3DB94-4843-B253-BFED-744CE3C5DCAF}"/>
              </a:ext>
            </a:extLst>
          </p:cNvPr>
          <p:cNvCxnSpPr>
            <a:cxnSpLocks noChangeShapeType="1"/>
          </p:cNvCxnSpPr>
          <p:nvPr/>
        </p:nvCxnSpPr>
        <p:spPr bwMode="auto">
          <a:xfrm rot="16200000" flipH="1">
            <a:off x="2214563" y="1693863"/>
            <a:ext cx="1006475"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38246" name="Straight Arrow Connector 11">
            <a:extLst>
              <a:ext uri="{FF2B5EF4-FFF2-40B4-BE49-F238E27FC236}">
                <a16:creationId xmlns:a16="http://schemas.microsoft.com/office/drawing/2014/main" id="{582B191C-E707-DF4C-3DA7-8675B1B83BD8}"/>
              </a:ext>
            </a:extLst>
          </p:cNvPr>
          <p:cNvCxnSpPr>
            <a:cxnSpLocks noChangeShapeType="1"/>
          </p:cNvCxnSpPr>
          <p:nvPr/>
        </p:nvCxnSpPr>
        <p:spPr bwMode="auto">
          <a:xfrm>
            <a:off x="2717801" y="1371600"/>
            <a:ext cx="639763" cy="1588"/>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38247" name="Straight Arrow Connector 12">
            <a:extLst>
              <a:ext uri="{FF2B5EF4-FFF2-40B4-BE49-F238E27FC236}">
                <a16:creationId xmlns:a16="http://schemas.microsoft.com/office/drawing/2014/main" id="{06718245-AC3F-5373-00D8-A512614162FD}"/>
              </a:ext>
            </a:extLst>
          </p:cNvPr>
          <p:cNvCxnSpPr>
            <a:cxnSpLocks noChangeShapeType="1"/>
          </p:cNvCxnSpPr>
          <p:nvPr/>
        </p:nvCxnSpPr>
        <p:spPr bwMode="auto">
          <a:xfrm>
            <a:off x="2501901" y="1574800"/>
            <a:ext cx="822325" cy="1588"/>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38248" name="Straight Arrow Connector 13">
            <a:extLst>
              <a:ext uri="{FF2B5EF4-FFF2-40B4-BE49-F238E27FC236}">
                <a16:creationId xmlns:a16="http://schemas.microsoft.com/office/drawing/2014/main" id="{3DD2855B-38EA-2321-90FB-3BE98C9080EA}"/>
              </a:ext>
            </a:extLst>
          </p:cNvPr>
          <p:cNvCxnSpPr>
            <a:cxnSpLocks noChangeShapeType="1"/>
          </p:cNvCxnSpPr>
          <p:nvPr/>
        </p:nvCxnSpPr>
        <p:spPr bwMode="auto">
          <a:xfrm>
            <a:off x="2501901" y="1778000"/>
            <a:ext cx="822325" cy="1588"/>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38249" name="TextBox 14">
            <a:extLst>
              <a:ext uri="{FF2B5EF4-FFF2-40B4-BE49-F238E27FC236}">
                <a16:creationId xmlns:a16="http://schemas.microsoft.com/office/drawing/2014/main" id="{0456A6E9-DDF6-FB76-E778-FC24A28D0CFE}"/>
              </a:ext>
            </a:extLst>
          </p:cNvPr>
          <p:cNvSpPr txBox="1">
            <a:spLocks noChangeArrowheads="1"/>
          </p:cNvSpPr>
          <p:nvPr/>
        </p:nvSpPr>
        <p:spPr bwMode="auto">
          <a:xfrm>
            <a:off x="1828800" y="838200"/>
            <a:ext cx="1066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Carry_in</a:t>
            </a:r>
            <a:endParaRPr lang="en-GB" altLang="en-US" sz="1600" b="0" u="none"/>
          </a:p>
        </p:txBody>
      </p:sp>
      <p:sp>
        <p:nvSpPr>
          <p:cNvPr id="138250" name="TextBox 15">
            <a:extLst>
              <a:ext uri="{FF2B5EF4-FFF2-40B4-BE49-F238E27FC236}">
                <a16:creationId xmlns:a16="http://schemas.microsoft.com/office/drawing/2014/main" id="{7280DC8A-7B81-E18D-4903-25C784EBA1E4}"/>
              </a:ext>
            </a:extLst>
          </p:cNvPr>
          <p:cNvSpPr txBox="1">
            <a:spLocks noChangeArrowheads="1"/>
          </p:cNvSpPr>
          <p:nvPr/>
        </p:nvSpPr>
        <p:spPr bwMode="auto">
          <a:xfrm>
            <a:off x="2082800" y="1384300"/>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a:t>
            </a:r>
            <a:r>
              <a:rPr lang="en-US" altLang="en-US" sz="1600" b="0" u="none" baseline="-25000"/>
              <a:t>0</a:t>
            </a:r>
            <a:endParaRPr lang="en-GB" altLang="en-US" sz="1600" b="0" u="none" baseline="-25000"/>
          </a:p>
        </p:txBody>
      </p:sp>
      <p:sp>
        <p:nvSpPr>
          <p:cNvPr id="138251" name="TextBox 16">
            <a:extLst>
              <a:ext uri="{FF2B5EF4-FFF2-40B4-BE49-F238E27FC236}">
                <a16:creationId xmlns:a16="http://schemas.microsoft.com/office/drawing/2014/main" id="{42FB644D-A12C-996F-0EF0-CCAF4B4E458D}"/>
              </a:ext>
            </a:extLst>
          </p:cNvPr>
          <p:cNvSpPr txBox="1">
            <a:spLocks noChangeArrowheads="1"/>
          </p:cNvSpPr>
          <p:nvPr/>
        </p:nvSpPr>
        <p:spPr bwMode="auto">
          <a:xfrm>
            <a:off x="2070100" y="1625600"/>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b</a:t>
            </a:r>
            <a:r>
              <a:rPr lang="en-US" altLang="en-US" sz="1600" b="0" u="none" baseline="-25000"/>
              <a:t>0</a:t>
            </a:r>
            <a:endParaRPr lang="en-GB" altLang="en-US" sz="1600" b="0" u="none" baseline="-25000"/>
          </a:p>
        </p:txBody>
      </p:sp>
      <p:sp>
        <p:nvSpPr>
          <p:cNvPr id="138252" name="Rectangle 17">
            <a:extLst>
              <a:ext uri="{FF2B5EF4-FFF2-40B4-BE49-F238E27FC236}">
                <a16:creationId xmlns:a16="http://schemas.microsoft.com/office/drawing/2014/main" id="{5256E97A-40CB-F0AB-F048-96F0D341E900}"/>
              </a:ext>
            </a:extLst>
          </p:cNvPr>
          <p:cNvSpPr>
            <a:spLocks noChangeArrowheads="1"/>
          </p:cNvSpPr>
          <p:nvPr/>
        </p:nvSpPr>
        <p:spPr bwMode="auto">
          <a:xfrm>
            <a:off x="4838700" y="1244600"/>
            <a:ext cx="762000" cy="731838"/>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b="0" u="none"/>
              <a:t>FF</a:t>
            </a:r>
            <a:endParaRPr lang="en-GB" altLang="en-US" b="0" u="none"/>
          </a:p>
        </p:txBody>
      </p:sp>
      <p:cxnSp>
        <p:nvCxnSpPr>
          <p:cNvPr id="138253" name="Straight Connector 18">
            <a:extLst>
              <a:ext uri="{FF2B5EF4-FFF2-40B4-BE49-F238E27FC236}">
                <a16:creationId xmlns:a16="http://schemas.microsoft.com/office/drawing/2014/main" id="{9119912E-B995-80CF-1D6D-31FA712EA418}"/>
              </a:ext>
            </a:extLst>
          </p:cNvPr>
          <p:cNvCxnSpPr>
            <a:cxnSpLocks noChangeShapeType="1"/>
          </p:cNvCxnSpPr>
          <p:nvPr/>
        </p:nvCxnSpPr>
        <p:spPr bwMode="auto">
          <a:xfrm>
            <a:off x="5588001" y="1600200"/>
            <a:ext cx="549275" cy="1588"/>
          </a:xfrm>
          <a:prstGeom prst="line">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38254" name="TextBox 19">
            <a:extLst>
              <a:ext uri="{FF2B5EF4-FFF2-40B4-BE49-F238E27FC236}">
                <a16:creationId xmlns:a16="http://schemas.microsoft.com/office/drawing/2014/main" id="{1CF0FCB6-D216-37E6-C025-71ABD45BA0A1}"/>
              </a:ext>
            </a:extLst>
          </p:cNvPr>
          <p:cNvSpPr txBox="1">
            <a:spLocks noChangeArrowheads="1"/>
          </p:cNvSpPr>
          <p:nvPr/>
        </p:nvSpPr>
        <p:spPr bwMode="auto">
          <a:xfrm>
            <a:off x="6172200" y="1447800"/>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S</a:t>
            </a:r>
            <a:r>
              <a:rPr lang="en-US" altLang="en-US" sz="1600" b="0" u="none" baseline="-25000"/>
              <a:t>0</a:t>
            </a:r>
            <a:endParaRPr lang="en-GB" altLang="en-US" sz="1600" b="0" u="none" baseline="-25000"/>
          </a:p>
        </p:txBody>
      </p:sp>
      <p:sp>
        <p:nvSpPr>
          <p:cNvPr id="138255" name="Rectangle 31">
            <a:extLst>
              <a:ext uri="{FF2B5EF4-FFF2-40B4-BE49-F238E27FC236}">
                <a16:creationId xmlns:a16="http://schemas.microsoft.com/office/drawing/2014/main" id="{3D4790DE-E808-A552-81D0-B991D5762B5E}"/>
              </a:ext>
            </a:extLst>
          </p:cNvPr>
          <p:cNvSpPr>
            <a:spLocks noChangeArrowheads="1"/>
          </p:cNvSpPr>
          <p:nvPr/>
        </p:nvSpPr>
        <p:spPr bwMode="auto">
          <a:xfrm>
            <a:off x="3327400" y="2057401"/>
            <a:ext cx="1295400" cy="639763"/>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b="0" u="none"/>
              <a:t>Dedicated</a:t>
            </a:r>
          </a:p>
          <a:p>
            <a:pPr algn="ctr" eaLnBrk="1" hangingPunct="1"/>
            <a:r>
              <a:rPr lang="en-US" altLang="en-US" sz="1600" b="0" u="none"/>
              <a:t>Carry Chain</a:t>
            </a:r>
            <a:endParaRPr lang="en-GB" altLang="en-US" sz="1600" b="0" u="none"/>
          </a:p>
        </p:txBody>
      </p:sp>
      <p:cxnSp>
        <p:nvCxnSpPr>
          <p:cNvPr id="138256" name="Straight Arrow Connector 33">
            <a:extLst>
              <a:ext uri="{FF2B5EF4-FFF2-40B4-BE49-F238E27FC236}">
                <a16:creationId xmlns:a16="http://schemas.microsoft.com/office/drawing/2014/main" id="{4DD65189-06C0-7250-5CF0-30BC4B5FF853}"/>
              </a:ext>
            </a:extLst>
          </p:cNvPr>
          <p:cNvCxnSpPr>
            <a:cxnSpLocks noChangeShapeType="1"/>
          </p:cNvCxnSpPr>
          <p:nvPr/>
        </p:nvCxnSpPr>
        <p:spPr bwMode="auto">
          <a:xfrm>
            <a:off x="2705101" y="2197100"/>
            <a:ext cx="639763" cy="1588"/>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38257" name="Straight Connector 35">
            <a:extLst>
              <a:ext uri="{FF2B5EF4-FFF2-40B4-BE49-F238E27FC236}">
                <a16:creationId xmlns:a16="http://schemas.microsoft.com/office/drawing/2014/main" id="{E6B838B0-380B-51BE-7E7E-F2BEEB0A04E2}"/>
              </a:ext>
            </a:extLst>
          </p:cNvPr>
          <p:cNvCxnSpPr>
            <a:cxnSpLocks noChangeShapeType="1"/>
          </p:cNvCxnSpPr>
          <p:nvPr/>
        </p:nvCxnSpPr>
        <p:spPr bwMode="auto">
          <a:xfrm rot="5400000">
            <a:off x="2636839" y="1985964"/>
            <a:ext cx="822325" cy="3175"/>
          </a:xfrm>
          <a:prstGeom prst="line">
            <a:avLst/>
          </a:prstGeom>
          <a:noFill/>
          <a:ln w="19050"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38258" name="Straight Arrow Connector 37">
            <a:extLst>
              <a:ext uri="{FF2B5EF4-FFF2-40B4-BE49-F238E27FC236}">
                <a16:creationId xmlns:a16="http://schemas.microsoft.com/office/drawing/2014/main" id="{5ACB083A-7BEF-F575-12C9-EE67EDF0F323}"/>
              </a:ext>
            </a:extLst>
          </p:cNvPr>
          <p:cNvCxnSpPr>
            <a:cxnSpLocks noChangeShapeType="1"/>
          </p:cNvCxnSpPr>
          <p:nvPr/>
        </p:nvCxnSpPr>
        <p:spPr bwMode="auto">
          <a:xfrm flipV="1">
            <a:off x="3048000" y="2392363"/>
            <a:ext cx="279400" cy="0"/>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38259" name="Straight Connector 38">
            <a:extLst>
              <a:ext uri="{FF2B5EF4-FFF2-40B4-BE49-F238E27FC236}">
                <a16:creationId xmlns:a16="http://schemas.microsoft.com/office/drawing/2014/main" id="{E1DE1BBA-6176-8857-51B0-3F8EC6C0121D}"/>
              </a:ext>
            </a:extLst>
          </p:cNvPr>
          <p:cNvCxnSpPr>
            <a:cxnSpLocks noChangeShapeType="1"/>
          </p:cNvCxnSpPr>
          <p:nvPr/>
        </p:nvCxnSpPr>
        <p:spPr bwMode="auto">
          <a:xfrm rot="5400000">
            <a:off x="2509044" y="2164556"/>
            <a:ext cx="749300" cy="1588"/>
          </a:xfrm>
          <a:prstGeom prst="line">
            <a:avLst/>
          </a:prstGeom>
          <a:noFill/>
          <a:ln w="19050"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38260" name="Straight Arrow Connector 41">
            <a:extLst>
              <a:ext uri="{FF2B5EF4-FFF2-40B4-BE49-F238E27FC236}">
                <a16:creationId xmlns:a16="http://schemas.microsoft.com/office/drawing/2014/main" id="{42ED72C8-412F-85B1-7FBD-8472533683C5}"/>
              </a:ext>
            </a:extLst>
          </p:cNvPr>
          <p:cNvCxnSpPr>
            <a:cxnSpLocks noChangeShapeType="1"/>
          </p:cNvCxnSpPr>
          <p:nvPr/>
        </p:nvCxnSpPr>
        <p:spPr bwMode="auto">
          <a:xfrm flipV="1">
            <a:off x="2882900" y="2540000"/>
            <a:ext cx="457200" cy="0"/>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38261" name="Straight Connector 43">
            <a:extLst>
              <a:ext uri="{FF2B5EF4-FFF2-40B4-BE49-F238E27FC236}">
                <a16:creationId xmlns:a16="http://schemas.microsoft.com/office/drawing/2014/main" id="{67352121-6EE7-0969-E842-CCB535DB196B}"/>
              </a:ext>
            </a:extLst>
          </p:cNvPr>
          <p:cNvCxnSpPr>
            <a:cxnSpLocks noChangeShapeType="1"/>
          </p:cNvCxnSpPr>
          <p:nvPr/>
        </p:nvCxnSpPr>
        <p:spPr bwMode="auto">
          <a:xfrm rot="5400000">
            <a:off x="3871120" y="2794795"/>
            <a:ext cx="182563" cy="3175"/>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38262" name="Straight Connector 46">
            <a:extLst>
              <a:ext uri="{FF2B5EF4-FFF2-40B4-BE49-F238E27FC236}">
                <a16:creationId xmlns:a16="http://schemas.microsoft.com/office/drawing/2014/main" id="{CF716E7B-6CC5-D298-C51B-64B37CE044A7}"/>
              </a:ext>
            </a:extLst>
          </p:cNvPr>
          <p:cNvCxnSpPr>
            <a:cxnSpLocks noChangeShapeType="1"/>
          </p:cNvCxnSpPr>
          <p:nvPr/>
        </p:nvCxnSpPr>
        <p:spPr bwMode="auto">
          <a:xfrm rot="10800000">
            <a:off x="2695576" y="2882900"/>
            <a:ext cx="1279525"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38263" name="Straight Connector 47">
            <a:extLst>
              <a:ext uri="{FF2B5EF4-FFF2-40B4-BE49-F238E27FC236}">
                <a16:creationId xmlns:a16="http://schemas.microsoft.com/office/drawing/2014/main" id="{37D2A3EC-7184-ACCF-54E1-FA5F09FEDCD8}"/>
              </a:ext>
            </a:extLst>
          </p:cNvPr>
          <p:cNvCxnSpPr>
            <a:cxnSpLocks noChangeShapeType="1"/>
          </p:cNvCxnSpPr>
          <p:nvPr/>
        </p:nvCxnSpPr>
        <p:spPr bwMode="auto">
          <a:xfrm rot="16200000" flipH="1">
            <a:off x="2636044" y="2956719"/>
            <a:ext cx="138112"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38264" name="Straight Connector 49">
            <a:extLst>
              <a:ext uri="{FF2B5EF4-FFF2-40B4-BE49-F238E27FC236}">
                <a16:creationId xmlns:a16="http://schemas.microsoft.com/office/drawing/2014/main" id="{FE68ABB8-4B88-593A-F680-D44EAA3522EE}"/>
              </a:ext>
            </a:extLst>
          </p:cNvPr>
          <p:cNvCxnSpPr>
            <a:cxnSpLocks noChangeShapeType="1"/>
          </p:cNvCxnSpPr>
          <p:nvPr/>
        </p:nvCxnSpPr>
        <p:spPr bwMode="auto">
          <a:xfrm rot="5400000">
            <a:off x="2613820" y="3137695"/>
            <a:ext cx="182563" cy="3175"/>
          </a:xfrm>
          <a:prstGeom prst="line">
            <a:avLst/>
          </a:prstGeom>
          <a:noFill/>
          <a:ln w="1905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138265" name="Rectangle 89">
            <a:extLst>
              <a:ext uri="{FF2B5EF4-FFF2-40B4-BE49-F238E27FC236}">
                <a16:creationId xmlns:a16="http://schemas.microsoft.com/office/drawing/2014/main" id="{00B0D196-F3C1-F9D4-B5F5-52AB6AD0A396}"/>
              </a:ext>
            </a:extLst>
          </p:cNvPr>
          <p:cNvSpPr>
            <a:spLocks noChangeArrowheads="1"/>
          </p:cNvSpPr>
          <p:nvPr/>
        </p:nvSpPr>
        <p:spPr bwMode="auto">
          <a:xfrm>
            <a:off x="3324225" y="3225801"/>
            <a:ext cx="990600" cy="593725"/>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b="0" u="none" dirty="0"/>
              <a:t>LUT</a:t>
            </a:r>
            <a:endParaRPr lang="en-GB" altLang="en-US" sz="1600" b="0" u="none" dirty="0"/>
          </a:p>
        </p:txBody>
      </p:sp>
      <p:cxnSp>
        <p:nvCxnSpPr>
          <p:cNvPr id="138266" name="Straight Connector 90">
            <a:extLst>
              <a:ext uri="{FF2B5EF4-FFF2-40B4-BE49-F238E27FC236}">
                <a16:creationId xmlns:a16="http://schemas.microsoft.com/office/drawing/2014/main" id="{4CBA210C-21B2-4007-50BC-C98BE4D9AF23}"/>
              </a:ext>
            </a:extLst>
          </p:cNvPr>
          <p:cNvCxnSpPr>
            <a:cxnSpLocks noChangeShapeType="1"/>
          </p:cNvCxnSpPr>
          <p:nvPr/>
        </p:nvCxnSpPr>
        <p:spPr bwMode="auto">
          <a:xfrm>
            <a:off x="4327525" y="3556000"/>
            <a:ext cx="503238" cy="1588"/>
          </a:xfrm>
          <a:prstGeom prst="line">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38267" name="Straight Arrow Connector 91">
            <a:extLst>
              <a:ext uri="{FF2B5EF4-FFF2-40B4-BE49-F238E27FC236}">
                <a16:creationId xmlns:a16="http://schemas.microsoft.com/office/drawing/2014/main" id="{C5306F4D-5EE1-2111-17CD-83F1EC28DDFD}"/>
              </a:ext>
            </a:extLst>
          </p:cNvPr>
          <p:cNvCxnSpPr>
            <a:cxnSpLocks noChangeShapeType="1"/>
          </p:cNvCxnSpPr>
          <p:nvPr/>
        </p:nvCxnSpPr>
        <p:spPr bwMode="auto">
          <a:xfrm>
            <a:off x="2689225" y="3327400"/>
            <a:ext cx="641350" cy="1588"/>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38268" name="Straight Arrow Connector 92">
            <a:extLst>
              <a:ext uri="{FF2B5EF4-FFF2-40B4-BE49-F238E27FC236}">
                <a16:creationId xmlns:a16="http://schemas.microsoft.com/office/drawing/2014/main" id="{E06A2BB7-BE49-64E4-E3C7-BCF6A32FD94B}"/>
              </a:ext>
            </a:extLst>
          </p:cNvPr>
          <p:cNvCxnSpPr>
            <a:cxnSpLocks noChangeShapeType="1"/>
          </p:cNvCxnSpPr>
          <p:nvPr/>
        </p:nvCxnSpPr>
        <p:spPr bwMode="auto">
          <a:xfrm>
            <a:off x="2473326" y="3530600"/>
            <a:ext cx="823913" cy="1588"/>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38269" name="Straight Arrow Connector 93">
            <a:extLst>
              <a:ext uri="{FF2B5EF4-FFF2-40B4-BE49-F238E27FC236}">
                <a16:creationId xmlns:a16="http://schemas.microsoft.com/office/drawing/2014/main" id="{7FA31A76-8246-E739-D690-B1CC3EA94E84}"/>
              </a:ext>
            </a:extLst>
          </p:cNvPr>
          <p:cNvCxnSpPr>
            <a:cxnSpLocks noChangeShapeType="1"/>
          </p:cNvCxnSpPr>
          <p:nvPr/>
        </p:nvCxnSpPr>
        <p:spPr bwMode="auto">
          <a:xfrm>
            <a:off x="2473326" y="3733800"/>
            <a:ext cx="823913" cy="1588"/>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38270" name="Rectangle 94">
            <a:extLst>
              <a:ext uri="{FF2B5EF4-FFF2-40B4-BE49-F238E27FC236}">
                <a16:creationId xmlns:a16="http://schemas.microsoft.com/office/drawing/2014/main" id="{752F032B-8C5D-D3E0-52ED-99B0B098BB72}"/>
              </a:ext>
            </a:extLst>
          </p:cNvPr>
          <p:cNvSpPr>
            <a:spLocks noChangeArrowheads="1"/>
          </p:cNvSpPr>
          <p:nvPr/>
        </p:nvSpPr>
        <p:spPr bwMode="auto">
          <a:xfrm>
            <a:off x="4810125" y="3200400"/>
            <a:ext cx="762000" cy="731838"/>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b="0" u="none"/>
              <a:t>FF</a:t>
            </a:r>
            <a:endParaRPr lang="en-GB" altLang="en-US" b="0" u="none"/>
          </a:p>
        </p:txBody>
      </p:sp>
      <p:cxnSp>
        <p:nvCxnSpPr>
          <p:cNvPr id="138271" name="Straight Connector 95">
            <a:extLst>
              <a:ext uri="{FF2B5EF4-FFF2-40B4-BE49-F238E27FC236}">
                <a16:creationId xmlns:a16="http://schemas.microsoft.com/office/drawing/2014/main" id="{B763669E-1688-EA82-F2F8-2DB9B4F89793}"/>
              </a:ext>
            </a:extLst>
          </p:cNvPr>
          <p:cNvCxnSpPr>
            <a:cxnSpLocks noChangeShapeType="1"/>
          </p:cNvCxnSpPr>
          <p:nvPr/>
        </p:nvCxnSpPr>
        <p:spPr bwMode="auto">
          <a:xfrm>
            <a:off x="5559426" y="3556000"/>
            <a:ext cx="549275" cy="1588"/>
          </a:xfrm>
          <a:prstGeom prst="line">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38272" name="TextBox 96">
            <a:extLst>
              <a:ext uri="{FF2B5EF4-FFF2-40B4-BE49-F238E27FC236}">
                <a16:creationId xmlns:a16="http://schemas.microsoft.com/office/drawing/2014/main" id="{4D2F8155-E6AC-62BB-AC76-B712B4AE98B3}"/>
              </a:ext>
            </a:extLst>
          </p:cNvPr>
          <p:cNvSpPr txBox="1">
            <a:spLocks noChangeArrowheads="1"/>
          </p:cNvSpPr>
          <p:nvPr/>
        </p:nvSpPr>
        <p:spPr bwMode="auto">
          <a:xfrm>
            <a:off x="6143625" y="3403600"/>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S</a:t>
            </a:r>
            <a:r>
              <a:rPr lang="en-US" altLang="en-US" sz="1600" b="0" u="none" baseline="-25000"/>
              <a:t>n-1</a:t>
            </a:r>
            <a:endParaRPr lang="en-GB" altLang="en-US" sz="1600" b="0" u="none" baseline="-25000"/>
          </a:p>
        </p:txBody>
      </p:sp>
      <p:sp>
        <p:nvSpPr>
          <p:cNvPr id="138273" name="Rectangle 97">
            <a:extLst>
              <a:ext uri="{FF2B5EF4-FFF2-40B4-BE49-F238E27FC236}">
                <a16:creationId xmlns:a16="http://schemas.microsoft.com/office/drawing/2014/main" id="{D229CBBC-CDDE-3C68-1574-325833CA4D16}"/>
              </a:ext>
            </a:extLst>
          </p:cNvPr>
          <p:cNvSpPr>
            <a:spLocks noChangeArrowheads="1"/>
          </p:cNvSpPr>
          <p:nvPr/>
        </p:nvSpPr>
        <p:spPr bwMode="auto">
          <a:xfrm>
            <a:off x="3298825" y="4013201"/>
            <a:ext cx="1295400" cy="639763"/>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b="0" u="none"/>
              <a:t>Dedicated</a:t>
            </a:r>
          </a:p>
          <a:p>
            <a:pPr algn="ctr" eaLnBrk="1" hangingPunct="1"/>
            <a:r>
              <a:rPr lang="en-US" altLang="en-US" sz="1600" b="0" u="none"/>
              <a:t>Carry Chain</a:t>
            </a:r>
            <a:endParaRPr lang="en-GB" altLang="en-US" sz="1600" b="0" u="none"/>
          </a:p>
        </p:txBody>
      </p:sp>
      <p:cxnSp>
        <p:nvCxnSpPr>
          <p:cNvPr id="138274" name="Straight Arrow Connector 98">
            <a:extLst>
              <a:ext uri="{FF2B5EF4-FFF2-40B4-BE49-F238E27FC236}">
                <a16:creationId xmlns:a16="http://schemas.microsoft.com/office/drawing/2014/main" id="{098BA7A2-E5D1-0CAC-B5BF-E600767A4717}"/>
              </a:ext>
            </a:extLst>
          </p:cNvPr>
          <p:cNvCxnSpPr>
            <a:cxnSpLocks noChangeShapeType="1"/>
          </p:cNvCxnSpPr>
          <p:nvPr/>
        </p:nvCxnSpPr>
        <p:spPr bwMode="auto">
          <a:xfrm>
            <a:off x="2676525" y="4152900"/>
            <a:ext cx="641350" cy="1588"/>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38275" name="Straight Connector 99">
            <a:extLst>
              <a:ext uri="{FF2B5EF4-FFF2-40B4-BE49-F238E27FC236}">
                <a16:creationId xmlns:a16="http://schemas.microsoft.com/office/drawing/2014/main" id="{3F25FD6F-D59E-2668-0E3B-D14622AC6E2F}"/>
              </a:ext>
            </a:extLst>
          </p:cNvPr>
          <p:cNvCxnSpPr>
            <a:cxnSpLocks noChangeShapeType="1"/>
          </p:cNvCxnSpPr>
          <p:nvPr/>
        </p:nvCxnSpPr>
        <p:spPr bwMode="auto">
          <a:xfrm rot="5400000">
            <a:off x="2609057" y="3942557"/>
            <a:ext cx="822325" cy="1588"/>
          </a:xfrm>
          <a:prstGeom prst="line">
            <a:avLst/>
          </a:prstGeom>
          <a:noFill/>
          <a:ln w="19050"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38276" name="Straight Arrow Connector 100">
            <a:extLst>
              <a:ext uri="{FF2B5EF4-FFF2-40B4-BE49-F238E27FC236}">
                <a16:creationId xmlns:a16="http://schemas.microsoft.com/office/drawing/2014/main" id="{0EC6C942-C115-7E0C-D5EC-C2BFC0BDCB93}"/>
              </a:ext>
            </a:extLst>
          </p:cNvPr>
          <p:cNvCxnSpPr>
            <a:cxnSpLocks noChangeShapeType="1"/>
          </p:cNvCxnSpPr>
          <p:nvPr/>
        </p:nvCxnSpPr>
        <p:spPr bwMode="auto">
          <a:xfrm flipV="1">
            <a:off x="3019425" y="4348163"/>
            <a:ext cx="279400" cy="0"/>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38277" name="Straight Connector 101">
            <a:extLst>
              <a:ext uri="{FF2B5EF4-FFF2-40B4-BE49-F238E27FC236}">
                <a16:creationId xmlns:a16="http://schemas.microsoft.com/office/drawing/2014/main" id="{562863A9-FC12-C156-D9D3-57F3C6CD7DDB}"/>
              </a:ext>
            </a:extLst>
          </p:cNvPr>
          <p:cNvCxnSpPr>
            <a:cxnSpLocks noChangeShapeType="1"/>
          </p:cNvCxnSpPr>
          <p:nvPr/>
        </p:nvCxnSpPr>
        <p:spPr bwMode="auto">
          <a:xfrm rot="5400000">
            <a:off x="2480469" y="4120356"/>
            <a:ext cx="749300" cy="1588"/>
          </a:xfrm>
          <a:prstGeom prst="line">
            <a:avLst/>
          </a:prstGeom>
          <a:noFill/>
          <a:ln w="19050"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138278" name="Straight Arrow Connector 102">
            <a:extLst>
              <a:ext uri="{FF2B5EF4-FFF2-40B4-BE49-F238E27FC236}">
                <a16:creationId xmlns:a16="http://schemas.microsoft.com/office/drawing/2014/main" id="{4F30991F-E65F-846D-EFB3-78F0D4D48329}"/>
              </a:ext>
            </a:extLst>
          </p:cNvPr>
          <p:cNvCxnSpPr>
            <a:cxnSpLocks noChangeShapeType="1"/>
          </p:cNvCxnSpPr>
          <p:nvPr/>
        </p:nvCxnSpPr>
        <p:spPr bwMode="auto">
          <a:xfrm flipV="1">
            <a:off x="2854325" y="4495800"/>
            <a:ext cx="457200" cy="0"/>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38279" name="Straight Connector 103">
            <a:extLst>
              <a:ext uri="{FF2B5EF4-FFF2-40B4-BE49-F238E27FC236}">
                <a16:creationId xmlns:a16="http://schemas.microsoft.com/office/drawing/2014/main" id="{20E03F48-F5A7-B184-309D-634D7845D29B}"/>
              </a:ext>
            </a:extLst>
          </p:cNvPr>
          <p:cNvCxnSpPr>
            <a:cxnSpLocks noChangeShapeType="1"/>
          </p:cNvCxnSpPr>
          <p:nvPr/>
        </p:nvCxnSpPr>
        <p:spPr bwMode="auto">
          <a:xfrm rot="5400000">
            <a:off x="3843338" y="4751388"/>
            <a:ext cx="182563"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38280" name="Straight Connector 104">
            <a:extLst>
              <a:ext uri="{FF2B5EF4-FFF2-40B4-BE49-F238E27FC236}">
                <a16:creationId xmlns:a16="http://schemas.microsoft.com/office/drawing/2014/main" id="{C84337AD-635C-E7F3-4100-DF3B74EEF5A5}"/>
              </a:ext>
            </a:extLst>
          </p:cNvPr>
          <p:cNvCxnSpPr>
            <a:cxnSpLocks noChangeShapeType="1"/>
          </p:cNvCxnSpPr>
          <p:nvPr/>
        </p:nvCxnSpPr>
        <p:spPr bwMode="auto">
          <a:xfrm rot="10800000">
            <a:off x="2667001" y="4838700"/>
            <a:ext cx="1279525"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38281" name="Straight Connector 105">
            <a:extLst>
              <a:ext uri="{FF2B5EF4-FFF2-40B4-BE49-F238E27FC236}">
                <a16:creationId xmlns:a16="http://schemas.microsoft.com/office/drawing/2014/main" id="{7D59CC9E-5005-B87D-CF53-9BFB52137B4C}"/>
              </a:ext>
            </a:extLst>
          </p:cNvPr>
          <p:cNvCxnSpPr>
            <a:cxnSpLocks noChangeShapeType="1"/>
          </p:cNvCxnSpPr>
          <p:nvPr/>
        </p:nvCxnSpPr>
        <p:spPr bwMode="auto">
          <a:xfrm rot="16200000" flipH="1">
            <a:off x="2506663" y="5037138"/>
            <a:ext cx="365125"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38282" name="Rectangle 107">
            <a:extLst>
              <a:ext uri="{FF2B5EF4-FFF2-40B4-BE49-F238E27FC236}">
                <a16:creationId xmlns:a16="http://schemas.microsoft.com/office/drawing/2014/main" id="{5033A1E5-55A7-2334-66A0-08EC042A99DE}"/>
              </a:ext>
            </a:extLst>
          </p:cNvPr>
          <p:cNvSpPr>
            <a:spLocks noChangeArrowheads="1"/>
          </p:cNvSpPr>
          <p:nvPr/>
        </p:nvSpPr>
        <p:spPr bwMode="auto">
          <a:xfrm>
            <a:off x="3327400" y="4953001"/>
            <a:ext cx="990600" cy="549275"/>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b="0" u="none"/>
              <a:t>LUT</a:t>
            </a:r>
            <a:endParaRPr lang="en-GB" altLang="en-US" sz="1600" b="0" u="none"/>
          </a:p>
        </p:txBody>
      </p:sp>
      <p:cxnSp>
        <p:nvCxnSpPr>
          <p:cNvPr id="138283" name="Straight Arrow Connector 108">
            <a:extLst>
              <a:ext uri="{FF2B5EF4-FFF2-40B4-BE49-F238E27FC236}">
                <a16:creationId xmlns:a16="http://schemas.microsoft.com/office/drawing/2014/main" id="{3EABABA7-22CD-ACCC-A8A2-6C2CB86D7BBF}"/>
              </a:ext>
            </a:extLst>
          </p:cNvPr>
          <p:cNvCxnSpPr>
            <a:cxnSpLocks noChangeShapeType="1"/>
          </p:cNvCxnSpPr>
          <p:nvPr/>
        </p:nvCxnSpPr>
        <p:spPr bwMode="auto">
          <a:xfrm>
            <a:off x="2692401" y="5207000"/>
            <a:ext cx="639763" cy="1588"/>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38284" name="Rectangle 109">
            <a:extLst>
              <a:ext uri="{FF2B5EF4-FFF2-40B4-BE49-F238E27FC236}">
                <a16:creationId xmlns:a16="http://schemas.microsoft.com/office/drawing/2014/main" id="{F8B00CCD-2B22-3173-869B-B56B59EC60E6}"/>
              </a:ext>
            </a:extLst>
          </p:cNvPr>
          <p:cNvSpPr>
            <a:spLocks noChangeArrowheads="1"/>
          </p:cNvSpPr>
          <p:nvPr/>
        </p:nvSpPr>
        <p:spPr bwMode="auto">
          <a:xfrm>
            <a:off x="4838700" y="4813300"/>
            <a:ext cx="762000" cy="731838"/>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en-US" altLang="en-US" b="0" u="none"/>
              <a:t>FF</a:t>
            </a:r>
            <a:endParaRPr lang="en-GB" altLang="en-US" b="0" u="none"/>
          </a:p>
        </p:txBody>
      </p:sp>
      <p:cxnSp>
        <p:nvCxnSpPr>
          <p:cNvPr id="138285" name="Straight Connector 110">
            <a:extLst>
              <a:ext uri="{FF2B5EF4-FFF2-40B4-BE49-F238E27FC236}">
                <a16:creationId xmlns:a16="http://schemas.microsoft.com/office/drawing/2014/main" id="{4D445E05-6199-E325-1628-E8E946488621}"/>
              </a:ext>
            </a:extLst>
          </p:cNvPr>
          <p:cNvCxnSpPr>
            <a:cxnSpLocks noChangeShapeType="1"/>
          </p:cNvCxnSpPr>
          <p:nvPr/>
        </p:nvCxnSpPr>
        <p:spPr bwMode="auto">
          <a:xfrm>
            <a:off x="4343400" y="5207000"/>
            <a:ext cx="503238" cy="1588"/>
          </a:xfrm>
          <a:prstGeom prst="line">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38286" name="Straight Connector 111">
            <a:extLst>
              <a:ext uri="{FF2B5EF4-FFF2-40B4-BE49-F238E27FC236}">
                <a16:creationId xmlns:a16="http://schemas.microsoft.com/office/drawing/2014/main" id="{046BF3EF-AF6F-C2C8-56E6-CECDE250815A}"/>
              </a:ext>
            </a:extLst>
          </p:cNvPr>
          <p:cNvCxnSpPr>
            <a:cxnSpLocks noChangeShapeType="1"/>
          </p:cNvCxnSpPr>
          <p:nvPr/>
        </p:nvCxnSpPr>
        <p:spPr bwMode="auto">
          <a:xfrm>
            <a:off x="5613401" y="5168900"/>
            <a:ext cx="549275" cy="1588"/>
          </a:xfrm>
          <a:prstGeom prst="line">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38287" name="Straight Connector 113">
            <a:extLst>
              <a:ext uri="{FF2B5EF4-FFF2-40B4-BE49-F238E27FC236}">
                <a16:creationId xmlns:a16="http://schemas.microsoft.com/office/drawing/2014/main" id="{7058BC52-05A3-8E90-C4F0-FB90365CA39D}"/>
              </a:ext>
            </a:extLst>
          </p:cNvPr>
          <p:cNvCxnSpPr>
            <a:cxnSpLocks noChangeShapeType="1"/>
          </p:cNvCxnSpPr>
          <p:nvPr/>
        </p:nvCxnSpPr>
        <p:spPr bwMode="auto">
          <a:xfrm rot="5400000">
            <a:off x="2636839" y="3254376"/>
            <a:ext cx="136525" cy="3175"/>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38288" name="TextBox 114">
            <a:extLst>
              <a:ext uri="{FF2B5EF4-FFF2-40B4-BE49-F238E27FC236}">
                <a16:creationId xmlns:a16="http://schemas.microsoft.com/office/drawing/2014/main" id="{CD39BC73-8FFD-5FAE-7307-6745E6F88319}"/>
              </a:ext>
            </a:extLst>
          </p:cNvPr>
          <p:cNvSpPr txBox="1">
            <a:spLocks noChangeArrowheads="1"/>
          </p:cNvSpPr>
          <p:nvPr/>
        </p:nvSpPr>
        <p:spPr bwMode="auto">
          <a:xfrm>
            <a:off x="1930400" y="3327400"/>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a:t>
            </a:r>
            <a:r>
              <a:rPr lang="en-US" altLang="en-US" sz="1600" b="0" u="none" baseline="-25000"/>
              <a:t>n-1</a:t>
            </a:r>
            <a:endParaRPr lang="en-GB" altLang="en-US" sz="1600" b="0" u="none" baseline="-25000"/>
          </a:p>
        </p:txBody>
      </p:sp>
      <p:sp>
        <p:nvSpPr>
          <p:cNvPr id="138289" name="TextBox 115">
            <a:extLst>
              <a:ext uri="{FF2B5EF4-FFF2-40B4-BE49-F238E27FC236}">
                <a16:creationId xmlns:a16="http://schemas.microsoft.com/office/drawing/2014/main" id="{DBDB520A-5983-B9DE-B2B1-C147B114A9B4}"/>
              </a:ext>
            </a:extLst>
          </p:cNvPr>
          <p:cNvSpPr txBox="1">
            <a:spLocks noChangeArrowheads="1"/>
          </p:cNvSpPr>
          <p:nvPr/>
        </p:nvSpPr>
        <p:spPr bwMode="auto">
          <a:xfrm>
            <a:off x="1943100" y="3517900"/>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a:t>
            </a:r>
            <a:r>
              <a:rPr lang="en-US" altLang="en-US" sz="1600" b="0" u="none" baseline="-25000"/>
              <a:t>n-1</a:t>
            </a:r>
            <a:endParaRPr lang="en-GB" altLang="en-US" sz="1600" b="0" u="none" baseline="-25000"/>
          </a:p>
        </p:txBody>
      </p:sp>
      <p:sp>
        <p:nvSpPr>
          <p:cNvPr id="138290" name="TextBox 116">
            <a:extLst>
              <a:ext uri="{FF2B5EF4-FFF2-40B4-BE49-F238E27FC236}">
                <a16:creationId xmlns:a16="http://schemas.microsoft.com/office/drawing/2014/main" id="{17307124-3AE6-A970-EDDA-CC8B69F491FF}"/>
              </a:ext>
            </a:extLst>
          </p:cNvPr>
          <p:cNvSpPr txBox="1">
            <a:spLocks noChangeArrowheads="1"/>
          </p:cNvSpPr>
          <p:nvPr/>
        </p:nvSpPr>
        <p:spPr bwMode="auto">
          <a:xfrm>
            <a:off x="6172200" y="5029200"/>
            <a:ext cx="1371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Carry_out</a:t>
            </a:r>
            <a:endParaRPr lang="en-GB" altLang="en-US" sz="1600" b="0" u="none" baseline="-25000"/>
          </a:p>
        </p:txBody>
      </p:sp>
      <p:sp>
        <p:nvSpPr>
          <p:cNvPr id="118" name="TextBox 117">
            <a:extLst>
              <a:ext uri="{FF2B5EF4-FFF2-40B4-BE49-F238E27FC236}">
                <a16:creationId xmlns:a16="http://schemas.microsoft.com/office/drawing/2014/main" id="{2AB4DC1E-00C0-464F-92AF-A7C2EF2ED382}"/>
              </a:ext>
            </a:extLst>
          </p:cNvPr>
          <p:cNvSpPr txBox="1"/>
          <p:nvPr/>
        </p:nvSpPr>
        <p:spPr>
          <a:xfrm>
            <a:off x="6781800" y="1295401"/>
            <a:ext cx="3657600" cy="2308225"/>
          </a:xfrm>
          <a:prstGeom prst="rect">
            <a:avLst/>
          </a:prstGeom>
          <a:solidFill>
            <a:schemeClr val="accent1">
              <a:lumMod val="20000"/>
              <a:lumOff val="80000"/>
            </a:schemeClr>
          </a:solidFill>
        </p:spPr>
        <p:txBody>
          <a:bodyPr>
            <a:spAutoFit/>
          </a:bodyPr>
          <a:lstStyle/>
          <a:p>
            <a:pPr eaLnBrk="1" hangingPunct="1">
              <a:defRPr/>
            </a:pPr>
            <a:r>
              <a:rPr lang="en-GB" dirty="0">
                <a:latin typeface="Arial" charset="0"/>
                <a:cs typeface="Arial" charset="0"/>
              </a:rPr>
              <a:t>Each LUT generates the sum bit of the corresponding input bits (a, b, and Carry-in). </a:t>
            </a:r>
          </a:p>
          <a:p>
            <a:pPr eaLnBrk="1" hangingPunct="1">
              <a:defRPr/>
            </a:pPr>
            <a:r>
              <a:rPr lang="en-GB" dirty="0">
                <a:latin typeface="Arial" charset="0"/>
                <a:cs typeface="Arial" charset="0"/>
              </a:rPr>
              <a:t>The carry chain generates the carry in parallel and feeds it using the dedicated interconnect to </a:t>
            </a:r>
          </a:p>
          <a:p>
            <a:pPr eaLnBrk="1" hangingPunct="1">
              <a:defRPr/>
            </a:pPr>
            <a:r>
              <a:rPr lang="en-GB" dirty="0">
                <a:latin typeface="Arial" charset="0"/>
                <a:cs typeface="Arial" charset="0"/>
              </a:rPr>
              <a:t> the LUT, implementing the sum of the next bit.</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4">
            <a:extLst>
              <a:ext uri="{FF2B5EF4-FFF2-40B4-BE49-F238E27FC236}">
                <a16:creationId xmlns:a16="http://schemas.microsoft.com/office/drawing/2014/main" id="{42DD5630-073C-D947-85B6-17E63D8F01B2}"/>
              </a:ext>
            </a:extLst>
          </p:cNvPr>
          <p:cNvSpPr>
            <a:spLocks noGrp="1" noChangeArrowheads="1"/>
          </p:cNvSpPr>
          <p:nvPr>
            <p:ph type="title"/>
          </p:nvPr>
        </p:nvSpPr>
        <p:spPr/>
        <p:txBody>
          <a:bodyPr/>
          <a:lstStyle/>
          <a:p>
            <a:r>
              <a:rPr lang="en-US" altLang="en-US"/>
              <a:t>Digital Signal Processing </a:t>
            </a:r>
            <a:endParaRPr lang="ru-RU" altLang="en-US"/>
          </a:p>
        </p:txBody>
      </p:sp>
      <p:sp>
        <p:nvSpPr>
          <p:cNvPr id="139267" name="Content Placeholder 3">
            <a:extLst>
              <a:ext uri="{FF2B5EF4-FFF2-40B4-BE49-F238E27FC236}">
                <a16:creationId xmlns:a16="http://schemas.microsoft.com/office/drawing/2014/main" id="{BFA25B47-380C-6FDD-F295-C76161743F7E}"/>
              </a:ext>
            </a:extLst>
          </p:cNvPr>
          <p:cNvSpPr>
            <a:spLocks noGrp="1" noChangeArrowheads="1"/>
          </p:cNvSpPr>
          <p:nvPr>
            <p:ph type="body" sz="quarter" idx="10"/>
          </p:nvPr>
        </p:nvSpPr>
        <p:spPr/>
        <p:txBody>
          <a:bodyPr/>
          <a:lstStyle/>
          <a:p>
            <a:r>
              <a:rPr lang="ru-RU" altLang="en-US"/>
              <a:t>Digital processing - arithmetic processing in real-time sequence of values ​​of the amplitude of the signal received at regular intervals. </a:t>
            </a:r>
            <a:endParaRPr lang="en-US" altLang="en-US"/>
          </a:p>
          <a:p>
            <a:r>
              <a:rPr lang="en-US" altLang="en-US"/>
              <a:t>Examples:</a:t>
            </a:r>
          </a:p>
          <a:p>
            <a:r>
              <a:rPr lang="ru-RU" altLang="en-US"/>
              <a:t>Filtering the signal</a:t>
            </a:r>
            <a:endParaRPr lang="en-US" altLang="en-US"/>
          </a:p>
          <a:p>
            <a:r>
              <a:rPr lang="en-US" altLang="en-US"/>
              <a:t>M</a:t>
            </a:r>
            <a:r>
              <a:rPr lang="ru-RU" altLang="en-US"/>
              <a:t>ixing two signals  </a:t>
            </a:r>
            <a:endParaRPr lang="en-US" altLang="en-US"/>
          </a:p>
          <a:p>
            <a:r>
              <a:rPr lang="ru-RU" altLang="en-US"/>
              <a:t>Computation of the correlation function of two signals </a:t>
            </a:r>
            <a:endParaRPr lang="en-US" altLang="en-US"/>
          </a:p>
          <a:p>
            <a:r>
              <a:rPr lang="ru-RU" altLang="en-US"/>
              <a:t>Amplification, restriction or transformation of the signal</a:t>
            </a:r>
            <a:endParaRPr lang="en-US" altLang="en-US"/>
          </a:p>
          <a:p>
            <a:r>
              <a:rPr lang="ru-RU" altLang="en-US"/>
              <a:t>Direct / inverse Fourier transform </a:t>
            </a:r>
            <a:endParaRPr lang="en-US" altLang="en-US"/>
          </a:p>
          <a:p>
            <a:endParaRPr lang="ru-RU" altLang="en-US"/>
          </a:p>
          <a:p>
            <a:endParaRPr lang="en-US" alt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4">
            <a:extLst>
              <a:ext uri="{FF2B5EF4-FFF2-40B4-BE49-F238E27FC236}">
                <a16:creationId xmlns:a16="http://schemas.microsoft.com/office/drawing/2014/main" id="{57CF1ADF-7B76-BD3C-46E2-F033E8C94706}"/>
              </a:ext>
            </a:extLst>
          </p:cNvPr>
          <p:cNvSpPr>
            <a:spLocks noGrp="1" noChangeArrowheads="1"/>
          </p:cNvSpPr>
          <p:nvPr>
            <p:ph type="title"/>
          </p:nvPr>
        </p:nvSpPr>
        <p:spPr>
          <a:xfrm>
            <a:off x="0" y="183401"/>
            <a:ext cx="11612880" cy="704088"/>
          </a:xfrm>
        </p:spPr>
        <p:txBody>
          <a:bodyPr/>
          <a:lstStyle/>
          <a:p>
            <a:r>
              <a:rPr lang="en-US" altLang="en-US"/>
              <a:t>Digital Signal Processing (2)</a:t>
            </a:r>
            <a:endParaRPr lang="ru-RU" altLang="en-US"/>
          </a:p>
        </p:txBody>
      </p:sp>
      <p:grpSp>
        <p:nvGrpSpPr>
          <p:cNvPr id="140291" name="Group 14">
            <a:extLst>
              <a:ext uri="{FF2B5EF4-FFF2-40B4-BE49-F238E27FC236}">
                <a16:creationId xmlns:a16="http://schemas.microsoft.com/office/drawing/2014/main" id="{5921B5C5-FB33-4BFC-3D96-798848F5ED1D}"/>
              </a:ext>
            </a:extLst>
          </p:cNvPr>
          <p:cNvGrpSpPr>
            <a:grpSpLocks/>
          </p:cNvGrpSpPr>
          <p:nvPr/>
        </p:nvGrpSpPr>
        <p:grpSpPr bwMode="auto">
          <a:xfrm>
            <a:off x="1981200" y="2543175"/>
            <a:ext cx="8153400" cy="1138238"/>
            <a:chOff x="457200" y="2543175"/>
            <a:chExt cx="8153400" cy="1138238"/>
          </a:xfrm>
        </p:grpSpPr>
        <p:sp>
          <p:nvSpPr>
            <p:cNvPr id="2" name="Rectangle 5">
              <a:extLst>
                <a:ext uri="{FF2B5EF4-FFF2-40B4-BE49-F238E27FC236}">
                  <a16:creationId xmlns:a16="http://schemas.microsoft.com/office/drawing/2014/main" id="{A295BF16-1579-4A37-ACF5-6F03DC0BF0E3}"/>
                </a:ext>
              </a:extLst>
            </p:cNvPr>
            <p:cNvSpPr>
              <a:spLocks noChangeArrowheads="1"/>
            </p:cNvSpPr>
            <p:nvPr/>
          </p:nvSpPr>
          <p:spPr bwMode="auto">
            <a:xfrm>
              <a:off x="457200" y="2590800"/>
              <a:ext cx="1600200" cy="1066800"/>
            </a:xfrm>
            <a:prstGeom prst="rect">
              <a:avLst/>
            </a:prstGeom>
            <a:solidFill>
              <a:schemeClr val="accent1">
                <a:lumMod val="20000"/>
                <a:lumOff val="80000"/>
              </a:schemeClr>
            </a:solidFill>
            <a:ln w="25400">
              <a:solidFill>
                <a:schemeClr val="tx1"/>
              </a:solidFill>
              <a:miter lim="800000"/>
              <a:headEnd/>
              <a:tailEnd/>
            </a:ln>
            <a:effectLst/>
          </p:spPr>
          <p:txBody>
            <a:bodyPr wrap="none" anchor="ctr"/>
            <a:lstStyle/>
            <a:p>
              <a:pPr algn="ctr" eaLnBrk="1" hangingPunct="1">
                <a:defRPr/>
              </a:pPr>
              <a:r>
                <a:rPr lang="ru-RU" sz="1600" dirty="0"/>
                <a:t>Аnalog</a:t>
              </a:r>
              <a:br>
                <a:rPr lang="ru-RU" sz="1600" dirty="0"/>
              </a:br>
              <a:r>
                <a:rPr lang="ru-RU" sz="1600" dirty="0"/>
                <a:t>  input</a:t>
              </a:r>
            </a:p>
          </p:txBody>
        </p:sp>
        <p:sp>
          <p:nvSpPr>
            <p:cNvPr id="98308" name="Rectangle 6">
              <a:extLst>
                <a:ext uri="{FF2B5EF4-FFF2-40B4-BE49-F238E27FC236}">
                  <a16:creationId xmlns:a16="http://schemas.microsoft.com/office/drawing/2014/main" id="{EEFA78BC-8D4F-4A96-B7FF-3B17DE0E42ED}"/>
                </a:ext>
              </a:extLst>
            </p:cNvPr>
            <p:cNvSpPr>
              <a:spLocks noChangeArrowheads="1"/>
            </p:cNvSpPr>
            <p:nvPr/>
          </p:nvSpPr>
          <p:spPr bwMode="auto">
            <a:xfrm>
              <a:off x="7010400" y="2543175"/>
              <a:ext cx="1600200" cy="1066800"/>
            </a:xfrm>
            <a:prstGeom prst="rect">
              <a:avLst/>
            </a:prstGeom>
            <a:solidFill>
              <a:schemeClr val="accent1">
                <a:lumMod val="20000"/>
                <a:lumOff val="80000"/>
              </a:schemeClr>
            </a:solidFill>
            <a:ln w="25400">
              <a:solidFill>
                <a:schemeClr val="tx1"/>
              </a:solidFill>
              <a:miter lim="800000"/>
              <a:headEnd/>
              <a:tailEnd/>
            </a:ln>
            <a:effectLst/>
          </p:spPr>
          <p:txBody>
            <a:bodyPr wrap="none" anchor="ctr"/>
            <a:lstStyle/>
            <a:p>
              <a:pPr algn="ctr" eaLnBrk="1" hangingPunct="1">
                <a:defRPr/>
              </a:pPr>
              <a:r>
                <a:rPr lang="ru-RU" sz="1600"/>
                <a:t>Аnalog</a:t>
              </a:r>
              <a:br>
                <a:rPr lang="ru-RU" sz="1600"/>
              </a:br>
              <a:r>
                <a:rPr lang="ru-RU" sz="1600"/>
                <a:t>  output</a:t>
              </a:r>
            </a:p>
          </p:txBody>
        </p:sp>
        <p:sp>
          <p:nvSpPr>
            <p:cNvPr id="140294" name="Rectangle 7">
              <a:extLst>
                <a:ext uri="{FF2B5EF4-FFF2-40B4-BE49-F238E27FC236}">
                  <a16:creationId xmlns:a16="http://schemas.microsoft.com/office/drawing/2014/main" id="{8F5C1372-74EE-7656-13C7-F1210F933376}"/>
                </a:ext>
              </a:extLst>
            </p:cNvPr>
            <p:cNvSpPr>
              <a:spLocks noChangeArrowheads="1"/>
            </p:cNvSpPr>
            <p:nvPr/>
          </p:nvSpPr>
          <p:spPr bwMode="auto">
            <a:xfrm>
              <a:off x="3781425" y="2614613"/>
              <a:ext cx="1600200" cy="1066800"/>
            </a:xfrm>
            <a:prstGeom prst="rect">
              <a:avLst/>
            </a:prstGeom>
            <a:solidFill>
              <a:schemeClr val="accent1"/>
            </a:solidFill>
            <a:ln w="25400">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r>
                <a:rPr lang="ru-RU" altLang="en-US" sz="1600" b="0" u="none" dirty="0">
                  <a:solidFill>
                    <a:schemeClr val="bg1"/>
                  </a:solidFill>
                </a:rPr>
                <a:t>Оperation</a:t>
              </a:r>
              <a:br>
                <a:rPr lang="ru-RU" altLang="en-US" sz="1600" b="0" u="none" dirty="0">
                  <a:solidFill>
                    <a:schemeClr val="bg1"/>
                  </a:solidFill>
                </a:rPr>
              </a:br>
              <a:r>
                <a:rPr lang="ru-RU" altLang="en-US" sz="1600" b="0" u="none" dirty="0">
                  <a:solidFill>
                    <a:schemeClr val="bg1"/>
                  </a:solidFill>
                </a:rPr>
                <a:t>DSP</a:t>
              </a:r>
              <a:endParaRPr lang="ru-RU" altLang="en-US" sz="1600" b="0" dirty="0">
                <a:solidFill>
                  <a:schemeClr val="bg1"/>
                </a:solidFill>
              </a:endParaRPr>
            </a:p>
          </p:txBody>
        </p:sp>
        <p:sp>
          <p:nvSpPr>
            <p:cNvPr id="99335" name="AutoShape 8">
              <a:extLst>
                <a:ext uri="{FF2B5EF4-FFF2-40B4-BE49-F238E27FC236}">
                  <a16:creationId xmlns:a16="http://schemas.microsoft.com/office/drawing/2014/main" id="{5C3046A3-07DF-4405-A79A-96197DF066F3}"/>
                </a:ext>
              </a:extLst>
            </p:cNvPr>
            <p:cNvSpPr>
              <a:spLocks noChangeArrowheads="1"/>
            </p:cNvSpPr>
            <p:nvPr/>
          </p:nvSpPr>
          <p:spPr bwMode="auto">
            <a:xfrm rot="5400000">
              <a:off x="5715000" y="2686051"/>
              <a:ext cx="1057275" cy="914400"/>
            </a:xfrm>
            <a:prstGeom prst="triangle">
              <a:avLst>
                <a:gd name="adj" fmla="val 50000"/>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sz="1600">
                <a:latin typeface="Arial" charset="0"/>
                <a:cs typeface="Arial" charset="0"/>
              </a:endParaRPr>
            </a:p>
          </p:txBody>
        </p:sp>
        <p:sp>
          <p:nvSpPr>
            <p:cNvPr id="99336" name="AutoShape 9">
              <a:extLst>
                <a:ext uri="{FF2B5EF4-FFF2-40B4-BE49-F238E27FC236}">
                  <a16:creationId xmlns:a16="http://schemas.microsoft.com/office/drawing/2014/main" id="{F44D29EE-521D-4653-9F9B-2D25F7F38166}"/>
                </a:ext>
              </a:extLst>
            </p:cNvPr>
            <p:cNvSpPr>
              <a:spLocks noChangeArrowheads="1"/>
            </p:cNvSpPr>
            <p:nvPr/>
          </p:nvSpPr>
          <p:spPr bwMode="auto">
            <a:xfrm rot="-5400000">
              <a:off x="2371725" y="2667001"/>
              <a:ext cx="1057275" cy="914400"/>
            </a:xfrm>
            <a:prstGeom prst="triangle">
              <a:avLst>
                <a:gd name="adj" fmla="val 50000"/>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en-US" sz="1600">
                <a:latin typeface="Arial" charset="0"/>
                <a:cs typeface="Arial" charset="0"/>
              </a:endParaRPr>
            </a:p>
          </p:txBody>
        </p:sp>
        <p:sp>
          <p:nvSpPr>
            <p:cNvPr id="140297" name="Text Box 10">
              <a:extLst>
                <a:ext uri="{FF2B5EF4-FFF2-40B4-BE49-F238E27FC236}">
                  <a16:creationId xmlns:a16="http://schemas.microsoft.com/office/drawing/2014/main" id="{B60621A6-651B-0768-CFEB-84F6677C7021}"/>
                </a:ext>
              </a:extLst>
            </p:cNvPr>
            <p:cNvSpPr txBox="1">
              <a:spLocks noChangeArrowheads="1"/>
            </p:cNvSpPr>
            <p:nvPr/>
          </p:nvSpPr>
          <p:spPr bwMode="auto">
            <a:xfrm>
              <a:off x="2667000" y="2971800"/>
              <a:ext cx="762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sz="1600" b="0" u="none"/>
                <a:t>ADC</a:t>
              </a:r>
              <a:r>
                <a:rPr lang="ru-RU" altLang="en-US" sz="1600" b="0"/>
                <a:t> </a:t>
              </a:r>
            </a:p>
          </p:txBody>
        </p:sp>
        <p:sp>
          <p:nvSpPr>
            <p:cNvPr id="140298" name="Text Box 11">
              <a:extLst>
                <a:ext uri="{FF2B5EF4-FFF2-40B4-BE49-F238E27FC236}">
                  <a16:creationId xmlns:a16="http://schemas.microsoft.com/office/drawing/2014/main" id="{E4442714-56D1-7BFB-1425-830BCA4324C4}"/>
                </a:ext>
              </a:extLst>
            </p:cNvPr>
            <p:cNvSpPr txBox="1">
              <a:spLocks noChangeArrowheads="1"/>
            </p:cNvSpPr>
            <p:nvPr/>
          </p:nvSpPr>
          <p:spPr bwMode="auto">
            <a:xfrm>
              <a:off x="5791200" y="2971800"/>
              <a:ext cx="762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sz="1600" b="0" u="none"/>
                <a:t>DAC</a:t>
              </a:r>
              <a:r>
                <a:rPr lang="ru-RU" altLang="en-US" sz="1600" b="0"/>
                <a:t> </a:t>
              </a:r>
            </a:p>
          </p:txBody>
        </p:sp>
        <p:sp>
          <p:nvSpPr>
            <p:cNvPr id="140299" name="Line 12">
              <a:extLst>
                <a:ext uri="{FF2B5EF4-FFF2-40B4-BE49-F238E27FC236}">
                  <a16:creationId xmlns:a16="http://schemas.microsoft.com/office/drawing/2014/main" id="{9847FD84-C72A-A720-30FB-11F91FD9B121}"/>
                </a:ext>
              </a:extLst>
            </p:cNvPr>
            <p:cNvSpPr>
              <a:spLocks noChangeShapeType="1"/>
            </p:cNvSpPr>
            <p:nvPr/>
          </p:nvSpPr>
          <p:spPr bwMode="auto">
            <a:xfrm>
              <a:off x="2085975" y="3124200"/>
              <a:ext cx="34607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0300" name="Line 13">
              <a:extLst>
                <a:ext uri="{FF2B5EF4-FFF2-40B4-BE49-F238E27FC236}">
                  <a16:creationId xmlns:a16="http://schemas.microsoft.com/office/drawing/2014/main" id="{85B02EC0-2079-9626-73C2-59209E8572A4}"/>
                </a:ext>
              </a:extLst>
            </p:cNvPr>
            <p:cNvSpPr>
              <a:spLocks noChangeShapeType="1"/>
            </p:cNvSpPr>
            <p:nvPr/>
          </p:nvSpPr>
          <p:spPr bwMode="auto">
            <a:xfrm>
              <a:off x="3371850" y="3124200"/>
              <a:ext cx="381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0301" name="Line 14">
              <a:extLst>
                <a:ext uri="{FF2B5EF4-FFF2-40B4-BE49-F238E27FC236}">
                  <a16:creationId xmlns:a16="http://schemas.microsoft.com/office/drawing/2014/main" id="{7FE069A5-238F-EFBD-CB36-68F51CD280CE}"/>
                </a:ext>
              </a:extLst>
            </p:cNvPr>
            <p:cNvSpPr>
              <a:spLocks noChangeShapeType="1"/>
            </p:cNvSpPr>
            <p:nvPr/>
          </p:nvSpPr>
          <p:spPr bwMode="auto">
            <a:xfrm>
              <a:off x="5405438" y="3143250"/>
              <a:ext cx="3810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0302" name="Line 15">
              <a:extLst>
                <a:ext uri="{FF2B5EF4-FFF2-40B4-BE49-F238E27FC236}">
                  <a16:creationId xmlns:a16="http://schemas.microsoft.com/office/drawing/2014/main" id="{3800CDA1-BFC8-AB49-7CCC-48B0328DF404}"/>
                </a:ext>
              </a:extLst>
            </p:cNvPr>
            <p:cNvSpPr>
              <a:spLocks noChangeShapeType="1"/>
            </p:cNvSpPr>
            <p:nvPr/>
          </p:nvSpPr>
          <p:spPr bwMode="auto">
            <a:xfrm>
              <a:off x="6672263" y="3143250"/>
              <a:ext cx="346075"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4">
            <a:extLst>
              <a:ext uri="{FF2B5EF4-FFF2-40B4-BE49-F238E27FC236}">
                <a16:creationId xmlns:a16="http://schemas.microsoft.com/office/drawing/2014/main" id="{08D4E420-C6F3-3A35-76BD-7655E7D755F4}"/>
              </a:ext>
            </a:extLst>
          </p:cNvPr>
          <p:cNvSpPr>
            <a:spLocks noGrp="1" noChangeArrowheads="1"/>
          </p:cNvSpPr>
          <p:nvPr>
            <p:ph type="title"/>
          </p:nvPr>
        </p:nvSpPr>
        <p:spPr>
          <a:xfrm>
            <a:off x="0" y="183401"/>
            <a:ext cx="11612880" cy="704088"/>
          </a:xfrm>
        </p:spPr>
        <p:txBody>
          <a:bodyPr/>
          <a:lstStyle/>
          <a:p>
            <a:r>
              <a:rPr lang="en-US" altLang="en-US"/>
              <a:t>Multiply and Accumulate</a:t>
            </a:r>
            <a:endParaRPr lang="ru-RU" altLang="en-US"/>
          </a:p>
        </p:txBody>
      </p:sp>
      <p:grpSp>
        <p:nvGrpSpPr>
          <p:cNvPr id="141315" name="Group 27">
            <a:extLst>
              <a:ext uri="{FF2B5EF4-FFF2-40B4-BE49-F238E27FC236}">
                <a16:creationId xmlns:a16="http://schemas.microsoft.com/office/drawing/2014/main" id="{E4C0A81D-DD19-81EB-E0EA-FFEBF0A9A6C2}"/>
              </a:ext>
            </a:extLst>
          </p:cNvPr>
          <p:cNvGrpSpPr>
            <a:grpSpLocks/>
          </p:cNvGrpSpPr>
          <p:nvPr/>
        </p:nvGrpSpPr>
        <p:grpSpPr bwMode="auto">
          <a:xfrm>
            <a:off x="2895601" y="1371601"/>
            <a:ext cx="6384925" cy="2867025"/>
            <a:chOff x="730" y="930"/>
            <a:chExt cx="4022" cy="1806"/>
          </a:xfrm>
        </p:grpSpPr>
        <p:sp>
          <p:nvSpPr>
            <p:cNvPr id="100357" name="Rectangle 6">
              <a:extLst>
                <a:ext uri="{FF2B5EF4-FFF2-40B4-BE49-F238E27FC236}">
                  <a16:creationId xmlns:a16="http://schemas.microsoft.com/office/drawing/2014/main" id="{8D0ED0A8-B813-480B-B1DE-9740869CF4BC}"/>
                </a:ext>
              </a:extLst>
            </p:cNvPr>
            <p:cNvSpPr>
              <a:spLocks noChangeArrowheads="1"/>
            </p:cNvSpPr>
            <p:nvPr/>
          </p:nvSpPr>
          <p:spPr bwMode="auto">
            <a:xfrm>
              <a:off x="1738" y="1392"/>
              <a:ext cx="343" cy="949"/>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a:p>
              <a:pPr eaLnBrk="1" hangingPunct="1">
                <a:defRPr/>
              </a:pPr>
              <a:endParaRPr lang="en-US">
                <a:latin typeface="Arial" charset="0"/>
                <a:cs typeface="Arial" charset="0"/>
              </a:endParaRPr>
            </a:p>
            <a:p>
              <a:pPr algn="ctr" eaLnBrk="1" hangingPunct="1">
                <a:defRPr/>
              </a:pPr>
              <a:r>
                <a:rPr lang="en-US">
                  <a:latin typeface="Arial" charset="0"/>
                  <a:cs typeface="Arial" charset="0"/>
                </a:rPr>
                <a:t>x</a:t>
              </a:r>
              <a:endParaRPr lang="ru-RU">
                <a:latin typeface="Arial" charset="0"/>
                <a:cs typeface="Arial" charset="0"/>
              </a:endParaRPr>
            </a:p>
          </p:txBody>
        </p:sp>
        <p:sp>
          <p:nvSpPr>
            <p:cNvPr id="141318" name="Line 7">
              <a:extLst>
                <a:ext uri="{FF2B5EF4-FFF2-40B4-BE49-F238E27FC236}">
                  <a16:creationId xmlns:a16="http://schemas.microsoft.com/office/drawing/2014/main" id="{0CF6B4E3-75A0-2B5C-376D-0424FB99810F}"/>
                </a:ext>
              </a:extLst>
            </p:cNvPr>
            <p:cNvSpPr>
              <a:spLocks noChangeShapeType="1"/>
            </p:cNvSpPr>
            <p:nvPr/>
          </p:nvSpPr>
          <p:spPr bwMode="auto">
            <a:xfrm>
              <a:off x="1395" y="1582"/>
              <a:ext cx="343"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1319" name="Line 8">
              <a:extLst>
                <a:ext uri="{FF2B5EF4-FFF2-40B4-BE49-F238E27FC236}">
                  <a16:creationId xmlns:a16="http://schemas.microsoft.com/office/drawing/2014/main" id="{A548899C-A309-DE33-1C37-7E5BAEFFD59B}"/>
                </a:ext>
              </a:extLst>
            </p:cNvPr>
            <p:cNvSpPr>
              <a:spLocks noChangeShapeType="1"/>
            </p:cNvSpPr>
            <p:nvPr/>
          </p:nvSpPr>
          <p:spPr bwMode="auto">
            <a:xfrm>
              <a:off x="1395" y="2056"/>
              <a:ext cx="343"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1320" name="Text Box 9">
              <a:extLst>
                <a:ext uri="{FF2B5EF4-FFF2-40B4-BE49-F238E27FC236}">
                  <a16:creationId xmlns:a16="http://schemas.microsoft.com/office/drawing/2014/main" id="{E5896EA4-A8D3-1F69-C23A-AF05FEA5EB67}"/>
                </a:ext>
              </a:extLst>
            </p:cNvPr>
            <p:cNvSpPr txBox="1">
              <a:spLocks noChangeArrowheads="1"/>
            </p:cNvSpPr>
            <p:nvPr/>
          </p:nvSpPr>
          <p:spPr bwMode="auto">
            <a:xfrm>
              <a:off x="730" y="1480"/>
              <a:ext cx="737"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A[n-1:0]</a:t>
              </a:r>
              <a:endParaRPr lang="ru-RU" altLang="en-US" sz="1600" b="0" u="none"/>
            </a:p>
          </p:txBody>
        </p:sp>
        <p:sp>
          <p:nvSpPr>
            <p:cNvPr id="141321" name="Text Box 10">
              <a:extLst>
                <a:ext uri="{FF2B5EF4-FFF2-40B4-BE49-F238E27FC236}">
                  <a16:creationId xmlns:a16="http://schemas.microsoft.com/office/drawing/2014/main" id="{1EACC132-338F-3A67-F77E-3D171171213F}"/>
                </a:ext>
              </a:extLst>
            </p:cNvPr>
            <p:cNvSpPr txBox="1">
              <a:spLocks noChangeArrowheads="1"/>
            </p:cNvSpPr>
            <p:nvPr/>
          </p:nvSpPr>
          <p:spPr bwMode="auto">
            <a:xfrm>
              <a:off x="744" y="1933"/>
              <a:ext cx="864"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b="0" u="none"/>
                <a:t>B[n-1:0]</a:t>
              </a:r>
              <a:endParaRPr lang="ru-RU" altLang="en-US" sz="1600" b="0" u="none"/>
            </a:p>
          </p:txBody>
        </p:sp>
        <p:sp>
          <p:nvSpPr>
            <p:cNvPr id="141322" name="Line 11">
              <a:extLst>
                <a:ext uri="{FF2B5EF4-FFF2-40B4-BE49-F238E27FC236}">
                  <a16:creationId xmlns:a16="http://schemas.microsoft.com/office/drawing/2014/main" id="{26C7C6EF-5E49-C31D-8C60-FC954082317A}"/>
                </a:ext>
              </a:extLst>
            </p:cNvPr>
            <p:cNvSpPr>
              <a:spLocks noChangeShapeType="1"/>
            </p:cNvSpPr>
            <p:nvPr/>
          </p:nvSpPr>
          <p:spPr bwMode="auto">
            <a:xfrm>
              <a:off x="2081" y="1865"/>
              <a:ext cx="429"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0363" name="Rectangle 12">
              <a:extLst>
                <a:ext uri="{FF2B5EF4-FFF2-40B4-BE49-F238E27FC236}">
                  <a16:creationId xmlns:a16="http://schemas.microsoft.com/office/drawing/2014/main" id="{25FA2AB2-4B93-4D94-ADC9-D252D2A8B853}"/>
                </a:ext>
              </a:extLst>
            </p:cNvPr>
            <p:cNvSpPr>
              <a:spLocks noChangeArrowheads="1"/>
            </p:cNvSpPr>
            <p:nvPr/>
          </p:nvSpPr>
          <p:spPr bwMode="auto">
            <a:xfrm>
              <a:off x="2507" y="1640"/>
              <a:ext cx="343" cy="949"/>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a:p>
              <a:pPr eaLnBrk="1" hangingPunct="1">
                <a:defRPr/>
              </a:pPr>
              <a:endParaRPr lang="en-US">
                <a:latin typeface="Arial" charset="0"/>
                <a:cs typeface="Arial" charset="0"/>
              </a:endParaRPr>
            </a:p>
            <a:p>
              <a:pPr algn="ctr" eaLnBrk="1" hangingPunct="1">
                <a:defRPr/>
              </a:pPr>
              <a:r>
                <a:rPr lang="en-US">
                  <a:latin typeface="Arial" charset="0"/>
                  <a:cs typeface="Arial" charset="0"/>
                </a:rPr>
                <a:t>+</a:t>
              </a:r>
              <a:endParaRPr lang="ru-RU">
                <a:latin typeface="Arial" charset="0"/>
                <a:cs typeface="Arial" charset="0"/>
              </a:endParaRPr>
            </a:p>
          </p:txBody>
        </p:sp>
        <p:sp>
          <p:nvSpPr>
            <p:cNvPr id="141324" name="Line 13">
              <a:extLst>
                <a:ext uri="{FF2B5EF4-FFF2-40B4-BE49-F238E27FC236}">
                  <a16:creationId xmlns:a16="http://schemas.microsoft.com/office/drawing/2014/main" id="{007CE5F8-E10F-40C4-C759-C085DD031890}"/>
                </a:ext>
              </a:extLst>
            </p:cNvPr>
            <p:cNvSpPr>
              <a:spLocks noChangeShapeType="1"/>
            </p:cNvSpPr>
            <p:nvPr/>
          </p:nvSpPr>
          <p:spPr bwMode="auto">
            <a:xfrm>
              <a:off x="2853" y="2111"/>
              <a:ext cx="343"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0365" name="Rectangle 14">
              <a:extLst>
                <a:ext uri="{FF2B5EF4-FFF2-40B4-BE49-F238E27FC236}">
                  <a16:creationId xmlns:a16="http://schemas.microsoft.com/office/drawing/2014/main" id="{14D1F055-4F1D-4ED3-96DB-306E2D9ED2E2}"/>
                </a:ext>
              </a:extLst>
            </p:cNvPr>
            <p:cNvSpPr>
              <a:spLocks noChangeArrowheads="1"/>
            </p:cNvSpPr>
            <p:nvPr/>
          </p:nvSpPr>
          <p:spPr bwMode="auto">
            <a:xfrm>
              <a:off x="3212" y="1636"/>
              <a:ext cx="343" cy="948"/>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endParaRPr lang="en-US">
                <a:latin typeface="Arial" charset="0"/>
                <a:cs typeface="Arial" charset="0"/>
              </a:endParaRPr>
            </a:p>
            <a:p>
              <a:pPr eaLnBrk="1" hangingPunct="1">
                <a:defRPr/>
              </a:pPr>
              <a:endParaRPr lang="en-US">
                <a:latin typeface="Arial" charset="0"/>
                <a:cs typeface="Arial" charset="0"/>
              </a:endParaRPr>
            </a:p>
          </p:txBody>
        </p:sp>
        <p:sp>
          <p:nvSpPr>
            <p:cNvPr id="141326" name="Line 15">
              <a:extLst>
                <a:ext uri="{FF2B5EF4-FFF2-40B4-BE49-F238E27FC236}">
                  <a16:creationId xmlns:a16="http://schemas.microsoft.com/office/drawing/2014/main" id="{02754EB9-097E-3138-8523-9A5A0EB037F1}"/>
                </a:ext>
              </a:extLst>
            </p:cNvPr>
            <p:cNvSpPr>
              <a:spLocks noChangeShapeType="1"/>
            </p:cNvSpPr>
            <p:nvPr/>
          </p:nvSpPr>
          <p:spPr bwMode="auto">
            <a:xfrm>
              <a:off x="3561" y="2096"/>
              <a:ext cx="429"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1327" name="Line 16">
              <a:extLst>
                <a:ext uri="{FF2B5EF4-FFF2-40B4-BE49-F238E27FC236}">
                  <a16:creationId xmlns:a16="http://schemas.microsoft.com/office/drawing/2014/main" id="{23A135C9-C6FD-39F5-5355-BAB81B686F2F}"/>
                </a:ext>
              </a:extLst>
            </p:cNvPr>
            <p:cNvSpPr>
              <a:spLocks noChangeShapeType="1"/>
            </p:cNvSpPr>
            <p:nvPr/>
          </p:nvSpPr>
          <p:spPr bwMode="auto">
            <a:xfrm>
              <a:off x="3725" y="2096"/>
              <a:ext cx="0" cy="633"/>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41328" name="Line 17">
              <a:extLst>
                <a:ext uri="{FF2B5EF4-FFF2-40B4-BE49-F238E27FC236}">
                  <a16:creationId xmlns:a16="http://schemas.microsoft.com/office/drawing/2014/main" id="{C856961F-7486-4056-B0A3-1F771CB5944D}"/>
                </a:ext>
              </a:extLst>
            </p:cNvPr>
            <p:cNvSpPr>
              <a:spLocks noChangeShapeType="1"/>
            </p:cNvSpPr>
            <p:nvPr/>
          </p:nvSpPr>
          <p:spPr bwMode="auto">
            <a:xfrm>
              <a:off x="2353" y="2736"/>
              <a:ext cx="137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29" name="Line 18">
              <a:extLst>
                <a:ext uri="{FF2B5EF4-FFF2-40B4-BE49-F238E27FC236}">
                  <a16:creationId xmlns:a16="http://schemas.microsoft.com/office/drawing/2014/main" id="{5EB1410B-BB60-9E66-437B-5CE3168DD036}"/>
                </a:ext>
              </a:extLst>
            </p:cNvPr>
            <p:cNvSpPr>
              <a:spLocks noChangeShapeType="1"/>
            </p:cNvSpPr>
            <p:nvPr/>
          </p:nvSpPr>
          <p:spPr bwMode="auto">
            <a:xfrm>
              <a:off x="2346" y="2357"/>
              <a:ext cx="0" cy="37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30" name="Line 19">
              <a:extLst>
                <a:ext uri="{FF2B5EF4-FFF2-40B4-BE49-F238E27FC236}">
                  <a16:creationId xmlns:a16="http://schemas.microsoft.com/office/drawing/2014/main" id="{3942B7C4-890D-BE90-AB71-06D4928C538D}"/>
                </a:ext>
              </a:extLst>
            </p:cNvPr>
            <p:cNvSpPr>
              <a:spLocks noChangeShapeType="1"/>
            </p:cNvSpPr>
            <p:nvPr/>
          </p:nvSpPr>
          <p:spPr bwMode="auto">
            <a:xfrm>
              <a:off x="2346" y="2349"/>
              <a:ext cx="171"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1331" name="Line 20">
              <a:extLst>
                <a:ext uri="{FF2B5EF4-FFF2-40B4-BE49-F238E27FC236}">
                  <a16:creationId xmlns:a16="http://schemas.microsoft.com/office/drawing/2014/main" id="{BB4048F3-7F4E-6AD1-E1E2-2704BD39741C}"/>
                </a:ext>
              </a:extLst>
            </p:cNvPr>
            <p:cNvSpPr>
              <a:spLocks noChangeShapeType="1"/>
            </p:cNvSpPr>
            <p:nvPr/>
          </p:nvSpPr>
          <p:spPr bwMode="auto">
            <a:xfrm flipV="1">
              <a:off x="1872" y="1152"/>
              <a:ext cx="33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32" name="Text Box 22">
              <a:extLst>
                <a:ext uri="{FF2B5EF4-FFF2-40B4-BE49-F238E27FC236}">
                  <a16:creationId xmlns:a16="http://schemas.microsoft.com/office/drawing/2014/main" id="{C7CF8DAD-DA1C-1D20-103A-5C651C6E5FED}"/>
                </a:ext>
              </a:extLst>
            </p:cNvPr>
            <p:cNvSpPr txBox="1">
              <a:spLocks noChangeArrowheads="1"/>
            </p:cNvSpPr>
            <p:nvPr/>
          </p:nvSpPr>
          <p:spPr bwMode="auto">
            <a:xfrm>
              <a:off x="2229" y="930"/>
              <a:ext cx="86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Multiplier</a:t>
              </a:r>
              <a:endParaRPr lang="ru-RU" altLang="en-US" sz="1600" u="none"/>
            </a:p>
          </p:txBody>
        </p:sp>
        <p:sp>
          <p:nvSpPr>
            <p:cNvPr id="141333" name="Text Box 23">
              <a:extLst>
                <a:ext uri="{FF2B5EF4-FFF2-40B4-BE49-F238E27FC236}">
                  <a16:creationId xmlns:a16="http://schemas.microsoft.com/office/drawing/2014/main" id="{66672FFC-EFE1-E301-3599-1B591E24CDA1}"/>
                </a:ext>
              </a:extLst>
            </p:cNvPr>
            <p:cNvSpPr txBox="1">
              <a:spLocks noChangeArrowheads="1"/>
            </p:cNvSpPr>
            <p:nvPr/>
          </p:nvSpPr>
          <p:spPr bwMode="auto">
            <a:xfrm>
              <a:off x="2805" y="1152"/>
              <a:ext cx="86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Adder</a:t>
              </a:r>
              <a:endParaRPr lang="ru-RU" altLang="en-US" sz="1600" u="none"/>
            </a:p>
          </p:txBody>
        </p:sp>
        <p:sp>
          <p:nvSpPr>
            <p:cNvPr id="141334" name="Line 24">
              <a:extLst>
                <a:ext uri="{FF2B5EF4-FFF2-40B4-BE49-F238E27FC236}">
                  <a16:creationId xmlns:a16="http://schemas.microsoft.com/office/drawing/2014/main" id="{E3E21777-8314-2548-BBC4-6DD9E1C76995}"/>
                </a:ext>
              </a:extLst>
            </p:cNvPr>
            <p:cNvSpPr>
              <a:spLocks noChangeShapeType="1"/>
            </p:cNvSpPr>
            <p:nvPr/>
          </p:nvSpPr>
          <p:spPr bwMode="auto">
            <a:xfrm flipV="1">
              <a:off x="2640" y="1392"/>
              <a:ext cx="33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35" name="Line 25">
              <a:extLst>
                <a:ext uri="{FF2B5EF4-FFF2-40B4-BE49-F238E27FC236}">
                  <a16:creationId xmlns:a16="http://schemas.microsoft.com/office/drawing/2014/main" id="{BDCC1A69-EBD5-3B40-36DC-D0A4CEAAD3C8}"/>
                </a:ext>
              </a:extLst>
            </p:cNvPr>
            <p:cNvSpPr>
              <a:spLocks noChangeShapeType="1"/>
            </p:cNvSpPr>
            <p:nvPr/>
          </p:nvSpPr>
          <p:spPr bwMode="auto">
            <a:xfrm flipV="1">
              <a:off x="3411" y="1392"/>
              <a:ext cx="33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1336" name="Text Box 26">
              <a:extLst>
                <a:ext uri="{FF2B5EF4-FFF2-40B4-BE49-F238E27FC236}">
                  <a16:creationId xmlns:a16="http://schemas.microsoft.com/office/drawing/2014/main" id="{4ADB2E0B-A4FE-0FC2-A8B8-2650363D11D4}"/>
                </a:ext>
              </a:extLst>
            </p:cNvPr>
            <p:cNvSpPr txBox="1">
              <a:spLocks noChangeArrowheads="1"/>
            </p:cNvSpPr>
            <p:nvPr/>
          </p:nvSpPr>
          <p:spPr bwMode="auto">
            <a:xfrm>
              <a:off x="3648" y="1152"/>
              <a:ext cx="1104"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1600" u="none"/>
                <a:t>Accumulator</a:t>
              </a:r>
              <a:endParaRPr lang="ru-RU" altLang="en-US" sz="1600" u="none"/>
            </a:p>
          </p:txBody>
        </p:sp>
      </p:grpSp>
      <p:sp>
        <p:nvSpPr>
          <p:cNvPr id="141316" name="Text Box 28">
            <a:extLst>
              <a:ext uri="{FF2B5EF4-FFF2-40B4-BE49-F238E27FC236}">
                <a16:creationId xmlns:a16="http://schemas.microsoft.com/office/drawing/2014/main" id="{45B888AF-CCCF-EB40-CE73-2BC5C7516FD2}"/>
              </a:ext>
            </a:extLst>
          </p:cNvPr>
          <p:cNvSpPr txBox="1">
            <a:spLocks noChangeArrowheads="1"/>
          </p:cNvSpPr>
          <p:nvPr/>
        </p:nvSpPr>
        <p:spPr bwMode="auto">
          <a:xfrm>
            <a:off x="1981200" y="4572001"/>
            <a:ext cx="8458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u="none"/>
              <a:t>MAC – </a:t>
            </a:r>
            <a:r>
              <a:rPr lang="ru-RU" altLang="en-US" sz="2000" b="0" u="none"/>
              <a:t>one of the most common operations used in digital signal processing</a:t>
            </a:r>
            <a:r>
              <a:rPr lang="ru-RU" altLang="en-US" sz="2000" b="0"/>
              <a:t> </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4">
            <a:extLst>
              <a:ext uri="{FF2B5EF4-FFF2-40B4-BE49-F238E27FC236}">
                <a16:creationId xmlns:a16="http://schemas.microsoft.com/office/drawing/2014/main" id="{3D4C907F-B5EB-A856-25AE-8C38F6986325}"/>
              </a:ext>
            </a:extLst>
          </p:cNvPr>
          <p:cNvSpPr>
            <a:spLocks noGrp="1" noChangeArrowheads="1"/>
          </p:cNvSpPr>
          <p:nvPr>
            <p:ph type="title"/>
          </p:nvPr>
        </p:nvSpPr>
        <p:spPr/>
        <p:txBody>
          <a:bodyPr/>
          <a:lstStyle/>
          <a:p>
            <a:r>
              <a:rPr lang="en-US" altLang="en-US"/>
              <a:t>MAC in Verilog</a:t>
            </a:r>
            <a:endParaRPr lang="ru-RU" altLang="en-US"/>
          </a:p>
        </p:txBody>
      </p:sp>
      <p:sp>
        <p:nvSpPr>
          <p:cNvPr id="101379" name="Content Placeholder 5">
            <a:extLst>
              <a:ext uri="{FF2B5EF4-FFF2-40B4-BE49-F238E27FC236}">
                <a16:creationId xmlns:a16="http://schemas.microsoft.com/office/drawing/2014/main" id="{6D3DD3E7-5576-4495-9213-88CE789E2A3B}"/>
              </a:ext>
            </a:extLst>
          </p:cNvPr>
          <p:cNvSpPr>
            <a:spLocks noGrp="1"/>
          </p:cNvSpPr>
          <p:nvPr>
            <p:ph type="body" sz="quarter" idx="13"/>
          </p:nvPr>
        </p:nvSpPr>
        <p:spPr>
          <a:xfrm>
            <a:off x="457200" y="1188720"/>
            <a:ext cx="5257800" cy="5238974"/>
          </a:xfrm>
          <a:solidFill>
            <a:schemeClr val="accent1">
              <a:lumMod val="20000"/>
              <a:lumOff val="80000"/>
            </a:schemeClr>
          </a:solidFill>
        </p:spPr>
        <p:txBody>
          <a:bodyPr/>
          <a:lstStyle/>
          <a:p>
            <a:pPr marL="0" indent="0">
              <a:buNone/>
            </a:pPr>
            <a:r>
              <a:rPr lang="en-US" sz="1800" dirty="0"/>
              <a:t>module v</a:t>
            </a:r>
            <a:r>
              <a:rPr lang="ru-RU" sz="1800" dirty="0"/>
              <a:t>_</a:t>
            </a:r>
            <a:r>
              <a:rPr lang="en-US" sz="1800" dirty="0"/>
              <a:t>multiply</a:t>
            </a:r>
            <a:r>
              <a:rPr lang="ru-RU" sz="1800" dirty="0"/>
              <a:t>_</a:t>
            </a:r>
            <a:r>
              <a:rPr lang="en-US" sz="1800" dirty="0" err="1"/>
              <a:t>accum</a:t>
            </a:r>
            <a:r>
              <a:rPr lang="ru-RU" sz="1800" dirty="0"/>
              <a:t>_2 (</a:t>
            </a:r>
            <a:r>
              <a:rPr lang="en-US" sz="1800" dirty="0" err="1"/>
              <a:t>clk</a:t>
            </a:r>
            <a:r>
              <a:rPr lang="ru-RU" sz="1800" dirty="0"/>
              <a:t>, </a:t>
            </a:r>
            <a:r>
              <a:rPr lang="en-US" sz="1800" dirty="0" err="1"/>
              <a:t>rst</a:t>
            </a:r>
            <a:r>
              <a:rPr lang="ru-RU" sz="1800" dirty="0"/>
              <a:t>, </a:t>
            </a:r>
            <a:r>
              <a:rPr lang="en-US" sz="1800" dirty="0"/>
              <a:t>A</a:t>
            </a:r>
            <a:r>
              <a:rPr lang="ru-RU" sz="1800" dirty="0"/>
              <a:t>, </a:t>
            </a:r>
            <a:r>
              <a:rPr lang="en-US" sz="1800" dirty="0"/>
              <a:t>B</a:t>
            </a:r>
            <a:r>
              <a:rPr lang="ru-RU" sz="1800" dirty="0"/>
              <a:t>, </a:t>
            </a:r>
            <a:r>
              <a:rPr lang="en-US" sz="1800" dirty="0"/>
              <a:t>RES</a:t>
            </a:r>
            <a:r>
              <a:rPr lang="ru-RU" sz="1800" dirty="0"/>
              <a:t>);</a:t>
            </a:r>
            <a:endParaRPr lang="en-US" sz="1800" dirty="0"/>
          </a:p>
          <a:p>
            <a:pPr marL="0" indent="0">
              <a:buNone/>
            </a:pPr>
            <a:r>
              <a:rPr lang="en-US" sz="1800" dirty="0"/>
              <a:t>input </a:t>
            </a:r>
            <a:r>
              <a:rPr lang="en-US" sz="1800" dirty="0" err="1"/>
              <a:t>clk</a:t>
            </a:r>
            <a:r>
              <a:rPr lang="en-US" sz="1800" dirty="0"/>
              <a:t>;</a:t>
            </a:r>
          </a:p>
          <a:p>
            <a:pPr marL="0" indent="0">
              <a:buNone/>
            </a:pPr>
            <a:r>
              <a:rPr lang="en-US" sz="1800" dirty="0"/>
              <a:t>input </a:t>
            </a:r>
            <a:r>
              <a:rPr lang="en-US" sz="1800" dirty="0" err="1"/>
              <a:t>rst</a:t>
            </a:r>
            <a:r>
              <a:rPr lang="en-US" sz="1800" dirty="0"/>
              <a:t>;</a:t>
            </a:r>
          </a:p>
          <a:p>
            <a:pPr marL="0" indent="0">
              <a:buNone/>
            </a:pPr>
            <a:r>
              <a:rPr lang="en-US" sz="1800" dirty="0"/>
              <a:t>input [7:0] A, B;</a:t>
            </a:r>
          </a:p>
          <a:p>
            <a:pPr marL="0" indent="0">
              <a:buNone/>
            </a:pPr>
            <a:r>
              <a:rPr lang="en-US" sz="1800" dirty="0"/>
              <a:t>output [15:0] RES;</a:t>
            </a:r>
          </a:p>
          <a:p>
            <a:pPr marL="0" indent="0">
              <a:buNone/>
            </a:pPr>
            <a:r>
              <a:rPr lang="en-US" sz="1800" dirty="0" err="1"/>
              <a:t>reg</a:t>
            </a:r>
            <a:r>
              <a:rPr lang="en-US" sz="1800" dirty="0"/>
              <a:t> [15:0] </a:t>
            </a:r>
            <a:r>
              <a:rPr lang="en-US" sz="1800" dirty="0" err="1"/>
              <a:t>mult</a:t>
            </a:r>
            <a:r>
              <a:rPr lang="en-US" sz="1800" dirty="0"/>
              <a:t>, </a:t>
            </a:r>
            <a:r>
              <a:rPr lang="en-US" sz="1800" dirty="0" err="1"/>
              <a:t>accum</a:t>
            </a:r>
            <a:r>
              <a:rPr lang="en-US" sz="1800" dirty="0"/>
              <a:t>;</a:t>
            </a:r>
          </a:p>
          <a:p>
            <a:pPr marL="0" indent="0">
              <a:buNone/>
            </a:pPr>
            <a:r>
              <a:rPr lang="en-US" sz="1800" dirty="0" err="1"/>
              <a:t>reg</a:t>
            </a:r>
            <a:r>
              <a:rPr lang="en-US" sz="1800" dirty="0"/>
              <a:t> [7:0] </a:t>
            </a:r>
            <a:r>
              <a:rPr lang="en-US" sz="1800" dirty="0" err="1"/>
              <a:t>rA</a:t>
            </a:r>
            <a:r>
              <a:rPr lang="en-US" sz="1800" dirty="0"/>
              <a:t>, </a:t>
            </a:r>
            <a:r>
              <a:rPr lang="en-US" sz="1800" dirty="0" err="1"/>
              <a:t>rB</a:t>
            </a:r>
            <a:r>
              <a:rPr lang="en-US" sz="1800" dirty="0"/>
              <a:t>;</a:t>
            </a:r>
          </a:p>
          <a:p>
            <a:pPr marL="0" indent="0">
              <a:buNone/>
            </a:pPr>
            <a:r>
              <a:rPr lang="en-US" sz="1800" dirty="0"/>
              <a:t>always @(</a:t>
            </a:r>
            <a:r>
              <a:rPr lang="en-US" sz="1800" dirty="0" err="1"/>
              <a:t>posedge</a:t>
            </a:r>
            <a:r>
              <a:rPr lang="en-US" sz="1800" dirty="0"/>
              <a:t> </a:t>
            </a:r>
            <a:r>
              <a:rPr lang="en-US" sz="1800" dirty="0" err="1"/>
              <a:t>clk</a:t>
            </a:r>
            <a:r>
              <a:rPr lang="en-US" sz="1800" dirty="0"/>
              <a:t>)</a:t>
            </a:r>
          </a:p>
          <a:p>
            <a:pPr marL="0" indent="0">
              <a:buNone/>
            </a:pPr>
            <a:r>
              <a:rPr lang="en-US" sz="1800" dirty="0"/>
              <a:t>begin</a:t>
            </a:r>
          </a:p>
          <a:p>
            <a:pPr marL="0" indent="0">
              <a:buNone/>
            </a:pPr>
            <a:r>
              <a:rPr lang="en-US" sz="1800" dirty="0"/>
              <a:t>if (</a:t>
            </a:r>
            <a:r>
              <a:rPr lang="en-US" sz="1800" dirty="0" err="1"/>
              <a:t>rst</a:t>
            </a:r>
            <a:r>
              <a:rPr lang="en-US" sz="1800" dirty="0"/>
              <a:t>) begin</a:t>
            </a:r>
          </a:p>
          <a:p>
            <a:pPr marL="0" indent="0">
              <a:buNone/>
            </a:pPr>
            <a:r>
              <a:rPr lang="en-US" sz="1800" dirty="0" err="1"/>
              <a:t>rA</a:t>
            </a:r>
            <a:r>
              <a:rPr lang="en-US" sz="1800" dirty="0"/>
              <a:t> &lt;= 8’b00000000;</a:t>
            </a:r>
          </a:p>
          <a:p>
            <a:pPr marL="0" indent="0">
              <a:buNone/>
            </a:pPr>
            <a:r>
              <a:rPr lang="en-US" sz="1800" dirty="0" err="1"/>
              <a:t>rB</a:t>
            </a:r>
            <a:r>
              <a:rPr lang="en-US" sz="1800" dirty="0"/>
              <a:t> &lt;= 8’b00000000;</a:t>
            </a:r>
          </a:p>
          <a:p>
            <a:pPr marL="0" indent="0">
              <a:buNone/>
            </a:pPr>
            <a:endParaRPr lang="en-US" sz="1800" dirty="0"/>
          </a:p>
        </p:txBody>
      </p:sp>
      <p:sp>
        <p:nvSpPr>
          <p:cNvPr id="101380" name="Content Placeholder 6">
            <a:extLst>
              <a:ext uri="{FF2B5EF4-FFF2-40B4-BE49-F238E27FC236}">
                <a16:creationId xmlns:a16="http://schemas.microsoft.com/office/drawing/2014/main" id="{6F6B9E68-E072-43B9-8A62-B3C98E4B6B4F}"/>
              </a:ext>
            </a:extLst>
          </p:cNvPr>
          <p:cNvSpPr>
            <a:spLocks noGrp="1"/>
          </p:cNvSpPr>
          <p:nvPr>
            <p:ph type="body" sz="quarter" idx="14"/>
          </p:nvPr>
        </p:nvSpPr>
        <p:spPr>
          <a:solidFill>
            <a:schemeClr val="accent1">
              <a:lumMod val="20000"/>
              <a:lumOff val="80000"/>
            </a:schemeClr>
          </a:solidFill>
        </p:spPr>
        <p:txBody>
          <a:bodyPr/>
          <a:lstStyle/>
          <a:p>
            <a:pPr marL="0" indent="0">
              <a:buNone/>
            </a:pPr>
            <a:r>
              <a:rPr lang="en-US" sz="1800" dirty="0" err="1"/>
              <a:t>mult</a:t>
            </a:r>
            <a:r>
              <a:rPr lang="en-US" sz="1800" dirty="0"/>
              <a:t> &lt;= 16’b0000000000000000;</a:t>
            </a:r>
          </a:p>
          <a:p>
            <a:pPr marL="0" indent="0">
              <a:buNone/>
            </a:pPr>
            <a:r>
              <a:rPr lang="en-US" sz="1800" dirty="0" err="1"/>
              <a:t>accum</a:t>
            </a:r>
            <a:r>
              <a:rPr lang="en-US" sz="1800" dirty="0"/>
              <a:t> &lt;= 16’b0000000000000000;</a:t>
            </a:r>
          </a:p>
          <a:p>
            <a:pPr marL="0" indent="0">
              <a:buNone/>
            </a:pPr>
            <a:r>
              <a:rPr lang="en-US" sz="1800" dirty="0"/>
              <a:t>end</a:t>
            </a:r>
          </a:p>
          <a:p>
            <a:pPr marL="0" indent="0">
              <a:buNone/>
            </a:pPr>
            <a:r>
              <a:rPr lang="en-US" sz="1800" dirty="0"/>
              <a:t>else begin</a:t>
            </a:r>
          </a:p>
          <a:p>
            <a:pPr marL="0" indent="0">
              <a:buNone/>
            </a:pPr>
            <a:r>
              <a:rPr lang="en-US" sz="1800" dirty="0" err="1"/>
              <a:t>rA</a:t>
            </a:r>
            <a:r>
              <a:rPr lang="en-US" sz="1800" dirty="0"/>
              <a:t> &lt;= A;</a:t>
            </a:r>
          </a:p>
          <a:p>
            <a:pPr marL="0" indent="0">
              <a:buNone/>
            </a:pPr>
            <a:r>
              <a:rPr lang="en-US" sz="1800" dirty="0" err="1"/>
              <a:t>rB</a:t>
            </a:r>
            <a:r>
              <a:rPr lang="en-US" sz="1800" dirty="0"/>
              <a:t> &lt;= B;</a:t>
            </a:r>
          </a:p>
          <a:p>
            <a:pPr marL="0" indent="0">
              <a:buNone/>
            </a:pPr>
            <a:r>
              <a:rPr lang="en-US" sz="1800" dirty="0" err="1"/>
              <a:t>mult</a:t>
            </a:r>
            <a:r>
              <a:rPr lang="en-US" sz="1800" dirty="0"/>
              <a:t> &lt;= </a:t>
            </a:r>
            <a:r>
              <a:rPr lang="en-US" sz="1800" dirty="0" err="1"/>
              <a:t>rA</a:t>
            </a:r>
            <a:r>
              <a:rPr lang="en-US" sz="1800" dirty="0"/>
              <a:t> * </a:t>
            </a:r>
            <a:r>
              <a:rPr lang="en-US" sz="1800" dirty="0" err="1"/>
              <a:t>rB</a:t>
            </a:r>
            <a:r>
              <a:rPr lang="en-US" sz="1800" dirty="0"/>
              <a:t>;</a:t>
            </a:r>
          </a:p>
          <a:p>
            <a:pPr marL="0" indent="0">
              <a:buNone/>
            </a:pPr>
            <a:r>
              <a:rPr lang="en-US" sz="1800" dirty="0" err="1"/>
              <a:t>accum</a:t>
            </a:r>
            <a:r>
              <a:rPr lang="en-US" sz="1800" dirty="0"/>
              <a:t> &lt;= </a:t>
            </a:r>
            <a:r>
              <a:rPr lang="en-US" sz="1800" dirty="0" err="1"/>
              <a:t>accum</a:t>
            </a:r>
            <a:r>
              <a:rPr lang="en-US" sz="1800" dirty="0"/>
              <a:t> + </a:t>
            </a:r>
            <a:r>
              <a:rPr lang="en-US" sz="1800" dirty="0" err="1"/>
              <a:t>mult</a:t>
            </a:r>
            <a:r>
              <a:rPr lang="en-US" sz="1800" dirty="0"/>
              <a:t>;</a:t>
            </a:r>
          </a:p>
          <a:p>
            <a:pPr marL="0" indent="0">
              <a:buNone/>
            </a:pPr>
            <a:r>
              <a:rPr lang="en-US" sz="1800" dirty="0"/>
              <a:t>end</a:t>
            </a:r>
          </a:p>
          <a:p>
            <a:pPr marL="0" indent="0">
              <a:buNone/>
            </a:pPr>
            <a:r>
              <a:rPr lang="en-US" sz="1800" dirty="0"/>
              <a:t>end</a:t>
            </a:r>
          </a:p>
          <a:p>
            <a:pPr marL="0" indent="0">
              <a:buNone/>
            </a:pPr>
            <a:r>
              <a:rPr lang="en-US" sz="1800" dirty="0"/>
              <a:t>assign RES = </a:t>
            </a:r>
            <a:r>
              <a:rPr lang="en-US" sz="1800" dirty="0" err="1"/>
              <a:t>accum</a:t>
            </a:r>
            <a:r>
              <a:rPr lang="en-US" sz="1800" dirty="0"/>
              <a:t>;</a:t>
            </a:r>
          </a:p>
          <a:p>
            <a:pPr marL="0" indent="0">
              <a:buNone/>
            </a:pPr>
            <a:r>
              <a:rPr lang="en-US" sz="1800" dirty="0" err="1"/>
              <a:t>endmodule</a:t>
            </a:r>
            <a:endParaRPr lang="ru-RU" sz="1800" dirty="0"/>
          </a:p>
          <a:p>
            <a:pPr marL="0" indent="0">
              <a:buNone/>
            </a:pPr>
            <a:endParaRPr lang="ru-RU" sz="1800" dirty="0"/>
          </a:p>
          <a:p>
            <a:pPr marL="0" indent="0">
              <a:buNone/>
            </a:pPr>
            <a:endParaRPr lang="en-US" sz="1800" dirty="0"/>
          </a:p>
        </p:txBody>
      </p:sp>
      <p:sp>
        <p:nvSpPr>
          <p:cNvPr id="142341" name="Right Arrow 5">
            <a:extLst>
              <a:ext uri="{FF2B5EF4-FFF2-40B4-BE49-F238E27FC236}">
                <a16:creationId xmlns:a16="http://schemas.microsoft.com/office/drawing/2014/main" id="{5CF413CA-6BBA-91C8-8BCD-E985DFBE5424}"/>
              </a:ext>
            </a:extLst>
          </p:cNvPr>
          <p:cNvSpPr>
            <a:spLocks noChangeArrowheads="1"/>
          </p:cNvSpPr>
          <p:nvPr/>
        </p:nvSpPr>
        <p:spPr bwMode="auto">
          <a:xfrm>
            <a:off x="5829300" y="3390900"/>
            <a:ext cx="381000" cy="457200"/>
          </a:xfrm>
          <a:prstGeom prst="rightArrow">
            <a:avLst>
              <a:gd name="adj1" fmla="val 50000"/>
              <a:gd name="adj2" fmla="val 50000"/>
            </a:avLst>
          </a:prstGeom>
          <a:solidFill>
            <a:schemeClr val="accent1"/>
          </a:solidFill>
          <a:ln w="9525" algn="ctr">
            <a:solidFill>
              <a:schemeClr val="tx1"/>
            </a:solidFill>
            <a:round/>
            <a:headEnd/>
            <a:tailEnd/>
          </a:ln>
        </p:spPr>
        <p:txBody>
          <a:bodyPr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GB" altLang="en-US" b="0" u="none"/>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itle 1">
            <a:extLst>
              <a:ext uri="{FF2B5EF4-FFF2-40B4-BE49-F238E27FC236}">
                <a16:creationId xmlns:a16="http://schemas.microsoft.com/office/drawing/2014/main" id="{C63F2708-2C0E-6A67-6638-7CE8855B38B8}"/>
              </a:ext>
            </a:extLst>
          </p:cNvPr>
          <p:cNvSpPr>
            <a:spLocks noGrp="1" noChangeArrowheads="1"/>
          </p:cNvSpPr>
          <p:nvPr>
            <p:ph type="title"/>
          </p:nvPr>
        </p:nvSpPr>
        <p:spPr>
          <a:xfrm>
            <a:off x="0" y="183401"/>
            <a:ext cx="11612880" cy="704088"/>
          </a:xfrm>
        </p:spPr>
        <p:txBody>
          <a:bodyPr/>
          <a:lstStyle/>
          <a:p>
            <a:r>
              <a:rPr lang="en-GB" altLang="en-US"/>
              <a:t>FPGA </a:t>
            </a:r>
            <a:r>
              <a:rPr lang="en-US" altLang="en-US"/>
              <a:t>C</a:t>
            </a:r>
            <a:r>
              <a:rPr lang="en-GB" altLang="en-US"/>
              <a:t>onfiguration Memory</a:t>
            </a:r>
            <a:endParaRPr lang="ru-RU" altLang="en-US"/>
          </a:p>
        </p:txBody>
      </p:sp>
      <p:sp>
        <p:nvSpPr>
          <p:cNvPr id="143363" name="Rectangle 59">
            <a:extLst>
              <a:ext uri="{FF2B5EF4-FFF2-40B4-BE49-F238E27FC236}">
                <a16:creationId xmlns:a16="http://schemas.microsoft.com/office/drawing/2014/main" id="{AACDF9E6-25AB-5E5C-9036-E46B3D711BBE}"/>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143364" name="Group 61">
            <a:extLst>
              <a:ext uri="{FF2B5EF4-FFF2-40B4-BE49-F238E27FC236}">
                <a16:creationId xmlns:a16="http://schemas.microsoft.com/office/drawing/2014/main" id="{0D6C1CBA-5B6F-DD27-59D2-D2003022A30C}"/>
              </a:ext>
            </a:extLst>
          </p:cNvPr>
          <p:cNvGrpSpPr>
            <a:grpSpLocks/>
          </p:cNvGrpSpPr>
          <p:nvPr/>
        </p:nvGrpSpPr>
        <p:grpSpPr bwMode="auto">
          <a:xfrm>
            <a:off x="3392488" y="2601913"/>
            <a:ext cx="6527800" cy="2863850"/>
            <a:chOff x="1868488" y="2601913"/>
            <a:chExt cx="6527800" cy="2863850"/>
          </a:xfrm>
        </p:grpSpPr>
        <p:sp>
          <p:nvSpPr>
            <p:cNvPr id="143366" name="Line 58">
              <a:extLst>
                <a:ext uri="{FF2B5EF4-FFF2-40B4-BE49-F238E27FC236}">
                  <a16:creationId xmlns:a16="http://schemas.microsoft.com/office/drawing/2014/main" id="{D91C847F-1D2B-9165-BABD-66FB890BF8F5}"/>
                </a:ext>
              </a:extLst>
            </p:cNvPr>
            <p:cNvSpPr>
              <a:spLocks noChangeShapeType="1"/>
            </p:cNvSpPr>
            <p:nvPr/>
          </p:nvSpPr>
          <p:spPr bwMode="auto">
            <a:xfrm>
              <a:off x="2284413" y="2800350"/>
              <a:ext cx="45132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67" name="Line 57">
              <a:extLst>
                <a:ext uri="{FF2B5EF4-FFF2-40B4-BE49-F238E27FC236}">
                  <a16:creationId xmlns:a16="http://schemas.microsoft.com/office/drawing/2014/main" id="{CEFF95E4-44F4-4B67-8DC3-6BB641E9A34B}"/>
                </a:ext>
              </a:extLst>
            </p:cNvPr>
            <p:cNvSpPr>
              <a:spLocks noChangeShapeType="1"/>
            </p:cNvSpPr>
            <p:nvPr/>
          </p:nvSpPr>
          <p:spPr bwMode="auto">
            <a:xfrm>
              <a:off x="4059238" y="3206750"/>
              <a:ext cx="16113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68" name="Line 56">
              <a:extLst>
                <a:ext uri="{FF2B5EF4-FFF2-40B4-BE49-F238E27FC236}">
                  <a16:creationId xmlns:a16="http://schemas.microsoft.com/office/drawing/2014/main" id="{2645DA31-66F9-FEF3-C883-D65A6CDE15C5}"/>
                </a:ext>
              </a:extLst>
            </p:cNvPr>
            <p:cNvSpPr>
              <a:spLocks noChangeShapeType="1"/>
            </p:cNvSpPr>
            <p:nvPr/>
          </p:nvSpPr>
          <p:spPr bwMode="auto">
            <a:xfrm flipV="1">
              <a:off x="4878388" y="3009900"/>
              <a:ext cx="0" cy="188913"/>
            </a:xfrm>
            <a:prstGeom prst="line">
              <a:avLst/>
            </a:prstGeom>
            <a:noFill/>
            <a:ln w="1905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43369" name="AutoShape 55">
              <a:extLst>
                <a:ext uri="{FF2B5EF4-FFF2-40B4-BE49-F238E27FC236}">
                  <a16:creationId xmlns:a16="http://schemas.microsoft.com/office/drawing/2014/main" id="{F05AAD41-5956-1067-F04C-9491BD5CB403}"/>
                </a:ext>
              </a:extLst>
            </p:cNvPr>
            <p:cNvSpPr>
              <a:spLocks noChangeArrowheads="1"/>
            </p:cNvSpPr>
            <p:nvPr/>
          </p:nvSpPr>
          <p:spPr bwMode="auto">
            <a:xfrm>
              <a:off x="4822825" y="2903538"/>
              <a:ext cx="107950" cy="107950"/>
            </a:xfrm>
            <a:prstGeom prst="flowChartConnector">
              <a:avLst/>
            </a:prstGeom>
            <a:solidFill>
              <a:srgbClr val="FFFFFF"/>
            </a:solidFill>
            <a:ln w="1905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143370" name="Line 54">
              <a:extLst>
                <a:ext uri="{FF2B5EF4-FFF2-40B4-BE49-F238E27FC236}">
                  <a16:creationId xmlns:a16="http://schemas.microsoft.com/office/drawing/2014/main" id="{DD0FEA72-0BFD-1FAB-2AD5-6D7AC48382D1}"/>
                </a:ext>
              </a:extLst>
            </p:cNvPr>
            <p:cNvSpPr>
              <a:spLocks noChangeShapeType="1"/>
            </p:cNvSpPr>
            <p:nvPr/>
          </p:nvSpPr>
          <p:spPr bwMode="auto">
            <a:xfrm>
              <a:off x="4059238" y="3206750"/>
              <a:ext cx="0" cy="3127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1" name="Line 53">
              <a:extLst>
                <a:ext uri="{FF2B5EF4-FFF2-40B4-BE49-F238E27FC236}">
                  <a16:creationId xmlns:a16="http://schemas.microsoft.com/office/drawing/2014/main" id="{FDC9AE94-DC23-8623-892F-012654930242}"/>
                </a:ext>
              </a:extLst>
            </p:cNvPr>
            <p:cNvSpPr>
              <a:spLocks noChangeShapeType="1"/>
            </p:cNvSpPr>
            <p:nvPr/>
          </p:nvSpPr>
          <p:spPr bwMode="auto">
            <a:xfrm>
              <a:off x="5667375" y="3203575"/>
              <a:ext cx="0" cy="3127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2" name="Line 52">
              <a:extLst>
                <a:ext uri="{FF2B5EF4-FFF2-40B4-BE49-F238E27FC236}">
                  <a16:creationId xmlns:a16="http://schemas.microsoft.com/office/drawing/2014/main" id="{572CDF49-2BF1-BD40-7E96-EDF2CEC595AC}"/>
                </a:ext>
              </a:extLst>
            </p:cNvPr>
            <p:cNvSpPr>
              <a:spLocks noChangeShapeType="1"/>
            </p:cNvSpPr>
            <p:nvPr/>
          </p:nvSpPr>
          <p:spPr bwMode="auto">
            <a:xfrm flipV="1">
              <a:off x="4059238" y="3516313"/>
              <a:ext cx="25241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3" name="Line 51">
              <a:extLst>
                <a:ext uri="{FF2B5EF4-FFF2-40B4-BE49-F238E27FC236}">
                  <a16:creationId xmlns:a16="http://schemas.microsoft.com/office/drawing/2014/main" id="{DFEF8B5A-F57E-87FF-5E19-B60D23F79861}"/>
                </a:ext>
              </a:extLst>
            </p:cNvPr>
            <p:cNvSpPr>
              <a:spLocks noChangeShapeType="1"/>
            </p:cNvSpPr>
            <p:nvPr/>
          </p:nvSpPr>
          <p:spPr bwMode="auto">
            <a:xfrm flipH="1">
              <a:off x="4306888" y="3516313"/>
              <a:ext cx="0" cy="379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4" name="Line 50">
              <a:extLst>
                <a:ext uri="{FF2B5EF4-FFF2-40B4-BE49-F238E27FC236}">
                  <a16:creationId xmlns:a16="http://schemas.microsoft.com/office/drawing/2014/main" id="{24B6E980-9A95-5A7C-C414-557EB9C2E9CA}"/>
                </a:ext>
              </a:extLst>
            </p:cNvPr>
            <p:cNvSpPr>
              <a:spLocks noChangeShapeType="1"/>
            </p:cNvSpPr>
            <p:nvPr/>
          </p:nvSpPr>
          <p:spPr bwMode="auto">
            <a:xfrm flipH="1">
              <a:off x="4430713" y="3511550"/>
              <a:ext cx="0" cy="3810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5" name="Line 49">
              <a:extLst>
                <a:ext uri="{FF2B5EF4-FFF2-40B4-BE49-F238E27FC236}">
                  <a16:creationId xmlns:a16="http://schemas.microsoft.com/office/drawing/2014/main" id="{698E5AD4-7E79-8AA9-D989-3EE21FB173C3}"/>
                </a:ext>
              </a:extLst>
            </p:cNvPr>
            <p:cNvSpPr>
              <a:spLocks noChangeShapeType="1"/>
            </p:cNvSpPr>
            <p:nvPr/>
          </p:nvSpPr>
          <p:spPr bwMode="auto">
            <a:xfrm flipV="1">
              <a:off x="4059238" y="3887788"/>
              <a:ext cx="252412" cy="31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6" name="Line 48">
              <a:extLst>
                <a:ext uri="{FF2B5EF4-FFF2-40B4-BE49-F238E27FC236}">
                  <a16:creationId xmlns:a16="http://schemas.microsoft.com/office/drawing/2014/main" id="{EB1A8AB1-7C5A-6981-902B-B16F95094A0E}"/>
                </a:ext>
              </a:extLst>
            </p:cNvPr>
            <p:cNvSpPr>
              <a:spLocks noChangeShapeType="1"/>
            </p:cNvSpPr>
            <p:nvPr/>
          </p:nvSpPr>
          <p:spPr bwMode="auto">
            <a:xfrm>
              <a:off x="4430713" y="3676650"/>
              <a:ext cx="280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7" name="AutoShape 47">
              <a:extLst>
                <a:ext uri="{FF2B5EF4-FFF2-40B4-BE49-F238E27FC236}">
                  <a16:creationId xmlns:a16="http://schemas.microsoft.com/office/drawing/2014/main" id="{F25A60B1-1FFD-9DF7-F3F9-085535EF7F89}"/>
                </a:ext>
              </a:extLst>
            </p:cNvPr>
            <p:cNvSpPr>
              <a:spLocks noChangeArrowheads="1"/>
            </p:cNvSpPr>
            <p:nvPr/>
          </p:nvSpPr>
          <p:spPr bwMode="auto">
            <a:xfrm>
              <a:off x="4430713" y="3621088"/>
              <a:ext cx="107950" cy="104775"/>
            </a:xfrm>
            <a:prstGeom prst="flowChartConnector">
              <a:avLst/>
            </a:prstGeom>
            <a:solidFill>
              <a:srgbClr val="FFFFFF"/>
            </a:solidFill>
            <a:ln w="1905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143378" name="Line 46">
              <a:extLst>
                <a:ext uri="{FF2B5EF4-FFF2-40B4-BE49-F238E27FC236}">
                  <a16:creationId xmlns:a16="http://schemas.microsoft.com/office/drawing/2014/main" id="{5E756CAB-1102-F4B2-AAE8-70F76D8B7020}"/>
                </a:ext>
              </a:extLst>
            </p:cNvPr>
            <p:cNvSpPr>
              <a:spLocks noChangeShapeType="1"/>
            </p:cNvSpPr>
            <p:nvPr/>
          </p:nvSpPr>
          <p:spPr bwMode="auto">
            <a:xfrm flipV="1">
              <a:off x="5383213" y="3516313"/>
              <a:ext cx="2857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79" name="Line 45">
              <a:extLst>
                <a:ext uri="{FF2B5EF4-FFF2-40B4-BE49-F238E27FC236}">
                  <a16:creationId xmlns:a16="http://schemas.microsoft.com/office/drawing/2014/main" id="{E9C43C1D-DF88-A5B4-B8EF-39E2222CA24F}"/>
                </a:ext>
              </a:extLst>
            </p:cNvPr>
            <p:cNvSpPr>
              <a:spLocks noChangeShapeType="1"/>
            </p:cNvSpPr>
            <p:nvPr/>
          </p:nvSpPr>
          <p:spPr bwMode="auto">
            <a:xfrm flipH="1">
              <a:off x="5383213" y="3511550"/>
              <a:ext cx="0" cy="3810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0" name="Line 44">
              <a:extLst>
                <a:ext uri="{FF2B5EF4-FFF2-40B4-BE49-F238E27FC236}">
                  <a16:creationId xmlns:a16="http://schemas.microsoft.com/office/drawing/2014/main" id="{D95BEB92-0D37-7CE3-32A0-D3041A992F19}"/>
                </a:ext>
              </a:extLst>
            </p:cNvPr>
            <p:cNvSpPr>
              <a:spLocks noChangeShapeType="1"/>
            </p:cNvSpPr>
            <p:nvPr/>
          </p:nvSpPr>
          <p:spPr bwMode="auto">
            <a:xfrm flipH="1">
              <a:off x="5265738" y="3508375"/>
              <a:ext cx="0" cy="3810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1" name="Line 43">
              <a:extLst>
                <a:ext uri="{FF2B5EF4-FFF2-40B4-BE49-F238E27FC236}">
                  <a16:creationId xmlns:a16="http://schemas.microsoft.com/office/drawing/2014/main" id="{9A6310EF-5A80-10F0-D004-2F784C775AFF}"/>
                </a:ext>
              </a:extLst>
            </p:cNvPr>
            <p:cNvSpPr>
              <a:spLocks noChangeShapeType="1"/>
            </p:cNvSpPr>
            <p:nvPr/>
          </p:nvSpPr>
          <p:spPr bwMode="auto">
            <a:xfrm flipV="1">
              <a:off x="5389563" y="3895725"/>
              <a:ext cx="28416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2" name="Line 42">
              <a:extLst>
                <a:ext uri="{FF2B5EF4-FFF2-40B4-BE49-F238E27FC236}">
                  <a16:creationId xmlns:a16="http://schemas.microsoft.com/office/drawing/2014/main" id="{EC5BF771-3E79-2D53-4E82-523AB5A0BB29}"/>
                </a:ext>
              </a:extLst>
            </p:cNvPr>
            <p:cNvSpPr>
              <a:spLocks noChangeShapeType="1"/>
            </p:cNvSpPr>
            <p:nvPr/>
          </p:nvSpPr>
          <p:spPr bwMode="auto">
            <a:xfrm flipH="1">
              <a:off x="5029200" y="3676649"/>
              <a:ext cx="11887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3" name="AutoShape 41">
              <a:extLst>
                <a:ext uri="{FF2B5EF4-FFF2-40B4-BE49-F238E27FC236}">
                  <a16:creationId xmlns:a16="http://schemas.microsoft.com/office/drawing/2014/main" id="{6075DBA4-6147-E2FC-3578-961F4A7DC57C}"/>
                </a:ext>
              </a:extLst>
            </p:cNvPr>
            <p:cNvSpPr>
              <a:spLocks noChangeArrowheads="1"/>
            </p:cNvSpPr>
            <p:nvPr/>
          </p:nvSpPr>
          <p:spPr bwMode="auto">
            <a:xfrm>
              <a:off x="5157788" y="3619500"/>
              <a:ext cx="107950" cy="107950"/>
            </a:xfrm>
            <a:prstGeom prst="flowChartConnector">
              <a:avLst/>
            </a:prstGeom>
            <a:solidFill>
              <a:srgbClr val="FFFFFF"/>
            </a:solidFill>
            <a:ln w="19050">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b="0" u="none"/>
            </a:p>
          </p:txBody>
        </p:sp>
        <p:sp>
          <p:nvSpPr>
            <p:cNvPr id="143384" name="Line 40">
              <a:extLst>
                <a:ext uri="{FF2B5EF4-FFF2-40B4-BE49-F238E27FC236}">
                  <a16:creationId xmlns:a16="http://schemas.microsoft.com/office/drawing/2014/main" id="{16FEAEF2-6601-0BFE-125F-43EE52427F8E}"/>
                </a:ext>
              </a:extLst>
            </p:cNvPr>
            <p:cNvSpPr>
              <a:spLocks noChangeShapeType="1"/>
            </p:cNvSpPr>
            <p:nvPr/>
          </p:nvSpPr>
          <p:spPr bwMode="auto">
            <a:xfrm>
              <a:off x="4059238" y="3870325"/>
              <a:ext cx="0" cy="6858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5" name="Line 39">
              <a:extLst>
                <a:ext uri="{FF2B5EF4-FFF2-40B4-BE49-F238E27FC236}">
                  <a16:creationId xmlns:a16="http://schemas.microsoft.com/office/drawing/2014/main" id="{356D54D7-974B-2F5E-7C30-80E205814C26}"/>
                </a:ext>
              </a:extLst>
            </p:cNvPr>
            <p:cNvSpPr>
              <a:spLocks noChangeShapeType="1"/>
            </p:cNvSpPr>
            <p:nvPr/>
          </p:nvSpPr>
          <p:spPr bwMode="auto">
            <a:xfrm>
              <a:off x="5676900" y="3898900"/>
              <a:ext cx="0" cy="67151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6" name="Line 38">
              <a:extLst>
                <a:ext uri="{FF2B5EF4-FFF2-40B4-BE49-F238E27FC236}">
                  <a16:creationId xmlns:a16="http://schemas.microsoft.com/office/drawing/2014/main" id="{A4DFFC0F-C99E-F374-A457-7444DAD01B2E}"/>
                </a:ext>
              </a:extLst>
            </p:cNvPr>
            <p:cNvSpPr>
              <a:spLocks noChangeShapeType="1"/>
            </p:cNvSpPr>
            <p:nvPr/>
          </p:nvSpPr>
          <p:spPr bwMode="auto">
            <a:xfrm flipV="1">
              <a:off x="4059238" y="4554538"/>
              <a:ext cx="274320" cy="476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7" name="Line 37">
              <a:extLst>
                <a:ext uri="{FF2B5EF4-FFF2-40B4-BE49-F238E27FC236}">
                  <a16:creationId xmlns:a16="http://schemas.microsoft.com/office/drawing/2014/main" id="{719A8946-54B2-09DB-B952-28E41D91E5C3}"/>
                </a:ext>
              </a:extLst>
            </p:cNvPr>
            <p:cNvSpPr>
              <a:spLocks noChangeShapeType="1"/>
            </p:cNvSpPr>
            <p:nvPr/>
          </p:nvSpPr>
          <p:spPr bwMode="auto">
            <a:xfrm flipH="1">
              <a:off x="4321175" y="4554538"/>
              <a:ext cx="0" cy="37147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8" name="Line 36">
              <a:extLst>
                <a:ext uri="{FF2B5EF4-FFF2-40B4-BE49-F238E27FC236}">
                  <a16:creationId xmlns:a16="http://schemas.microsoft.com/office/drawing/2014/main" id="{A6E92D45-B820-F513-ACE0-E6DA5F2195AB}"/>
                </a:ext>
              </a:extLst>
            </p:cNvPr>
            <p:cNvSpPr>
              <a:spLocks noChangeShapeType="1"/>
            </p:cNvSpPr>
            <p:nvPr/>
          </p:nvSpPr>
          <p:spPr bwMode="auto">
            <a:xfrm flipH="1">
              <a:off x="4430713" y="4551363"/>
              <a:ext cx="0" cy="3810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9" name="Line 35">
              <a:extLst>
                <a:ext uri="{FF2B5EF4-FFF2-40B4-BE49-F238E27FC236}">
                  <a16:creationId xmlns:a16="http://schemas.microsoft.com/office/drawing/2014/main" id="{B2717EE5-4116-D06F-8E55-9D63D0045BB5}"/>
                </a:ext>
              </a:extLst>
            </p:cNvPr>
            <p:cNvSpPr>
              <a:spLocks noChangeShapeType="1"/>
            </p:cNvSpPr>
            <p:nvPr/>
          </p:nvSpPr>
          <p:spPr bwMode="auto">
            <a:xfrm flipV="1">
              <a:off x="4059238" y="4940300"/>
              <a:ext cx="25241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0" name="Line 34">
              <a:extLst>
                <a:ext uri="{FF2B5EF4-FFF2-40B4-BE49-F238E27FC236}">
                  <a16:creationId xmlns:a16="http://schemas.microsoft.com/office/drawing/2014/main" id="{BB7086FE-C491-D807-2028-99FA4EA3E0F8}"/>
                </a:ext>
              </a:extLst>
            </p:cNvPr>
            <p:cNvSpPr>
              <a:spLocks noChangeShapeType="1"/>
            </p:cNvSpPr>
            <p:nvPr/>
          </p:nvSpPr>
          <p:spPr bwMode="auto">
            <a:xfrm>
              <a:off x="4430713" y="4714875"/>
              <a:ext cx="28098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1" name="Line 33">
              <a:extLst>
                <a:ext uri="{FF2B5EF4-FFF2-40B4-BE49-F238E27FC236}">
                  <a16:creationId xmlns:a16="http://schemas.microsoft.com/office/drawing/2014/main" id="{F8159B93-FA11-03AE-2D86-126A41A7ED78}"/>
                </a:ext>
              </a:extLst>
            </p:cNvPr>
            <p:cNvSpPr>
              <a:spLocks noChangeShapeType="1"/>
            </p:cNvSpPr>
            <p:nvPr/>
          </p:nvSpPr>
          <p:spPr bwMode="auto">
            <a:xfrm flipV="1">
              <a:off x="5418138" y="4573588"/>
              <a:ext cx="26035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2" name="Line 32">
              <a:extLst>
                <a:ext uri="{FF2B5EF4-FFF2-40B4-BE49-F238E27FC236}">
                  <a16:creationId xmlns:a16="http://schemas.microsoft.com/office/drawing/2014/main" id="{4D763E4E-D072-C185-944A-529090F313CA}"/>
                </a:ext>
              </a:extLst>
            </p:cNvPr>
            <p:cNvSpPr>
              <a:spLocks noChangeShapeType="1"/>
            </p:cNvSpPr>
            <p:nvPr/>
          </p:nvSpPr>
          <p:spPr bwMode="auto">
            <a:xfrm flipH="1">
              <a:off x="5418138" y="4570413"/>
              <a:ext cx="0" cy="3810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3" name="Line 31">
              <a:extLst>
                <a:ext uri="{FF2B5EF4-FFF2-40B4-BE49-F238E27FC236}">
                  <a16:creationId xmlns:a16="http://schemas.microsoft.com/office/drawing/2014/main" id="{327E31B0-197B-93B6-FC42-D8D1F7F167A5}"/>
                </a:ext>
              </a:extLst>
            </p:cNvPr>
            <p:cNvSpPr>
              <a:spLocks noChangeShapeType="1"/>
            </p:cNvSpPr>
            <p:nvPr/>
          </p:nvSpPr>
          <p:spPr bwMode="auto">
            <a:xfrm flipH="1">
              <a:off x="5324475" y="4567238"/>
              <a:ext cx="0" cy="37941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4" name="Line 30">
              <a:extLst>
                <a:ext uri="{FF2B5EF4-FFF2-40B4-BE49-F238E27FC236}">
                  <a16:creationId xmlns:a16="http://schemas.microsoft.com/office/drawing/2014/main" id="{19EFAD88-2F47-7A39-9972-0F91DD452C42}"/>
                </a:ext>
              </a:extLst>
            </p:cNvPr>
            <p:cNvSpPr>
              <a:spLocks noChangeShapeType="1"/>
            </p:cNvSpPr>
            <p:nvPr/>
          </p:nvSpPr>
          <p:spPr bwMode="auto">
            <a:xfrm flipV="1">
              <a:off x="5410200" y="4953000"/>
              <a:ext cx="2825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5" name="Line 29">
              <a:extLst>
                <a:ext uri="{FF2B5EF4-FFF2-40B4-BE49-F238E27FC236}">
                  <a16:creationId xmlns:a16="http://schemas.microsoft.com/office/drawing/2014/main" id="{11734EFA-BCFF-3C47-C459-5F1AD9476818}"/>
                </a:ext>
              </a:extLst>
            </p:cNvPr>
            <p:cNvSpPr>
              <a:spLocks noChangeShapeType="1"/>
            </p:cNvSpPr>
            <p:nvPr/>
          </p:nvSpPr>
          <p:spPr bwMode="auto">
            <a:xfrm flipH="1">
              <a:off x="5054600" y="4730749"/>
              <a:ext cx="2619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6" name="Line 28">
              <a:extLst>
                <a:ext uri="{FF2B5EF4-FFF2-40B4-BE49-F238E27FC236}">
                  <a16:creationId xmlns:a16="http://schemas.microsoft.com/office/drawing/2014/main" id="{1BE06CC3-8F62-D51F-D37D-23ADDB5EA3AC}"/>
                </a:ext>
              </a:extLst>
            </p:cNvPr>
            <p:cNvSpPr>
              <a:spLocks noChangeShapeType="1"/>
            </p:cNvSpPr>
            <p:nvPr/>
          </p:nvSpPr>
          <p:spPr bwMode="auto">
            <a:xfrm>
              <a:off x="4711700" y="3676650"/>
              <a:ext cx="0" cy="10398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7" name="Line 27">
              <a:extLst>
                <a:ext uri="{FF2B5EF4-FFF2-40B4-BE49-F238E27FC236}">
                  <a16:creationId xmlns:a16="http://schemas.microsoft.com/office/drawing/2014/main" id="{0FA6E19F-947E-B72A-1CE8-D9C385324155}"/>
                </a:ext>
              </a:extLst>
            </p:cNvPr>
            <p:cNvSpPr>
              <a:spLocks noChangeShapeType="1"/>
            </p:cNvSpPr>
            <p:nvPr/>
          </p:nvSpPr>
          <p:spPr bwMode="auto">
            <a:xfrm>
              <a:off x="5035550" y="3676650"/>
              <a:ext cx="0" cy="10572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8" name="Line 26">
              <a:extLst>
                <a:ext uri="{FF2B5EF4-FFF2-40B4-BE49-F238E27FC236}">
                  <a16:creationId xmlns:a16="http://schemas.microsoft.com/office/drawing/2014/main" id="{F3A01C70-3B79-A87E-9F94-7859D04B9429}"/>
                </a:ext>
              </a:extLst>
            </p:cNvPr>
            <p:cNvSpPr>
              <a:spLocks noChangeShapeType="1"/>
            </p:cNvSpPr>
            <p:nvPr/>
          </p:nvSpPr>
          <p:spPr bwMode="auto">
            <a:xfrm>
              <a:off x="4059238" y="4068763"/>
              <a:ext cx="976312" cy="0"/>
            </a:xfrm>
            <a:prstGeom prst="line">
              <a:avLst/>
            </a:prstGeom>
            <a:noFill/>
            <a:ln w="22225">
              <a:solidFill>
                <a:srgbClr val="000000"/>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en-US"/>
            </a:p>
          </p:txBody>
        </p:sp>
        <p:sp>
          <p:nvSpPr>
            <p:cNvPr id="143399" name="Line 25">
              <a:extLst>
                <a:ext uri="{FF2B5EF4-FFF2-40B4-BE49-F238E27FC236}">
                  <a16:creationId xmlns:a16="http://schemas.microsoft.com/office/drawing/2014/main" id="{60421040-6546-9EB9-A83D-9B42838AF849}"/>
                </a:ext>
              </a:extLst>
            </p:cNvPr>
            <p:cNvSpPr>
              <a:spLocks noChangeShapeType="1"/>
            </p:cNvSpPr>
            <p:nvPr/>
          </p:nvSpPr>
          <p:spPr bwMode="auto">
            <a:xfrm>
              <a:off x="4697413" y="4300538"/>
              <a:ext cx="971550" cy="0"/>
            </a:xfrm>
            <a:prstGeom prst="line">
              <a:avLst/>
            </a:prstGeom>
            <a:noFill/>
            <a:ln w="222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43400" name="Line 24">
              <a:extLst>
                <a:ext uri="{FF2B5EF4-FFF2-40B4-BE49-F238E27FC236}">
                  <a16:creationId xmlns:a16="http://schemas.microsoft.com/office/drawing/2014/main" id="{44049E8B-BBB3-2BDB-C95A-6024A7E47262}"/>
                </a:ext>
              </a:extLst>
            </p:cNvPr>
            <p:cNvSpPr>
              <a:spLocks noChangeShapeType="1"/>
            </p:cNvSpPr>
            <p:nvPr/>
          </p:nvSpPr>
          <p:spPr bwMode="auto">
            <a:xfrm rot="5400000" flipV="1">
              <a:off x="3327400" y="4070351"/>
              <a:ext cx="4603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01" name="Line 23">
              <a:extLst>
                <a:ext uri="{FF2B5EF4-FFF2-40B4-BE49-F238E27FC236}">
                  <a16:creationId xmlns:a16="http://schemas.microsoft.com/office/drawing/2014/main" id="{76A0EE2E-5410-1C3E-CE46-D04CEDBC3FC9}"/>
                </a:ext>
              </a:extLst>
            </p:cNvPr>
            <p:cNvSpPr>
              <a:spLocks noChangeShapeType="1"/>
            </p:cNvSpPr>
            <p:nvPr/>
          </p:nvSpPr>
          <p:spPr bwMode="auto">
            <a:xfrm rot="5400000" flipH="1">
              <a:off x="3355975" y="3643313"/>
              <a:ext cx="0" cy="3937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02" name="Line 22">
              <a:extLst>
                <a:ext uri="{FF2B5EF4-FFF2-40B4-BE49-F238E27FC236}">
                  <a16:creationId xmlns:a16="http://schemas.microsoft.com/office/drawing/2014/main" id="{80759A2C-B66D-B4BA-4BFE-82663BA1DE6B}"/>
                </a:ext>
              </a:extLst>
            </p:cNvPr>
            <p:cNvSpPr>
              <a:spLocks noChangeShapeType="1"/>
            </p:cNvSpPr>
            <p:nvPr/>
          </p:nvSpPr>
          <p:spPr bwMode="auto">
            <a:xfrm rot="5400000" flipH="1">
              <a:off x="3359944" y="3542506"/>
              <a:ext cx="0" cy="38893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03" name="Line 21">
              <a:extLst>
                <a:ext uri="{FF2B5EF4-FFF2-40B4-BE49-F238E27FC236}">
                  <a16:creationId xmlns:a16="http://schemas.microsoft.com/office/drawing/2014/main" id="{14B7254F-E0B3-E8DA-4C19-884AE13D2DC4}"/>
                </a:ext>
              </a:extLst>
            </p:cNvPr>
            <p:cNvSpPr>
              <a:spLocks noChangeShapeType="1"/>
            </p:cNvSpPr>
            <p:nvPr/>
          </p:nvSpPr>
          <p:spPr bwMode="auto">
            <a:xfrm rot="5400000" flipV="1">
              <a:off x="2998311" y="3980339"/>
              <a:ext cx="320040" cy="15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04" name="Line 20">
              <a:extLst>
                <a:ext uri="{FF2B5EF4-FFF2-40B4-BE49-F238E27FC236}">
                  <a16:creationId xmlns:a16="http://schemas.microsoft.com/office/drawing/2014/main" id="{2BCA536A-F74A-9DF1-4A2A-9A6112EEF1F2}"/>
                </a:ext>
              </a:extLst>
            </p:cNvPr>
            <p:cNvSpPr>
              <a:spLocks noChangeShapeType="1"/>
            </p:cNvSpPr>
            <p:nvPr/>
          </p:nvSpPr>
          <p:spPr bwMode="auto">
            <a:xfrm flipV="1">
              <a:off x="3349625" y="2801938"/>
              <a:ext cx="0" cy="914400"/>
            </a:xfrm>
            <a:prstGeom prst="line">
              <a:avLst/>
            </a:prstGeom>
            <a:noFill/>
            <a:ln w="2857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43405" name="Line 19">
              <a:extLst>
                <a:ext uri="{FF2B5EF4-FFF2-40B4-BE49-F238E27FC236}">
                  <a16:creationId xmlns:a16="http://schemas.microsoft.com/office/drawing/2014/main" id="{351C9297-1464-9137-CD0C-2E160590E0EE}"/>
                </a:ext>
              </a:extLst>
            </p:cNvPr>
            <p:cNvSpPr>
              <a:spLocks noChangeShapeType="1"/>
            </p:cNvSpPr>
            <p:nvPr/>
          </p:nvSpPr>
          <p:spPr bwMode="auto">
            <a:xfrm flipH="1">
              <a:off x="3554413" y="4300538"/>
              <a:ext cx="504825" cy="0"/>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43406" name="Line 18">
              <a:extLst>
                <a:ext uri="{FF2B5EF4-FFF2-40B4-BE49-F238E27FC236}">
                  <a16:creationId xmlns:a16="http://schemas.microsoft.com/office/drawing/2014/main" id="{EB7C5282-D858-A155-2FB1-1220937C678C}"/>
                </a:ext>
              </a:extLst>
            </p:cNvPr>
            <p:cNvSpPr>
              <a:spLocks noChangeShapeType="1"/>
            </p:cNvSpPr>
            <p:nvPr/>
          </p:nvSpPr>
          <p:spPr bwMode="auto">
            <a:xfrm>
              <a:off x="4059238" y="4943475"/>
              <a:ext cx="0" cy="2873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07" name="Line 17">
              <a:extLst>
                <a:ext uri="{FF2B5EF4-FFF2-40B4-BE49-F238E27FC236}">
                  <a16:creationId xmlns:a16="http://schemas.microsoft.com/office/drawing/2014/main" id="{E5621E42-A988-0289-165B-BFAECCBFE663}"/>
                </a:ext>
              </a:extLst>
            </p:cNvPr>
            <p:cNvSpPr>
              <a:spLocks noChangeShapeType="1"/>
            </p:cNvSpPr>
            <p:nvPr/>
          </p:nvSpPr>
          <p:spPr bwMode="auto">
            <a:xfrm>
              <a:off x="5692775" y="4953000"/>
              <a:ext cx="0" cy="28733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08" name="Line 16">
              <a:extLst>
                <a:ext uri="{FF2B5EF4-FFF2-40B4-BE49-F238E27FC236}">
                  <a16:creationId xmlns:a16="http://schemas.microsoft.com/office/drawing/2014/main" id="{71E0773A-6936-5F52-E85A-0390DC6E5395}"/>
                </a:ext>
              </a:extLst>
            </p:cNvPr>
            <p:cNvSpPr>
              <a:spLocks noChangeShapeType="1"/>
            </p:cNvSpPr>
            <p:nvPr/>
          </p:nvSpPr>
          <p:spPr bwMode="auto">
            <a:xfrm>
              <a:off x="4059238" y="5243513"/>
              <a:ext cx="164592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09" name="Line 15">
              <a:extLst>
                <a:ext uri="{FF2B5EF4-FFF2-40B4-BE49-F238E27FC236}">
                  <a16:creationId xmlns:a16="http://schemas.microsoft.com/office/drawing/2014/main" id="{6A7F595A-4883-1047-A814-231B83582EDE}"/>
                </a:ext>
              </a:extLst>
            </p:cNvPr>
            <p:cNvSpPr>
              <a:spLocks noChangeShapeType="1"/>
            </p:cNvSpPr>
            <p:nvPr/>
          </p:nvSpPr>
          <p:spPr bwMode="auto">
            <a:xfrm>
              <a:off x="4878388" y="5240338"/>
              <a:ext cx="0" cy="212725"/>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43410" name="Line 14">
              <a:extLst>
                <a:ext uri="{FF2B5EF4-FFF2-40B4-BE49-F238E27FC236}">
                  <a16:creationId xmlns:a16="http://schemas.microsoft.com/office/drawing/2014/main" id="{D0DFEAC3-161F-F6BE-E1DD-C567793E8DED}"/>
                </a:ext>
              </a:extLst>
            </p:cNvPr>
            <p:cNvSpPr>
              <a:spLocks noChangeShapeType="1"/>
            </p:cNvSpPr>
            <p:nvPr/>
          </p:nvSpPr>
          <p:spPr bwMode="auto">
            <a:xfrm>
              <a:off x="4738688" y="5465763"/>
              <a:ext cx="2794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11" name="Line 13">
              <a:extLst>
                <a:ext uri="{FF2B5EF4-FFF2-40B4-BE49-F238E27FC236}">
                  <a16:creationId xmlns:a16="http://schemas.microsoft.com/office/drawing/2014/main" id="{9C8C3978-B35A-31EA-3AC6-27C707EF8FF9}"/>
                </a:ext>
              </a:extLst>
            </p:cNvPr>
            <p:cNvSpPr>
              <a:spLocks noChangeShapeType="1"/>
            </p:cNvSpPr>
            <p:nvPr/>
          </p:nvSpPr>
          <p:spPr bwMode="auto">
            <a:xfrm flipH="1" flipV="1">
              <a:off x="2768600" y="4132263"/>
              <a:ext cx="388938" cy="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43412" name="Line 12">
              <a:extLst>
                <a:ext uri="{FF2B5EF4-FFF2-40B4-BE49-F238E27FC236}">
                  <a16:creationId xmlns:a16="http://schemas.microsoft.com/office/drawing/2014/main" id="{6FBA8806-D488-5B3C-8881-3ECF3FD24432}"/>
                </a:ext>
              </a:extLst>
            </p:cNvPr>
            <p:cNvSpPr>
              <a:spLocks noChangeShapeType="1"/>
            </p:cNvSpPr>
            <p:nvPr/>
          </p:nvSpPr>
          <p:spPr bwMode="auto">
            <a:xfrm flipH="1">
              <a:off x="2768600" y="2630488"/>
              <a:ext cx="15875" cy="194786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13" name="Text Box 11">
              <a:extLst>
                <a:ext uri="{FF2B5EF4-FFF2-40B4-BE49-F238E27FC236}">
                  <a16:creationId xmlns:a16="http://schemas.microsoft.com/office/drawing/2014/main" id="{8CF27D00-F828-72C0-E754-7985BB22EB6C}"/>
                </a:ext>
              </a:extLst>
            </p:cNvPr>
            <p:cNvSpPr txBox="1">
              <a:spLocks noChangeArrowheads="1"/>
            </p:cNvSpPr>
            <p:nvPr/>
          </p:nvSpPr>
          <p:spPr bwMode="auto">
            <a:xfrm>
              <a:off x="6854825" y="2601913"/>
              <a:ext cx="1541463"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ru-RU" altLang="en-US" b="0" u="none">
                  <a:cs typeface="Times New Roman" panose="02020603050405020304" pitchFamily="18" charset="0"/>
                </a:rPr>
                <a:t>Select</a:t>
              </a:r>
              <a:endParaRPr lang="ru-RU" altLang="en-US" b="0" u="none"/>
            </a:p>
          </p:txBody>
        </p:sp>
        <p:sp>
          <p:nvSpPr>
            <p:cNvPr id="143414" name="Text Box 10">
              <a:extLst>
                <a:ext uri="{FF2B5EF4-FFF2-40B4-BE49-F238E27FC236}">
                  <a16:creationId xmlns:a16="http://schemas.microsoft.com/office/drawing/2014/main" id="{6678A30C-119B-1D8A-42F2-FF4888A4D066}"/>
                </a:ext>
              </a:extLst>
            </p:cNvPr>
            <p:cNvSpPr txBox="1">
              <a:spLocks noChangeArrowheads="1"/>
            </p:cNvSpPr>
            <p:nvPr/>
          </p:nvSpPr>
          <p:spPr bwMode="auto">
            <a:xfrm>
              <a:off x="4184650" y="2765425"/>
              <a:ext cx="968375"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cs typeface="Times New Roman" panose="02020603050405020304" pitchFamily="18" charset="0"/>
                </a:rPr>
                <a:t>V</a:t>
              </a:r>
              <a:r>
                <a:rPr lang="ru-RU" altLang="en-US" b="0" u="none" baseline="-30000">
                  <a:cs typeface="Times New Roman" panose="02020603050405020304" pitchFamily="18" charset="0"/>
                </a:rPr>
                <a:t>DD</a:t>
              </a:r>
              <a:endParaRPr lang="ru-RU" altLang="en-US" b="0" u="none"/>
            </a:p>
          </p:txBody>
        </p:sp>
        <p:sp>
          <p:nvSpPr>
            <p:cNvPr id="143415" name="Text Box 9">
              <a:extLst>
                <a:ext uri="{FF2B5EF4-FFF2-40B4-BE49-F238E27FC236}">
                  <a16:creationId xmlns:a16="http://schemas.microsoft.com/office/drawing/2014/main" id="{80F83885-B106-395E-859E-4B83C7A8B86C}"/>
                </a:ext>
              </a:extLst>
            </p:cNvPr>
            <p:cNvSpPr txBox="1">
              <a:spLocks noChangeArrowheads="1"/>
            </p:cNvSpPr>
            <p:nvPr/>
          </p:nvSpPr>
          <p:spPr bwMode="auto">
            <a:xfrm>
              <a:off x="4114800" y="3167063"/>
              <a:ext cx="5397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cs typeface="Times New Roman" panose="02020603050405020304" pitchFamily="18" charset="0"/>
                </a:rPr>
                <a:t>T1</a:t>
              </a:r>
              <a:endParaRPr lang="en-US" altLang="en-US" b="0" u="none"/>
            </a:p>
          </p:txBody>
        </p:sp>
        <p:sp>
          <p:nvSpPr>
            <p:cNvPr id="143416" name="Text Box 8">
              <a:extLst>
                <a:ext uri="{FF2B5EF4-FFF2-40B4-BE49-F238E27FC236}">
                  <a16:creationId xmlns:a16="http://schemas.microsoft.com/office/drawing/2014/main" id="{2F9F610E-ECE7-8203-957D-A4D53629A505}"/>
                </a:ext>
              </a:extLst>
            </p:cNvPr>
            <p:cNvSpPr txBox="1">
              <a:spLocks noChangeArrowheads="1"/>
            </p:cNvSpPr>
            <p:nvPr/>
          </p:nvSpPr>
          <p:spPr bwMode="auto">
            <a:xfrm>
              <a:off x="4060825" y="4892675"/>
              <a:ext cx="563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ru-RU" altLang="en-US" b="0" u="none">
                  <a:cs typeface="Times New Roman" panose="02020603050405020304" pitchFamily="18" charset="0"/>
                </a:rPr>
                <a:t>T2</a:t>
              </a:r>
              <a:endParaRPr lang="ru-RU" altLang="en-US" b="0" u="none"/>
            </a:p>
          </p:txBody>
        </p:sp>
        <p:sp>
          <p:nvSpPr>
            <p:cNvPr id="143417" name="Text Box 7">
              <a:extLst>
                <a:ext uri="{FF2B5EF4-FFF2-40B4-BE49-F238E27FC236}">
                  <a16:creationId xmlns:a16="http://schemas.microsoft.com/office/drawing/2014/main" id="{83838B90-722A-4C99-A42F-BF1F4138DF2C}"/>
                </a:ext>
              </a:extLst>
            </p:cNvPr>
            <p:cNvSpPr txBox="1">
              <a:spLocks noChangeArrowheads="1"/>
            </p:cNvSpPr>
            <p:nvPr/>
          </p:nvSpPr>
          <p:spPr bwMode="auto">
            <a:xfrm>
              <a:off x="5130800" y="3187700"/>
              <a:ext cx="566738"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cs typeface="Times New Roman" panose="02020603050405020304" pitchFamily="18" charset="0"/>
                </a:rPr>
                <a:t>T3</a:t>
              </a:r>
              <a:endParaRPr lang="en-US" altLang="en-US" b="0" u="none"/>
            </a:p>
          </p:txBody>
        </p:sp>
        <p:sp>
          <p:nvSpPr>
            <p:cNvPr id="143418" name="Text Box 6">
              <a:extLst>
                <a:ext uri="{FF2B5EF4-FFF2-40B4-BE49-F238E27FC236}">
                  <a16:creationId xmlns:a16="http://schemas.microsoft.com/office/drawing/2014/main" id="{42D36331-2D96-D066-A0EE-62BB475FFBCB}"/>
                </a:ext>
              </a:extLst>
            </p:cNvPr>
            <p:cNvSpPr txBox="1">
              <a:spLocks noChangeArrowheads="1"/>
            </p:cNvSpPr>
            <p:nvPr/>
          </p:nvSpPr>
          <p:spPr bwMode="auto">
            <a:xfrm>
              <a:off x="5141913" y="4913313"/>
              <a:ext cx="565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ru-RU" altLang="en-US" b="0" u="none">
                  <a:cs typeface="Times New Roman" panose="02020603050405020304" pitchFamily="18" charset="0"/>
                </a:rPr>
                <a:t>T4</a:t>
              </a:r>
              <a:endParaRPr lang="ru-RU" altLang="en-US" b="0" u="none"/>
            </a:p>
          </p:txBody>
        </p:sp>
        <p:sp>
          <p:nvSpPr>
            <p:cNvPr id="143419" name="Text Box 5">
              <a:extLst>
                <a:ext uri="{FF2B5EF4-FFF2-40B4-BE49-F238E27FC236}">
                  <a16:creationId xmlns:a16="http://schemas.microsoft.com/office/drawing/2014/main" id="{23B0398F-3937-6A2E-36B1-6819473B4DF0}"/>
                </a:ext>
              </a:extLst>
            </p:cNvPr>
            <p:cNvSpPr txBox="1">
              <a:spLocks noChangeArrowheads="1"/>
            </p:cNvSpPr>
            <p:nvPr/>
          </p:nvSpPr>
          <p:spPr bwMode="auto">
            <a:xfrm>
              <a:off x="2835275" y="3432175"/>
              <a:ext cx="5667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cs typeface="Times New Roman" panose="02020603050405020304" pitchFamily="18" charset="0"/>
                </a:rPr>
                <a:t>T5</a:t>
              </a:r>
              <a:endParaRPr lang="en-US" altLang="en-US" b="0" u="none"/>
            </a:p>
          </p:txBody>
        </p:sp>
        <p:sp>
          <p:nvSpPr>
            <p:cNvPr id="143420" name="Text Box 4">
              <a:extLst>
                <a:ext uri="{FF2B5EF4-FFF2-40B4-BE49-F238E27FC236}">
                  <a16:creationId xmlns:a16="http://schemas.microsoft.com/office/drawing/2014/main" id="{0261494B-575F-4D66-5EAF-5248DDD17D7B}"/>
                </a:ext>
              </a:extLst>
            </p:cNvPr>
            <p:cNvSpPr txBox="1">
              <a:spLocks noChangeArrowheads="1"/>
            </p:cNvSpPr>
            <p:nvPr/>
          </p:nvSpPr>
          <p:spPr bwMode="auto">
            <a:xfrm>
              <a:off x="1868488" y="3733800"/>
              <a:ext cx="1128712" cy="436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cs typeface="Times New Roman" panose="02020603050405020304" pitchFamily="18" charset="0"/>
                </a:rPr>
                <a:t>Data</a:t>
              </a:r>
              <a:endParaRPr lang="ru-RU" altLang="en-US" b="0" u="none"/>
            </a:p>
            <a:p>
              <a:endParaRPr lang="ru-RU" altLang="en-US" b="0" u="none"/>
            </a:p>
          </p:txBody>
        </p:sp>
        <p:sp>
          <p:nvSpPr>
            <p:cNvPr id="143421" name="Text Box 3">
              <a:extLst>
                <a:ext uri="{FF2B5EF4-FFF2-40B4-BE49-F238E27FC236}">
                  <a16:creationId xmlns:a16="http://schemas.microsoft.com/office/drawing/2014/main" id="{1EE7666A-16F1-7077-EDF6-274114B4F3E6}"/>
                </a:ext>
              </a:extLst>
            </p:cNvPr>
            <p:cNvSpPr txBox="1">
              <a:spLocks noChangeArrowheads="1"/>
            </p:cNvSpPr>
            <p:nvPr/>
          </p:nvSpPr>
          <p:spPr bwMode="auto">
            <a:xfrm>
              <a:off x="4059238" y="4029075"/>
              <a:ext cx="627062"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cs typeface="Times New Roman" panose="02020603050405020304" pitchFamily="18" charset="0"/>
                </a:rPr>
                <a:t>A</a:t>
              </a:r>
              <a:endParaRPr lang="en-US" altLang="en-US" b="0" u="none"/>
            </a:p>
          </p:txBody>
        </p:sp>
        <p:sp>
          <p:nvSpPr>
            <p:cNvPr id="143422" name="Text Box 2">
              <a:extLst>
                <a:ext uri="{FF2B5EF4-FFF2-40B4-BE49-F238E27FC236}">
                  <a16:creationId xmlns:a16="http://schemas.microsoft.com/office/drawing/2014/main" id="{D9001528-8EBA-66D2-12BE-89E5056B0091}"/>
                </a:ext>
              </a:extLst>
            </p:cNvPr>
            <p:cNvSpPr txBox="1">
              <a:spLocks noChangeArrowheads="1"/>
            </p:cNvSpPr>
            <p:nvPr/>
          </p:nvSpPr>
          <p:spPr bwMode="auto">
            <a:xfrm>
              <a:off x="5197475" y="3997325"/>
              <a:ext cx="62865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b="0" u="none">
                  <a:cs typeface="Times New Roman" panose="02020603050405020304" pitchFamily="18" charset="0"/>
                </a:rPr>
                <a:t>B</a:t>
              </a:r>
              <a:endParaRPr lang="en-US" altLang="en-US" b="0" u="none"/>
            </a:p>
          </p:txBody>
        </p:sp>
      </p:grpSp>
      <p:sp>
        <p:nvSpPr>
          <p:cNvPr id="143365" name="TextBox 63">
            <a:extLst>
              <a:ext uri="{FF2B5EF4-FFF2-40B4-BE49-F238E27FC236}">
                <a16:creationId xmlns:a16="http://schemas.microsoft.com/office/drawing/2014/main" id="{BA036C3C-4B53-351A-C4F9-B538A3384E0C}"/>
              </a:ext>
            </a:extLst>
          </p:cNvPr>
          <p:cNvSpPr txBox="1">
            <a:spLocks noChangeArrowheads="1"/>
          </p:cNvSpPr>
          <p:nvPr/>
        </p:nvSpPr>
        <p:spPr bwMode="auto">
          <a:xfrm>
            <a:off x="1905000" y="1752600"/>
            <a:ext cx="5562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r>
              <a:rPr lang="en-US" altLang="en-US" sz="2000" b="0" u="none"/>
              <a:t>F</a:t>
            </a:r>
            <a:r>
              <a:rPr lang="en-GB" altLang="en-US" sz="2000" b="0" u="none"/>
              <a:t>ive-transistor cell</a:t>
            </a:r>
            <a:endParaRPr lang="ru-RU" altLang="en-US" sz="2000" b="0" u="none"/>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Title 1">
            <a:extLst>
              <a:ext uri="{FF2B5EF4-FFF2-40B4-BE49-F238E27FC236}">
                <a16:creationId xmlns:a16="http://schemas.microsoft.com/office/drawing/2014/main" id="{E68DE9AA-731B-E79C-4C8F-2D54F7565276}"/>
              </a:ext>
            </a:extLst>
          </p:cNvPr>
          <p:cNvSpPr>
            <a:spLocks noGrp="1" noChangeArrowheads="1"/>
          </p:cNvSpPr>
          <p:nvPr>
            <p:ph type="title"/>
          </p:nvPr>
        </p:nvSpPr>
        <p:spPr>
          <a:xfrm>
            <a:off x="0" y="183401"/>
            <a:ext cx="11612880" cy="704088"/>
          </a:xfrm>
        </p:spPr>
        <p:txBody>
          <a:bodyPr/>
          <a:lstStyle/>
          <a:p>
            <a:r>
              <a:rPr lang="en-GB" altLang="en-US"/>
              <a:t>Connection </a:t>
            </a:r>
            <a:r>
              <a:rPr lang="en-US" altLang="en-US"/>
              <a:t>of </a:t>
            </a:r>
            <a:r>
              <a:rPr lang="en-GB" altLang="en-US"/>
              <a:t>Configuration Cells</a:t>
            </a:r>
            <a:endParaRPr lang="ru-RU" altLang="en-US"/>
          </a:p>
        </p:txBody>
      </p:sp>
      <p:sp>
        <p:nvSpPr>
          <p:cNvPr id="144387" name="Rectangle 105">
            <a:extLst>
              <a:ext uri="{FF2B5EF4-FFF2-40B4-BE49-F238E27FC236}">
                <a16:creationId xmlns:a16="http://schemas.microsoft.com/office/drawing/2014/main" id="{84FA8E4F-236C-522C-E0F2-89664C6F0619}"/>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144388" name="Group 107">
            <a:extLst>
              <a:ext uri="{FF2B5EF4-FFF2-40B4-BE49-F238E27FC236}">
                <a16:creationId xmlns:a16="http://schemas.microsoft.com/office/drawing/2014/main" id="{749EBE3F-5756-AB7C-2514-6817FCF97571}"/>
              </a:ext>
            </a:extLst>
          </p:cNvPr>
          <p:cNvGrpSpPr>
            <a:grpSpLocks/>
          </p:cNvGrpSpPr>
          <p:nvPr/>
        </p:nvGrpSpPr>
        <p:grpSpPr bwMode="auto">
          <a:xfrm>
            <a:off x="2808288" y="1628776"/>
            <a:ext cx="6400800" cy="4022725"/>
            <a:chOff x="1284517" y="1691823"/>
            <a:chExt cx="6466102" cy="4411983"/>
          </a:xfrm>
        </p:grpSpPr>
        <p:sp>
          <p:nvSpPr>
            <p:cNvPr id="144389" name="Line 104">
              <a:extLst>
                <a:ext uri="{FF2B5EF4-FFF2-40B4-BE49-F238E27FC236}">
                  <a16:creationId xmlns:a16="http://schemas.microsoft.com/office/drawing/2014/main" id="{905E8212-B6FF-1D9B-4B9A-8B17D010AA06}"/>
                </a:ext>
              </a:extLst>
            </p:cNvPr>
            <p:cNvSpPr>
              <a:spLocks noChangeShapeType="1"/>
            </p:cNvSpPr>
            <p:nvPr/>
          </p:nvSpPr>
          <p:spPr bwMode="auto">
            <a:xfrm>
              <a:off x="2132651" y="1902027"/>
              <a:ext cx="317963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0" name="Line 103">
              <a:extLst>
                <a:ext uri="{FF2B5EF4-FFF2-40B4-BE49-F238E27FC236}">
                  <a16:creationId xmlns:a16="http://schemas.microsoft.com/office/drawing/2014/main" id="{4581218F-1E16-48A4-8C79-38B8AD419A37}"/>
                </a:ext>
              </a:extLst>
            </p:cNvPr>
            <p:cNvSpPr>
              <a:spLocks noChangeShapeType="1"/>
            </p:cNvSpPr>
            <p:nvPr/>
          </p:nvSpPr>
          <p:spPr bwMode="auto">
            <a:xfrm>
              <a:off x="3382344" y="2185747"/>
              <a:ext cx="11354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1" name="Line 102">
              <a:extLst>
                <a:ext uri="{FF2B5EF4-FFF2-40B4-BE49-F238E27FC236}">
                  <a16:creationId xmlns:a16="http://schemas.microsoft.com/office/drawing/2014/main" id="{0A79A18E-41F8-8689-DACB-8EDD16F3CC23}"/>
                </a:ext>
              </a:extLst>
            </p:cNvPr>
            <p:cNvSpPr>
              <a:spLocks noChangeShapeType="1"/>
            </p:cNvSpPr>
            <p:nvPr/>
          </p:nvSpPr>
          <p:spPr bwMode="auto">
            <a:xfrm flipV="1">
              <a:off x="3958663" y="2045602"/>
              <a:ext cx="0" cy="133308"/>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44392" name="AutoShape 101">
              <a:extLst>
                <a:ext uri="{FF2B5EF4-FFF2-40B4-BE49-F238E27FC236}">
                  <a16:creationId xmlns:a16="http://schemas.microsoft.com/office/drawing/2014/main" id="{E3C9B5AF-ADD7-5820-F518-43D520489039}"/>
                </a:ext>
              </a:extLst>
            </p:cNvPr>
            <p:cNvSpPr>
              <a:spLocks noChangeArrowheads="1"/>
            </p:cNvSpPr>
            <p:nvPr/>
          </p:nvSpPr>
          <p:spPr bwMode="auto">
            <a:xfrm>
              <a:off x="3920872" y="1949040"/>
              <a:ext cx="89325" cy="88872"/>
            </a:xfrm>
            <a:prstGeom prst="flowChartConnector">
              <a:avLst/>
            </a:prstGeom>
            <a:solidFill>
              <a:srgbClr val="FFFFFF"/>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u="none"/>
            </a:p>
          </p:txBody>
        </p:sp>
        <p:sp>
          <p:nvSpPr>
            <p:cNvPr id="144393" name="Line 100">
              <a:extLst>
                <a:ext uri="{FF2B5EF4-FFF2-40B4-BE49-F238E27FC236}">
                  <a16:creationId xmlns:a16="http://schemas.microsoft.com/office/drawing/2014/main" id="{9984A660-F5D5-906A-06FB-089D94E6DB13}"/>
                </a:ext>
              </a:extLst>
            </p:cNvPr>
            <p:cNvSpPr>
              <a:spLocks noChangeShapeType="1"/>
            </p:cNvSpPr>
            <p:nvPr/>
          </p:nvSpPr>
          <p:spPr bwMode="auto">
            <a:xfrm>
              <a:off x="3382344" y="2185747"/>
              <a:ext cx="0" cy="222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4" name="Line 99">
              <a:extLst>
                <a:ext uri="{FF2B5EF4-FFF2-40B4-BE49-F238E27FC236}">
                  <a16:creationId xmlns:a16="http://schemas.microsoft.com/office/drawing/2014/main" id="{92EDCB2B-2E61-BF76-21D5-337084185C6C}"/>
                </a:ext>
              </a:extLst>
            </p:cNvPr>
            <p:cNvSpPr>
              <a:spLocks noChangeShapeType="1"/>
            </p:cNvSpPr>
            <p:nvPr/>
          </p:nvSpPr>
          <p:spPr bwMode="auto">
            <a:xfrm>
              <a:off x="4515228" y="2183183"/>
              <a:ext cx="0" cy="22303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5" name="Line 98">
              <a:extLst>
                <a:ext uri="{FF2B5EF4-FFF2-40B4-BE49-F238E27FC236}">
                  <a16:creationId xmlns:a16="http://schemas.microsoft.com/office/drawing/2014/main" id="{815098D3-0771-5F86-60B6-1B585A6F0F60}"/>
                </a:ext>
              </a:extLst>
            </p:cNvPr>
            <p:cNvSpPr>
              <a:spLocks noChangeShapeType="1"/>
            </p:cNvSpPr>
            <p:nvPr/>
          </p:nvSpPr>
          <p:spPr bwMode="auto">
            <a:xfrm flipV="1">
              <a:off x="3382344" y="2405363"/>
              <a:ext cx="20012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6" name="Line 97">
              <a:extLst>
                <a:ext uri="{FF2B5EF4-FFF2-40B4-BE49-F238E27FC236}">
                  <a16:creationId xmlns:a16="http://schemas.microsoft.com/office/drawing/2014/main" id="{029ABD59-668B-F806-BB01-41E625ABD09F}"/>
                </a:ext>
              </a:extLst>
            </p:cNvPr>
            <p:cNvSpPr>
              <a:spLocks noChangeShapeType="1"/>
            </p:cNvSpPr>
            <p:nvPr/>
          </p:nvSpPr>
          <p:spPr bwMode="auto">
            <a:xfrm flipH="1">
              <a:off x="3587620" y="2405363"/>
              <a:ext cx="0" cy="27003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7" name="Line 96">
              <a:extLst>
                <a:ext uri="{FF2B5EF4-FFF2-40B4-BE49-F238E27FC236}">
                  <a16:creationId xmlns:a16="http://schemas.microsoft.com/office/drawing/2014/main" id="{0987485B-EF05-0C6A-CD66-AC2BB6DD6983}"/>
                </a:ext>
              </a:extLst>
            </p:cNvPr>
            <p:cNvSpPr>
              <a:spLocks noChangeShapeType="1"/>
            </p:cNvSpPr>
            <p:nvPr/>
          </p:nvSpPr>
          <p:spPr bwMode="auto">
            <a:xfrm flipH="1">
              <a:off x="3643449" y="2402800"/>
              <a:ext cx="0" cy="27003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8" name="Line 95">
              <a:extLst>
                <a:ext uri="{FF2B5EF4-FFF2-40B4-BE49-F238E27FC236}">
                  <a16:creationId xmlns:a16="http://schemas.microsoft.com/office/drawing/2014/main" id="{C4E29B2C-7EE0-64F7-D4E9-8CF84382ADA6}"/>
                </a:ext>
              </a:extLst>
            </p:cNvPr>
            <p:cNvSpPr>
              <a:spLocks noChangeShapeType="1"/>
            </p:cNvSpPr>
            <p:nvPr/>
          </p:nvSpPr>
          <p:spPr bwMode="auto">
            <a:xfrm flipV="1">
              <a:off x="3382344" y="2670270"/>
              <a:ext cx="200123" cy="256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99" name="Line 94">
              <a:extLst>
                <a:ext uri="{FF2B5EF4-FFF2-40B4-BE49-F238E27FC236}">
                  <a16:creationId xmlns:a16="http://schemas.microsoft.com/office/drawing/2014/main" id="{1CDEDB67-0B24-A218-2EAF-C57C592E7D5D}"/>
                </a:ext>
              </a:extLst>
            </p:cNvPr>
            <p:cNvSpPr>
              <a:spLocks noChangeShapeType="1"/>
            </p:cNvSpPr>
            <p:nvPr/>
          </p:nvSpPr>
          <p:spPr bwMode="auto">
            <a:xfrm>
              <a:off x="3691547" y="2542944"/>
              <a:ext cx="1520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00" name="AutoShape 93">
              <a:extLst>
                <a:ext uri="{FF2B5EF4-FFF2-40B4-BE49-F238E27FC236}">
                  <a16:creationId xmlns:a16="http://schemas.microsoft.com/office/drawing/2014/main" id="{9CB1CD98-C77E-9742-0FBD-B0F81360960A}"/>
                </a:ext>
              </a:extLst>
            </p:cNvPr>
            <p:cNvSpPr>
              <a:spLocks noChangeArrowheads="1"/>
            </p:cNvSpPr>
            <p:nvPr/>
          </p:nvSpPr>
          <p:spPr bwMode="auto">
            <a:xfrm>
              <a:off x="3633142" y="2503635"/>
              <a:ext cx="75583" cy="73490"/>
            </a:xfrm>
            <a:prstGeom prst="flowChartConnector">
              <a:avLst/>
            </a:prstGeom>
            <a:solidFill>
              <a:srgbClr val="FFFFFF"/>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u="none"/>
            </a:p>
          </p:txBody>
        </p:sp>
        <p:sp>
          <p:nvSpPr>
            <p:cNvPr id="144401" name="Line 92">
              <a:extLst>
                <a:ext uri="{FF2B5EF4-FFF2-40B4-BE49-F238E27FC236}">
                  <a16:creationId xmlns:a16="http://schemas.microsoft.com/office/drawing/2014/main" id="{BC99AC0D-2812-201D-B8E8-11CDAD5A2D9F}"/>
                </a:ext>
              </a:extLst>
            </p:cNvPr>
            <p:cNvSpPr>
              <a:spLocks noChangeShapeType="1"/>
            </p:cNvSpPr>
            <p:nvPr/>
          </p:nvSpPr>
          <p:spPr bwMode="auto">
            <a:xfrm flipV="1">
              <a:off x="4314246" y="2405363"/>
              <a:ext cx="20184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02" name="Line 91">
              <a:extLst>
                <a:ext uri="{FF2B5EF4-FFF2-40B4-BE49-F238E27FC236}">
                  <a16:creationId xmlns:a16="http://schemas.microsoft.com/office/drawing/2014/main" id="{80F80292-6532-17FE-93AE-5998A0646B68}"/>
                </a:ext>
              </a:extLst>
            </p:cNvPr>
            <p:cNvSpPr>
              <a:spLocks noChangeShapeType="1"/>
            </p:cNvSpPr>
            <p:nvPr/>
          </p:nvSpPr>
          <p:spPr bwMode="auto">
            <a:xfrm flipH="1">
              <a:off x="4314246" y="2402800"/>
              <a:ext cx="0" cy="27003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03" name="Line 90">
              <a:extLst>
                <a:ext uri="{FF2B5EF4-FFF2-40B4-BE49-F238E27FC236}">
                  <a16:creationId xmlns:a16="http://schemas.microsoft.com/office/drawing/2014/main" id="{36CDDE51-FD6F-2341-D078-F487F5A829B3}"/>
                </a:ext>
              </a:extLst>
            </p:cNvPr>
            <p:cNvSpPr>
              <a:spLocks noChangeShapeType="1"/>
            </p:cNvSpPr>
            <p:nvPr/>
          </p:nvSpPr>
          <p:spPr bwMode="auto">
            <a:xfrm flipH="1">
              <a:off x="4258418" y="2400236"/>
              <a:ext cx="0" cy="27088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04" name="Line 89">
              <a:extLst>
                <a:ext uri="{FF2B5EF4-FFF2-40B4-BE49-F238E27FC236}">
                  <a16:creationId xmlns:a16="http://schemas.microsoft.com/office/drawing/2014/main" id="{4C6853C4-6554-BD1B-0F33-B1127CFDE0DB}"/>
                </a:ext>
              </a:extLst>
            </p:cNvPr>
            <p:cNvSpPr>
              <a:spLocks noChangeShapeType="1"/>
            </p:cNvSpPr>
            <p:nvPr/>
          </p:nvSpPr>
          <p:spPr bwMode="auto">
            <a:xfrm flipV="1">
              <a:off x="4319399" y="2674543"/>
              <a:ext cx="20012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05" name="Line 88">
              <a:extLst>
                <a:ext uri="{FF2B5EF4-FFF2-40B4-BE49-F238E27FC236}">
                  <a16:creationId xmlns:a16="http://schemas.microsoft.com/office/drawing/2014/main" id="{3620BD54-9429-1A47-10C9-6738EAF18940}"/>
                </a:ext>
              </a:extLst>
            </p:cNvPr>
            <p:cNvSpPr>
              <a:spLocks noChangeShapeType="1"/>
            </p:cNvSpPr>
            <p:nvPr/>
          </p:nvSpPr>
          <p:spPr bwMode="auto">
            <a:xfrm flipH="1" flipV="1">
              <a:off x="4069461" y="2529271"/>
              <a:ext cx="14257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06" name="AutoShape 87">
              <a:extLst>
                <a:ext uri="{FF2B5EF4-FFF2-40B4-BE49-F238E27FC236}">
                  <a16:creationId xmlns:a16="http://schemas.microsoft.com/office/drawing/2014/main" id="{806AC523-1829-8FAA-B126-A4541E05AF94}"/>
                </a:ext>
              </a:extLst>
            </p:cNvPr>
            <p:cNvSpPr>
              <a:spLocks noChangeArrowheads="1"/>
            </p:cNvSpPr>
            <p:nvPr/>
          </p:nvSpPr>
          <p:spPr bwMode="auto">
            <a:xfrm>
              <a:off x="4172528" y="2491672"/>
              <a:ext cx="74724" cy="73490"/>
            </a:xfrm>
            <a:prstGeom prst="flowChartConnector">
              <a:avLst/>
            </a:prstGeom>
            <a:solidFill>
              <a:srgbClr val="FFFFFF"/>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u="none"/>
            </a:p>
          </p:txBody>
        </p:sp>
        <p:sp>
          <p:nvSpPr>
            <p:cNvPr id="144407" name="Line 86">
              <a:extLst>
                <a:ext uri="{FF2B5EF4-FFF2-40B4-BE49-F238E27FC236}">
                  <a16:creationId xmlns:a16="http://schemas.microsoft.com/office/drawing/2014/main" id="{16E025CB-7737-AF76-8657-E263BDAF1CC9}"/>
                </a:ext>
              </a:extLst>
            </p:cNvPr>
            <p:cNvSpPr>
              <a:spLocks noChangeShapeType="1"/>
            </p:cNvSpPr>
            <p:nvPr/>
          </p:nvSpPr>
          <p:spPr bwMode="auto">
            <a:xfrm>
              <a:off x="3382344" y="2674543"/>
              <a:ext cx="0" cy="4776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08" name="Line 85">
              <a:extLst>
                <a:ext uri="{FF2B5EF4-FFF2-40B4-BE49-F238E27FC236}">
                  <a16:creationId xmlns:a16="http://schemas.microsoft.com/office/drawing/2014/main" id="{EA3DAE0B-3FE0-58CD-E340-4D338C447116}"/>
                </a:ext>
              </a:extLst>
            </p:cNvPr>
            <p:cNvSpPr>
              <a:spLocks noChangeShapeType="1"/>
            </p:cNvSpPr>
            <p:nvPr/>
          </p:nvSpPr>
          <p:spPr bwMode="auto">
            <a:xfrm>
              <a:off x="4522099" y="2677106"/>
              <a:ext cx="0" cy="4776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09" name="Line 84">
              <a:extLst>
                <a:ext uri="{FF2B5EF4-FFF2-40B4-BE49-F238E27FC236}">
                  <a16:creationId xmlns:a16="http://schemas.microsoft.com/office/drawing/2014/main" id="{ABE4BA91-444A-B59D-DE9B-04F7B309B939}"/>
                </a:ext>
              </a:extLst>
            </p:cNvPr>
            <p:cNvSpPr>
              <a:spLocks noChangeShapeType="1"/>
            </p:cNvSpPr>
            <p:nvPr/>
          </p:nvSpPr>
          <p:spPr bwMode="auto">
            <a:xfrm flipV="1">
              <a:off x="3382344" y="3144539"/>
              <a:ext cx="200123" cy="341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10" name="Line 83">
              <a:extLst>
                <a:ext uri="{FF2B5EF4-FFF2-40B4-BE49-F238E27FC236}">
                  <a16:creationId xmlns:a16="http://schemas.microsoft.com/office/drawing/2014/main" id="{ACDD8623-59D0-B78D-A400-D92D3432D266}"/>
                </a:ext>
              </a:extLst>
            </p:cNvPr>
            <p:cNvSpPr>
              <a:spLocks noChangeShapeType="1"/>
            </p:cNvSpPr>
            <p:nvPr/>
          </p:nvSpPr>
          <p:spPr bwMode="auto">
            <a:xfrm flipH="1">
              <a:off x="3587620" y="3144539"/>
              <a:ext cx="0" cy="26405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11" name="Line 82">
              <a:extLst>
                <a:ext uri="{FF2B5EF4-FFF2-40B4-BE49-F238E27FC236}">
                  <a16:creationId xmlns:a16="http://schemas.microsoft.com/office/drawing/2014/main" id="{A9A8E59B-7C8B-A1ED-31A6-19A47A9D70A8}"/>
                </a:ext>
              </a:extLst>
            </p:cNvPr>
            <p:cNvSpPr>
              <a:spLocks noChangeShapeType="1"/>
            </p:cNvSpPr>
            <p:nvPr/>
          </p:nvSpPr>
          <p:spPr bwMode="auto">
            <a:xfrm flipH="1">
              <a:off x="3643449" y="3142830"/>
              <a:ext cx="0" cy="27003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12" name="Line 81">
              <a:extLst>
                <a:ext uri="{FF2B5EF4-FFF2-40B4-BE49-F238E27FC236}">
                  <a16:creationId xmlns:a16="http://schemas.microsoft.com/office/drawing/2014/main" id="{2A097B90-087B-1DC1-8B63-2CD322219726}"/>
                </a:ext>
              </a:extLst>
            </p:cNvPr>
            <p:cNvSpPr>
              <a:spLocks noChangeShapeType="1"/>
            </p:cNvSpPr>
            <p:nvPr/>
          </p:nvSpPr>
          <p:spPr bwMode="auto">
            <a:xfrm flipV="1">
              <a:off x="3382344" y="3419700"/>
              <a:ext cx="20012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13" name="Line 80">
              <a:extLst>
                <a:ext uri="{FF2B5EF4-FFF2-40B4-BE49-F238E27FC236}">
                  <a16:creationId xmlns:a16="http://schemas.microsoft.com/office/drawing/2014/main" id="{75FB1D0C-B04E-6106-131A-6A39522F167A}"/>
                </a:ext>
              </a:extLst>
            </p:cNvPr>
            <p:cNvSpPr>
              <a:spLocks noChangeShapeType="1"/>
            </p:cNvSpPr>
            <p:nvPr/>
          </p:nvSpPr>
          <p:spPr bwMode="auto">
            <a:xfrm>
              <a:off x="3643449" y="3258193"/>
              <a:ext cx="19840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14" name="Line 79">
              <a:extLst>
                <a:ext uri="{FF2B5EF4-FFF2-40B4-BE49-F238E27FC236}">
                  <a16:creationId xmlns:a16="http://schemas.microsoft.com/office/drawing/2014/main" id="{2ABF12FE-0F8A-63C4-B342-34CE9E4E5D33}"/>
                </a:ext>
              </a:extLst>
            </p:cNvPr>
            <p:cNvSpPr>
              <a:spLocks noChangeShapeType="1"/>
            </p:cNvSpPr>
            <p:nvPr/>
          </p:nvSpPr>
          <p:spPr bwMode="auto">
            <a:xfrm flipV="1">
              <a:off x="4329706" y="3159066"/>
              <a:ext cx="20012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15" name="Line 78">
              <a:extLst>
                <a:ext uri="{FF2B5EF4-FFF2-40B4-BE49-F238E27FC236}">
                  <a16:creationId xmlns:a16="http://schemas.microsoft.com/office/drawing/2014/main" id="{C795EA07-67D0-8E7A-169D-FA0894E3CE98}"/>
                </a:ext>
              </a:extLst>
            </p:cNvPr>
            <p:cNvSpPr>
              <a:spLocks noChangeShapeType="1"/>
            </p:cNvSpPr>
            <p:nvPr/>
          </p:nvSpPr>
          <p:spPr bwMode="auto">
            <a:xfrm flipH="1">
              <a:off x="4329706" y="3155648"/>
              <a:ext cx="0" cy="27174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16" name="Line 77">
              <a:extLst>
                <a:ext uri="{FF2B5EF4-FFF2-40B4-BE49-F238E27FC236}">
                  <a16:creationId xmlns:a16="http://schemas.microsoft.com/office/drawing/2014/main" id="{3EC3A725-BDF7-3EC9-C52E-5B1E42F51BF9}"/>
                </a:ext>
              </a:extLst>
            </p:cNvPr>
            <p:cNvSpPr>
              <a:spLocks noChangeShapeType="1"/>
            </p:cNvSpPr>
            <p:nvPr/>
          </p:nvSpPr>
          <p:spPr bwMode="auto">
            <a:xfrm flipH="1">
              <a:off x="4273019" y="3153939"/>
              <a:ext cx="0" cy="27003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17" name="Line 76">
              <a:extLst>
                <a:ext uri="{FF2B5EF4-FFF2-40B4-BE49-F238E27FC236}">
                  <a16:creationId xmlns:a16="http://schemas.microsoft.com/office/drawing/2014/main" id="{0616F4A4-B122-6AFF-D517-FD9845EDCCBB}"/>
                </a:ext>
              </a:extLst>
            </p:cNvPr>
            <p:cNvSpPr>
              <a:spLocks noChangeShapeType="1"/>
            </p:cNvSpPr>
            <p:nvPr/>
          </p:nvSpPr>
          <p:spPr bwMode="auto">
            <a:xfrm flipV="1">
              <a:off x="4334001" y="3428246"/>
              <a:ext cx="20012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18" name="Line 75">
              <a:extLst>
                <a:ext uri="{FF2B5EF4-FFF2-40B4-BE49-F238E27FC236}">
                  <a16:creationId xmlns:a16="http://schemas.microsoft.com/office/drawing/2014/main" id="{79ADE7B2-ED29-3387-7F07-A7DD5AF176F2}"/>
                </a:ext>
              </a:extLst>
            </p:cNvPr>
            <p:cNvSpPr>
              <a:spLocks noChangeShapeType="1"/>
            </p:cNvSpPr>
            <p:nvPr/>
          </p:nvSpPr>
          <p:spPr bwMode="auto">
            <a:xfrm flipH="1" flipV="1">
              <a:off x="4074614" y="3267593"/>
              <a:ext cx="193252" cy="256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19" name="Line 74">
              <a:extLst>
                <a:ext uri="{FF2B5EF4-FFF2-40B4-BE49-F238E27FC236}">
                  <a16:creationId xmlns:a16="http://schemas.microsoft.com/office/drawing/2014/main" id="{3F5B6F95-E9F7-FBB7-1E34-433D83206785}"/>
                </a:ext>
              </a:extLst>
            </p:cNvPr>
            <p:cNvSpPr>
              <a:spLocks noChangeShapeType="1"/>
            </p:cNvSpPr>
            <p:nvPr/>
          </p:nvSpPr>
          <p:spPr bwMode="auto">
            <a:xfrm>
              <a:off x="3841853" y="2554907"/>
              <a:ext cx="0" cy="69730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20" name="Line 73">
              <a:extLst>
                <a:ext uri="{FF2B5EF4-FFF2-40B4-BE49-F238E27FC236}">
                  <a16:creationId xmlns:a16="http://schemas.microsoft.com/office/drawing/2014/main" id="{48A23E90-9002-8A46-EABC-D2E79CE0A890}"/>
                </a:ext>
              </a:extLst>
            </p:cNvPr>
            <p:cNvSpPr>
              <a:spLocks noChangeShapeType="1"/>
            </p:cNvSpPr>
            <p:nvPr/>
          </p:nvSpPr>
          <p:spPr bwMode="auto">
            <a:xfrm>
              <a:off x="4069461" y="2531835"/>
              <a:ext cx="0" cy="73234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21" name="Line 72">
              <a:extLst>
                <a:ext uri="{FF2B5EF4-FFF2-40B4-BE49-F238E27FC236}">
                  <a16:creationId xmlns:a16="http://schemas.microsoft.com/office/drawing/2014/main" id="{35C33E45-0C5B-3204-3A44-16780476ECD9}"/>
                </a:ext>
              </a:extLst>
            </p:cNvPr>
            <p:cNvSpPr>
              <a:spLocks noChangeShapeType="1"/>
            </p:cNvSpPr>
            <p:nvPr/>
          </p:nvSpPr>
          <p:spPr bwMode="auto">
            <a:xfrm>
              <a:off x="3382344" y="2798451"/>
              <a:ext cx="687117" cy="0"/>
            </a:xfrm>
            <a:prstGeom prst="line">
              <a:avLst/>
            </a:prstGeom>
            <a:noFill/>
            <a:ln w="222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44422" name="Line 71">
              <a:extLst>
                <a:ext uri="{FF2B5EF4-FFF2-40B4-BE49-F238E27FC236}">
                  <a16:creationId xmlns:a16="http://schemas.microsoft.com/office/drawing/2014/main" id="{9282CA3E-03B2-F4EF-300D-03210DFC44C8}"/>
                </a:ext>
              </a:extLst>
            </p:cNvPr>
            <p:cNvSpPr>
              <a:spLocks noChangeShapeType="1"/>
            </p:cNvSpPr>
            <p:nvPr/>
          </p:nvSpPr>
          <p:spPr bwMode="auto">
            <a:xfrm>
              <a:off x="3841853" y="2963377"/>
              <a:ext cx="673374" cy="0"/>
            </a:xfrm>
            <a:prstGeom prst="line">
              <a:avLst/>
            </a:prstGeom>
            <a:noFill/>
            <a:ln w="222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44423" name="Line 70">
              <a:extLst>
                <a:ext uri="{FF2B5EF4-FFF2-40B4-BE49-F238E27FC236}">
                  <a16:creationId xmlns:a16="http://schemas.microsoft.com/office/drawing/2014/main" id="{58743F41-A877-68C1-53A4-9D52192A6552}"/>
                </a:ext>
              </a:extLst>
            </p:cNvPr>
            <p:cNvSpPr>
              <a:spLocks noChangeShapeType="1"/>
            </p:cNvSpPr>
            <p:nvPr/>
          </p:nvSpPr>
          <p:spPr bwMode="auto">
            <a:xfrm rot="5400000" flipV="1">
              <a:off x="2865265" y="2800160"/>
              <a:ext cx="3272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24" name="Line 69">
              <a:extLst>
                <a:ext uri="{FF2B5EF4-FFF2-40B4-BE49-F238E27FC236}">
                  <a16:creationId xmlns:a16="http://schemas.microsoft.com/office/drawing/2014/main" id="{5F29E64F-B804-9194-6359-7CBE6175B87D}"/>
                </a:ext>
              </a:extLst>
            </p:cNvPr>
            <p:cNvSpPr>
              <a:spLocks noChangeShapeType="1"/>
            </p:cNvSpPr>
            <p:nvPr/>
          </p:nvSpPr>
          <p:spPr bwMode="auto">
            <a:xfrm rot="5400000" flipH="1">
              <a:off x="2886761" y="2497806"/>
              <a:ext cx="0" cy="27656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25" name="Line 68">
              <a:extLst>
                <a:ext uri="{FF2B5EF4-FFF2-40B4-BE49-F238E27FC236}">
                  <a16:creationId xmlns:a16="http://schemas.microsoft.com/office/drawing/2014/main" id="{F16C9A9E-240A-5CF3-EA2B-D003CF6C9774}"/>
                </a:ext>
              </a:extLst>
            </p:cNvPr>
            <p:cNvSpPr>
              <a:spLocks noChangeShapeType="1"/>
            </p:cNvSpPr>
            <p:nvPr/>
          </p:nvSpPr>
          <p:spPr bwMode="auto">
            <a:xfrm rot="5400000" flipH="1">
              <a:off x="2889338" y="2443120"/>
              <a:ext cx="0" cy="27484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26" name="Line 67">
              <a:extLst>
                <a:ext uri="{FF2B5EF4-FFF2-40B4-BE49-F238E27FC236}">
                  <a16:creationId xmlns:a16="http://schemas.microsoft.com/office/drawing/2014/main" id="{AAB90A03-C22E-CD0D-4051-286539F1DEC7}"/>
                </a:ext>
              </a:extLst>
            </p:cNvPr>
            <p:cNvSpPr>
              <a:spLocks noChangeShapeType="1"/>
            </p:cNvSpPr>
            <p:nvPr/>
          </p:nvSpPr>
          <p:spPr bwMode="auto">
            <a:xfrm rot="5400000" flipV="1">
              <a:off x="2649348" y="2737776"/>
              <a:ext cx="196544" cy="85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27" name="Line 66">
              <a:extLst>
                <a:ext uri="{FF2B5EF4-FFF2-40B4-BE49-F238E27FC236}">
                  <a16:creationId xmlns:a16="http://schemas.microsoft.com/office/drawing/2014/main" id="{FFA94037-F990-91C4-3682-88F115BDBA88}"/>
                </a:ext>
              </a:extLst>
            </p:cNvPr>
            <p:cNvSpPr>
              <a:spLocks noChangeShapeType="1"/>
            </p:cNvSpPr>
            <p:nvPr/>
          </p:nvSpPr>
          <p:spPr bwMode="auto">
            <a:xfrm flipV="1">
              <a:off x="2881608" y="1897767"/>
              <a:ext cx="0" cy="686194"/>
            </a:xfrm>
            <a:prstGeom prst="line">
              <a:avLst/>
            </a:prstGeom>
            <a:noFill/>
            <a:ln w="222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44428" name="Line 65">
              <a:extLst>
                <a:ext uri="{FF2B5EF4-FFF2-40B4-BE49-F238E27FC236}">
                  <a16:creationId xmlns:a16="http://schemas.microsoft.com/office/drawing/2014/main" id="{24E7BBAE-9C0C-C6FE-121F-FC5DCAD9B3D1}"/>
                </a:ext>
              </a:extLst>
            </p:cNvPr>
            <p:cNvSpPr>
              <a:spLocks noChangeShapeType="1"/>
            </p:cNvSpPr>
            <p:nvPr/>
          </p:nvSpPr>
          <p:spPr bwMode="auto">
            <a:xfrm flipH="1">
              <a:off x="4535492" y="2966782"/>
              <a:ext cx="576000" cy="0"/>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44429" name="Line 64">
              <a:extLst>
                <a:ext uri="{FF2B5EF4-FFF2-40B4-BE49-F238E27FC236}">
                  <a16:creationId xmlns:a16="http://schemas.microsoft.com/office/drawing/2014/main" id="{2F0427A6-66DA-A967-313D-9FE80A909347}"/>
                </a:ext>
              </a:extLst>
            </p:cNvPr>
            <p:cNvSpPr>
              <a:spLocks noChangeShapeType="1"/>
            </p:cNvSpPr>
            <p:nvPr/>
          </p:nvSpPr>
          <p:spPr bwMode="auto">
            <a:xfrm flipH="1">
              <a:off x="3026761" y="2963377"/>
              <a:ext cx="355583" cy="0"/>
            </a:xfrm>
            <a:prstGeom prst="line">
              <a:avLst/>
            </a:prstGeom>
            <a:noFill/>
            <a:ln w="22225">
              <a:solidFill>
                <a:srgbClr val="000000"/>
              </a:solidFill>
              <a:round/>
              <a:headEnd type="oval" w="med"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144430" name="Line 63">
              <a:extLst>
                <a:ext uri="{FF2B5EF4-FFF2-40B4-BE49-F238E27FC236}">
                  <a16:creationId xmlns:a16="http://schemas.microsoft.com/office/drawing/2014/main" id="{5817A5BE-6E86-227E-7562-36D66BB425BA}"/>
                </a:ext>
              </a:extLst>
            </p:cNvPr>
            <p:cNvSpPr>
              <a:spLocks noChangeShapeType="1"/>
            </p:cNvSpPr>
            <p:nvPr/>
          </p:nvSpPr>
          <p:spPr bwMode="auto">
            <a:xfrm>
              <a:off x="3382344" y="3421409"/>
              <a:ext cx="0" cy="20423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31" name="Line 62">
              <a:extLst>
                <a:ext uri="{FF2B5EF4-FFF2-40B4-BE49-F238E27FC236}">
                  <a16:creationId xmlns:a16="http://schemas.microsoft.com/office/drawing/2014/main" id="{0AD25648-D8F7-9D46-588F-3E915D01C163}"/>
                </a:ext>
              </a:extLst>
            </p:cNvPr>
            <p:cNvSpPr>
              <a:spLocks noChangeShapeType="1"/>
            </p:cNvSpPr>
            <p:nvPr/>
          </p:nvSpPr>
          <p:spPr bwMode="auto">
            <a:xfrm>
              <a:off x="4534123" y="3428246"/>
              <a:ext cx="0" cy="20423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32" name="Line 61">
              <a:extLst>
                <a:ext uri="{FF2B5EF4-FFF2-40B4-BE49-F238E27FC236}">
                  <a16:creationId xmlns:a16="http://schemas.microsoft.com/office/drawing/2014/main" id="{24502087-4FEE-3B75-D99B-926C2F90E702}"/>
                </a:ext>
              </a:extLst>
            </p:cNvPr>
            <p:cNvSpPr>
              <a:spLocks noChangeShapeType="1"/>
            </p:cNvSpPr>
            <p:nvPr/>
          </p:nvSpPr>
          <p:spPr bwMode="auto">
            <a:xfrm>
              <a:off x="3382344" y="3635044"/>
              <a:ext cx="113975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33" name="Line 60">
              <a:extLst>
                <a:ext uri="{FF2B5EF4-FFF2-40B4-BE49-F238E27FC236}">
                  <a16:creationId xmlns:a16="http://schemas.microsoft.com/office/drawing/2014/main" id="{D3077922-43B3-84A4-C68B-4A9EE24B0652}"/>
                </a:ext>
              </a:extLst>
            </p:cNvPr>
            <p:cNvSpPr>
              <a:spLocks noChangeShapeType="1"/>
            </p:cNvSpPr>
            <p:nvPr/>
          </p:nvSpPr>
          <p:spPr bwMode="auto">
            <a:xfrm>
              <a:off x="3958663" y="3632481"/>
              <a:ext cx="0" cy="152108"/>
            </a:xfrm>
            <a:prstGeom prst="line">
              <a:avLst/>
            </a:prstGeom>
            <a:noFill/>
            <a:ln w="222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44434" name="Line 59">
              <a:extLst>
                <a:ext uri="{FF2B5EF4-FFF2-40B4-BE49-F238E27FC236}">
                  <a16:creationId xmlns:a16="http://schemas.microsoft.com/office/drawing/2014/main" id="{9AE2EA90-174B-1AB0-6728-EEF6BD152085}"/>
                </a:ext>
              </a:extLst>
            </p:cNvPr>
            <p:cNvSpPr>
              <a:spLocks noChangeShapeType="1"/>
            </p:cNvSpPr>
            <p:nvPr/>
          </p:nvSpPr>
          <p:spPr bwMode="auto">
            <a:xfrm>
              <a:off x="3848725" y="3793134"/>
              <a:ext cx="19754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35" name="Line 58">
              <a:extLst>
                <a:ext uri="{FF2B5EF4-FFF2-40B4-BE49-F238E27FC236}">
                  <a16:creationId xmlns:a16="http://schemas.microsoft.com/office/drawing/2014/main" id="{63EFC039-0982-EFFD-9501-AA0E1A9B3516}"/>
                </a:ext>
              </a:extLst>
            </p:cNvPr>
            <p:cNvSpPr>
              <a:spLocks noChangeShapeType="1"/>
            </p:cNvSpPr>
            <p:nvPr/>
          </p:nvSpPr>
          <p:spPr bwMode="auto">
            <a:xfrm flipH="1" flipV="1">
              <a:off x="2473633" y="2843741"/>
              <a:ext cx="273129" cy="0"/>
            </a:xfrm>
            <a:prstGeom prst="line">
              <a:avLst/>
            </a:prstGeom>
            <a:noFill/>
            <a:ln w="222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44436" name="Line 57">
              <a:extLst>
                <a:ext uri="{FF2B5EF4-FFF2-40B4-BE49-F238E27FC236}">
                  <a16:creationId xmlns:a16="http://schemas.microsoft.com/office/drawing/2014/main" id="{2BD9AE6C-6A14-E114-51B7-87397933A2C4}"/>
                </a:ext>
              </a:extLst>
            </p:cNvPr>
            <p:cNvSpPr>
              <a:spLocks noChangeShapeType="1"/>
            </p:cNvSpPr>
            <p:nvPr/>
          </p:nvSpPr>
          <p:spPr bwMode="auto">
            <a:xfrm flipH="1">
              <a:off x="2473633" y="1776423"/>
              <a:ext cx="0" cy="138435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37" name="Text Box 56">
              <a:extLst>
                <a:ext uri="{FF2B5EF4-FFF2-40B4-BE49-F238E27FC236}">
                  <a16:creationId xmlns:a16="http://schemas.microsoft.com/office/drawing/2014/main" id="{70DF58EE-74FE-0E64-1579-F028452E4F4B}"/>
                </a:ext>
              </a:extLst>
            </p:cNvPr>
            <p:cNvSpPr txBox="1">
              <a:spLocks noChangeArrowheads="1"/>
            </p:cNvSpPr>
            <p:nvPr/>
          </p:nvSpPr>
          <p:spPr bwMode="auto">
            <a:xfrm>
              <a:off x="3542099" y="1872131"/>
              <a:ext cx="540245" cy="363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1400" u="none"/>
                <a:t>V</a:t>
              </a:r>
              <a:r>
                <a:rPr lang="ru-RU" altLang="en-US" sz="1400" u="none" baseline="-30000"/>
                <a:t>DD</a:t>
              </a:r>
              <a:endParaRPr lang="ru-RU" altLang="en-US" sz="1400" u="none"/>
            </a:p>
          </p:txBody>
        </p:sp>
        <p:sp>
          <p:nvSpPr>
            <p:cNvPr id="144438" name="Text Box 55">
              <a:extLst>
                <a:ext uri="{FF2B5EF4-FFF2-40B4-BE49-F238E27FC236}">
                  <a16:creationId xmlns:a16="http://schemas.microsoft.com/office/drawing/2014/main" id="{C48F8EB6-4352-7E23-B8AC-A83F21680822}"/>
                </a:ext>
              </a:extLst>
            </p:cNvPr>
            <p:cNvSpPr txBox="1">
              <a:spLocks noChangeArrowheads="1"/>
            </p:cNvSpPr>
            <p:nvPr/>
          </p:nvSpPr>
          <p:spPr bwMode="auto">
            <a:xfrm>
              <a:off x="1284517" y="2470255"/>
              <a:ext cx="1115614" cy="639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1600" u="none"/>
                <a:t>Data line</a:t>
              </a:r>
              <a:endParaRPr lang="ru-RU" altLang="en-US" sz="1600" u="none"/>
            </a:p>
            <a:p>
              <a:endParaRPr lang="ru-RU" altLang="en-US" sz="1400" u="none"/>
            </a:p>
          </p:txBody>
        </p:sp>
        <p:sp>
          <p:nvSpPr>
            <p:cNvPr id="144439" name="Line 54">
              <a:extLst>
                <a:ext uri="{FF2B5EF4-FFF2-40B4-BE49-F238E27FC236}">
                  <a16:creationId xmlns:a16="http://schemas.microsoft.com/office/drawing/2014/main" id="{50DE7E98-9620-BB43-1536-122FEA97A30C}"/>
                </a:ext>
              </a:extLst>
            </p:cNvPr>
            <p:cNvSpPr>
              <a:spLocks noChangeShapeType="1"/>
            </p:cNvSpPr>
            <p:nvPr/>
          </p:nvSpPr>
          <p:spPr bwMode="auto">
            <a:xfrm>
              <a:off x="2154982" y="4046932"/>
              <a:ext cx="327239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40" name="Line 53">
              <a:extLst>
                <a:ext uri="{FF2B5EF4-FFF2-40B4-BE49-F238E27FC236}">
                  <a16:creationId xmlns:a16="http://schemas.microsoft.com/office/drawing/2014/main" id="{70E01A02-E3F7-C2DC-7C67-C4A48DE597D0}"/>
                </a:ext>
              </a:extLst>
            </p:cNvPr>
            <p:cNvSpPr>
              <a:spLocks noChangeShapeType="1"/>
            </p:cNvSpPr>
            <p:nvPr/>
          </p:nvSpPr>
          <p:spPr bwMode="auto">
            <a:xfrm>
              <a:off x="2881608" y="4333202"/>
              <a:ext cx="11354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41" name="Line 52">
              <a:extLst>
                <a:ext uri="{FF2B5EF4-FFF2-40B4-BE49-F238E27FC236}">
                  <a16:creationId xmlns:a16="http://schemas.microsoft.com/office/drawing/2014/main" id="{1E0A24A7-1D0C-6CB4-2DCA-D14A3DCEB678}"/>
                </a:ext>
              </a:extLst>
            </p:cNvPr>
            <p:cNvSpPr>
              <a:spLocks noChangeShapeType="1"/>
            </p:cNvSpPr>
            <p:nvPr/>
          </p:nvSpPr>
          <p:spPr bwMode="auto">
            <a:xfrm flipV="1">
              <a:off x="3457927" y="4193058"/>
              <a:ext cx="0" cy="133308"/>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44442" name="AutoShape 51">
              <a:extLst>
                <a:ext uri="{FF2B5EF4-FFF2-40B4-BE49-F238E27FC236}">
                  <a16:creationId xmlns:a16="http://schemas.microsoft.com/office/drawing/2014/main" id="{972A9705-1F8D-3423-EE2E-1817034C8347}"/>
                </a:ext>
              </a:extLst>
            </p:cNvPr>
            <p:cNvSpPr>
              <a:spLocks noChangeArrowheads="1"/>
            </p:cNvSpPr>
            <p:nvPr/>
          </p:nvSpPr>
          <p:spPr bwMode="auto">
            <a:xfrm>
              <a:off x="3420136" y="4096495"/>
              <a:ext cx="89325" cy="88872"/>
            </a:xfrm>
            <a:prstGeom prst="flowChartConnector">
              <a:avLst/>
            </a:prstGeom>
            <a:solidFill>
              <a:srgbClr val="FFFFFF"/>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u="none"/>
            </a:p>
          </p:txBody>
        </p:sp>
        <p:sp>
          <p:nvSpPr>
            <p:cNvPr id="144443" name="Line 50">
              <a:extLst>
                <a:ext uri="{FF2B5EF4-FFF2-40B4-BE49-F238E27FC236}">
                  <a16:creationId xmlns:a16="http://schemas.microsoft.com/office/drawing/2014/main" id="{B01B6BDC-1827-1D61-D9AE-98F3CF370499}"/>
                </a:ext>
              </a:extLst>
            </p:cNvPr>
            <p:cNvSpPr>
              <a:spLocks noChangeShapeType="1"/>
            </p:cNvSpPr>
            <p:nvPr/>
          </p:nvSpPr>
          <p:spPr bwMode="auto">
            <a:xfrm>
              <a:off x="2881608" y="4333202"/>
              <a:ext cx="0" cy="22218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44" name="Line 49">
              <a:extLst>
                <a:ext uri="{FF2B5EF4-FFF2-40B4-BE49-F238E27FC236}">
                  <a16:creationId xmlns:a16="http://schemas.microsoft.com/office/drawing/2014/main" id="{82152A54-3FE5-A0A6-7A94-789BF5D7C478}"/>
                </a:ext>
              </a:extLst>
            </p:cNvPr>
            <p:cNvSpPr>
              <a:spLocks noChangeShapeType="1"/>
            </p:cNvSpPr>
            <p:nvPr/>
          </p:nvSpPr>
          <p:spPr bwMode="auto">
            <a:xfrm>
              <a:off x="4014491" y="4330639"/>
              <a:ext cx="0" cy="22303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45" name="Line 48">
              <a:extLst>
                <a:ext uri="{FF2B5EF4-FFF2-40B4-BE49-F238E27FC236}">
                  <a16:creationId xmlns:a16="http://schemas.microsoft.com/office/drawing/2014/main" id="{C9D80007-523B-46BE-9905-D87A17E63C9A}"/>
                </a:ext>
              </a:extLst>
            </p:cNvPr>
            <p:cNvSpPr>
              <a:spLocks noChangeShapeType="1"/>
            </p:cNvSpPr>
            <p:nvPr/>
          </p:nvSpPr>
          <p:spPr bwMode="auto">
            <a:xfrm flipV="1">
              <a:off x="2881608" y="4552819"/>
              <a:ext cx="20012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46" name="Line 47">
              <a:extLst>
                <a:ext uri="{FF2B5EF4-FFF2-40B4-BE49-F238E27FC236}">
                  <a16:creationId xmlns:a16="http://schemas.microsoft.com/office/drawing/2014/main" id="{E2802A3E-0034-9153-80C3-F8F3D745AB1F}"/>
                </a:ext>
              </a:extLst>
            </p:cNvPr>
            <p:cNvSpPr>
              <a:spLocks noChangeShapeType="1"/>
            </p:cNvSpPr>
            <p:nvPr/>
          </p:nvSpPr>
          <p:spPr bwMode="auto">
            <a:xfrm flipH="1">
              <a:off x="3086025" y="4552819"/>
              <a:ext cx="0" cy="27003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47" name="Line 46">
              <a:extLst>
                <a:ext uri="{FF2B5EF4-FFF2-40B4-BE49-F238E27FC236}">
                  <a16:creationId xmlns:a16="http://schemas.microsoft.com/office/drawing/2014/main" id="{F88DCCFE-CF4B-FBF2-7879-F88EFD10C59B}"/>
                </a:ext>
              </a:extLst>
            </p:cNvPr>
            <p:cNvSpPr>
              <a:spLocks noChangeShapeType="1"/>
            </p:cNvSpPr>
            <p:nvPr/>
          </p:nvSpPr>
          <p:spPr bwMode="auto">
            <a:xfrm flipH="1">
              <a:off x="3142712" y="4550255"/>
              <a:ext cx="0" cy="27088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48" name="Line 45">
              <a:extLst>
                <a:ext uri="{FF2B5EF4-FFF2-40B4-BE49-F238E27FC236}">
                  <a16:creationId xmlns:a16="http://schemas.microsoft.com/office/drawing/2014/main" id="{7E7F74B2-1305-F458-DFF1-C16D1569E3B3}"/>
                </a:ext>
              </a:extLst>
            </p:cNvPr>
            <p:cNvSpPr>
              <a:spLocks noChangeShapeType="1"/>
            </p:cNvSpPr>
            <p:nvPr/>
          </p:nvSpPr>
          <p:spPr bwMode="auto">
            <a:xfrm flipV="1">
              <a:off x="2881608" y="4817725"/>
              <a:ext cx="200123" cy="256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49" name="Line 44">
              <a:extLst>
                <a:ext uri="{FF2B5EF4-FFF2-40B4-BE49-F238E27FC236}">
                  <a16:creationId xmlns:a16="http://schemas.microsoft.com/office/drawing/2014/main" id="{851D0580-7E0A-5613-5AFF-149CEF673B20}"/>
                </a:ext>
              </a:extLst>
            </p:cNvPr>
            <p:cNvSpPr>
              <a:spLocks noChangeShapeType="1"/>
            </p:cNvSpPr>
            <p:nvPr/>
          </p:nvSpPr>
          <p:spPr bwMode="auto">
            <a:xfrm>
              <a:off x="3142712" y="4667327"/>
              <a:ext cx="19840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50" name="AutoShape 43">
              <a:extLst>
                <a:ext uri="{FF2B5EF4-FFF2-40B4-BE49-F238E27FC236}">
                  <a16:creationId xmlns:a16="http://schemas.microsoft.com/office/drawing/2014/main" id="{2B1334BA-920A-51D5-4472-5A8C59BCCD87}"/>
                </a:ext>
              </a:extLst>
            </p:cNvPr>
            <p:cNvSpPr>
              <a:spLocks noChangeArrowheads="1"/>
            </p:cNvSpPr>
            <p:nvPr/>
          </p:nvSpPr>
          <p:spPr bwMode="auto">
            <a:xfrm>
              <a:off x="3132406" y="4628018"/>
              <a:ext cx="75583" cy="72636"/>
            </a:xfrm>
            <a:prstGeom prst="flowChartConnector">
              <a:avLst/>
            </a:prstGeom>
            <a:solidFill>
              <a:srgbClr val="FFFFFF"/>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u="none"/>
            </a:p>
          </p:txBody>
        </p:sp>
        <p:sp>
          <p:nvSpPr>
            <p:cNvPr id="144451" name="Line 42">
              <a:extLst>
                <a:ext uri="{FF2B5EF4-FFF2-40B4-BE49-F238E27FC236}">
                  <a16:creationId xmlns:a16="http://schemas.microsoft.com/office/drawing/2014/main" id="{29B12157-3C0F-6575-C036-5864E0717F7E}"/>
                </a:ext>
              </a:extLst>
            </p:cNvPr>
            <p:cNvSpPr>
              <a:spLocks noChangeShapeType="1"/>
            </p:cNvSpPr>
            <p:nvPr/>
          </p:nvSpPr>
          <p:spPr bwMode="auto">
            <a:xfrm flipV="1">
              <a:off x="3813510" y="4552819"/>
              <a:ext cx="20184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52" name="Line 41">
              <a:extLst>
                <a:ext uri="{FF2B5EF4-FFF2-40B4-BE49-F238E27FC236}">
                  <a16:creationId xmlns:a16="http://schemas.microsoft.com/office/drawing/2014/main" id="{66B87CD6-7062-A69E-BD7B-E9B0A64B0002}"/>
                </a:ext>
              </a:extLst>
            </p:cNvPr>
            <p:cNvSpPr>
              <a:spLocks noChangeShapeType="1"/>
            </p:cNvSpPr>
            <p:nvPr/>
          </p:nvSpPr>
          <p:spPr bwMode="auto">
            <a:xfrm flipH="1">
              <a:off x="3813510" y="4550255"/>
              <a:ext cx="0" cy="27088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53" name="Line 40">
              <a:extLst>
                <a:ext uri="{FF2B5EF4-FFF2-40B4-BE49-F238E27FC236}">
                  <a16:creationId xmlns:a16="http://schemas.microsoft.com/office/drawing/2014/main" id="{C85A9DDC-EB60-1810-43E0-994851CFDBF7}"/>
                </a:ext>
              </a:extLst>
            </p:cNvPr>
            <p:cNvSpPr>
              <a:spLocks noChangeShapeType="1"/>
            </p:cNvSpPr>
            <p:nvPr/>
          </p:nvSpPr>
          <p:spPr bwMode="auto">
            <a:xfrm flipH="1">
              <a:off x="3757682" y="4547691"/>
              <a:ext cx="0" cy="27088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54" name="Line 39">
              <a:extLst>
                <a:ext uri="{FF2B5EF4-FFF2-40B4-BE49-F238E27FC236}">
                  <a16:creationId xmlns:a16="http://schemas.microsoft.com/office/drawing/2014/main" id="{7E42E1C2-EA1B-D8D7-CB91-065A0CF69AC4}"/>
                </a:ext>
              </a:extLst>
            </p:cNvPr>
            <p:cNvSpPr>
              <a:spLocks noChangeShapeType="1"/>
            </p:cNvSpPr>
            <p:nvPr/>
          </p:nvSpPr>
          <p:spPr bwMode="auto">
            <a:xfrm flipV="1">
              <a:off x="3818663" y="4821998"/>
              <a:ext cx="19926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55" name="Line 38">
              <a:extLst>
                <a:ext uri="{FF2B5EF4-FFF2-40B4-BE49-F238E27FC236}">
                  <a16:creationId xmlns:a16="http://schemas.microsoft.com/office/drawing/2014/main" id="{613E4C53-3838-AA0D-000C-09A6317774BA}"/>
                </a:ext>
              </a:extLst>
            </p:cNvPr>
            <p:cNvSpPr>
              <a:spLocks noChangeShapeType="1"/>
            </p:cNvSpPr>
            <p:nvPr/>
          </p:nvSpPr>
          <p:spPr bwMode="auto">
            <a:xfrm flipH="1" flipV="1">
              <a:off x="3568725" y="4679290"/>
              <a:ext cx="142577"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56" name="AutoShape 37">
              <a:extLst>
                <a:ext uri="{FF2B5EF4-FFF2-40B4-BE49-F238E27FC236}">
                  <a16:creationId xmlns:a16="http://schemas.microsoft.com/office/drawing/2014/main" id="{A4746677-3B0D-3926-010A-F530B1206480}"/>
                </a:ext>
              </a:extLst>
            </p:cNvPr>
            <p:cNvSpPr>
              <a:spLocks noChangeArrowheads="1"/>
            </p:cNvSpPr>
            <p:nvPr/>
          </p:nvSpPr>
          <p:spPr bwMode="auto">
            <a:xfrm>
              <a:off x="3671792" y="4639127"/>
              <a:ext cx="74724" cy="73490"/>
            </a:xfrm>
            <a:prstGeom prst="flowChartConnector">
              <a:avLst/>
            </a:prstGeom>
            <a:solidFill>
              <a:srgbClr val="FFFFFF"/>
            </a:solidFill>
            <a:ln w="22225">
              <a:solidFill>
                <a:srgbClr val="000000"/>
              </a:solidFill>
              <a:round/>
              <a:headEnd/>
              <a:tailEnd/>
            </a:ln>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u="none"/>
            </a:p>
          </p:txBody>
        </p:sp>
        <p:sp>
          <p:nvSpPr>
            <p:cNvPr id="144457" name="Line 36">
              <a:extLst>
                <a:ext uri="{FF2B5EF4-FFF2-40B4-BE49-F238E27FC236}">
                  <a16:creationId xmlns:a16="http://schemas.microsoft.com/office/drawing/2014/main" id="{082EC0D2-1630-00B3-8A6D-D878C3AC8283}"/>
                </a:ext>
              </a:extLst>
            </p:cNvPr>
            <p:cNvSpPr>
              <a:spLocks noChangeShapeType="1"/>
            </p:cNvSpPr>
            <p:nvPr/>
          </p:nvSpPr>
          <p:spPr bwMode="auto">
            <a:xfrm>
              <a:off x="2881608" y="4821998"/>
              <a:ext cx="0" cy="4776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58" name="Line 35">
              <a:extLst>
                <a:ext uri="{FF2B5EF4-FFF2-40B4-BE49-F238E27FC236}">
                  <a16:creationId xmlns:a16="http://schemas.microsoft.com/office/drawing/2014/main" id="{A495400D-A2D7-73B9-2360-EED551160FFE}"/>
                </a:ext>
              </a:extLst>
            </p:cNvPr>
            <p:cNvSpPr>
              <a:spLocks noChangeShapeType="1"/>
            </p:cNvSpPr>
            <p:nvPr/>
          </p:nvSpPr>
          <p:spPr bwMode="auto">
            <a:xfrm>
              <a:off x="4020504" y="4824562"/>
              <a:ext cx="0" cy="4776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59" name="Line 34">
              <a:extLst>
                <a:ext uri="{FF2B5EF4-FFF2-40B4-BE49-F238E27FC236}">
                  <a16:creationId xmlns:a16="http://schemas.microsoft.com/office/drawing/2014/main" id="{43A75131-FA0C-0D86-60D0-7EA793BCBF6D}"/>
                </a:ext>
              </a:extLst>
            </p:cNvPr>
            <p:cNvSpPr>
              <a:spLocks noChangeShapeType="1"/>
            </p:cNvSpPr>
            <p:nvPr/>
          </p:nvSpPr>
          <p:spPr bwMode="auto">
            <a:xfrm flipV="1">
              <a:off x="2881608" y="5291994"/>
              <a:ext cx="200123" cy="341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60" name="Line 33">
              <a:extLst>
                <a:ext uri="{FF2B5EF4-FFF2-40B4-BE49-F238E27FC236}">
                  <a16:creationId xmlns:a16="http://schemas.microsoft.com/office/drawing/2014/main" id="{0DF796E5-D5A9-7C6A-6CD3-E545FA9FB515}"/>
                </a:ext>
              </a:extLst>
            </p:cNvPr>
            <p:cNvSpPr>
              <a:spLocks noChangeShapeType="1"/>
            </p:cNvSpPr>
            <p:nvPr/>
          </p:nvSpPr>
          <p:spPr bwMode="auto">
            <a:xfrm flipH="1">
              <a:off x="3086025" y="5291994"/>
              <a:ext cx="0" cy="26405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61" name="Line 32">
              <a:extLst>
                <a:ext uri="{FF2B5EF4-FFF2-40B4-BE49-F238E27FC236}">
                  <a16:creationId xmlns:a16="http://schemas.microsoft.com/office/drawing/2014/main" id="{D2C71810-58EE-DA39-23F1-F4120AE39713}"/>
                </a:ext>
              </a:extLst>
            </p:cNvPr>
            <p:cNvSpPr>
              <a:spLocks noChangeShapeType="1"/>
            </p:cNvSpPr>
            <p:nvPr/>
          </p:nvSpPr>
          <p:spPr bwMode="auto">
            <a:xfrm flipH="1">
              <a:off x="3142712" y="5290285"/>
              <a:ext cx="0" cy="27003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62" name="Line 31">
              <a:extLst>
                <a:ext uri="{FF2B5EF4-FFF2-40B4-BE49-F238E27FC236}">
                  <a16:creationId xmlns:a16="http://schemas.microsoft.com/office/drawing/2014/main" id="{B538C7B6-205A-021B-B646-F1F3DD1CA985}"/>
                </a:ext>
              </a:extLst>
            </p:cNvPr>
            <p:cNvSpPr>
              <a:spLocks noChangeShapeType="1"/>
            </p:cNvSpPr>
            <p:nvPr/>
          </p:nvSpPr>
          <p:spPr bwMode="auto">
            <a:xfrm flipV="1">
              <a:off x="2881608" y="5567156"/>
              <a:ext cx="20012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63" name="Line 30">
              <a:extLst>
                <a:ext uri="{FF2B5EF4-FFF2-40B4-BE49-F238E27FC236}">
                  <a16:creationId xmlns:a16="http://schemas.microsoft.com/office/drawing/2014/main" id="{7C6DBA61-DCB7-C545-ABAB-F59C78D0F0E2}"/>
                </a:ext>
              </a:extLst>
            </p:cNvPr>
            <p:cNvSpPr>
              <a:spLocks noChangeShapeType="1"/>
            </p:cNvSpPr>
            <p:nvPr/>
          </p:nvSpPr>
          <p:spPr bwMode="auto">
            <a:xfrm>
              <a:off x="3142712" y="5405648"/>
              <a:ext cx="19840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64" name="Line 29">
              <a:extLst>
                <a:ext uri="{FF2B5EF4-FFF2-40B4-BE49-F238E27FC236}">
                  <a16:creationId xmlns:a16="http://schemas.microsoft.com/office/drawing/2014/main" id="{8096464E-AA3A-9AFE-7833-B8A213EEA239}"/>
                </a:ext>
              </a:extLst>
            </p:cNvPr>
            <p:cNvSpPr>
              <a:spLocks noChangeShapeType="1"/>
            </p:cNvSpPr>
            <p:nvPr/>
          </p:nvSpPr>
          <p:spPr bwMode="auto">
            <a:xfrm flipV="1">
              <a:off x="3828970" y="5306522"/>
              <a:ext cx="20012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65" name="Line 28">
              <a:extLst>
                <a:ext uri="{FF2B5EF4-FFF2-40B4-BE49-F238E27FC236}">
                  <a16:creationId xmlns:a16="http://schemas.microsoft.com/office/drawing/2014/main" id="{A37FC2AC-CA26-6DE5-793F-A147F87CB769}"/>
                </a:ext>
              </a:extLst>
            </p:cNvPr>
            <p:cNvSpPr>
              <a:spLocks noChangeShapeType="1"/>
            </p:cNvSpPr>
            <p:nvPr/>
          </p:nvSpPr>
          <p:spPr bwMode="auto">
            <a:xfrm flipH="1">
              <a:off x="3828970" y="5303103"/>
              <a:ext cx="0" cy="27174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66" name="Line 27">
              <a:extLst>
                <a:ext uri="{FF2B5EF4-FFF2-40B4-BE49-F238E27FC236}">
                  <a16:creationId xmlns:a16="http://schemas.microsoft.com/office/drawing/2014/main" id="{DCA98F46-AA6C-E50B-65C8-C4AABB4B5AE2}"/>
                </a:ext>
              </a:extLst>
            </p:cNvPr>
            <p:cNvSpPr>
              <a:spLocks noChangeShapeType="1"/>
            </p:cNvSpPr>
            <p:nvPr/>
          </p:nvSpPr>
          <p:spPr bwMode="auto">
            <a:xfrm flipH="1">
              <a:off x="3772283" y="5301394"/>
              <a:ext cx="0" cy="27003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67" name="Line 26">
              <a:extLst>
                <a:ext uri="{FF2B5EF4-FFF2-40B4-BE49-F238E27FC236}">
                  <a16:creationId xmlns:a16="http://schemas.microsoft.com/office/drawing/2014/main" id="{DC7ECFAF-D426-BC05-DCE7-1715639BF24E}"/>
                </a:ext>
              </a:extLst>
            </p:cNvPr>
            <p:cNvSpPr>
              <a:spLocks noChangeShapeType="1"/>
            </p:cNvSpPr>
            <p:nvPr/>
          </p:nvSpPr>
          <p:spPr bwMode="auto">
            <a:xfrm flipV="1">
              <a:off x="3833264" y="5575701"/>
              <a:ext cx="19926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68" name="Line 25">
              <a:extLst>
                <a:ext uri="{FF2B5EF4-FFF2-40B4-BE49-F238E27FC236}">
                  <a16:creationId xmlns:a16="http://schemas.microsoft.com/office/drawing/2014/main" id="{F3204456-A55C-CF63-80C9-A3D1E1C4C988}"/>
                </a:ext>
              </a:extLst>
            </p:cNvPr>
            <p:cNvSpPr>
              <a:spLocks noChangeShapeType="1"/>
            </p:cNvSpPr>
            <p:nvPr/>
          </p:nvSpPr>
          <p:spPr bwMode="auto">
            <a:xfrm flipH="1" flipV="1">
              <a:off x="3573019" y="5415048"/>
              <a:ext cx="193252" cy="256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69" name="Line 24">
              <a:extLst>
                <a:ext uri="{FF2B5EF4-FFF2-40B4-BE49-F238E27FC236}">
                  <a16:creationId xmlns:a16="http://schemas.microsoft.com/office/drawing/2014/main" id="{C45E358E-2103-8F4A-250D-8E497D25A755}"/>
                </a:ext>
              </a:extLst>
            </p:cNvPr>
            <p:cNvSpPr>
              <a:spLocks noChangeShapeType="1"/>
            </p:cNvSpPr>
            <p:nvPr/>
          </p:nvSpPr>
          <p:spPr bwMode="auto">
            <a:xfrm>
              <a:off x="3341117" y="4667327"/>
              <a:ext cx="0" cy="73917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70" name="Line 23">
              <a:extLst>
                <a:ext uri="{FF2B5EF4-FFF2-40B4-BE49-F238E27FC236}">
                  <a16:creationId xmlns:a16="http://schemas.microsoft.com/office/drawing/2014/main" id="{9B38C7AD-7F64-95D6-7EE4-62EBFE3A9589}"/>
                </a:ext>
              </a:extLst>
            </p:cNvPr>
            <p:cNvSpPr>
              <a:spLocks noChangeShapeType="1"/>
            </p:cNvSpPr>
            <p:nvPr/>
          </p:nvSpPr>
          <p:spPr bwMode="auto">
            <a:xfrm>
              <a:off x="3568725" y="4667327"/>
              <a:ext cx="0" cy="7366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71" name="Line 22">
              <a:extLst>
                <a:ext uri="{FF2B5EF4-FFF2-40B4-BE49-F238E27FC236}">
                  <a16:creationId xmlns:a16="http://schemas.microsoft.com/office/drawing/2014/main" id="{2015069C-6A34-1AF1-DE74-CD5929E5E03E}"/>
                </a:ext>
              </a:extLst>
            </p:cNvPr>
            <p:cNvSpPr>
              <a:spLocks noChangeShapeType="1"/>
            </p:cNvSpPr>
            <p:nvPr/>
          </p:nvSpPr>
          <p:spPr bwMode="auto">
            <a:xfrm>
              <a:off x="2881608" y="4945906"/>
              <a:ext cx="687117" cy="0"/>
            </a:xfrm>
            <a:prstGeom prst="line">
              <a:avLst/>
            </a:prstGeom>
            <a:noFill/>
            <a:ln w="222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44472" name="Line 21">
              <a:extLst>
                <a:ext uri="{FF2B5EF4-FFF2-40B4-BE49-F238E27FC236}">
                  <a16:creationId xmlns:a16="http://schemas.microsoft.com/office/drawing/2014/main" id="{D061D924-B59F-4905-6AC7-6A2430F27A44}"/>
                </a:ext>
              </a:extLst>
            </p:cNvPr>
            <p:cNvSpPr>
              <a:spLocks noChangeShapeType="1"/>
            </p:cNvSpPr>
            <p:nvPr/>
          </p:nvSpPr>
          <p:spPr bwMode="auto">
            <a:xfrm>
              <a:off x="3341117" y="5110832"/>
              <a:ext cx="673374" cy="0"/>
            </a:xfrm>
            <a:prstGeom prst="line">
              <a:avLst/>
            </a:prstGeom>
            <a:noFill/>
            <a:ln w="222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44473" name="Line 20">
              <a:extLst>
                <a:ext uri="{FF2B5EF4-FFF2-40B4-BE49-F238E27FC236}">
                  <a16:creationId xmlns:a16="http://schemas.microsoft.com/office/drawing/2014/main" id="{DEEDFC1C-532F-A337-4D13-F090997926C7}"/>
                </a:ext>
              </a:extLst>
            </p:cNvPr>
            <p:cNvSpPr>
              <a:spLocks noChangeShapeType="1"/>
            </p:cNvSpPr>
            <p:nvPr/>
          </p:nvSpPr>
          <p:spPr bwMode="auto">
            <a:xfrm flipH="1">
              <a:off x="4025657" y="5108269"/>
              <a:ext cx="289448" cy="0"/>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44474" name="Line 19">
              <a:extLst>
                <a:ext uri="{FF2B5EF4-FFF2-40B4-BE49-F238E27FC236}">
                  <a16:creationId xmlns:a16="http://schemas.microsoft.com/office/drawing/2014/main" id="{0356D1E2-EFDA-965E-20C3-0D37A757556F}"/>
                </a:ext>
              </a:extLst>
            </p:cNvPr>
            <p:cNvSpPr>
              <a:spLocks noChangeShapeType="1"/>
            </p:cNvSpPr>
            <p:nvPr/>
          </p:nvSpPr>
          <p:spPr bwMode="auto">
            <a:xfrm flipH="1">
              <a:off x="2526025" y="5110832"/>
              <a:ext cx="355583" cy="0"/>
            </a:xfrm>
            <a:prstGeom prst="line">
              <a:avLst/>
            </a:prstGeom>
            <a:noFill/>
            <a:ln w="22225">
              <a:solidFill>
                <a:srgbClr val="000000"/>
              </a:solidFill>
              <a:round/>
              <a:headEnd type="oval" w="med" len="med"/>
              <a:tailEnd type="none" w="sm" len="sm"/>
            </a:ln>
            <a:extLst>
              <a:ext uri="{909E8E84-426E-40DD-AFC4-6F175D3DCCD1}">
                <a14:hiddenFill xmlns:a14="http://schemas.microsoft.com/office/drawing/2010/main">
                  <a:noFill/>
                </a14:hiddenFill>
              </a:ext>
            </a:extLst>
          </p:spPr>
          <p:txBody>
            <a:bodyPr/>
            <a:lstStyle/>
            <a:p>
              <a:endParaRPr lang="en-US"/>
            </a:p>
          </p:txBody>
        </p:sp>
        <p:sp>
          <p:nvSpPr>
            <p:cNvPr id="144475" name="Line 18">
              <a:extLst>
                <a:ext uri="{FF2B5EF4-FFF2-40B4-BE49-F238E27FC236}">
                  <a16:creationId xmlns:a16="http://schemas.microsoft.com/office/drawing/2014/main" id="{26E21153-647D-2DF3-69D4-3FBF6853D806}"/>
                </a:ext>
              </a:extLst>
            </p:cNvPr>
            <p:cNvSpPr>
              <a:spLocks noChangeShapeType="1"/>
            </p:cNvSpPr>
            <p:nvPr/>
          </p:nvSpPr>
          <p:spPr bwMode="auto">
            <a:xfrm>
              <a:off x="2881608" y="5568865"/>
              <a:ext cx="0" cy="20423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76" name="Line 17">
              <a:extLst>
                <a:ext uri="{FF2B5EF4-FFF2-40B4-BE49-F238E27FC236}">
                  <a16:creationId xmlns:a16="http://schemas.microsoft.com/office/drawing/2014/main" id="{754FDBBB-10FA-6E39-FD60-D1943CE5B6F4}"/>
                </a:ext>
              </a:extLst>
            </p:cNvPr>
            <p:cNvSpPr>
              <a:spLocks noChangeShapeType="1"/>
            </p:cNvSpPr>
            <p:nvPr/>
          </p:nvSpPr>
          <p:spPr bwMode="auto">
            <a:xfrm>
              <a:off x="4032528" y="5575701"/>
              <a:ext cx="0" cy="20423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77" name="Line 16">
              <a:extLst>
                <a:ext uri="{FF2B5EF4-FFF2-40B4-BE49-F238E27FC236}">
                  <a16:creationId xmlns:a16="http://schemas.microsoft.com/office/drawing/2014/main" id="{582E39AF-6074-AF96-B537-CADB8F58ABA5}"/>
                </a:ext>
              </a:extLst>
            </p:cNvPr>
            <p:cNvSpPr>
              <a:spLocks noChangeShapeType="1"/>
            </p:cNvSpPr>
            <p:nvPr/>
          </p:nvSpPr>
          <p:spPr bwMode="auto">
            <a:xfrm>
              <a:off x="2881608" y="5782500"/>
              <a:ext cx="113889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78" name="Line 15">
              <a:extLst>
                <a:ext uri="{FF2B5EF4-FFF2-40B4-BE49-F238E27FC236}">
                  <a16:creationId xmlns:a16="http://schemas.microsoft.com/office/drawing/2014/main" id="{5A18CB2C-A86D-ACA5-869A-5D5A83C5BA8F}"/>
                </a:ext>
              </a:extLst>
            </p:cNvPr>
            <p:cNvSpPr>
              <a:spLocks noChangeShapeType="1"/>
            </p:cNvSpPr>
            <p:nvPr/>
          </p:nvSpPr>
          <p:spPr bwMode="auto">
            <a:xfrm>
              <a:off x="3457927" y="5779936"/>
              <a:ext cx="0" cy="152108"/>
            </a:xfrm>
            <a:prstGeom prst="line">
              <a:avLst/>
            </a:prstGeom>
            <a:noFill/>
            <a:ln w="222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144479" name="Line 14">
              <a:extLst>
                <a:ext uri="{FF2B5EF4-FFF2-40B4-BE49-F238E27FC236}">
                  <a16:creationId xmlns:a16="http://schemas.microsoft.com/office/drawing/2014/main" id="{BEE23F2B-FC90-7B5F-53CE-BAA0FE0F7FBB}"/>
                </a:ext>
              </a:extLst>
            </p:cNvPr>
            <p:cNvSpPr>
              <a:spLocks noChangeShapeType="1"/>
            </p:cNvSpPr>
            <p:nvPr/>
          </p:nvSpPr>
          <p:spPr bwMode="auto">
            <a:xfrm>
              <a:off x="3360013" y="5940589"/>
              <a:ext cx="19754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80" name="Text Box 13">
              <a:extLst>
                <a:ext uri="{FF2B5EF4-FFF2-40B4-BE49-F238E27FC236}">
                  <a16:creationId xmlns:a16="http://schemas.microsoft.com/office/drawing/2014/main" id="{016C742D-2D42-AC0F-9F37-03C097FC6618}"/>
                </a:ext>
              </a:extLst>
            </p:cNvPr>
            <p:cNvSpPr txBox="1">
              <a:spLocks noChangeArrowheads="1"/>
            </p:cNvSpPr>
            <p:nvPr/>
          </p:nvSpPr>
          <p:spPr bwMode="auto">
            <a:xfrm>
              <a:off x="3040504" y="4019586"/>
              <a:ext cx="540245" cy="363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1400" u="none"/>
                <a:t>V</a:t>
              </a:r>
              <a:r>
                <a:rPr lang="ru-RU" altLang="en-US" sz="1400" u="none" baseline="-30000"/>
                <a:t>DD</a:t>
              </a:r>
              <a:endParaRPr lang="ru-RU" altLang="en-US" sz="1400" u="none"/>
            </a:p>
          </p:txBody>
        </p:sp>
        <p:sp>
          <p:nvSpPr>
            <p:cNvPr id="144481" name="Line 12">
              <a:extLst>
                <a:ext uri="{FF2B5EF4-FFF2-40B4-BE49-F238E27FC236}">
                  <a16:creationId xmlns:a16="http://schemas.microsoft.com/office/drawing/2014/main" id="{8689A4A3-14E5-425C-57E4-FAB8787EB005}"/>
                </a:ext>
              </a:extLst>
            </p:cNvPr>
            <p:cNvSpPr>
              <a:spLocks noChangeShapeType="1"/>
            </p:cNvSpPr>
            <p:nvPr/>
          </p:nvSpPr>
          <p:spPr bwMode="auto">
            <a:xfrm rot="5400000" flipV="1">
              <a:off x="4514002" y="5003160"/>
              <a:ext cx="19312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82" name="Line 11">
              <a:extLst>
                <a:ext uri="{FF2B5EF4-FFF2-40B4-BE49-F238E27FC236}">
                  <a16:creationId xmlns:a16="http://schemas.microsoft.com/office/drawing/2014/main" id="{4F059E33-045F-2EC7-6A4C-0324BD59BF68}"/>
                </a:ext>
              </a:extLst>
            </p:cNvPr>
            <p:cNvSpPr>
              <a:spLocks noChangeShapeType="1"/>
            </p:cNvSpPr>
            <p:nvPr/>
          </p:nvSpPr>
          <p:spPr bwMode="auto">
            <a:xfrm rot="5400000" flipH="1">
              <a:off x="4468847" y="4773440"/>
              <a:ext cx="0" cy="27742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83" name="Line 10">
              <a:extLst>
                <a:ext uri="{FF2B5EF4-FFF2-40B4-BE49-F238E27FC236}">
                  <a16:creationId xmlns:a16="http://schemas.microsoft.com/office/drawing/2014/main" id="{2EF30365-498D-49A6-16A0-B33D33F4A09C}"/>
                </a:ext>
              </a:extLst>
            </p:cNvPr>
            <p:cNvSpPr>
              <a:spLocks noChangeShapeType="1"/>
            </p:cNvSpPr>
            <p:nvPr/>
          </p:nvSpPr>
          <p:spPr bwMode="auto">
            <a:xfrm rot="5400000" flipH="1">
              <a:off x="4471424" y="4718754"/>
              <a:ext cx="0" cy="27570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84" name="Line 9">
              <a:extLst>
                <a:ext uri="{FF2B5EF4-FFF2-40B4-BE49-F238E27FC236}">
                  <a16:creationId xmlns:a16="http://schemas.microsoft.com/office/drawing/2014/main" id="{75EDB725-A592-3210-9D4F-F392F85ACE72}"/>
                </a:ext>
              </a:extLst>
            </p:cNvPr>
            <p:cNvSpPr>
              <a:spLocks noChangeShapeType="1"/>
            </p:cNvSpPr>
            <p:nvPr/>
          </p:nvSpPr>
          <p:spPr bwMode="auto">
            <a:xfrm rot="5400000" flipV="1">
              <a:off x="4239973" y="5001451"/>
              <a:ext cx="17688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85" name="Line 8">
              <a:extLst>
                <a:ext uri="{FF2B5EF4-FFF2-40B4-BE49-F238E27FC236}">
                  <a16:creationId xmlns:a16="http://schemas.microsoft.com/office/drawing/2014/main" id="{79B5FFAF-7EFE-B7D0-DAA2-58C5DA564C03}"/>
                </a:ext>
              </a:extLst>
            </p:cNvPr>
            <p:cNvSpPr>
              <a:spLocks noChangeShapeType="1"/>
            </p:cNvSpPr>
            <p:nvPr/>
          </p:nvSpPr>
          <p:spPr bwMode="auto">
            <a:xfrm flipV="1">
              <a:off x="4462835" y="4048641"/>
              <a:ext cx="0" cy="798994"/>
            </a:xfrm>
            <a:prstGeom prst="line">
              <a:avLst/>
            </a:prstGeom>
            <a:noFill/>
            <a:ln w="222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44486" name="Line 7">
              <a:extLst>
                <a:ext uri="{FF2B5EF4-FFF2-40B4-BE49-F238E27FC236}">
                  <a16:creationId xmlns:a16="http://schemas.microsoft.com/office/drawing/2014/main" id="{4396A1A1-41D9-DD25-FC1A-54B5E6A1AF5C}"/>
                </a:ext>
              </a:extLst>
            </p:cNvPr>
            <p:cNvSpPr>
              <a:spLocks noChangeShapeType="1"/>
            </p:cNvSpPr>
            <p:nvPr/>
          </p:nvSpPr>
          <p:spPr bwMode="auto">
            <a:xfrm>
              <a:off x="4610565" y="5099723"/>
              <a:ext cx="47926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87" name="Line 6">
              <a:extLst>
                <a:ext uri="{FF2B5EF4-FFF2-40B4-BE49-F238E27FC236}">
                  <a16:creationId xmlns:a16="http://schemas.microsoft.com/office/drawing/2014/main" id="{5474EF4C-349B-2C42-3FB3-2A8E132A2810}"/>
                </a:ext>
              </a:extLst>
            </p:cNvPr>
            <p:cNvSpPr>
              <a:spLocks noChangeShapeType="1"/>
            </p:cNvSpPr>
            <p:nvPr/>
          </p:nvSpPr>
          <p:spPr bwMode="auto">
            <a:xfrm>
              <a:off x="5110442" y="2966782"/>
              <a:ext cx="0" cy="21312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488" name="Rectangle 5">
              <a:extLst>
                <a:ext uri="{FF2B5EF4-FFF2-40B4-BE49-F238E27FC236}">
                  <a16:creationId xmlns:a16="http://schemas.microsoft.com/office/drawing/2014/main" id="{E1291B32-365E-D7D4-FFC0-C36A3E349BCC}"/>
                </a:ext>
              </a:extLst>
            </p:cNvPr>
            <p:cNvSpPr>
              <a:spLocks noChangeArrowheads="1"/>
            </p:cNvSpPr>
            <p:nvPr/>
          </p:nvSpPr>
          <p:spPr bwMode="auto">
            <a:xfrm>
              <a:off x="2589584" y="1691823"/>
              <a:ext cx="2129202" cy="2171382"/>
            </a:xfrm>
            <a:prstGeom prst="rect">
              <a:avLst/>
            </a:prstGeom>
            <a:noFill/>
            <a:ln w="222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u="none"/>
            </a:p>
          </p:txBody>
        </p:sp>
        <p:sp>
          <p:nvSpPr>
            <p:cNvPr id="144489" name="Rectangle 4">
              <a:extLst>
                <a:ext uri="{FF2B5EF4-FFF2-40B4-BE49-F238E27FC236}">
                  <a16:creationId xmlns:a16="http://schemas.microsoft.com/office/drawing/2014/main" id="{4B5B7C4D-672F-A361-2437-072C09F15990}"/>
                </a:ext>
              </a:extLst>
            </p:cNvPr>
            <p:cNvSpPr>
              <a:spLocks noChangeArrowheads="1"/>
            </p:cNvSpPr>
            <p:nvPr/>
          </p:nvSpPr>
          <p:spPr bwMode="auto">
            <a:xfrm>
              <a:off x="2611915" y="3933278"/>
              <a:ext cx="2130061" cy="2170528"/>
            </a:xfrm>
            <a:prstGeom prst="rect">
              <a:avLst/>
            </a:prstGeom>
            <a:noFill/>
            <a:ln w="222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400" u="none"/>
            </a:p>
          </p:txBody>
        </p:sp>
        <p:sp>
          <p:nvSpPr>
            <p:cNvPr id="144490" name="Text Box 3">
              <a:extLst>
                <a:ext uri="{FF2B5EF4-FFF2-40B4-BE49-F238E27FC236}">
                  <a16:creationId xmlns:a16="http://schemas.microsoft.com/office/drawing/2014/main" id="{1F194547-2AE3-44A4-DB07-72F39DFD9A4D}"/>
                </a:ext>
              </a:extLst>
            </p:cNvPr>
            <p:cNvSpPr txBox="1">
              <a:spLocks noChangeArrowheads="1"/>
            </p:cNvSpPr>
            <p:nvPr/>
          </p:nvSpPr>
          <p:spPr bwMode="auto">
            <a:xfrm>
              <a:off x="5296098" y="1734432"/>
              <a:ext cx="1968294" cy="605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1600" u="none"/>
                <a:t>Select line 1</a:t>
              </a:r>
              <a:endParaRPr lang="ru-RU" altLang="en-US" sz="1600" u="none"/>
            </a:p>
            <a:p>
              <a:endParaRPr lang="ru-RU" altLang="en-US" sz="1600" u="none"/>
            </a:p>
          </p:txBody>
        </p:sp>
        <p:sp>
          <p:nvSpPr>
            <p:cNvPr id="144491" name="Text Box 2">
              <a:extLst>
                <a:ext uri="{FF2B5EF4-FFF2-40B4-BE49-F238E27FC236}">
                  <a16:creationId xmlns:a16="http://schemas.microsoft.com/office/drawing/2014/main" id="{D14221FE-6A98-AF08-F9DE-ABE49584C622}"/>
                </a:ext>
              </a:extLst>
            </p:cNvPr>
            <p:cNvSpPr txBox="1">
              <a:spLocks noChangeArrowheads="1"/>
            </p:cNvSpPr>
            <p:nvPr/>
          </p:nvSpPr>
          <p:spPr bwMode="auto">
            <a:xfrm>
              <a:off x="5542426" y="3891260"/>
              <a:ext cx="2208193" cy="45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r>
                <a:rPr lang="en-US" altLang="en-US" sz="1600" u="none"/>
                <a:t>Select line 2</a:t>
              </a:r>
              <a:endParaRPr lang="ru-RU" altLang="en-US" sz="1600" u="none"/>
            </a:p>
            <a:p>
              <a:endParaRPr lang="ru-RU" altLang="en-US" sz="1600" u="none"/>
            </a:p>
          </p:txBody>
        </p:sp>
      </p:gr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62C93BD7-F39C-E1E1-7EB7-26B954B32F1D}"/>
              </a:ext>
            </a:extLst>
          </p:cNvPr>
          <p:cNvSpPr>
            <a:spLocks noGrp="1" noChangeArrowheads="1"/>
          </p:cNvSpPr>
          <p:nvPr>
            <p:ph type="title"/>
          </p:nvPr>
        </p:nvSpPr>
        <p:spPr>
          <a:xfrm>
            <a:off x="0" y="183401"/>
            <a:ext cx="11612880" cy="704088"/>
          </a:xfrm>
        </p:spPr>
        <p:txBody>
          <a:bodyPr/>
          <a:lstStyle/>
          <a:p>
            <a:r>
              <a:rPr lang="en-US" altLang="en-US"/>
              <a:t>SRAM-Based FPGA</a:t>
            </a:r>
            <a:endParaRPr lang="ru-RU" altLang="en-US"/>
          </a:p>
        </p:txBody>
      </p:sp>
      <p:grpSp>
        <p:nvGrpSpPr>
          <p:cNvPr id="145411" name="Group 148">
            <a:extLst>
              <a:ext uri="{FF2B5EF4-FFF2-40B4-BE49-F238E27FC236}">
                <a16:creationId xmlns:a16="http://schemas.microsoft.com/office/drawing/2014/main" id="{619699A3-E0BB-0177-910B-429DDA3A6D1B}"/>
              </a:ext>
            </a:extLst>
          </p:cNvPr>
          <p:cNvGrpSpPr>
            <a:grpSpLocks/>
          </p:cNvGrpSpPr>
          <p:nvPr/>
        </p:nvGrpSpPr>
        <p:grpSpPr bwMode="auto">
          <a:xfrm>
            <a:off x="1841500" y="1552575"/>
            <a:ext cx="7378700" cy="4057650"/>
            <a:chOff x="714209" y="1553345"/>
            <a:chExt cx="6981991" cy="4056880"/>
          </a:xfrm>
        </p:grpSpPr>
        <p:sp>
          <p:nvSpPr>
            <p:cNvPr id="101387" name="Rectangle 4">
              <a:extLst>
                <a:ext uri="{FF2B5EF4-FFF2-40B4-BE49-F238E27FC236}">
                  <a16:creationId xmlns:a16="http://schemas.microsoft.com/office/drawing/2014/main" id="{3D61E32F-85AF-43BF-8DF1-5F167EABD8DF}"/>
                </a:ext>
              </a:extLst>
            </p:cNvPr>
            <p:cNvSpPr>
              <a:spLocks noChangeArrowheads="1"/>
            </p:cNvSpPr>
            <p:nvPr/>
          </p:nvSpPr>
          <p:spPr bwMode="auto">
            <a:xfrm>
              <a:off x="3245331" y="1926337"/>
              <a:ext cx="307940" cy="468223"/>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388" name="Rectangle 5">
              <a:extLst>
                <a:ext uri="{FF2B5EF4-FFF2-40B4-BE49-F238E27FC236}">
                  <a16:creationId xmlns:a16="http://schemas.microsoft.com/office/drawing/2014/main" id="{4E1D95F4-C9B2-4B21-9F5B-1A6B3DDB7C4D}"/>
                </a:ext>
              </a:extLst>
            </p:cNvPr>
            <p:cNvSpPr>
              <a:spLocks noChangeArrowheads="1"/>
            </p:cNvSpPr>
            <p:nvPr/>
          </p:nvSpPr>
          <p:spPr bwMode="auto">
            <a:xfrm>
              <a:off x="3799624" y="1935860"/>
              <a:ext cx="307941"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389" name="Rectangle 6">
              <a:extLst>
                <a:ext uri="{FF2B5EF4-FFF2-40B4-BE49-F238E27FC236}">
                  <a16:creationId xmlns:a16="http://schemas.microsoft.com/office/drawing/2014/main" id="{15A68BB4-127B-4156-B049-054A936C5041}"/>
                </a:ext>
              </a:extLst>
            </p:cNvPr>
            <p:cNvSpPr>
              <a:spLocks noChangeArrowheads="1"/>
            </p:cNvSpPr>
            <p:nvPr/>
          </p:nvSpPr>
          <p:spPr bwMode="auto">
            <a:xfrm>
              <a:off x="4373445" y="1935860"/>
              <a:ext cx="307941"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390" name="Rectangle 7">
              <a:extLst>
                <a:ext uri="{FF2B5EF4-FFF2-40B4-BE49-F238E27FC236}">
                  <a16:creationId xmlns:a16="http://schemas.microsoft.com/office/drawing/2014/main" id="{32B37770-50CA-422C-852F-9714BCC3CF0F}"/>
                </a:ext>
              </a:extLst>
            </p:cNvPr>
            <p:cNvSpPr>
              <a:spLocks noChangeArrowheads="1"/>
            </p:cNvSpPr>
            <p:nvPr/>
          </p:nvSpPr>
          <p:spPr bwMode="auto">
            <a:xfrm>
              <a:off x="4936752" y="1935860"/>
              <a:ext cx="307940"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391" name="Rectangle 8">
              <a:extLst>
                <a:ext uri="{FF2B5EF4-FFF2-40B4-BE49-F238E27FC236}">
                  <a16:creationId xmlns:a16="http://schemas.microsoft.com/office/drawing/2014/main" id="{6A0B3FAE-CC15-4245-B078-27011D18D2AB}"/>
                </a:ext>
              </a:extLst>
            </p:cNvPr>
            <p:cNvSpPr>
              <a:spLocks noChangeArrowheads="1"/>
            </p:cNvSpPr>
            <p:nvPr/>
          </p:nvSpPr>
          <p:spPr bwMode="auto">
            <a:xfrm>
              <a:off x="5501560" y="1935860"/>
              <a:ext cx="306439"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392" name="Rectangle 9">
              <a:extLst>
                <a:ext uri="{FF2B5EF4-FFF2-40B4-BE49-F238E27FC236}">
                  <a16:creationId xmlns:a16="http://schemas.microsoft.com/office/drawing/2014/main" id="{4B5A0D61-3F42-4B24-8CD9-645CC6CC9BD9}"/>
                </a:ext>
              </a:extLst>
            </p:cNvPr>
            <p:cNvSpPr>
              <a:spLocks noChangeArrowheads="1"/>
            </p:cNvSpPr>
            <p:nvPr/>
          </p:nvSpPr>
          <p:spPr bwMode="auto">
            <a:xfrm>
              <a:off x="6066368" y="1926337"/>
              <a:ext cx="307940" cy="468223"/>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45418" name="Line 10">
              <a:extLst>
                <a:ext uri="{FF2B5EF4-FFF2-40B4-BE49-F238E27FC236}">
                  <a16:creationId xmlns:a16="http://schemas.microsoft.com/office/drawing/2014/main" id="{E388A542-44BB-8E66-6F21-309F52158A92}"/>
                </a:ext>
              </a:extLst>
            </p:cNvPr>
            <p:cNvSpPr>
              <a:spLocks noChangeShapeType="1"/>
            </p:cNvSpPr>
            <p:nvPr/>
          </p:nvSpPr>
          <p:spPr bwMode="auto">
            <a:xfrm>
              <a:off x="2987213" y="2147098"/>
              <a:ext cx="285529"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19" name="Line 11">
              <a:extLst>
                <a:ext uri="{FF2B5EF4-FFF2-40B4-BE49-F238E27FC236}">
                  <a16:creationId xmlns:a16="http://schemas.microsoft.com/office/drawing/2014/main" id="{17AAFB1D-E9B0-3CFF-244F-E44294CE6514}"/>
                </a:ext>
              </a:extLst>
            </p:cNvPr>
            <p:cNvSpPr>
              <a:spLocks noChangeShapeType="1"/>
            </p:cNvSpPr>
            <p:nvPr/>
          </p:nvSpPr>
          <p:spPr bwMode="auto">
            <a:xfrm>
              <a:off x="3553019" y="2159798"/>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20" name="Line 12">
              <a:extLst>
                <a:ext uri="{FF2B5EF4-FFF2-40B4-BE49-F238E27FC236}">
                  <a16:creationId xmlns:a16="http://schemas.microsoft.com/office/drawing/2014/main" id="{4BB6ADA0-2260-B97C-FAAA-7F264789C2A9}"/>
                </a:ext>
              </a:extLst>
            </p:cNvPr>
            <p:cNvSpPr>
              <a:spLocks noChangeShapeType="1"/>
            </p:cNvSpPr>
            <p:nvPr/>
          </p:nvSpPr>
          <p:spPr bwMode="auto">
            <a:xfrm>
              <a:off x="4117066" y="2159798"/>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21" name="Line 13">
              <a:extLst>
                <a:ext uri="{FF2B5EF4-FFF2-40B4-BE49-F238E27FC236}">
                  <a16:creationId xmlns:a16="http://schemas.microsoft.com/office/drawing/2014/main" id="{18C7A489-E76B-9105-DFA3-E2C842886FC6}"/>
                </a:ext>
              </a:extLst>
            </p:cNvPr>
            <p:cNvSpPr>
              <a:spLocks noChangeShapeType="1"/>
            </p:cNvSpPr>
            <p:nvPr/>
          </p:nvSpPr>
          <p:spPr bwMode="auto">
            <a:xfrm>
              <a:off x="4691368" y="2150017"/>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22" name="Line 14">
              <a:extLst>
                <a:ext uri="{FF2B5EF4-FFF2-40B4-BE49-F238E27FC236}">
                  <a16:creationId xmlns:a16="http://schemas.microsoft.com/office/drawing/2014/main" id="{E3D0F317-53E8-5E6E-5C4D-5CCF6F2D63D2}"/>
                </a:ext>
              </a:extLst>
            </p:cNvPr>
            <p:cNvSpPr>
              <a:spLocks noChangeShapeType="1"/>
            </p:cNvSpPr>
            <p:nvPr/>
          </p:nvSpPr>
          <p:spPr bwMode="auto">
            <a:xfrm>
              <a:off x="5245160" y="2159798"/>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23" name="Line 15">
              <a:extLst>
                <a:ext uri="{FF2B5EF4-FFF2-40B4-BE49-F238E27FC236}">
                  <a16:creationId xmlns:a16="http://schemas.microsoft.com/office/drawing/2014/main" id="{FDB7CC6A-BE5A-C2D0-664E-89D632874B9C}"/>
                </a:ext>
              </a:extLst>
            </p:cNvPr>
            <p:cNvSpPr>
              <a:spLocks noChangeShapeType="1"/>
            </p:cNvSpPr>
            <p:nvPr/>
          </p:nvSpPr>
          <p:spPr bwMode="auto">
            <a:xfrm>
              <a:off x="5809207" y="2159798"/>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1399" name="Rectangle 16">
              <a:extLst>
                <a:ext uri="{FF2B5EF4-FFF2-40B4-BE49-F238E27FC236}">
                  <a16:creationId xmlns:a16="http://schemas.microsoft.com/office/drawing/2014/main" id="{3236641A-106B-4572-A7C1-2C3B02807A58}"/>
                </a:ext>
              </a:extLst>
            </p:cNvPr>
            <p:cNvSpPr>
              <a:spLocks noChangeArrowheads="1"/>
            </p:cNvSpPr>
            <p:nvPr/>
          </p:nvSpPr>
          <p:spPr bwMode="auto">
            <a:xfrm>
              <a:off x="6640189" y="1926337"/>
              <a:ext cx="306439" cy="468223"/>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45425" name="Line 17">
              <a:extLst>
                <a:ext uri="{FF2B5EF4-FFF2-40B4-BE49-F238E27FC236}">
                  <a16:creationId xmlns:a16="http://schemas.microsoft.com/office/drawing/2014/main" id="{BF93ADFF-4C8B-B2B9-3F8F-F865DEA40FCE}"/>
                </a:ext>
              </a:extLst>
            </p:cNvPr>
            <p:cNvSpPr>
              <a:spLocks noChangeShapeType="1"/>
            </p:cNvSpPr>
            <p:nvPr/>
          </p:nvSpPr>
          <p:spPr bwMode="auto">
            <a:xfrm>
              <a:off x="6383509" y="2159798"/>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26" name="Line 18">
              <a:extLst>
                <a:ext uri="{FF2B5EF4-FFF2-40B4-BE49-F238E27FC236}">
                  <a16:creationId xmlns:a16="http://schemas.microsoft.com/office/drawing/2014/main" id="{ADA00BC3-3869-6C70-5834-98F33EFCEE25}"/>
                </a:ext>
              </a:extLst>
            </p:cNvPr>
            <p:cNvSpPr>
              <a:spLocks noChangeShapeType="1"/>
            </p:cNvSpPr>
            <p:nvPr/>
          </p:nvSpPr>
          <p:spPr bwMode="auto">
            <a:xfrm>
              <a:off x="6957811" y="2159798"/>
              <a:ext cx="24613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02" name="Rectangle 19">
              <a:extLst>
                <a:ext uri="{FF2B5EF4-FFF2-40B4-BE49-F238E27FC236}">
                  <a16:creationId xmlns:a16="http://schemas.microsoft.com/office/drawing/2014/main" id="{D8789C73-D3EA-4DF2-85AD-738F2D6145BD}"/>
                </a:ext>
              </a:extLst>
            </p:cNvPr>
            <p:cNvSpPr>
              <a:spLocks noChangeArrowheads="1"/>
            </p:cNvSpPr>
            <p:nvPr/>
          </p:nvSpPr>
          <p:spPr bwMode="auto">
            <a:xfrm>
              <a:off x="3255846" y="2600896"/>
              <a:ext cx="307941"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03" name="Rectangle 20">
              <a:extLst>
                <a:ext uri="{FF2B5EF4-FFF2-40B4-BE49-F238E27FC236}">
                  <a16:creationId xmlns:a16="http://schemas.microsoft.com/office/drawing/2014/main" id="{5F344A90-1211-407E-BFF1-399AAEF71D43}"/>
                </a:ext>
              </a:extLst>
            </p:cNvPr>
            <p:cNvSpPr>
              <a:spLocks noChangeArrowheads="1"/>
            </p:cNvSpPr>
            <p:nvPr/>
          </p:nvSpPr>
          <p:spPr bwMode="auto">
            <a:xfrm>
              <a:off x="3810140" y="2610419"/>
              <a:ext cx="306439"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04" name="Rectangle 21">
              <a:extLst>
                <a:ext uri="{FF2B5EF4-FFF2-40B4-BE49-F238E27FC236}">
                  <a16:creationId xmlns:a16="http://schemas.microsoft.com/office/drawing/2014/main" id="{2AA4A122-5B2F-4EDC-B72D-D8D68765FFF0}"/>
                </a:ext>
              </a:extLst>
            </p:cNvPr>
            <p:cNvSpPr>
              <a:spLocks noChangeArrowheads="1"/>
            </p:cNvSpPr>
            <p:nvPr/>
          </p:nvSpPr>
          <p:spPr bwMode="auto">
            <a:xfrm>
              <a:off x="4382458" y="2610419"/>
              <a:ext cx="307941"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05" name="Rectangle 22">
              <a:extLst>
                <a:ext uri="{FF2B5EF4-FFF2-40B4-BE49-F238E27FC236}">
                  <a16:creationId xmlns:a16="http://schemas.microsoft.com/office/drawing/2014/main" id="{5F7FF9C4-07A6-493F-9943-37041A820777}"/>
                </a:ext>
              </a:extLst>
            </p:cNvPr>
            <p:cNvSpPr>
              <a:spLocks noChangeArrowheads="1"/>
            </p:cNvSpPr>
            <p:nvPr/>
          </p:nvSpPr>
          <p:spPr bwMode="auto">
            <a:xfrm>
              <a:off x="4948769" y="2610419"/>
              <a:ext cx="306439"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06" name="Rectangle 23">
              <a:extLst>
                <a:ext uri="{FF2B5EF4-FFF2-40B4-BE49-F238E27FC236}">
                  <a16:creationId xmlns:a16="http://schemas.microsoft.com/office/drawing/2014/main" id="{B25D53E1-F22E-48EB-84ED-0F9AB2273C70}"/>
                </a:ext>
              </a:extLst>
            </p:cNvPr>
            <p:cNvSpPr>
              <a:spLocks noChangeArrowheads="1"/>
            </p:cNvSpPr>
            <p:nvPr/>
          </p:nvSpPr>
          <p:spPr bwMode="auto">
            <a:xfrm>
              <a:off x="5512075" y="2610419"/>
              <a:ext cx="307941"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07" name="Rectangle 24">
              <a:extLst>
                <a:ext uri="{FF2B5EF4-FFF2-40B4-BE49-F238E27FC236}">
                  <a16:creationId xmlns:a16="http://schemas.microsoft.com/office/drawing/2014/main" id="{F8FF6548-A8C2-4E6A-9A5E-C80D5DBF04E4}"/>
                </a:ext>
              </a:extLst>
            </p:cNvPr>
            <p:cNvSpPr>
              <a:spLocks noChangeArrowheads="1"/>
            </p:cNvSpPr>
            <p:nvPr/>
          </p:nvSpPr>
          <p:spPr bwMode="auto">
            <a:xfrm>
              <a:off x="6075381" y="2600896"/>
              <a:ext cx="307940"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45433" name="Line 25">
              <a:extLst>
                <a:ext uri="{FF2B5EF4-FFF2-40B4-BE49-F238E27FC236}">
                  <a16:creationId xmlns:a16="http://schemas.microsoft.com/office/drawing/2014/main" id="{A82D2479-924E-A224-9EE4-CCB22B508C6E}"/>
                </a:ext>
              </a:extLst>
            </p:cNvPr>
            <p:cNvSpPr>
              <a:spLocks noChangeShapeType="1"/>
            </p:cNvSpPr>
            <p:nvPr/>
          </p:nvSpPr>
          <p:spPr bwMode="auto">
            <a:xfrm>
              <a:off x="3009483" y="2834722"/>
              <a:ext cx="24613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434" name="Line 26">
              <a:extLst>
                <a:ext uri="{FF2B5EF4-FFF2-40B4-BE49-F238E27FC236}">
                  <a16:creationId xmlns:a16="http://schemas.microsoft.com/office/drawing/2014/main" id="{672A356B-5172-2007-F62A-80FE97AF4568}"/>
                </a:ext>
              </a:extLst>
            </p:cNvPr>
            <p:cNvSpPr>
              <a:spLocks noChangeShapeType="1"/>
            </p:cNvSpPr>
            <p:nvPr/>
          </p:nvSpPr>
          <p:spPr bwMode="auto">
            <a:xfrm>
              <a:off x="3563275" y="2834722"/>
              <a:ext cx="24613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45435" name="Line 27">
              <a:extLst>
                <a:ext uri="{FF2B5EF4-FFF2-40B4-BE49-F238E27FC236}">
                  <a16:creationId xmlns:a16="http://schemas.microsoft.com/office/drawing/2014/main" id="{2D735B39-4BCF-E3C8-837E-D3AFEC6AB22F}"/>
                </a:ext>
              </a:extLst>
            </p:cNvPr>
            <p:cNvSpPr>
              <a:spLocks noChangeShapeType="1"/>
            </p:cNvSpPr>
            <p:nvPr/>
          </p:nvSpPr>
          <p:spPr bwMode="auto">
            <a:xfrm>
              <a:off x="4127321" y="2834722"/>
              <a:ext cx="24613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45436" name="Line 28">
              <a:extLst>
                <a:ext uri="{FF2B5EF4-FFF2-40B4-BE49-F238E27FC236}">
                  <a16:creationId xmlns:a16="http://schemas.microsoft.com/office/drawing/2014/main" id="{D330780B-692D-FC97-41B0-B9B5BFBED2A7}"/>
                </a:ext>
              </a:extLst>
            </p:cNvPr>
            <p:cNvSpPr>
              <a:spLocks noChangeShapeType="1"/>
            </p:cNvSpPr>
            <p:nvPr/>
          </p:nvSpPr>
          <p:spPr bwMode="auto">
            <a:xfrm>
              <a:off x="4701624" y="2824941"/>
              <a:ext cx="24613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45437" name="Line 29">
              <a:extLst>
                <a:ext uri="{FF2B5EF4-FFF2-40B4-BE49-F238E27FC236}">
                  <a16:creationId xmlns:a16="http://schemas.microsoft.com/office/drawing/2014/main" id="{C96DFD0E-43B4-93B8-6F7F-C1539BFD6537}"/>
                </a:ext>
              </a:extLst>
            </p:cNvPr>
            <p:cNvSpPr>
              <a:spLocks noChangeShapeType="1"/>
            </p:cNvSpPr>
            <p:nvPr/>
          </p:nvSpPr>
          <p:spPr bwMode="auto">
            <a:xfrm>
              <a:off x="5255415" y="2834722"/>
              <a:ext cx="24613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45438" name="Line 30">
              <a:extLst>
                <a:ext uri="{FF2B5EF4-FFF2-40B4-BE49-F238E27FC236}">
                  <a16:creationId xmlns:a16="http://schemas.microsoft.com/office/drawing/2014/main" id="{16614E4E-A6E3-0F3A-C7E8-E9971941E825}"/>
                </a:ext>
              </a:extLst>
            </p:cNvPr>
            <p:cNvSpPr>
              <a:spLocks noChangeShapeType="1"/>
            </p:cNvSpPr>
            <p:nvPr/>
          </p:nvSpPr>
          <p:spPr bwMode="auto">
            <a:xfrm>
              <a:off x="5819462" y="2834722"/>
              <a:ext cx="24613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01414" name="Rectangle 31">
              <a:extLst>
                <a:ext uri="{FF2B5EF4-FFF2-40B4-BE49-F238E27FC236}">
                  <a16:creationId xmlns:a16="http://schemas.microsoft.com/office/drawing/2014/main" id="{B1426489-A476-4741-A7E7-8DC050538DC8}"/>
                </a:ext>
              </a:extLst>
            </p:cNvPr>
            <p:cNvSpPr>
              <a:spLocks noChangeArrowheads="1"/>
            </p:cNvSpPr>
            <p:nvPr/>
          </p:nvSpPr>
          <p:spPr bwMode="auto">
            <a:xfrm>
              <a:off x="6650704" y="2600896"/>
              <a:ext cx="307941"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45440" name="Line 32">
              <a:extLst>
                <a:ext uri="{FF2B5EF4-FFF2-40B4-BE49-F238E27FC236}">
                  <a16:creationId xmlns:a16="http://schemas.microsoft.com/office/drawing/2014/main" id="{8667D410-D0D3-E735-0D53-D4952FEC3C2A}"/>
                </a:ext>
              </a:extLst>
            </p:cNvPr>
            <p:cNvSpPr>
              <a:spLocks noChangeShapeType="1"/>
            </p:cNvSpPr>
            <p:nvPr/>
          </p:nvSpPr>
          <p:spPr bwMode="auto">
            <a:xfrm>
              <a:off x="6393764" y="2834722"/>
              <a:ext cx="24613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45441" name="Line 33">
              <a:extLst>
                <a:ext uri="{FF2B5EF4-FFF2-40B4-BE49-F238E27FC236}">
                  <a16:creationId xmlns:a16="http://schemas.microsoft.com/office/drawing/2014/main" id="{EC8C5D90-8B01-8778-9CD6-4B9830B0D012}"/>
                </a:ext>
              </a:extLst>
            </p:cNvPr>
            <p:cNvSpPr>
              <a:spLocks noChangeShapeType="1"/>
            </p:cNvSpPr>
            <p:nvPr/>
          </p:nvSpPr>
          <p:spPr bwMode="auto">
            <a:xfrm>
              <a:off x="6968067" y="2834722"/>
              <a:ext cx="24613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45442" name="Line 34">
              <a:extLst>
                <a:ext uri="{FF2B5EF4-FFF2-40B4-BE49-F238E27FC236}">
                  <a16:creationId xmlns:a16="http://schemas.microsoft.com/office/drawing/2014/main" id="{1046492B-95C4-38C7-F3C8-BF42044F91E3}"/>
                </a:ext>
              </a:extLst>
            </p:cNvPr>
            <p:cNvSpPr>
              <a:spLocks noChangeShapeType="1"/>
            </p:cNvSpPr>
            <p:nvPr/>
          </p:nvSpPr>
          <p:spPr bwMode="auto">
            <a:xfrm>
              <a:off x="7203941" y="2169580"/>
              <a:ext cx="0" cy="67370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18" name="Rectangle 35">
              <a:extLst>
                <a:ext uri="{FF2B5EF4-FFF2-40B4-BE49-F238E27FC236}">
                  <a16:creationId xmlns:a16="http://schemas.microsoft.com/office/drawing/2014/main" id="{C942090E-8730-4D54-BC59-E4434B96752F}"/>
                </a:ext>
              </a:extLst>
            </p:cNvPr>
            <p:cNvSpPr>
              <a:spLocks noChangeArrowheads="1"/>
            </p:cNvSpPr>
            <p:nvPr/>
          </p:nvSpPr>
          <p:spPr bwMode="auto">
            <a:xfrm>
              <a:off x="3264859" y="3256410"/>
              <a:ext cx="307941" cy="468223"/>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19" name="Rectangle 36">
              <a:extLst>
                <a:ext uri="{FF2B5EF4-FFF2-40B4-BE49-F238E27FC236}">
                  <a16:creationId xmlns:a16="http://schemas.microsoft.com/office/drawing/2014/main" id="{9D68B63B-A47D-4F5F-A7BD-4F48593F5FA7}"/>
                </a:ext>
              </a:extLst>
            </p:cNvPr>
            <p:cNvSpPr>
              <a:spLocks noChangeArrowheads="1"/>
            </p:cNvSpPr>
            <p:nvPr/>
          </p:nvSpPr>
          <p:spPr bwMode="auto">
            <a:xfrm>
              <a:off x="3819153" y="3265933"/>
              <a:ext cx="307940"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20" name="Rectangle 37">
              <a:extLst>
                <a:ext uri="{FF2B5EF4-FFF2-40B4-BE49-F238E27FC236}">
                  <a16:creationId xmlns:a16="http://schemas.microsoft.com/office/drawing/2014/main" id="{11FE454A-A49A-450E-8163-6D8F71069168}"/>
                </a:ext>
              </a:extLst>
            </p:cNvPr>
            <p:cNvSpPr>
              <a:spLocks noChangeArrowheads="1"/>
            </p:cNvSpPr>
            <p:nvPr/>
          </p:nvSpPr>
          <p:spPr bwMode="auto">
            <a:xfrm>
              <a:off x="4394475" y="3265933"/>
              <a:ext cx="307941"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21" name="Rectangle 38">
              <a:extLst>
                <a:ext uri="{FF2B5EF4-FFF2-40B4-BE49-F238E27FC236}">
                  <a16:creationId xmlns:a16="http://schemas.microsoft.com/office/drawing/2014/main" id="{FCF72B4C-DCED-4A8C-8312-F27EC0649584}"/>
                </a:ext>
              </a:extLst>
            </p:cNvPr>
            <p:cNvSpPr>
              <a:spLocks noChangeArrowheads="1"/>
            </p:cNvSpPr>
            <p:nvPr/>
          </p:nvSpPr>
          <p:spPr bwMode="auto">
            <a:xfrm>
              <a:off x="4957782" y="3265933"/>
              <a:ext cx="307940"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22" name="Rectangle 39">
              <a:extLst>
                <a:ext uri="{FF2B5EF4-FFF2-40B4-BE49-F238E27FC236}">
                  <a16:creationId xmlns:a16="http://schemas.microsoft.com/office/drawing/2014/main" id="{C0A4A362-146F-49B7-B1E1-72A133E684B7}"/>
                </a:ext>
              </a:extLst>
            </p:cNvPr>
            <p:cNvSpPr>
              <a:spLocks noChangeArrowheads="1"/>
            </p:cNvSpPr>
            <p:nvPr/>
          </p:nvSpPr>
          <p:spPr bwMode="auto">
            <a:xfrm>
              <a:off x="5521087" y="3265933"/>
              <a:ext cx="307941"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23" name="Rectangle 40">
              <a:extLst>
                <a:ext uri="{FF2B5EF4-FFF2-40B4-BE49-F238E27FC236}">
                  <a16:creationId xmlns:a16="http://schemas.microsoft.com/office/drawing/2014/main" id="{69B5B824-14FD-4243-900B-637721608263}"/>
                </a:ext>
              </a:extLst>
            </p:cNvPr>
            <p:cNvSpPr>
              <a:spLocks noChangeArrowheads="1"/>
            </p:cNvSpPr>
            <p:nvPr/>
          </p:nvSpPr>
          <p:spPr bwMode="auto">
            <a:xfrm>
              <a:off x="6085896" y="3256410"/>
              <a:ext cx="307941" cy="468223"/>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45449" name="Line 41">
              <a:extLst>
                <a:ext uri="{FF2B5EF4-FFF2-40B4-BE49-F238E27FC236}">
                  <a16:creationId xmlns:a16="http://schemas.microsoft.com/office/drawing/2014/main" id="{00BE28C9-B87A-FE3B-E142-ADFEA93FC47B}"/>
                </a:ext>
              </a:extLst>
            </p:cNvPr>
            <p:cNvSpPr>
              <a:spLocks noChangeShapeType="1"/>
            </p:cNvSpPr>
            <p:nvPr/>
          </p:nvSpPr>
          <p:spPr bwMode="auto">
            <a:xfrm>
              <a:off x="3019738" y="3490083"/>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50" name="Line 42">
              <a:extLst>
                <a:ext uri="{FF2B5EF4-FFF2-40B4-BE49-F238E27FC236}">
                  <a16:creationId xmlns:a16="http://schemas.microsoft.com/office/drawing/2014/main" id="{F8893A34-8730-D677-3E08-148A2A8C25A2}"/>
                </a:ext>
              </a:extLst>
            </p:cNvPr>
            <p:cNvSpPr>
              <a:spLocks noChangeShapeType="1"/>
            </p:cNvSpPr>
            <p:nvPr/>
          </p:nvSpPr>
          <p:spPr bwMode="auto">
            <a:xfrm>
              <a:off x="3573530" y="3490083"/>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51" name="Line 43">
              <a:extLst>
                <a:ext uri="{FF2B5EF4-FFF2-40B4-BE49-F238E27FC236}">
                  <a16:creationId xmlns:a16="http://schemas.microsoft.com/office/drawing/2014/main" id="{059B6128-F404-FB97-24B1-96353989D7C5}"/>
                </a:ext>
              </a:extLst>
            </p:cNvPr>
            <p:cNvSpPr>
              <a:spLocks noChangeShapeType="1"/>
            </p:cNvSpPr>
            <p:nvPr/>
          </p:nvSpPr>
          <p:spPr bwMode="auto">
            <a:xfrm>
              <a:off x="4137577" y="3490083"/>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52" name="Line 44">
              <a:extLst>
                <a:ext uri="{FF2B5EF4-FFF2-40B4-BE49-F238E27FC236}">
                  <a16:creationId xmlns:a16="http://schemas.microsoft.com/office/drawing/2014/main" id="{DBCE8441-275F-E527-DCE1-B2EABAFAFDFF}"/>
                </a:ext>
              </a:extLst>
            </p:cNvPr>
            <p:cNvSpPr>
              <a:spLocks noChangeShapeType="1"/>
            </p:cNvSpPr>
            <p:nvPr/>
          </p:nvSpPr>
          <p:spPr bwMode="auto">
            <a:xfrm>
              <a:off x="4711879" y="3480302"/>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53" name="Line 45">
              <a:extLst>
                <a:ext uri="{FF2B5EF4-FFF2-40B4-BE49-F238E27FC236}">
                  <a16:creationId xmlns:a16="http://schemas.microsoft.com/office/drawing/2014/main" id="{8EADFE77-C546-7DBE-AD27-B940D26A329C}"/>
                </a:ext>
              </a:extLst>
            </p:cNvPr>
            <p:cNvSpPr>
              <a:spLocks noChangeShapeType="1"/>
            </p:cNvSpPr>
            <p:nvPr/>
          </p:nvSpPr>
          <p:spPr bwMode="auto">
            <a:xfrm>
              <a:off x="5265671" y="3490083"/>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54" name="Line 46">
              <a:extLst>
                <a:ext uri="{FF2B5EF4-FFF2-40B4-BE49-F238E27FC236}">
                  <a16:creationId xmlns:a16="http://schemas.microsoft.com/office/drawing/2014/main" id="{F2844805-917A-36BB-33F3-A8DF8C220855}"/>
                </a:ext>
              </a:extLst>
            </p:cNvPr>
            <p:cNvSpPr>
              <a:spLocks noChangeShapeType="1"/>
            </p:cNvSpPr>
            <p:nvPr/>
          </p:nvSpPr>
          <p:spPr bwMode="auto">
            <a:xfrm>
              <a:off x="5829718" y="3490083"/>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1430" name="Rectangle 47">
              <a:extLst>
                <a:ext uri="{FF2B5EF4-FFF2-40B4-BE49-F238E27FC236}">
                  <a16:creationId xmlns:a16="http://schemas.microsoft.com/office/drawing/2014/main" id="{FAD338E6-523E-44E4-8119-12186D5428DC}"/>
                </a:ext>
              </a:extLst>
            </p:cNvPr>
            <p:cNvSpPr>
              <a:spLocks noChangeArrowheads="1"/>
            </p:cNvSpPr>
            <p:nvPr/>
          </p:nvSpPr>
          <p:spPr bwMode="auto">
            <a:xfrm>
              <a:off x="6661219" y="3256410"/>
              <a:ext cx="306439" cy="468223"/>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45456" name="Line 48">
              <a:extLst>
                <a:ext uri="{FF2B5EF4-FFF2-40B4-BE49-F238E27FC236}">
                  <a16:creationId xmlns:a16="http://schemas.microsoft.com/office/drawing/2014/main" id="{D76F2AEC-2B98-1DDE-F8E6-A55B4767A341}"/>
                </a:ext>
              </a:extLst>
            </p:cNvPr>
            <p:cNvSpPr>
              <a:spLocks noChangeShapeType="1"/>
            </p:cNvSpPr>
            <p:nvPr/>
          </p:nvSpPr>
          <p:spPr bwMode="auto">
            <a:xfrm>
              <a:off x="6404020" y="3490083"/>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57" name="Line 49">
              <a:extLst>
                <a:ext uri="{FF2B5EF4-FFF2-40B4-BE49-F238E27FC236}">
                  <a16:creationId xmlns:a16="http://schemas.microsoft.com/office/drawing/2014/main" id="{987CE451-3EFA-9E1A-EC4A-5D198A2C4F18}"/>
                </a:ext>
              </a:extLst>
            </p:cNvPr>
            <p:cNvSpPr>
              <a:spLocks noChangeShapeType="1"/>
            </p:cNvSpPr>
            <p:nvPr/>
          </p:nvSpPr>
          <p:spPr bwMode="auto">
            <a:xfrm>
              <a:off x="6978322" y="3490083"/>
              <a:ext cx="24613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33" name="Rectangle 50">
              <a:extLst>
                <a:ext uri="{FF2B5EF4-FFF2-40B4-BE49-F238E27FC236}">
                  <a16:creationId xmlns:a16="http://schemas.microsoft.com/office/drawing/2014/main" id="{31969CBF-879C-4FB3-8056-C9C58B67EEB5}"/>
                </a:ext>
              </a:extLst>
            </p:cNvPr>
            <p:cNvSpPr>
              <a:spLocks noChangeArrowheads="1"/>
            </p:cNvSpPr>
            <p:nvPr/>
          </p:nvSpPr>
          <p:spPr bwMode="auto">
            <a:xfrm>
              <a:off x="3276876" y="3930969"/>
              <a:ext cx="307941"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34" name="Rectangle 51">
              <a:extLst>
                <a:ext uri="{FF2B5EF4-FFF2-40B4-BE49-F238E27FC236}">
                  <a16:creationId xmlns:a16="http://schemas.microsoft.com/office/drawing/2014/main" id="{E9CCB407-01A7-45B0-BA62-93C5AE6AB9EC}"/>
                </a:ext>
              </a:extLst>
            </p:cNvPr>
            <p:cNvSpPr>
              <a:spLocks noChangeArrowheads="1"/>
            </p:cNvSpPr>
            <p:nvPr/>
          </p:nvSpPr>
          <p:spPr bwMode="auto">
            <a:xfrm>
              <a:off x="3831170" y="3940492"/>
              <a:ext cx="306439"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35" name="Rectangle 52">
              <a:extLst>
                <a:ext uri="{FF2B5EF4-FFF2-40B4-BE49-F238E27FC236}">
                  <a16:creationId xmlns:a16="http://schemas.microsoft.com/office/drawing/2014/main" id="{D6B079F2-D25A-4561-AF6C-7461AA4F5E4C}"/>
                </a:ext>
              </a:extLst>
            </p:cNvPr>
            <p:cNvSpPr>
              <a:spLocks noChangeArrowheads="1"/>
            </p:cNvSpPr>
            <p:nvPr/>
          </p:nvSpPr>
          <p:spPr bwMode="auto">
            <a:xfrm>
              <a:off x="4403488" y="3940492"/>
              <a:ext cx="307941"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36" name="Rectangle 53">
              <a:extLst>
                <a:ext uri="{FF2B5EF4-FFF2-40B4-BE49-F238E27FC236}">
                  <a16:creationId xmlns:a16="http://schemas.microsoft.com/office/drawing/2014/main" id="{D807FD24-B5B7-4602-9DC4-F935EECF991C}"/>
                </a:ext>
              </a:extLst>
            </p:cNvPr>
            <p:cNvSpPr>
              <a:spLocks noChangeArrowheads="1"/>
            </p:cNvSpPr>
            <p:nvPr/>
          </p:nvSpPr>
          <p:spPr bwMode="auto">
            <a:xfrm>
              <a:off x="4968296" y="3940492"/>
              <a:ext cx="306439"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37" name="Rectangle 54">
              <a:extLst>
                <a:ext uri="{FF2B5EF4-FFF2-40B4-BE49-F238E27FC236}">
                  <a16:creationId xmlns:a16="http://schemas.microsoft.com/office/drawing/2014/main" id="{161CF481-E4DA-4582-950E-078DFD347869}"/>
                </a:ext>
              </a:extLst>
            </p:cNvPr>
            <p:cNvSpPr>
              <a:spLocks noChangeArrowheads="1"/>
            </p:cNvSpPr>
            <p:nvPr/>
          </p:nvSpPr>
          <p:spPr bwMode="auto">
            <a:xfrm>
              <a:off x="5533105" y="3940492"/>
              <a:ext cx="307941"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38" name="Rectangle 55">
              <a:extLst>
                <a:ext uri="{FF2B5EF4-FFF2-40B4-BE49-F238E27FC236}">
                  <a16:creationId xmlns:a16="http://schemas.microsoft.com/office/drawing/2014/main" id="{C81B6C53-5BFB-4282-B714-F3E3E6A37654}"/>
                </a:ext>
              </a:extLst>
            </p:cNvPr>
            <p:cNvSpPr>
              <a:spLocks noChangeArrowheads="1"/>
            </p:cNvSpPr>
            <p:nvPr/>
          </p:nvSpPr>
          <p:spPr bwMode="auto">
            <a:xfrm>
              <a:off x="6096411" y="3930969"/>
              <a:ext cx="307940"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45464" name="Line 56">
              <a:extLst>
                <a:ext uri="{FF2B5EF4-FFF2-40B4-BE49-F238E27FC236}">
                  <a16:creationId xmlns:a16="http://schemas.microsoft.com/office/drawing/2014/main" id="{6B76D3DD-C156-A702-DE31-E7E75685D9BA}"/>
                </a:ext>
              </a:extLst>
            </p:cNvPr>
            <p:cNvSpPr>
              <a:spLocks noChangeShapeType="1"/>
            </p:cNvSpPr>
            <p:nvPr/>
          </p:nvSpPr>
          <p:spPr bwMode="auto">
            <a:xfrm>
              <a:off x="3029994" y="4165007"/>
              <a:ext cx="24613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465" name="Line 57">
              <a:extLst>
                <a:ext uri="{FF2B5EF4-FFF2-40B4-BE49-F238E27FC236}">
                  <a16:creationId xmlns:a16="http://schemas.microsoft.com/office/drawing/2014/main" id="{D0649F4E-ABFF-722C-BD3F-72B9B180F520}"/>
                </a:ext>
              </a:extLst>
            </p:cNvPr>
            <p:cNvSpPr>
              <a:spLocks noChangeShapeType="1"/>
            </p:cNvSpPr>
            <p:nvPr/>
          </p:nvSpPr>
          <p:spPr bwMode="auto">
            <a:xfrm>
              <a:off x="3583785" y="4165007"/>
              <a:ext cx="24613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45466" name="Line 58">
              <a:extLst>
                <a:ext uri="{FF2B5EF4-FFF2-40B4-BE49-F238E27FC236}">
                  <a16:creationId xmlns:a16="http://schemas.microsoft.com/office/drawing/2014/main" id="{A937C1D1-746F-358E-3DD0-4467565E9566}"/>
                </a:ext>
              </a:extLst>
            </p:cNvPr>
            <p:cNvSpPr>
              <a:spLocks noChangeShapeType="1"/>
            </p:cNvSpPr>
            <p:nvPr/>
          </p:nvSpPr>
          <p:spPr bwMode="auto">
            <a:xfrm>
              <a:off x="4147832" y="4165007"/>
              <a:ext cx="24613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45467" name="Line 59">
              <a:extLst>
                <a:ext uri="{FF2B5EF4-FFF2-40B4-BE49-F238E27FC236}">
                  <a16:creationId xmlns:a16="http://schemas.microsoft.com/office/drawing/2014/main" id="{ADF3F60F-2BA1-2600-37DC-42EE560413F6}"/>
                </a:ext>
              </a:extLst>
            </p:cNvPr>
            <p:cNvSpPr>
              <a:spLocks noChangeShapeType="1"/>
            </p:cNvSpPr>
            <p:nvPr/>
          </p:nvSpPr>
          <p:spPr bwMode="auto">
            <a:xfrm>
              <a:off x="4722135" y="4155226"/>
              <a:ext cx="24613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45468" name="Line 60">
              <a:extLst>
                <a:ext uri="{FF2B5EF4-FFF2-40B4-BE49-F238E27FC236}">
                  <a16:creationId xmlns:a16="http://schemas.microsoft.com/office/drawing/2014/main" id="{562CF0CE-032D-FA4F-632B-DB7B23102E8D}"/>
                </a:ext>
              </a:extLst>
            </p:cNvPr>
            <p:cNvSpPr>
              <a:spLocks noChangeShapeType="1"/>
            </p:cNvSpPr>
            <p:nvPr/>
          </p:nvSpPr>
          <p:spPr bwMode="auto">
            <a:xfrm>
              <a:off x="5275926" y="4165007"/>
              <a:ext cx="24613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45469" name="Line 61">
              <a:extLst>
                <a:ext uri="{FF2B5EF4-FFF2-40B4-BE49-F238E27FC236}">
                  <a16:creationId xmlns:a16="http://schemas.microsoft.com/office/drawing/2014/main" id="{869BB2A3-2BF0-F11E-690A-ED85413F6855}"/>
                </a:ext>
              </a:extLst>
            </p:cNvPr>
            <p:cNvSpPr>
              <a:spLocks noChangeShapeType="1"/>
            </p:cNvSpPr>
            <p:nvPr/>
          </p:nvSpPr>
          <p:spPr bwMode="auto">
            <a:xfrm>
              <a:off x="5839973" y="4165007"/>
              <a:ext cx="24613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01445" name="Rectangle 62">
              <a:extLst>
                <a:ext uri="{FF2B5EF4-FFF2-40B4-BE49-F238E27FC236}">
                  <a16:creationId xmlns:a16="http://schemas.microsoft.com/office/drawing/2014/main" id="{F6072E12-C6C2-4057-91CE-3171C00CD48E}"/>
                </a:ext>
              </a:extLst>
            </p:cNvPr>
            <p:cNvSpPr>
              <a:spLocks noChangeArrowheads="1"/>
            </p:cNvSpPr>
            <p:nvPr/>
          </p:nvSpPr>
          <p:spPr bwMode="auto">
            <a:xfrm>
              <a:off x="6670232" y="3930969"/>
              <a:ext cx="307940"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45471" name="Line 63">
              <a:extLst>
                <a:ext uri="{FF2B5EF4-FFF2-40B4-BE49-F238E27FC236}">
                  <a16:creationId xmlns:a16="http://schemas.microsoft.com/office/drawing/2014/main" id="{5F474CEA-CD4B-7222-23B9-377B4E0A9261}"/>
                </a:ext>
              </a:extLst>
            </p:cNvPr>
            <p:cNvSpPr>
              <a:spLocks noChangeShapeType="1"/>
            </p:cNvSpPr>
            <p:nvPr/>
          </p:nvSpPr>
          <p:spPr bwMode="auto">
            <a:xfrm>
              <a:off x="6414275" y="4165007"/>
              <a:ext cx="24613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45472" name="Line 64">
              <a:extLst>
                <a:ext uri="{FF2B5EF4-FFF2-40B4-BE49-F238E27FC236}">
                  <a16:creationId xmlns:a16="http://schemas.microsoft.com/office/drawing/2014/main" id="{CA49C31B-032F-B9DD-B574-76D0E9DC764A}"/>
                </a:ext>
              </a:extLst>
            </p:cNvPr>
            <p:cNvSpPr>
              <a:spLocks noChangeShapeType="1"/>
            </p:cNvSpPr>
            <p:nvPr/>
          </p:nvSpPr>
          <p:spPr bwMode="auto">
            <a:xfrm>
              <a:off x="6988578" y="4165007"/>
              <a:ext cx="246130" cy="0"/>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45473" name="Line 65">
              <a:extLst>
                <a:ext uri="{FF2B5EF4-FFF2-40B4-BE49-F238E27FC236}">
                  <a16:creationId xmlns:a16="http://schemas.microsoft.com/office/drawing/2014/main" id="{FB69A4AD-44A8-6ACE-FD63-EB9CFFA9A3AC}"/>
                </a:ext>
              </a:extLst>
            </p:cNvPr>
            <p:cNvSpPr>
              <a:spLocks noChangeShapeType="1"/>
            </p:cNvSpPr>
            <p:nvPr/>
          </p:nvSpPr>
          <p:spPr bwMode="auto">
            <a:xfrm>
              <a:off x="7224452" y="3499865"/>
              <a:ext cx="0" cy="67370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474" name="Line 66">
              <a:extLst>
                <a:ext uri="{FF2B5EF4-FFF2-40B4-BE49-F238E27FC236}">
                  <a16:creationId xmlns:a16="http://schemas.microsoft.com/office/drawing/2014/main" id="{6F1B93EE-63E5-D16D-DA2E-D4653FAB33D3}"/>
                </a:ext>
              </a:extLst>
            </p:cNvPr>
            <p:cNvSpPr>
              <a:spLocks noChangeShapeType="1"/>
            </p:cNvSpPr>
            <p:nvPr/>
          </p:nvSpPr>
          <p:spPr bwMode="auto">
            <a:xfrm>
              <a:off x="3023266" y="2831803"/>
              <a:ext cx="0" cy="66751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450" name="Rectangle 67">
              <a:extLst>
                <a:ext uri="{FF2B5EF4-FFF2-40B4-BE49-F238E27FC236}">
                  <a16:creationId xmlns:a16="http://schemas.microsoft.com/office/drawing/2014/main" id="{CA015949-67DB-47BB-9474-35AF19E8654D}"/>
                </a:ext>
              </a:extLst>
            </p:cNvPr>
            <p:cNvSpPr>
              <a:spLocks noChangeArrowheads="1"/>
            </p:cNvSpPr>
            <p:nvPr/>
          </p:nvSpPr>
          <p:spPr bwMode="auto">
            <a:xfrm>
              <a:off x="3285889" y="4596005"/>
              <a:ext cx="307941" cy="468223"/>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51" name="Rectangle 68">
              <a:extLst>
                <a:ext uri="{FF2B5EF4-FFF2-40B4-BE49-F238E27FC236}">
                  <a16:creationId xmlns:a16="http://schemas.microsoft.com/office/drawing/2014/main" id="{41243952-ED83-44EA-A78B-71184BAE0DDB}"/>
                </a:ext>
              </a:extLst>
            </p:cNvPr>
            <p:cNvSpPr>
              <a:spLocks noChangeArrowheads="1"/>
            </p:cNvSpPr>
            <p:nvPr/>
          </p:nvSpPr>
          <p:spPr bwMode="auto">
            <a:xfrm>
              <a:off x="3840183" y="4605529"/>
              <a:ext cx="307940"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52" name="Rectangle 69">
              <a:extLst>
                <a:ext uri="{FF2B5EF4-FFF2-40B4-BE49-F238E27FC236}">
                  <a16:creationId xmlns:a16="http://schemas.microsoft.com/office/drawing/2014/main" id="{B7A34C3E-18B9-45CB-93B9-5D98FF5DEADF}"/>
                </a:ext>
              </a:extLst>
            </p:cNvPr>
            <p:cNvSpPr>
              <a:spLocks noChangeArrowheads="1"/>
            </p:cNvSpPr>
            <p:nvPr/>
          </p:nvSpPr>
          <p:spPr bwMode="auto">
            <a:xfrm>
              <a:off x="4415505" y="4605529"/>
              <a:ext cx="307941"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53" name="Rectangle 70">
              <a:extLst>
                <a:ext uri="{FF2B5EF4-FFF2-40B4-BE49-F238E27FC236}">
                  <a16:creationId xmlns:a16="http://schemas.microsoft.com/office/drawing/2014/main" id="{054215ED-6536-4768-BF7A-79AE06133C33}"/>
                </a:ext>
              </a:extLst>
            </p:cNvPr>
            <p:cNvSpPr>
              <a:spLocks noChangeArrowheads="1"/>
            </p:cNvSpPr>
            <p:nvPr/>
          </p:nvSpPr>
          <p:spPr bwMode="auto">
            <a:xfrm>
              <a:off x="4978812" y="4605529"/>
              <a:ext cx="307940"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54" name="Rectangle 71">
              <a:extLst>
                <a:ext uri="{FF2B5EF4-FFF2-40B4-BE49-F238E27FC236}">
                  <a16:creationId xmlns:a16="http://schemas.microsoft.com/office/drawing/2014/main" id="{7A90F820-89BD-467F-B866-55A1A6CD2379}"/>
                </a:ext>
              </a:extLst>
            </p:cNvPr>
            <p:cNvSpPr>
              <a:spLocks noChangeArrowheads="1"/>
            </p:cNvSpPr>
            <p:nvPr/>
          </p:nvSpPr>
          <p:spPr bwMode="auto">
            <a:xfrm>
              <a:off x="5542118" y="4605529"/>
              <a:ext cx="307941" cy="469811"/>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01455" name="Rectangle 72">
              <a:extLst>
                <a:ext uri="{FF2B5EF4-FFF2-40B4-BE49-F238E27FC236}">
                  <a16:creationId xmlns:a16="http://schemas.microsoft.com/office/drawing/2014/main" id="{B42099A3-84E3-4E9E-8423-2E2AA2EAA9A9}"/>
                </a:ext>
              </a:extLst>
            </p:cNvPr>
            <p:cNvSpPr>
              <a:spLocks noChangeArrowheads="1"/>
            </p:cNvSpPr>
            <p:nvPr/>
          </p:nvSpPr>
          <p:spPr bwMode="auto">
            <a:xfrm>
              <a:off x="6106926" y="4596005"/>
              <a:ext cx="306439" cy="468223"/>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45481" name="Line 73">
              <a:extLst>
                <a:ext uri="{FF2B5EF4-FFF2-40B4-BE49-F238E27FC236}">
                  <a16:creationId xmlns:a16="http://schemas.microsoft.com/office/drawing/2014/main" id="{64ECB1A2-5A6E-6640-F69D-692DAFAFF28F}"/>
                </a:ext>
              </a:extLst>
            </p:cNvPr>
            <p:cNvSpPr>
              <a:spLocks noChangeShapeType="1"/>
            </p:cNvSpPr>
            <p:nvPr/>
          </p:nvSpPr>
          <p:spPr bwMode="auto">
            <a:xfrm>
              <a:off x="3016216" y="4830150"/>
              <a:ext cx="259571"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82" name="Line 74">
              <a:extLst>
                <a:ext uri="{FF2B5EF4-FFF2-40B4-BE49-F238E27FC236}">
                  <a16:creationId xmlns:a16="http://schemas.microsoft.com/office/drawing/2014/main" id="{F38631EB-653D-767B-6621-D5B399509A17}"/>
                </a:ext>
              </a:extLst>
            </p:cNvPr>
            <p:cNvSpPr>
              <a:spLocks noChangeShapeType="1"/>
            </p:cNvSpPr>
            <p:nvPr/>
          </p:nvSpPr>
          <p:spPr bwMode="auto">
            <a:xfrm>
              <a:off x="3594041" y="4830150"/>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83" name="Line 75">
              <a:extLst>
                <a:ext uri="{FF2B5EF4-FFF2-40B4-BE49-F238E27FC236}">
                  <a16:creationId xmlns:a16="http://schemas.microsoft.com/office/drawing/2014/main" id="{9A4FFC8F-49E5-DE4C-8763-433DDDB7B690}"/>
                </a:ext>
              </a:extLst>
            </p:cNvPr>
            <p:cNvSpPr>
              <a:spLocks noChangeShapeType="1"/>
            </p:cNvSpPr>
            <p:nvPr/>
          </p:nvSpPr>
          <p:spPr bwMode="auto">
            <a:xfrm>
              <a:off x="4158088" y="4830150"/>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84" name="Line 76">
              <a:extLst>
                <a:ext uri="{FF2B5EF4-FFF2-40B4-BE49-F238E27FC236}">
                  <a16:creationId xmlns:a16="http://schemas.microsoft.com/office/drawing/2014/main" id="{2DAE16B8-351A-DE07-56DF-640CB0E27886}"/>
                </a:ext>
              </a:extLst>
            </p:cNvPr>
            <p:cNvSpPr>
              <a:spLocks noChangeShapeType="1"/>
            </p:cNvSpPr>
            <p:nvPr/>
          </p:nvSpPr>
          <p:spPr bwMode="auto">
            <a:xfrm>
              <a:off x="4732390" y="4820368"/>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85" name="Line 77">
              <a:extLst>
                <a:ext uri="{FF2B5EF4-FFF2-40B4-BE49-F238E27FC236}">
                  <a16:creationId xmlns:a16="http://schemas.microsoft.com/office/drawing/2014/main" id="{C3F42789-14DC-53DC-F4E3-7391E21A3DD8}"/>
                </a:ext>
              </a:extLst>
            </p:cNvPr>
            <p:cNvSpPr>
              <a:spLocks noChangeShapeType="1"/>
            </p:cNvSpPr>
            <p:nvPr/>
          </p:nvSpPr>
          <p:spPr bwMode="auto">
            <a:xfrm>
              <a:off x="5286181" y="4830150"/>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86" name="Line 78">
              <a:extLst>
                <a:ext uri="{FF2B5EF4-FFF2-40B4-BE49-F238E27FC236}">
                  <a16:creationId xmlns:a16="http://schemas.microsoft.com/office/drawing/2014/main" id="{35869D55-15D5-B2CB-A9B1-4951600F9419}"/>
                </a:ext>
              </a:extLst>
            </p:cNvPr>
            <p:cNvSpPr>
              <a:spLocks noChangeShapeType="1"/>
            </p:cNvSpPr>
            <p:nvPr/>
          </p:nvSpPr>
          <p:spPr bwMode="auto">
            <a:xfrm>
              <a:off x="5850228" y="4830150"/>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1462" name="Rectangle 79">
              <a:extLst>
                <a:ext uri="{FF2B5EF4-FFF2-40B4-BE49-F238E27FC236}">
                  <a16:creationId xmlns:a16="http://schemas.microsoft.com/office/drawing/2014/main" id="{ADB92BB7-9D6A-4BEF-A71D-68FE1F5CE1F0}"/>
                </a:ext>
              </a:extLst>
            </p:cNvPr>
            <p:cNvSpPr>
              <a:spLocks noChangeArrowheads="1"/>
            </p:cNvSpPr>
            <p:nvPr/>
          </p:nvSpPr>
          <p:spPr bwMode="auto">
            <a:xfrm>
              <a:off x="6680747" y="4596005"/>
              <a:ext cx="307941" cy="468223"/>
            </a:xfrm>
            <a:prstGeom prst="rect">
              <a:avLst/>
            </a:prstGeom>
            <a:solidFill>
              <a:schemeClr val="accent1">
                <a:lumMod val="60000"/>
                <a:lumOff val="40000"/>
              </a:schemeClr>
            </a:solidFill>
            <a:ln w="22225">
              <a:solidFill>
                <a:schemeClr val="tx1"/>
              </a:solidFill>
              <a:miter lim="800000"/>
              <a:headEnd/>
              <a:tailEnd/>
            </a:ln>
            <a:effectLst/>
          </p:spPr>
          <p:txBody>
            <a:bodyPr wrap="none" anchor="ctr"/>
            <a:lstStyle/>
            <a:p>
              <a:pPr eaLnBrk="1" hangingPunct="1">
                <a:defRPr/>
              </a:pPr>
              <a:endParaRPr lang="en-US" sz="1200"/>
            </a:p>
          </p:txBody>
        </p:sp>
        <p:sp>
          <p:nvSpPr>
            <p:cNvPr id="145488" name="Line 80">
              <a:extLst>
                <a:ext uri="{FF2B5EF4-FFF2-40B4-BE49-F238E27FC236}">
                  <a16:creationId xmlns:a16="http://schemas.microsoft.com/office/drawing/2014/main" id="{2DFB5252-6C20-D4F6-A01E-4D9B6558B79B}"/>
                </a:ext>
              </a:extLst>
            </p:cNvPr>
            <p:cNvSpPr>
              <a:spLocks noChangeShapeType="1"/>
            </p:cNvSpPr>
            <p:nvPr/>
          </p:nvSpPr>
          <p:spPr bwMode="auto">
            <a:xfrm>
              <a:off x="6424531" y="4830150"/>
              <a:ext cx="24613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5489" name="Line 81">
              <a:extLst>
                <a:ext uri="{FF2B5EF4-FFF2-40B4-BE49-F238E27FC236}">
                  <a16:creationId xmlns:a16="http://schemas.microsoft.com/office/drawing/2014/main" id="{41B56007-B89F-4F47-A0AA-90ABCE659B97}"/>
                </a:ext>
              </a:extLst>
            </p:cNvPr>
            <p:cNvSpPr>
              <a:spLocks noChangeShapeType="1"/>
            </p:cNvSpPr>
            <p:nvPr/>
          </p:nvSpPr>
          <p:spPr bwMode="auto">
            <a:xfrm>
              <a:off x="6998833" y="4830150"/>
              <a:ext cx="24613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490" name="Line 82">
              <a:extLst>
                <a:ext uri="{FF2B5EF4-FFF2-40B4-BE49-F238E27FC236}">
                  <a16:creationId xmlns:a16="http://schemas.microsoft.com/office/drawing/2014/main" id="{73DD8CB3-5E84-02F5-65C9-8AABE88F5E73}"/>
                </a:ext>
              </a:extLst>
            </p:cNvPr>
            <p:cNvSpPr>
              <a:spLocks noChangeShapeType="1"/>
            </p:cNvSpPr>
            <p:nvPr/>
          </p:nvSpPr>
          <p:spPr bwMode="auto">
            <a:xfrm>
              <a:off x="3019738" y="4155226"/>
              <a:ext cx="0" cy="67614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491" name="Line 83">
              <a:extLst>
                <a:ext uri="{FF2B5EF4-FFF2-40B4-BE49-F238E27FC236}">
                  <a16:creationId xmlns:a16="http://schemas.microsoft.com/office/drawing/2014/main" id="{26562C82-0EAF-9E46-FAE8-79F64F2BBD16}"/>
                </a:ext>
              </a:extLst>
            </p:cNvPr>
            <p:cNvSpPr>
              <a:spLocks noChangeShapeType="1"/>
            </p:cNvSpPr>
            <p:nvPr/>
          </p:nvSpPr>
          <p:spPr bwMode="auto">
            <a:xfrm>
              <a:off x="7244962" y="4839931"/>
              <a:ext cx="0" cy="41082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492" name="Line 84">
              <a:extLst>
                <a:ext uri="{FF2B5EF4-FFF2-40B4-BE49-F238E27FC236}">
                  <a16:creationId xmlns:a16="http://schemas.microsoft.com/office/drawing/2014/main" id="{F85586E2-68A3-1990-2D54-D4FFC4A96E38}"/>
                </a:ext>
              </a:extLst>
            </p:cNvPr>
            <p:cNvSpPr>
              <a:spLocks noChangeShapeType="1"/>
            </p:cNvSpPr>
            <p:nvPr/>
          </p:nvSpPr>
          <p:spPr bwMode="auto">
            <a:xfrm flipH="1">
              <a:off x="2886418" y="5231192"/>
              <a:ext cx="436751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493" name="Line 85">
              <a:extLst>
                <a:ext uri="{FF2B5EF4-FFF2-40B4-BE49-F238E27FC236}">
                  <a16:creationId xmlns:a16="http://schemas.microsoft.com/office/drawing/2014/main" id="{D4CE4104-3FBD-41DA-E764-F6B56DE2F75D}"/>
                </a:ext>
              </a:extLst>
            </p:cNvPr>
            <p:cNvSpPr>
              <a:spLocks noChangeShapeType="1"/>
            </p:cNvSpPr>
            <p:nvPr/>
          </p:nvSpPr>
          <p:spPr bwMode="auto">
            <a:xfrm flipV="1">
              <a:off x="2886418" y="2472807"/>
              <a:ext cx="0" cy="275838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494" name="Rectangle 86">
              <a:extLst>
                <a:ext uri="{FF2B5EF4-FFF2-40B4-BE49-F238E27FC236}">
                  <a16:creationId xmlns:a16="http://schemas.microsoft.com/office/drawing/2014/main" id="{48BB6D18-02ED-5AE8-D790-78AD4335B448}"/>
                </a:ext>
              </a:extLst>
            </p:cNvPr>
            <p:cNvSpPr>
              <a:spLocks noChangeArrowheads="1"/>
            </p:cNvSpPr>
            <p:nvPr/>
          </p:nvSpPr>
          <p:spPr bwMode="auto">
            <a:xfrm>
              <a:off x="2578756" y="2003294"/>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495" name="Rectangle 87">
              <a:extLst>
                <a:ext uri="{FF2B5EF4-FFF2-40B4-BE49-F238E27FC236}">
                  <a16:creationId xmlns:a16="http://schemas.microsoft.com/office/drawing/2014/main" id="{D70D33FD-6479-0142-E764-99B306227A3B}"/>
                </a:ext>
              </a:extLst>
            </p:cNvPr>
            <p:cNvSpPr>
              <a:spLocks noChangeArrowheads="1"/>
            </p:cNvSpPr>
            <p:nvPr/>
          </p:nvSpPr>
          <p:spPr bwMode="auto">
            <a:xfrm>
              <a:off x="2568501" y="236521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496" name="Rectangle 88">
              <a:extLst>
                <a:ext uri="{FF2B5EF4-FFF2-40B4-BE49-F238E27FC236}">
                  <a16:creationId xmlns:a16="http://schemas.microsoft.com/office/drawing/2014/main" id="{FF759986-2AB6-720D-A51E-461AAA6E0AB9}"/>
                </a:ext>
              </a:extLst>
            </p:cNvPr>
            <p:cNvSpPr>
              <a:spLocks noChangeArrowheads="1"/>
            </p:cNvSpPr>
            <p:nvPr/>
          </p:nvSpPr>
          <p:spPr bwMode="auto">
            <a:xfrm>
              <a:off x="2568501" y="2736907"/>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497" name="Rectangle 89">
              <a:extLst>
                <a:ext uri="{FF2B5EF4-FFF2-40B4-BE49-F238E27FC236}">
                  <a16:creationId xmlns:a16="http://schemas.microsoft.com/office/drawing/2014/main" id="{727C1C80-FA43-0681-F7D8-8741F8928B07}"/>
                </a:ext>
              </a:extLst>
            </p:cNvPr>
            <p:cNvSpPr>
              <a:spLocks noChangeArrowheads="1"/>
            </p:cNvSpPr>
            <p:nvPr/>
          </p:nvSpPr>
          <p:spPr bwMode="auto">
            <a:xfrm>
              <a:off x="2578756" y="5015998"/>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498" name="Rectangle 90">
              <a:extLst>
                <a:ext uri="{FF2B5EF4-FFF2-40B4-BE49-F238E27FC236}">
                  <a16:creationId xmlns:a16="http://schemas.microsoft.com/office/drawing/2014/main" id="{5CBC7295-6615-A68F-489D-2D20D63A4D33}"/>
                </a:ext>
              </a:extLst>
            </p:cNvPr>
            <p:cNvSpPr>
              <a:spLocks noChangeArrowheads="1"/>
            </p:cNvSpPr>
            <p:nvPr/>
          </p:nvSpPr>
          <p:spPr bwMode="auto">
            <a:xfrm>
              <a:off x="2568501" y="5338788"/>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499" name="Rectangle 91">
              <a:extLst>
                <a:ext uri="{FF2B5EF4-FFF2-40B4-BE49-F238E27FC236}">
                  <a16:creationId xmlns:a16="http://schemas.microsoft.com/office/drawing/2014/main" id="{F5946154-7D5D-E0B9-1636-803E63422859}"/>
                </a:ext>
              </a:extLst>
            </p:cNvPr>
            <p:cNvSpPr>
              <a:spLocks noChangeArrowheads="1"/>
            </p:cNvSpPr>
            <p:nvPr/>
          </p:nvSpPr>
          <p:spPr bwMode="auto">
            <a:xfrm>
              <a:off x="2978717" y="534857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00" name="Rectangle 92">
              <a:extLst>
                <a:ext uri="{FF2B5EF4-FFF2-40B4-BE49-F238E27FC236}">
                  <a16:creationId xmlns:a16="http://schemas.microsoft.com/office/drawing/2014/main" id="{4931F4E5-A7AB-8C81-B58F-563F47A33285}"/>
                </a:ext>
              </a:extLst>
            </p:cNvPr>
            <p:cNvSpPr>
              <a:spLocks noChangeArrowheads="1"/>
            </p:cNvSpPr>
            <p:nvPr/>
          </p:nvSpPr>
          <p:spPr bwMode="auto">
            <a:xfrm>
              <a:off x="3388933" y="534857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01" name="Rectangle 93">
              <a:extLst>
                <a:ext uri="{FF2B5EF4-FFF2-40B4-BE49-F238E27FC236}">
                  <a16:creationId xmlns:a16="http://schemas.microsoft.com/office/drawing/2014/main" id="{C42F4C09-E177-2973-0791-C5DDC42365A1}"/>
                </a:ext>
              </a:extLst>
            </p:cNvPr>
            <p:cNvSpPr>
              <a:spLocks noChangeArrowheads="1"/>
            </p:cNvSpPr>
            <p:nvPr/>
          </p:nvSpPr>
          <p:spPr bwMode="auto">
            <a:xfrm>
              <a:off x="3778638" y="534857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02" name="Line 94">
              <a:extLst>
                <a:ext uri="{FF2B5EF4-FFF2-40B4-BE49-F238E27FC236}">
                  <a16:creationId xmlns:a16="http://schemas.microsoft.com/office/drawing/2014/main" id="{191988B1-6AC2-E197-3C7E-29D940AFF96A}"/>
                </a:ext>
              </a:extLst>
            </p:cNvPr>
            <p:cNvSpPr>
              <a:spLocks noChangeShapeType="1"/>
            </p:cNvSpPr>
            <p:nvPr/>
          </p:nvSpPr>
          <p:spPr bwMode="auto">
            <a:xfrm>
              <a:off x="2445436" y="5602889"/>
              <a:ext cx="525076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503" name="Rectangle 95">
              <a:extLst>
                <a:ext uri="{FF2B5EF4-FFF2-40B4-BE49-F238E27FC236}">
                  <a16:creationId xmlns:a16="http://schemas.microsoft.com/office/drawing/2014/main" id="{25645DE4-55C5-E7EA-EE7A-8DBB195AC302}"/>
                </a:ext>
              </a:extLst>
            </p:cNvPr>
            <p:cNvSpPr>
              <a:spLocks noChangeArrowheads="1"/>
            </p:cNvSpPr>
            <p:nvPr/>
          </p:nvSpPr>
          <p:spPr bwMode="auto">
            <a:xfrm>
              <a:off x="4168343" y="534857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04" name="Rectangle 96">
              <a:extLst>
                <a:ext uri="{FF2B5EF4-FFF2-40B4-BE49-F238E27FC236}">
                  <a16:creationId xmlns:a16="http://schemas.microsoft.com/office/drawing/2014/main" id="{BF8C34B4-17F9-9A5F-31F6-A065C3310959}"/>
                </a:ext>
              </a:extLst>
            </p:cNvPr>
            <p:cNvSpPr>
              <a:spLocks noChangeArrowheads="1"/>
            </p:cNvSpPr>
            <p:nvPr/>
          </p:nvSpPr>
          <p:spPr bwMode="auto">
            <a:xfrm>
              <a:off x="4558048" y="534857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05" name="Rectangle 97">
              <a:extLst>
                <a:ext uri="{FF2B5EF4-FFF2-40B4-BE49-F238E27FC236}">
                  <a16:creationId xmlns:a16="http://schemas.microsoft.com/office/drawing/2014/main" id="{4EA11199-B493-4510-2555-027A36D6173C}"/>
                </a:ext>
              </a:extLst>
            </p:cNvPr>
            <p:cNvSpPr>
              <a:spLocks noChangeArrowheads="1"/>
            </p:cNvSpPr>
            <p:nvPr/>
          </p:nvSpPr>
          <p:spPr bwMode="auto">
            <a:xfrm>
              <a:off x="4958009" y="534857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06" name="Rectangle 98">
              <a:extLst>
                <a:ext uri="{FF2B5EF4-FFF2-40B4-BE49-F238E27FC236}">
                  <a16:creationId xmlns:a16="http://schemas.microsoft.com/office/drawing/2014/main" id="{098381DE-3B48-DCBD-DA41-2290241CA76E}"/>
                </a:ext>
              </a:extLst>
            </p:cNvPr>
            <p:cNvSpPr>
              <a:spLocks noChangeArrowheads="1"/>
            </p:cNvSpPr>
            <p:nvPr/>
          </p:nvSpPr>
          <p:spPr bwMode="auto">
            <a:xfrm>
              <a:off x="5378480" y="534857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07" name="Rectangle 99">
              <a:extLst>
                <a:ext uri="{FF2B5EF4-FFF2-40B4-BE49-F238E27FC236}">
                  <a16:creationId xmlns:a16="http://schemas.microsoft.com/office/drawing/2014/main" id="{FAA38A7C-F3F5-E009-D0C4-CCBC88740420}"/>
                </a:ext>
              </a:extLst>
            </p:cNvPr>
            <p:cNvSpPr>
              <a:spLocks noChangeArrowheads="1"/>
            </p:cNvSpPr>
            <p:nvPr/>
          </p:nvSpPr>
          <p:spPr bwMode="auto">
            <a:xfrm>
              <a:off x="5778441" y="534857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08" name="Rectangle 100">
              <a:extLst>
                <a:ext uri="{FF2B5EF4-FFF2-40B4-BE49-F238E27FC236}">
                  <a16:creationId xmlns:a16="http://schemas.microsoft.com/office/drawing/2014/main" id="{F37B01A8-FCEA-D2A4-26D8-AF532AFE5903}"/>
                </a:ext>
              </a:extLst>
            </p:cNvPr>
            <p:cNvSpPr>
              <a:spLocks noChangeArrowheads="1"/>
            </p:cNvSpPr>
            <p:nvPr/>
          </p:nvSpPr>
          <p:spPr bwMode="auto">
            <a:xfrm>
              <a:off x="6178401" y="534857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09" name="Rectangle 101">
              <a:extLst>
                <a:ext uri="{FF2B5EF4-FFF2-40B4-BE49-F238E27FC236}">
                  <a16:creationId xmlns:a16="http://schemas.microsoft.com/office/drawing/2014/main" id="{AB25823C-B242-19EF-25D6-45B3EE5DD999}"/>
                </a:ext>
              </a:extLst>
            </p:cNvPr>
            <p:cNvSpPr>
              <a:spLocks noChangeArrowheads="1"/>
            </p:cNvSpPr>
            <p:nvPr/>
          </p:nvSpPr>
          <p:spPr bwMode="auto">
            <a:xfrm>
              <a:off x="6578362" y="534857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10" name="Rectangle 102">
              <a:extLst>
                <a:ext uri="{FF2B5EF4-FFF2-40B4-BE49-F238E27FC236}">
                  <a16:creationId xmlns:a16="http://schemas.microsoft.com/office/drawing/2014/main" id="{0D9E71A2-98E8-D990-4400-975C66F738A5}"/>
                </a:ext>
              </a:extLst>
            </p:cNvPr>
            <p:cNvSpPr>
              <a:spLocks noChangeArrowheads="1"/>
            </p:cNvSpPr>
            <p:nvPr/>
          </p:nvSpPr>
          <p:spPr bwMode="auto">
            <a:xfrm>
              <a:off x="6978322" y="534857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11" name="Rectangle 103">
              <a:extLst>
                <a:ext uri="{FF2B5EF4-FFF2-40B4-BE49-F238E27FC236}">
                  <a16:creationId xmlns:a16="http://schemas.microsoft.com/office/drawing/2014/main" id="{78AC02E9-AAE0-8B17-6464-C83822F19F27}"/>
                </a:ext>
              </a:extLst>
            </p:cNvPr>
            <p:cNvSpPr>
              <a:spLocks noChangeArrowheads="1"/>
            </p:cNvSpPr>
            <p:nvPr/>
          </p:nvSpPr>
          <p:spPr bwMode="auto">
            <a:xfrm>
              <a:off x="7378283" y="534857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12" name="Rectangle 104">
              <a:extLst>
                <a:ext uri="{FF2B5EF4-FFF2-40B4-BE49-F238E27FC236}">
                  <a16:creationId xmlns:a16="http://schemas.microsoft.com/office/drawing/2014/main" id="{51F83E2A-15E9-CD9B-2579-B1D3C7CEBE6F}"/>
                </a:ext>
              </a:extLst>
            </p:cNvPr>
            <p:cNvSpPr>
              <a:spLocks noChangeArrowheads="1"/>
            </p:cNvSpPr>
            <p:nvPr/>
          </p:nvSpPr>
          <p:spPr bwMode="auto">
            <a:xfrm>
              <a:off x="2578756" y="307926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13" name="Rectangle 105">
              <a:extLst>
                <a:ext uri="{FF2B5EF4-FFF2-40B4-BE49-F238E27FC236}">
                  <a16:creationId xmlns:a16="http://schemas.microsoft.com/office/drawing/2014/main" id="{40724393-7197-5BBE-8EF4-F2C2C4EFBD1F}"/>
                </a:ext>
              </a:extLst>
            </p:cNvPr>
            <p:cNvSpPr>
              <a:spLocks noChangeArrowheads="1"/>
            </p:cNvSpPr>
            <p:nvPr/>
          </p:nvSpPr>
          <p:spPr bwMode="auto">
            <a:xfrm>
              <a:off x="2568501" y="3421613"/>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14" name="Rectangle 106">
              <a:extLst>
                <a:ext uri="{FF2B5EF4-FFF2-40B4-BE49-F238E27FC236}">
                  <a16:creationId xmlns:a16="http://schemas.microsoft.com/office/drawing/2014/main" id="{DC4F6BB6-708C-9596-F516-8767746E114A}"/>
                </a:ext>
              </a:extLst>
            </p:cNvPr>
            <p:cNvSpPr>
              <a:spLocks noChangeArrowheads="1"/>
            </p:cNvSpPr>
            <p:nvPr/>
          </p:nvSpPr>
          <p:spPr bwMode="auto">
            <a:xfrm>
              <a:off x="2578756" y="3763966"/>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15" name="Rectangle 107">
              <a:extLst>
                <a:ext uri="{FF2B5EF4-FFF2-40B4-BE49-F238E27FC236}">
                  <a16:creationId xmlns:a16="http://schemas.microsoft.com/office/drawing/2014/main" id="{0FC4433B-B67F-C6CA-410D-5FE8FD3A7971}"/>
                </a:ext>
              </a:extLst>
            </p:cNvPr>
            <p:cNvSpPr>
              <a:spLocks noChangeArrowheads="1"/>
            </p:cNvSpPr>
            <p:nvPr/>
          </p:nvSpPr>
          <p:spPr bwMode="auto">
            <a:xfrm>
              <a:off x="2578756" y="4341074"/>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16" name="Rectangle 108">
              <a:extLst>
                <a:ext uri="{FF2B5EF4-FFF2-40B4-BE49-F238E27FC236}">
                  <a16:creationId xmlns:a16="http://schemas.microsoft.com/office/drawing/2014/main" id="{921362BC-C244-D857-99D7-449AAB5BA6C1}"/>
                </a:ext>
              </a:extLst>
            </p:cNvPr>
            <p:cNvSpPr>
              <a:spLocks noChangeArrowheads="1"/>
            </p:cNvSpPr>
            <p:nvPr/>
          </p:nvSpPr>
          <p:spPr bwMode="auto">
            <a:xfrm>
              <a:off x="2568501" y="4673646"/>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17" name="Rectangle 109">
              <a:extLst>
                <a:ext uri="{FF2B5EF4-FFF2-40B4-BE49-F238E27FC236}">
                  <a16:creationId xmlns:a16="http://schemas.microsoft.com/office/drawing/2014/main" id="{61722ED5-B261-4B3D-1165-340F100D24B9}"/>
                </a:ext>
              </a:extLst>
            </p:cNvPr>
            <p:cNvSpPr>
              <a:spLocks noChangeArrowheads="1"/>
            </p:cNvSpPr>
            <p:nvPr/>
          </p:nvSpPr>
          <p:spPr bwMode="auto">
            <a:xfrm>
              <a:off x="2568501" y="4057411"/>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18" name="Rectangle 110">
              <a:extLst>
                <a:ext uri="{FF2B5EF4-FFF2-40B4-BE49-F238E27FC236}">
                  <a16:creationId xmlns:a16="http://schemas.microsoft.com/office/drawing/2014/main" id="{3A374212-D387-7DC9-7E1F-93BF382E4C46}"/>
                </a:ext>
              </a:extLst>
            </p:cNvPr>
            <p:cNvSpPr>
              <a:spLocks noChangeArrowheads="1"/>
            </p:cNvSpPr>
            <p:nvPr/>
          </p:nvSpPr>
          <p:spPr bwMode="auto">
            <a:xfrm>
              <a:off x="2568501" y="1641379"/>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19" name="Rectangle 111">
              <a:extLst>
                <a:ext uri="{FF2B5EF4-FFF2-40B4-BE49-F238E27FC236}">
                  <a16:creationId xmlns:a16="http://schemas.microsoft.com/office/drawing/2014/main" id="{032480E2-3325-94C9-C04F-63219AD8D406}"/>
                </a:ext>
              </a:extLst>
            </p:cNvPr>
            <p:cNvSpPr>
              <a:spLocks noChangeArrowheads="1"/>
            </p:cNvSpPr>
            <p:nvPr/>
          </p:nvSpPr>
          <p:spPr bwMode="auto">
            <a:xfrm>
              <a:off x="2968461" y="1641379"/>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20" name="Rectangle 112">
              <a:extLst>
                <a:ext uri="{FF2B5EF4-FFF2-40B4-BE49-F238E27FC236}">
                  <a16:creationId xmlns:a16="http://schemas.microsoft.com/office/drawing/2014/main" id="{EF7940FD-054E-B4FE-3AF5-033C84A21266}"/>
                </a:ext>
              </a:extLst>
            </p:cNvPr>
            <p:cNvSpPr>
              <a:spLocks noChangeArrowheads="1"/>
            </p:cNvSpPr>
            <p:nvPr/>
          </p:nvSpPr>
          <p:spPr bwMode="auto">
            <a:xfrm>
              <a:off x="3378677" y="1641379"/>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21" name="Rectangle 113">
              <a:extLst>
                <a:ext uri="{FF2B5EF4-FFF2-40B4-BE49-F238E27FC236}">
                  <a16:creationId xmlns:a16="http://schemas.microsoft.com/office/drawing/2014/main" id="{7671D2CC-6E2F-F280-8B85-D1AC94A8F68E}"/>
                </a:ext>
              </a:extLst>
            </p:cNvPr>
            <p:cNvSpPr>
              <a:spLocks noChangeArrowheads="1"/>
            </p:cNvSpPr>
            <p:nvPr/>
          </p:nvSpPr>
          <p:spPr bwMode="auto">
            <a:xfrm>
              <a:off x="3768382" y="1641379"/>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22" name="Rectangle 114">
              <a:extLst>
                <a:ext uri="{FF2B5EF4-FFF2-40B4-BE49-F238E27FC236}">
                  <a16:creationId xmlns:a16="http://schemas.microsoft.com/office/drawing/2014/main" id="{E58AAF66-A611-1C12-4918-AB8041C5384E}"/>
                </a:ext>
              </a:extLst>
            </p:cNvPr>
            <p:cNvSpPr>
              <a:spLocks noChangeArrowheads="1"/>
            </p:cNvSpPr>
            <p:nvPr/>
          </p:nvSpPr>
          <p:spPr bwMode="auto">
            <a:xfrm>
              <a:off x="4158088" y="1641379"/>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23" name="Rectangle 115">
              <a:extLst>
                <a:ext uri="{FF2B5EF4-FFF2-40B4-BE49-F238E27FC236}">
                  <a16:creationId xmlns:a16="http://schemas.microsoft.com/office/drawing/2014/main" id="{089038CD-8B9B-B001-D38F-1332E3D4CC07}"/>
                </a:ext>
              </a:extLst>
            </p:cNvPr>
            <p:cNvSpPr>
              <a:spLocks noChangeArrowheads="1"/>
            </p:cNvSpPr>
            <p:nvPr/>
          </p:nvSpPr>
          <p:spPr bwMode="auto">
            <a:xfrm>
              <a:off x="4547793" y="1641379"/>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24" name="Rectangle 116">
              <a:extLst>
                <a:ext uri="{FF2B5EF4-FFF2-40B4-BE49-F238E27FC236}">
                  <a16:creationId xmlns:a16="http://schemas.microsoft.com/office/drawing/2014/main" id="{CF211019-1207-701D-91A1-ADB02CB02951}"/>
                </a:ext>
              </a:extLst>
            </p:cNvPr>
            <p:cNvSpPr>
              <a:spLocks noChangeArrowheads="1"/>
            </p:cNvSpPr>
            <p:nvPr/>
          </p:nvSpPr>
          <p:spPr bwMode="auto">
            <a:xfrm>
              <a:off x="4947753" y="1641379"/>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25" name="Rectangle 117">
              <a:extLst>
                <a:ext uri="{FF2B5EF4-FFF2-40B4-BE49-F238E27FC236}">
                  <a16:creationId xmlns:a16="http://schemas.microsoft.com/office/drawing/2014/main" id="{B6227871-2FBC-525D-416D-B181B5DE2AF9}"/>
                </a:ext>
              </a:extLst>
            </p:cNvPr>
            <p:cNvSpPr>
              <a:spLocks noChangeArrowheads="1"/>
            </p:cNvSpPr>
            <p:nvPr/>
          </p:nvSpPr>
          <p:spPr bwMode="auto">
            <a:xfrm>
              <a:off x="5368225" y="1641379"/>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26" name="Rectangle 118">
              <a:extLst>
                <a:ext uri="{FF2B5EF4-FFF2-40B4-BE49-F238E27FC236}">
                  <a16:creationId xmlns:a16="http://schemas.microsoft.com/office/drawing/2014/main" id="{C1E7AA06-F776-C88D-6FF8-9A1BF930DE1A}"/>
                </a:ext>
              </a:extLst>
            </p:cNvPr>
            <p:cNvSpPr>
              <a:spLocks noChangeArrowheads="1"/>
            </p:cNvSpPr>
            <p:nvPr/>
          </p:nvSpPr>
          <p:spPr bwMode="auto">
            <a:xfrm>
              <a:off x="5768185" y="1641379"/>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27" name="Rectangle 119">
              <a:extLst>
                <a:ext uri="{FF2B5EF4-FFF2-40B4-BE49-F238E27FC236}">
                  <a16:creationId xmlns:a16="http://schemas.microsoft.com/office/drawing/2014/main" id="{5B8B6C54-8F28-BC10-D046-804F40556BD9}"/>
                </a:ext>
              </a:extLst>
            </p:cNvPr>
            <p:cNvSpPr>
              <a:spLocks noChangeArrowheads="1"/>
            </p:cNvSpPr>
            <p:nvPr/>
          </p:nvSpPr>
          <p:spPr bwMode="auto">
            <a:xfrm>
              <a:off x="6168146" y="1641379"/>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28" name="Rectangle 120">
              <a:extLst>
                <a:ext uri="{FF2B5EF4-FFF2-40B4-BE49-F238E27FC236}">
                  <a16:creationId xmlns:a16="http://schemas.microsoft.com/office/drawing/2014/main" id="{D17737A0-B3C0-B574-B812-1C0B73C2001B}"/>
                </a:ext>
              </a:extLst>
            </p:cNvPr>
            <p:cNvSpPr>
              <a:spLocks noChangeArrowheads="1"/>
            </p:cNvSpPr>
            <p:nvPr/>
          </p:nvSpPr>
          <p:spPr bwMode="auto">
            <a:xfrm>
              <a:off x="6568106" y="1641379"/>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29" name="Rectangle 121">
              <a:extLst>
                <a:ext uri="{FF2B5EF4-FFF2-40B4-BE49-F238E27FC236}">
                  <a16:creationId xmlns:a16="http://schemas.microsoft.com/office/drawing/2014/main" id="{F2AC07A6-BAB2-002F-B52A-29971EF46AA0}"/>
                </a:ext>
              </a:extLst>
            </p:cNvPr>
            <p:cNvSpPr>
              <a:spLocks noChangeArrowheads="1"/>
            </p:cNvSpPr>
            <p:nvPr/>
          </p:nvSpPr>
          <p:spPr bwMode="auto">
            <a:xfrm>
              <a:off x="6968067" y="1641379"/>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30" name="Rectangle 122">
              <a:extLst>
                <a:ext uri="{FF2B5EF4-FFF2-40B4-BE49-F238E27FC236}">
                  <a16:creationId xmlns:a16="http://schemas.microsoft.com/office/drawing/2014/main" id="{FA6BF848-7C6F-68DB-A8ED-7C39532C866A}"/>
                </a:ext>
              </a:extLst>
            </p:cNvPr>
            <p:cNvSpPr>
              <a:spLocks noChangeArrowheads="1"/>
            </p:cNvSpPr>
            <p:nvPr/>
          </p:nvSpPr>
          <p:spPr bwMode="auto">
            <a:xfrm>
              <a:off x="7368027" y="1631597"/>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31" name="Rectangle 123">
              <a:extLst>
                <a:ext uri="{FF2B5EF4-FFF2-40B4-BE49-F238E27FC236}">
                  <a16:creationId xmlns:a16="http://schemas.microsoft.com/office/drawing/2014/main" id="{0D489A3F-7DFD-C161-5118-EB7328C6F912}"/>
                </a:ext>
              </a:extLst>
            </p:cNvPr>
            <p:cNvSpPr>
              <a:spLocks noChangeArrowheads="1"/>
            </p:cNvSpPr>
            <p:nvPr/>
          </p:nvSpPr>
          <p:spPr bwMode="auto">
            <a:xfrm>
              <a:off x="7378283" y="197395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32" name="Rectangle 124">
              <a:extLst>
                <a:ext uri="{FF2B5EF4-FFF2-40B4-BE49-F238E27FC236}">
                  <a16:creationId xmlns:a16="http://schemas.microsoft.com/office/drawing/2014/main" id="{CBF83027-DBD8-A4F0-F179-BF3E44333B95}"/>
                </a:ext>
              </a:extLst>
            </p:cNvPr>
            <p:cNvSpPr>
              <a:spLocks noChangeArrowheads="1"/>
            </p:cNvSpPr>
            <p:nvPr/>
          </p:nvSpPr>
          <p:spPr bwMode="auto">
            <a:xfrm>
              <a:off x="7368027" y="2335866"/>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33" name="Rectangle 125">
              <a:extLst>
                <a:ext uri="{FF2B5EF4-FFF2-40B4-BE49-F238E27FC236}">
                  <a16:creationId xmlns:a16="http://schemas.microsoft.com/office/drawing/2014/main" id="{506D40BB-95B8-1F28-BA9B-6F2C3EE7576E}"/>
                </a:ext>
              </a:extLst>
            </p:cNvPr>
            <p:cNvSpPr>
              <a:spLocks noChangeArrowheads="1"/>
            </p:cNvSpPr>
            <p:nvPr/>
          </p:nvSpPr>
          <p:spPr bwMode="auto">
            <a:xfrm>
              <a:off x="7368027" y="2707563"/>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34" name="Rectangle 126">
              <a:extLst>
                <a:ext uri="{FF2B5EF4-FFF2-40B4-BE49-F238E27FC236}">
                  <a16:creationId xmlns:a16="http://schemas.microsoft.com/office/drawing/2014/main" id="{A4E79F3D-76A4-7DBD-55D1-CDAC0F89E3C2}"/>
                </a:ext>
              </a:extLst>
            </p:cNvPr>
            <p:cNvSpPr>
              <a:spLocks noChangeArrowheads="1"/>
            </p:cNvSpPr>
            <p:nvPr/>
          </p:nvSpPr>
          <p:spPr bwMode="auto">
            <a:xfrm>
              <a:off x="7378283" y="4986654"/>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35" name="Rectangle 127">
              <a:extLst>
                <a:ext uri="{FF2B5EF4-FFF2-40B4-BE49-F238E27FC236}">
                  <a16:creationId xmlns:a16="http://schemas.microsoft.com/office/drawing/2014/main" id="{E83950E3-D99C-D5A1-1398-10477BE55D26}"/>
                </a:ext>
              </a:extLst>
            </p:cNvPr>
            <p:cNvSpPr>
              <a:spLocks noChangeArrowheads="1"/>
            </p:cNvSpPr>
            <p:nvPr/>
          </p:nvSpPr>
          <p:spPr bwMode="auto">
            <a:xfrm>
              <a:off x="7378283" y="3049916"/>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36" name="Rectangle 128">
              <a:extLst>
                <a:ext uri="{FF2B5EF4-FFF2-40B4-BE49-F238E27FC236}">
                  <a16:creationId xmlns:a16="http://schemas.microsoft.com/office/drawing/2014/main" id="{CB6CE720-7702-E18C-8C33-BFEF67347FD8}"/>
                </a:ext>
              </a:extLst>
            </p:cNvPr>
            <p:cNvSpPr>
              <a:spLocks noChangeArrowheads="1"/>
            </p:cNvSpPr>
            <p:nvPr/>
          </p:nvSpPr>
          <p:spPr bwMode="auto">
            <a:xfrm>
              <a:off x="7368027" y="3392268"/>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37" name="Rectangle 129">
              <a:extLst>
                <a:ext uri="{FF2B5EF4-FFF2-40B4-BE49-F238E27FC236}">
                  <a16:creationId xmlns:a16="http://schemas.microsoft.com/office/drawing/2014/main" id="{DC07847D-6662-CB8E-33CD-B2535A004B54}"/>
                </a:ext>
              </a:extLst>
            </p:cNvPr>
            <p:cNvSpPr>
              <a:spLocks noChangeArrowheads="1"/>
            </p:cNvSpPr>
            <p:nvPr/>
          </p:nvSpPr>
          <p:spPr bwMode="auto">
            <a:xfrm>
              <a:off x="7378283" y="3734621"/>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38" name="Rectangle 130">
              <a:extLst>
                <a:ext uri="{FF2B5EF4-FFF2-40B4-BE49-F238E27FC236}">
                  <a16:creationId xmlns:a16="http://schemas.microsoft.com/office/drawing/2014/main" id="{A3FAD8FE-D46E-F654-5292-17D3BF4D6B81}"/>
                </a:ext>
              </a:extLst>
            </p:cNvPr>
            <p:cNvSpPr>
              <a:spLocks noChangeArrowheads="1"/>
            </p:cNvSpPr>
            <p:nvPr/>
          </p:nvSpPr>
          <p:spPr bwMode="auto">
            <a:xfrm>
              <a:off x="7378283" y="4311730"/>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39" name="Rectangle 131">
              <a:extLst>
                <a:ext uri="{FF2B5EF4-FFF2-40B4-BE49-F238E27FC236}">
                  <a16:creationId xmlns:a16="http://schemas.microsoft.com/office/drawing/2014/main" id="{82ED670C-71AF-7DBD-11D1-D87B32CD3B80}"/>
                </a:ext>
              </a:extLst>
            </p:cNvPr>
            <p:cNvSpPr>
              <a:spLocks noChangeArrowheads="1"/>
            </p:cNvSpPr>
            <p:nvPr/>
          </p:nvSpPr>
          <p:spPr bwMode="auto">
            <a:xfrm>
              <a:off x="7368027" y="4644301"/>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40" name="Rectangle 132">
              <a:extLst>
                <a:ext uri="{FF2B5EF4-FFF2-40B4-BE49-F238E27FC236}">
                  <a16:creationId xmlns:a16="http://schemas.microsoft.com/office/drawing/2014/main" id="{45A65612-E247-3AE5-AB19-FDBE123955A1}"/>
                </a:ext>
              </a:extLst>
            </p:cNvPr>
            <p:cNvSpPr>
              <a:spLocks noChangeArrowheads="1"/>
            </p:cNvSpPr>
            <p:nvPr/>
          </p:nvSpPr>
          <p:spPr bwMode="auto">
            <a:xfrm>
              <a:off x="7368027" y="4028066"/>
              <a:ext cx="184597" cy="176067"/>
            </a:xfrm>
            <a:prstGeom prst="rect">
              <a:avLst/>
            </a:prstGeom>
            <a:solidFill>
              <a:schemeClr val="accent1"/>
            </a:solidFill>
            <a:ln w="22225">
              <a:solidFill>
                <a:schemeClr val="tx1"/>
              </a:solidFill>
              <a:miter lim="800000"/>
              <a:headEnd/>
              <a:tailEnd/>
            </a:ln>
          </p:spPr>
          <p:txBody>
            <a:bodyPr wrap="none" anchor="ct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endParaRPr lang="en-US" altLang="en-US" sz="1200" b="0"/>
            </a:p>
          </p:txBody>
        </p:sp>
        <p:sp>
          <p:nvSpPr>
            <p:cNvPr id="145541" name="Line 133">
              <a:extLst>
                <a:ext uri="{FF2B5EF4-FFF2-40B4-BE49-F238E27FC236}">
                  <a16:creationId xmlns:a16="http://schemas.microsoft.com/office/drawing/2014/main" id="{167871AC-B198-7868-87AF-90D1A6606CF6}"/>
                </a:ext>
              </a:extLst>
            </p:cNvPr>
            <p:cNvSpPr>
              <a:spLocks noChangeShapeType="1"/>
            </p:cNvSpPr>
            <p:nvPr/>
          </p:nvSpPr>
          <p:spPr bwMode="auto">
            <a:xfrm>
              <a:off x="2753098" y="2061983"/>
              <a:ext cx="24613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542" name="Line 134">
              <a:extLst>
                <a:ext uri="{FF2B5EF4-FFF2-40B4-BE49-F238E27FC236}">
                  <a16:creationId xmlns:a16="http://schemas.microsoft.com/office/drawing/2014/main" id="{1C74E4F5-FE9E-CE73-702C-63F9A03FDC10}"/>
                </a:ext>
              </a:extLst>
            </p:cNvPr>
            <p:cNvSpPr>
              <a:spLocks noChangeShapeType="1"/>
            </p:cNvSpPr>
            <p:nvPr/>
          </p:nvSpPr>
          <p:spPr bwMode="auto">
            <a:xfrm>
              <a:off x="2999228" y="2061983"/>
              <a:ext cx="0" cy="8925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543" name="Line 135">
              <a:extLst>
                <a:ext uri="{FF2B5EF4-FFF2-40B4-BE49-F238E27FC236}">
                  <a16:creationId xmlns:a16="http://schemas.microsoft.com/office/drawing/2014/main" id="{9819BDBD-0E20-4F20-F875-7B65286A817A}"/>
                </a:ext>
              </a:extLst>
            </p:cNvPr>
            <p:cNvSpPr>
              <a:spLocks noChangeShapeType="1"/>
            </p:cNvSpPr>
            <p:nvPr/>
          </p:nvSpPr>
          <p:spPr bwMode="auto">
            <a:xfrm flipH="1">
              <a:off x="2753098" y="2472807"/>
              <a:ext cx="12819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544" name="Line 136">
              <a:extLst>
                <a:ext uri="{FF2B5EF4-FFF2-40B4-BE49-F238E27FC236}">
                  <a16:creationId xmlns:a16="http://schemas.microsoft.com/office/drawing/2014/main" id="{3A0854D9-F5AB-76F1-2491-1F9EF779E08A}"/>
                </a:ext>
              </a:extLst>
            </p:cNvPr>
            <p:cNvSpPr>
              <a:spLocks noChangeShapeType="1"/>
            </p:cNvSpPr>
            <p:nvPr/>
          </p:nvSpPr>
          <p:spPr bwMode="auto">
            <a:xfrm>
              <a:off x="2024965" y="2081546"/>
              <a:ext cx="553792" cy="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45545" name="Line 137">
              <a:extLst>
                <a:ext uri="{FF2B5EF4-FFF2-40B4-BE49-F238E27FC236}">
                  <a16:creationId xmlns:a16="http://schemas.microsoft.com/office/drawing/2014/main" id="{3183A22D-0953-1B8D-EC6A-DDE8D5E59523}"/>
                </a:ext>
              </a:extLst>
            </p:cNvPr>
            <p:cNvSpPr>
              <a:spLocks noChangeShapeType="1"/>
            </p:cNvSpPr>
            <p:nvPr/>
          </p:nvSpPr>
          <p:spPr bwMode="auto">
            <a:xfrm>
              <a:off x="2004454" y="2443462"/>
              <a:ext cx="553792" cy="0"/>
            </a:xfrm>
            <a:prstGeom prst="line">
              <a:avLst/>
            </a:prstGeom>
            <a:noFill/>
            <a:ln w="22225">
              <a:solidFill>
                <a:schemeClr val="tx1"/>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145546" name="Line 138">
              <a:extLst>
                <a:ext uri="{FF2B5EF4-FFF2-40B4-BE49-F238E27FC236}">
                  <a16:creationId xmlns:a16="http://schemas.microsoft.com/office/drawing/2014/main" id="{D520D641-5ADE-B695-75E2-9D3D00752524}"/>
                </a:ext>
              </a:extLst>
            </p:cNvPr>
            <p:cNvSpPr>
              <a:spLocks noChangeShapeType="1"/>
            </p:cNvSpPr>
            <p:nvPr/>
          </p:nvSpPr>
          <p:spPr bwMode="auto">
            <a:xfrm flipV="1">
              <a:off x="2445436" y="1563127"/>
              <a:ext cx="0" cy="404709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547" name="Line 139">
              <a:extLst>
                <a:ext uri="{FF2B5EF4-FFF2-40B4-BE49-F238E27FC236}">
                  <a16:creationId xmlns:a16="http://schemas.microsoft.com/office/drawing/2014/main" id="{66180525-53C2-B609-8762-A060D87750F8}"/>
                </a:ext>
              </a:extLst>
            </p:cNvPr>
            <p:cNvSpPr>
              <a:spLocks noChangeShapeType="1"/>
            </p:cNvSpPr>
            <p:nvPr/>
          </p:nvSpPr>
          <p:spPr bwMode="auto">
            <a:xfrm>
              <a:off x="2445436" y="1553345"/>
              <a:ext cx="523025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548" name="Line 140">
              <a:extLst>
                <a:ext uri="{FF2B5EF4-FFF2-40B4-BE49-F238E27FC236}">
                  <a16:creationId xmlns:a16="http://schemas.microsoft.com/office/drawing/2014/main" id="{DAEEE428-1739-8773-225E-4FBB35AF3FDC}"/>
                </a:ext>
              </a:extLst>
            </p:cNvPr>
            <p:cNvSpPr>
              <a:spLocks noChangeShapeType="1"/>
            </p:cNvSpPr>
            <p:nvPr/>
          </p:nvSpPr>
          <p:spPr bwMode="auto">
            <a:xfrm>
              <a:off x="7675689" y="1553345"/>
              <a:ext cx="0" cy="404954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549" name="Text Box 141">
              <a:extLst>
                <a:ext uri="{FF2B5EF4-FFF2-40B4-BE49-F238E27FC236}">
                  <a16:creationId xmlns:a16="http://schemas.microsoft.com/office/drawing/2014/main" id="{C68CB3DA-248C-B030-B109-8824F21C5002}"/>
                </a:ext>
              </a:extLst>
            </p:cNvPr>
            <p:cNvSpPr txBox="1">
              <a:spLocks noChangeArrowheads="1"/>
            </p:cNvSpPr>
            <p:nvPr/>
          </p:nvSpPr>
          <p:spPr bwMode="auto">
            <a:xfrm>
              <a:off x="726225" y="1787525"/>
              <a:ext cx="1508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600" u="none"/>
                <a:t>Configuration Data Input</a:t>
              </a:r>
              <a:endParaRPr lang="ru-RU" altLang="en-US" sz="1600" u="none"/>
            </a:p>
          </p:txBody>
        </p:sp>
        <p:sp>
          <p:nvSpPr>
            <p:cNvPr id="145550" name="Text Box 142">
              <a:extLst>
                <a:ext uri="{FF2B5EF4-FFF2-40B4-BE49-F238E27FC236}">
                  <a16:creationId xmlns:a16="http://schemas.microsoft.com/office/drawing/2014/main" id="{78F9D2E8-7328-D187-D314-67CA4AD599FF}"/>
                </a:ext>
              </a:extLst>
            </p:cNvPr>
            <p:cNvSpPr txBox="1">
              <a:spLocks noChangeArrowheads="1"/>
            </p:cNvSpPr>
            <p:nvPr/>
          </p:nvSpPr>
          <p:spPr bwMode="auto">
            <a:xfrm>
              <a:off x="714209" y="2387600"/>
              <a:ext cx="150370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u="none"/>
                <a:t>Configuration Data Output</a:t>
              </a:r>
              <a:endParaRPr lang="ru-RU" altLang="en-US" sz="1600" u="none"/>
            </a:p>
          </p:txBody>
        </p:sp>
        <p:sp>
          <p:nvSpPr>
            <p:cNvPr id="145551" name="Line 143">
              <a:extLst>
                <a:ext uri="{FF2B5EF4-FFF2-40B4-BE49-F238E27FC236}">
                  <a16:creationId xmlns:a16="http://schemas.microsoft.com/office/drawing/2014/main" id="{2CF958F8-10D2-8739-D30A-67AF5759AB32}"/>
                </a:ext>
              </a:extLst>
            </p:cNvPr>
            <p:cNvSpPr>
              <a:spLocks noChangeShapeType="1"/>
            </p:cNvSpPr>
            <p:nvPr/>
          </p:nvSpPr>
          <p:spPr bwMode="auto">
            <a:xfrm flipH="1">
              <a:off x="2004454" y="3167293"/>
              <a:ext cx="553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552" name="Text Box 144">
              <a:extLst>
                <a:ext uri="{FF2B5EF4-FFF2-40B4-BE49-F238E27FC236}">
                  <a16:creationId xmlns:a16="http://schemas.microsoft.com/office/drawing/2014/main" id="{3F038FA4-29BE-86BD-6E74-488F52CA23DF}"/>
                </a:ext>
              </a:extLst>
            </p:cNvPr>
            <p:cNvSpPr txBox="1">
              <a:spLocks noChangeArrowheads="1"/>
            </p:cNvSpPr>
            <p:nvPr/>
          </p:nvSpPr>
          <p:spPr bwMode="auto">
            <a:xfrm>
              <a:off x="1110775" y="3038475"/>
              <a:ext cx="11620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u="none"/>
                <a:t>I/O Pins</a:t>
              </a:r>
              <a:endParaRPr lang="ru-RU" altLang="en-US" sz="1600" u="none"/>
            </a:p>
          </p:txBody>
        </p:sp>
        <p:sp>
          <p:nvSpPr>
            <p:cNvPr id="145553" name="Line 145">
              <a:extLst>
                <a:ext uri="{FF2B5EF4-FFF2-40B4-BE49-F238E27FC236}">
                  <a16:creationId xmlns:a16="http://schemas.microsoft.com/office/drawing/2014/main" id="{2F6F0840-46F5-FA13-D6A4-9DD376FE412E}"/>
                </a:ext>
              </a:extLst>
            </p:cNvPr>
            <p:cNvSpPr>
              <a:spLocks noChangeShapeType="1"/>
            </p:cNvSpPr>
            <p:nvPr/>
          </p:nvSpPr>
          <p:spPr bwMode="auto">
            <a:xfrm flipH="1">
              <a:off x="2250583" y="3519428"/>
              <a:ext cx="1230648" cy="2347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554" name="Line 146">
              <a:extLst>
                <a:ext uri="{FF2B5EF4-FFF2-40B4-BE49-F238E27FC236}">
                  <a16:creationId xmlns:a16="http://schemas.microsoft.com/office/drawing/2014/main" id="{8E8E2B3F-45E4-EAE3-0A5B-04BB7B46736E}"/>
                </a:ext>
              </a:extLst>
            </p:cNvPr>
            <p:cNvSpPr>
              <a:spLocks noChangeShapeType="1"/>
            </p:cNvSpPr>
            <p:nvPr/>
          </p:nvSpPr>
          <p:spPr bwMode="auto">
            <a:xfrm flipH="1" flipV="1">
              <a:off x="2252410" y="3835400"/>
              <a:ext cx="1167291" cy="3882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5555" name="Text Box 147">
              <a:extLst>
                <a:ext uri="{FF2B5EF4-FFF2-40B4-BE49-F238E27FC236}">
                  <a16:creationId xmlns:a16="http://schemas.microsoft.com/office/drawing/2014/main" id="{0930DFCD-0CBB-16E6-45B2-E2C42915BB04}"/>
                </a:ext>
              </a:extLst>
            </p:cNvPr>
            <p:cNvSpPr txBox="1">
              <a:spLocks noChangeArrowheads="1"/>
            </p:cNvSpPr>
            <p:nvPr/>
          </p:nvSpPr>
          <p:spPr bwMode="auto">
            <a:xfrm>
              <a:off x="846398" y="3544888"/>
              <a:ext cx="129785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u="sng">
                  <a:solidFill>
                    <a:schemeClr val="tx1"/>
                  </a:solidFill>
                  <a:latin typeface="Arial" panose="020B0604020202020204" pitchFamily="34" charset="0"/>
                  <a:cs typeface="Arial" panose="020B0604020202020204" pitchFamily="34" charset="0"/>
                </a:defRPr>
              </a:lvl1pPr>
              <a:lvl2pPr marL="742950" indent="-285750">
                <a:defRPr b="1" u="sng">
                  <a:solidFill>
                    <a:schemeClr val="tx1"/>
                  </a:solidFill>
                  <a:latin typeface="Arial" panose="020B0604020202020204" pitchFamily="34" charset="0"/>
                  <a:cs typeface="Arial" panose="020B0604020202020204" pitchFamily="34" charset="0"/>
                </a:defRPr>
              </a:lvl2pPr>
              <a:lvl3pPr marL="1143000" indent="-228600">
                <a:defRPr b="1" u="sng">
                  <a:solidFill>
                    <a:schemeClr val="tx1"/>
                  </a:solidFill>
                  <a:latin typeface="Arial" panose="020B0604020202020204" pitchFamily="34" charset="0"/>
                  <a:cs typeface="Arial" panose="020B0604020202020204" pitchFamily="34" charset="0"/>
                </a:defRPr>
              </a:lvl3pPr>
              <a:lvl4pPr marL="1600200" indent="-228600">
                <a:defRPr b="1" u="sng">
                  <a:solidFill>
                    <a:schemeClr val="tx1"/>
                  </a:solidFill>
                  <a:latin typeface="Arial" panose="020B0604020202020204" pitchFamily="34" charset="0"/>
                  <a:cs typeface="Arial" panose="020B0604020202020204" pitchFamily="34" charset="0"/>
                </a:defRPr>
              </a:lvl4pPr>
              <a:lvl5pPr marL="2057400" indent="-228600">
                <a:defRPr b="1" u="sng">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u="sng">
                  <a:solidFill>
                    <a:schemeClr val="tx1"/>
                  </a:solidFill>
                  <a:latin typeface="Arial" panose="020B0604020202020204" pitchFamily="34" charset="0"/>
                  <a:cs typeface="Arial" panose="020B0604020202020204" pitchFamily="34" charset="0"/>
                </a:defRPr>
              </a:lvl9pPr>
            </a:lstStyle>
            <a:p>
              <a:pPr algn="ctr" rtl="1" eaLnBrk="1" hangingPunct="1">
                <a:spcBef>
                  <a:spcPct val="50000"/>
                </a:spcBef>
              </a:pPr>
              <a:r>
                <a:rPr lang="en-US" altLang="en-US" sz="1600" u="none"/>
                <a:t>SRAM Distributed SRAM Cells</a:t>
              </a:r>
              <a:endParaRPr lang="ru-RU" altLang="en-US" sz="1600" u="none"/>
            </a:p>
          </p:txBody>
        </p:sp>
      </p:gr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itle 1">
            <a:extLst>
              <a:ext uri="{FF2B5EF4-FFF2-40B4-BE49-F238E27FC236}">
                <a16:creationId xmlns:a16="http://schemas.microsoft.com/office/drawing/2014/main" id="{C961257D-2536-2AE2-DEC9-43AEAC599B9F}"/>
              </a:ext>
            </a:extLst>
          </p:cNvPr>
          <p:cNvSpPr>
            <a:spLocks noGrp="1" noChangeArrowheads="1"/>
          </p:cNvSpPr>
          <p:nvPr>
            <p:ph type="title"/>
          </p:nvPr>
        </p:nvSpPr>
        <p:spPr>
          <a:xfrm>
            <a:off x="0" y="183401"/>
            <a:ext cx="11612880" cy="704088"/>
          </a:xfrm>
        </p:spPr>
        <p:txBody>
          <a:bodyPr/>
          <a:lstStyle/>
          <a:p>
            <a:r>
              <a:rPr lang="en-US" altLang="en-US"/>
              <a:t>ASICs  and  FPGAs </a:t>
            </a:r>
            <a:endParaRPr lang="en-GB" altLang="en-US"/>
          </a:p>
        </p:txBody>
      </p:sp>
      <p:graphicFrame>
        <p:nvGraphicFramePr>
          <p:cNvPr id="3" name="Table 2">
            <a:extLst>
              <a:ext uri="{FF2B5EF4-FFF2-40B4-BE49-F238E27FC236}">
                <a16:creationId xmlns:a16="http://schemas.microsoft.com/office/drawing/2014/main" id="{9A02D7D2-F08D-4A4B-9D4D-AFC5E6065C55}"/>
              </a:ext>
            </a:extLst>
          </p:cNvPr>
          <p:cNvGraphicFramePr>
            <a:graphicFrameLocks noGrp="1"/>
          </p:cNvGraphicFramePr>
          <p:nvPr/>
        </p:nvGraphicFramePr>
        <p:xfrm>
          <a:off x="2133600" y="2057401"/>
          <a:ext cx="7924800" cy="3484688"/>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tblGrid>
              <a:tr h="507925">
                <a:tc>
                  <a:txBody>
                    <a:bodyPr/>
                    <a:lstStyle/>
                    <a:p>
                      <a:r>
                        <a:rPr lang="en-US" sz="1800" dirty="0"/>
                        <a:t>ASIC</a:t>
                      </a:r>
                      <a:endParaRPr lang="en-GB" sz="1800" dirty="0"/>
                    </a:p>
                  </a:txBody>
                  <a:tcPr marT="45713" marB="45713"/>
                </a:tc>
                <a:tc>
                  <a:txBody>
                    <a:bodyPr/>
                    <a:lstStyle/>
                    <a:p>
                      <a:r>
                        <a:rPr lang="en-US" sz="1800" dirty="0"/>
                        <a:t>FPGA</a:t>
                      </a:r>
                      <a:endParaRPr lang="en-GB" sz="1800" dirty="0"/>
                    </a:p>
                  </a:txBody>
                  <a:tcPr marT="45713" marB="45713"/>
                </a:tc>
                <a:extLst>
                  <a:ext uri="{0D108BD9-81ED-4DB2-BD59-A6C34878D82A}">
                    <a16:rowId xmlns:a16="http://schemas.microsoft.com/office/drawing/2014/main" val="10000"/>
                  </a:ext>
                </a:extLst>
              </a:tr>
              <a:tr h="914339">
                <a:tc>
                  <a:txBody>
                    <a:bodyPr/>
                    <a:lstStyle/>
                    <a:p>
                      <a:r>
                        <a:rPr lang="en-US" sz="1800" dirty="0"/>
                        <a:t>Designs</a:t>
                      </a:r>
                      <a:r>
                        <a:rPr lang="en-US" sz="1800" baseline="0" dirty="0"/>
                        <a:t> must be sent  for expensive  and time consuming  in semiconductor</a:t>
                      </a:r>
                    </a:p>
                    <a:p>
                      <a:r>
                        <a:rPr lang="en-US" sz="1800" baseline="0" dirty="0"/>
                        <a:t>foundry  </a:t>
                      </a:r>
                      <a:endParaRPr lang="en-GB" sz="1800" dirty="0"/>
                    </a:p>
                  </a:txBody>
                  <a:tcPr marT="45713" marB="45713"/>
                </a:tc>
                <a:tc>
                  <a:txBody>
                    <a:bodyPr/>
                    <a:lstStyle/>
                    <a:p>
                      <a:r>
                        <a:rPr lang="en-US" sz="1800" dirty="0"/>
                        <a:t>FPGAs can be bought ready-made and reconfigured  by designers </a:t>
                      </a:r>
                      <a:endParaRPr lang="en-GB" sz="1800" dirty="0"/>
                    </a:p>
                  </a:txBody>
                  <a:tcPr marT="45713" marB="45713"/>
                </a:tc>
                <a:extLst>
                  <a:ext uri="{0D108BD9-81ED-4DB2-BD59-A6C34878D82A}">
                    <a16:rowId xmlns:a16="http://schemas.microsoft.com/office/drawing/2014/main" val="10001"/>
                  </a:ext>
                </a:extLst>
              </a:tr>
              <a:tr h="914339">
                <a:tc>
                  <a:txBody>
                    <a:bodyPr/>
                    <a:lstStyle/>
                    <a:p>
                      <a:r>
                        <a:rPr lang="en-US" sz="1800" dirty="0"/>
                        <a:t>Designed</a:t>
                      </a:r>
                      <a:r>
                        <a:rPr lang="en-US" sz="1800" baseline="0" dirty="0"/>
                        <a:t>  al the way from behavioral description to physical layout</a:t>
                      </a:r>
                      <a:endParaRPr lang="en-GB" sz="1800" dirty="0"/>
                    </a:p>
                  </a:txBody>
                  <a:tcPr marT="45713" marB="45713"/>
                </a:tc>
                <a:tc>
                  <a:txBody>
                    <a:bodyPr/>
                    <a:lstStyle/>
                    <a:p>
                      <a:r>
                        <a:rPr lang="en-US" sz="1800" dirty="0"/>
                        <a:t>No physical</a:t>
                      </a:r>
                      <a:r>
                        <a:rPr lang="en-US" sz="1800" baseline="0" dirty="0"/>
                        <a:t> layout design. Design ends with a </a:t>
                      </a:r>
                      <a:r>
                        <a:rPr lang="en-US" sz="1800" baseline="0" dirty="0" err="1"/>
                        <a:t>bitstream</a:t>
                      </a:r>
                      <a:r>
                        <a:rPr lang="en-US" sz="1800" baseline="0" dirty="0"/>
                        <a:t>  used  to configure  a device</a:t>
                      </a:r>
                      <a:endParaRPr lang="en-GB" sz="1800" dirty="0"/>
                    </a:p>
                  </a:txBody>
                  <a:tcPr marT="45713" marB="45713"/>
                </a:tc>
                <a:extLst>
                  <a:ext uri="{0D108BD9-81ED-4DB2-BD59-A6C34878D82A}">
                    <a16:rowId xmlns:a16="http://schemas.microsoft.com/office/drawing/2014/main" val="10002"/>
                  </a:ext>
                </a:extLst>
              </a:tr>
              <a:tr h="507925">
                <a:tc>
                  <a:txBody>
                    <a:bodyPr/>
                    <a:lstStyle/>
                    <a:p>
                      <a:r>
                        <a:rPr lang="en-GB" sz="1800" dirty="0"/>
                        <a:t>Low cost in high volume</a:t>
                      </a:r>
                      <a:r>
                        <a:rPr lang="ru-RU" sz="1800" dirty="0"/>
                        <a:t> </a:t>
                      </a:r>
                      <a:r>
                        <a:rPr lang="en-US" sz="1800" dirty="0"/>
                        <a:t>of</a:t>
                      </a:r>
                      <a:r>
                        <a:rPr lang="en-US" sz="1800" baseline="0" dirty="0"/>
                        <a:t> device</a:t>
                      </a:r>
                      <a:endParaRPr lang="en-GB" sz="1800" dirty="0"/>
                    </a:p>
                  </a:txBody>
                  <a:tcPr marT="45713" marB="45713"/>
                </a:tc>
                <a:tc>
                  <a:txBody>
                    <a:bodyPr/>
                    <a:lstStyle/>
                    <a:p>
                      <a:r>
                        <a:rPr lang="en-US" sz="1800" dirty="0"/>
                        <a:t>Low development cost</a:t>
                      </a:r>
                      <a:endParaRPr lang="en-GB" sz="1800" dirty="0"/>
                    </a:p>
                  </a:txBody>
                  <a:tcPr marT="45713" marB="45713"/>
                </a:tc>
                <a:extLst>
                  <a:ext uri="{0D108BD9-81ED-4DB2-BD59-A6C34878D82A}">
                    <a16:rowId xmlns:a16="http://schemas.microsoft.com/office/drawing/2014/main" val="10003"/>
                  </a:ext>
                </a:extLst>
              </a:tr>
              <a:tr h="640035">
                <a:tc>
                  <a:txBody>
                    <a:bodyPr/>
                    <a:lstStyle/>
                    <a:p>
                      <a:r>
                        <a:rPr lang="en-US" sz="1800" dirty="0"/>
                        <a:t>High performance</a:t>
                      </a:r>
                      <a:endParaRPr lang="en-GB" sz="1800" dirty="0"/>
                    </a:p>
                  </a:txBody>
                  <a:tcPr marT="45713" marB="45713"/>
                </a:tc>
                <a:tc>
                  <a:txBody>
                    <a:bodyPr/>
                    <a:lstStyle/>
                    <a:p>
                      <a:r>
                        <a:rPr lang="en-US" sz="1800" dirty="0" err="1"/>
                        <a:t>Reconfigurability</a:t>
                      </a:r>
                      <a:r>
                        <a:rPr lang="en-US" sz="1800" dirty="0"/>
                        <a:t>  and short time to market</a:t>
                      </a:r>
                      <a:endParaRPr lang="en-GB" sz="1800" dirty="0"/>
                    </a:p>
                  </a:txBody>
                  <a:tcPr marT="45713" marB="45713"/>
                </a:tc>
                <a:extLst>
                  <a:ext uri="{0D108BD9-81ED-4DB2-BD59-A6C34878D82A}">
                    <a16:rowId xmlns:a16="http://schemas.microsoft.com/office/drawing/2014/main" val="10004"/>
                  </a:ext>
                </a:extLst>
              </a:tr>
            </a:tbl>
          </a:graphicData>
        </a:graphic>
      </p:graphicFrame>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4">
            <a:extLst>
              <a:ext uri="{FF2B5EF4-FFF2-40B4-BE49-F238E27FC236}">
                <a16:creationId xmlns:a16="http://schemas.microsoft.com/office/drawing/2014/main" id="{276A904C-6C24-377B-4CB2-5873A11B8FD0}"/>
              </a:ext>
            </a:extLst>
          </p:cNvPr>
          <p:cNvSpPr>
            <a:spLocks noGrp="1" noChangeArrowheads="1"/>
          </p:cNvSpPr>
          <p:nvPr>
            <p:ph type="title"/>
          </p:nvPr>
        </p:nvSpPr>
        <p:spPr/>
        <p:txBody>
          <a:bodyPr/>
          <a:lstStyle/>
          <a:p>
            <a:r>
              <a:rPr lang="en-US" altLang="en-US"/>
              <a:t>Configuration Modes</a:t>
            </a:r>
            <a:endParaRPr lang="ru-RU" altLang="en-US"/>
          </a:p>
        </p:txBody>
      </p:sp>
      <p:sp>
        <p:nvSpPr>
          <p:cNvPr id="147459" name="Content Placeholder 3">
            <a:extLst>
              <a:ext uri="{FF2B5EF4-FFF2-40B4-BE49-F238E27FC236}">
                <a16:creationId xmlns:a16="http://schemas.microsoft.com/office/drawing/2014/main" id="{CA07CD95-72BC-3346-D5DF-8C2088F0133A}"/>
              </a:ext>
            </a:extLst>
          </p:cNvPr>
          <p:cNvSpPr>
            <a:spLocks noGrp="1" noChangeArrowheads="1"/>
          </p:cNvSpPr>
          <p:nvPr>
            <p:ph type="body" sz="quarter" idx="10"/>
          </p:nvPr>
        </p:nvSpPr>
        <p:spPr/>
        <p:txBody>
          <a:bodyPr/>
          <a:lstStyle/>
          <a:p>
            <a:r>
              <a:rPr lang="en-GB" altLang="en-US"/>
              <a:t>Master-Serial configuration mode</a:t>
            </a:r>
          </a:p>
          <a:p>
            <a:r>
              <a:rPr lang="en-GB" altLang="en-US"/>
              <a:t>Slave-Serial configuration mode</a:t>
            </a:r>
          </a:p>
          <a:p>
            <a:r>
              <a:rPr lang="en-GB" altLang="en-US"/>
              <a:t>Master SelectMAP (parallel) configuration mode</a:t>
            </a:r>
          </a:p>
          <a:p>
            <a:r>
              <a:rPr lang="en-GB" altLang="en-US"/>
              <a:t>Slave SelectMAP (parallel) configuration mode</a:t>
            </a:r>
          </a:p>
          <a:p>
            <a:r>
              <a:rPr lang="en-GB" altLang="en-US"/>
              <a:t>JTAG/boundary-scan configuration mode</a:t>
            </a:r>
          </a:p>
          <a:p>
            <a:r>
              <a:rPr lang="en-GB" altLang="en-US"/>
              <a:t>Master Serial Peripheral Interface (SPI) flash configuration mode</a:t>
            </a:r>
          </a:p>
          <a:p>
            <a:r>
              <a:rPr lang="en-GB" altLang="en-US"/>
              <a:t>Master Byte Peripheral Interface (BPI) flash configuration mode using  parallel NOR flash.</a:t>
            </a:r>
            <a:endParaRPr lang="en-US" alt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4">
            <a:extLst>
              <a:ext uri="{FF2B5EF4-FFF2-40B4-BE49-F238E27FC236}">
                <a16:creationId xmlns:a16="http://schemas.microsoft.com/office/drawing/2014/main" id="{429811DA-795D-8542-0149-2EF2B02A7B29}"/>
              </a:ext>
            </a:extLst>
          </p:cNvPr>
          <p:cNvSpPr>
            <a:spLocks noGrp="1" noChangeArrowheads="1"/>
          </p:cNvSpPr>
          <p:nvPr>
            <p:ph type="title"/>
          </p:nvPr>
        </p:nvSpPr>
        <p:spPr>
          <a:xfrm>
            <a:off x="0" y="183401"/>
            <a:ext cx="11612880" cy="704088"/>
          </a:xfrm>
        </p:spPr>
        <p:txBody>
          <a:bodyPr/>
          <a:lstStyle/>
          <a:p>
            <a:r>
              <a:rPr lang="en-US" altLang="en-US"/>
              <a:t>Design Flow</a:t>
            </a:r>
            <a:endParaRPr lang="ru-RU" altLang="en-US"/>
          </a:p>
        </p:txBody>
      </p:sp>
      <p:grpSp>
        <p:nvGrpSpPr>
          <p:cNvPr id="105475" name="Group 33">
            <a:extLst>
              <a:ext uri="{FF2B5EF4-FFF2-40B4-BE49-F238E27FC236}">
                <a16:creationId xmlns:a16="http://schemas.microsoft.com/office/drawing/2014/main" id="{AD537EAA-14F1-4E50-99F6-15CAA9225304}"/>
              </a:ext>
            </a:extLst>
          </p:cNvPr>
          <p:cNvGrpSpPr>
            <a:grpSpLocks/>
          </p:cNvGrpSpPr>
          <p:nvPr/>
        </p:nvGrpSpPr>
        <p:grpSpPr bwMode="auto">
          <a:xfrm>
            <a:off x="4343400" y="990600"/>
            <a:ext cx="3670300" cy="4572000"/>
            <a:chOff x="1384" y="820"/>
            <a:chExt cx="2575" cy="3253"/>
          </a:xfrm>
          <a:solidFill>
            <a:schemeClr val="accent1"/>
          </a:solidFill>
        </p:grpSpPr>
        <p:sp>
          <p:nvSpPr>
            <p:cNvPr id="102404" name="Rectangle 5">
              <a:extLst>
                <a:ext uri="{FF2B5EF4-FFF2-40B4-BE49-F238E27FC236}">
                  <a16:creationId xmlns:a16="http://schemas.microsoft.com/office/drawing/2014/main" id="{30B8748C-D236-4816-A953-A28FBDCE7E32}"/>
                </a:ext>
              </a:extLst>
            </p:cNvPr>
            <p:cNvSpPr>
              <a:spLocks noChangeArrowheads="1"/>
            </p:cNvSpPr>
            <p:nvPr/>
          </p:nvSpPr>
          <p:spPr bwMode="auto">
            <a:xfrm>
              <a:off x="1392" y="820"/>
              <a:ext cx="1045" cy="363"/>
            </a:xfrm>
            <a:prstGeom prst="rect">
              <a:avLst/>
            </a:prstGeom>
            <a:grpFill/>
            <a:ln w="25400">
              <a:solidFill>
                <a:schemeClr val="tx1"/>
              </a:solidFill>
              <a:miter lim="800000"/>
              <a:headEnd/>
              <a:tailEnd/>
            </a:ln>
          </p:spPr>
          <p:txBody>
            <a:bodyPr wrap="none" anchor="ctr"/>
            <a:lstStyle/>
            <a:p>
              <a:pPr algn="ctr" eaLnBrk="1" hangingPunct="1">
                <a:defRPr/>
              </a:pPr>
              <a:r>
                <a:rPr lang="en-US" sz="1600">
                  <a:solidFill>
                    <a:schemeClr val="bg2"/>
                  </a:solidFill>
                  <a:latin typeface="Arial" charset="0"/>
                  <a:cs typeface="Arial" charset="0"/>
                </a:rPr>
                <a:t>Specifications</a:t>
              </a:r>
              <a:endParaRPr lang="ru-RU" sz="1600">
                <a:solidFill>
                  <a:schemeClr val="bg2"/>
                </a:solidFill>
                <a:latin typeface="Arial" charset="0"/>
                <a:cs typeface="Arial" charset="0"/>
              </a:endParaRPr>
            </a:p>
          </p:txBody>
        </p:sp>
        <p:sp>
          <p:nvSpPr>
            <p:cNvPr id="102405" name="Rectangle 6">
              <a:extLst>
                <a:ext uri="{FF2B5EF4-FFF2-40B4-BE49-F238E27FC236}">
                  <a16:creationId xmlns:a16="http://schemas.microsoft.com/office/drawing/2014/main" id="{88E1EC04-14BA-4F3D-A165-4821C2FE5FC4}"/>
                </a:ext>
              </a:extLst>
            </p:cNvPr>
            <p:cNvSpPr>
              <a:spLocks noChangeArrowheads="1"/>
            </p:cNvSpPr>
            <p:nvPr/>
          </p:nvSpPr>
          <p:spPr bwMode="auto">
            <a:xfrm>
              <a:off x="1402" y="1387"/>
              <a:ext cx="1045" cy="363"/>
            </a:xfrm>
            <a:prstGeom prst="rect">
              <a:avLst/>
            </a:prstGeom>
            <a:grpFill/>
            <a:ln w="25400">
              <a:solidFill>
                <a:schemeClr val="tx1"/>
              </a:solidFill>
              <a:miter lim="800000"/>
              <a:headEnd/>
              <a:tailEnd/>
            </a:ln>
          </p:spPr>
          <p:txBody>
            <a:bodyPr wrap="none" anchor="ctr"/>
            <a:lstStyle/>
            <a:p>
              <a:pPr algn="ctr" eaLnBrk="1" hangingPunct="1">
                <a:defRPr/>
              </a:pPr>
              <a:r>
                <a:rPr lang="en-US" sz="1600">
                  <a:solidFill>
                    <a:schemeClr val="bg2"/>
                  </a:solidFill>
                  <a:latin typeface="Arial" charset="0"/>
                  <a:cs typeface="Arial" charset="0"/>
                </a:rPr>
                <a:t>HDL</a:t>
              </a:r>
              <a:endParaRPr lang="ru-RU" sz="1600">
                <a:solidFill>
                  <a:schemeClr val="bg2"/>
                </a:solidFill>
                <a:latin typeface="Arial" charset="0"/>
                <a:cs typeface="Arial" charset="0"/>
              </a:endParaRPr>
            </a:p>
          </p:txBody>
        </p:sp>
        <p:sp>
          <p:nvSpPr>
            <p:cNvPr id="102406" name="Rectangle 7">
              <a:extLst>
                <a:ext uri="{FF2B5EF4-FFF2-40B4-BE49-F238E27FC236}">
                  <a16:creationId xmlns:a16="http://schemas.microsoft.com/office/drawing/2014/main" id="{85C43D3C-DAA5-490C-9E7B-277430A8AE1F}"/>
                </a:ext>
              </a:extLst>
            </p:cNvPr>
            <p:cNvSpPr>
              <a:spLocks noChangeArrowheads="1"/>
            </p:cNvSpPr>
            <p:nvPr/>
          </p:nvSpPr>
          <p:spPr bwMode="auto">
            <a:xfrm>
              <a:off x="1384" y="1963"/>
              <a:ext cx="1042" cy="363"/>
            </a:xfrm>
            <a:prstGeom prst="rect">
              <a:avLst/>
            </a:prstGeom>
            <a:grpFill/>
            <a:ln w="25400">
              <a:solidFill>
                <a:schemeClr val="tx1"/>
              </a:solidFill>
              <a:miter lim="800000"/>
              <a:headEnd/>
              <a:tailEnd/>
            </a:ln>
          </p:spPr>
          <p:txBody>
            <a:bodyPr wrap="none" anchor="ctr"/>
            <a:lstStyle/>
            <a:p>
              <a:pPr algn="ctr" eaLnBrk="1" hangingPunct="1">
                <a:defRPr/>
              </a:pPr>
              <a:r>
                <a:rPr lang="en-US" sz="1600">
                  <a:solidFill>
                    <a:schemeClr val="bg2"/>
                  </a:solidFill>
                  <a:latin typeface="Arial" charset="0"/>
                  <a:cs typeface="Arial" charset="0"/>
                </a:rPr>
                <a:t>Synthesis</a:t>
              </a:r>
              <a:endParaRPr lang="ru-RU" sz="1600">
                <a:solidFill>
                  <a:schemeClr val="bg2"/>
                </a:solidFill>
                <a:latin typeface="Arial" charset="0"/>
                <a:cs typeface="Arial" charset="0"/>
              </a:endParaRPr>
            </a:p>
          </p:txBody>
        </p:sp>
        <p:sp>
          <p:nvSpPr>
            <p:cNvPr id="102407" name="Rectangle 8">
              <a:extLst>
                <a:ext uri="{FF2B5EF4-FFF2-40B4-BE49-F238E27FC236}">
                  <a16:creationId xmlns:a16="http://schemas.microsoft.com/office/drawing/2014/main" id="{3BAFBE0A-8F17-4718-B351-F124796FF5AD}"/>
                </a:ext>
              </a:extLst>
            </p:cNvPr>
            <p:cNvSpPr>
              <a:spLocks noChangeArrowheads="1"/>
            </p:cNvSpPr>
            <p:nvPr/>
          </p:nvSpPr>
          <p:spPr bwMode="auto">
            <a:xfrm>
              <a:off x="1409" y="2558"/>
              <a:ext cx="1045" cy="363"/>
            </a:xfrm>
            <a:prstGeom prst="rect">
              <a:avLst/>
            </a:prstGeom>
            <a:grpFill/>
            <a:ln w="25400">
              <a:solidFill>
                <a:schemeClr val="tx1"/>
              </a:solidFill>
              <a:miter lim="800000"/>
              <a:headEnd/>
              <a:tailEnd/>
            </a:ln>
          </p:spPr>
          <p:txBody>
            <a:bodyPr wrap="none" anchor="ctr"/>
            <a:lstStyle/>
            <a:p>
              <a:pPr algn="ctr" eaLnBrk="1" hangingPunct="1">
                <a:defRPr/>
              </a:pPr>
              <a:r>
                <a:rPr lang="en-US" sz="1600" dirty="0" err="1">
                  <a:solidFill>
                    <a:schemeClr val="bg2"/>
                  </a:solidFill>
                  <a:latin typeface="Arial" charset="0"/>
                  <a:cs typeface="Arial" charset="0"/>
                </a:rPr>
                <a:t>Place&amp;Route</a:t>
              </a:r>
              <a:endParaRPr lang="ru-RU" sz="1600" dirty="0">
                <a:solidFill>
                  <a:schemeClr val="bg2"/>
                </a:solidFill>
                <a:latin typeface="Arial" charset="0"/>
                <a:cs typeface="Arial" charset="0"/>
              </a:endParaRPr>
            </a:p>
          </p:txBody>
        </p:sp>
        <p:sp>
          <p:nvSpPr>
            <p:cNvPr id="102408" name="Rectangle 9">
              <a:extLst>
                <a:ext uri="{FF2B5EF4-FFF2-40B4-BE49-F238E27FC236}">
                  <a16:creationId xmlns:a16="http://schemas.microsoft.com/office/drawing/2014/main" id="{15364365-5082-4D65-958E-57C1E1652458}"/>
                </a:ext>
              </a:extLst>
            </p:cNvPr>
            <p:cNvSpPr>
              <a:spLocks noChangeArrowheads="1"/>
            </p:cNvSpPr>
            <p:nvPr/>
          </p:nvSpPr>
          <p:spPr bwMode="auto">
            <a:xfrm>
              <a:off x="1411" y="3134"/>
              <a:ext cx="1045" cy="363"/>
            </a:xfrm>
            <a:prstGeom prst="rect">
              <a:avLst/>
            </a:prstGeom>
            <a:grpFill/>
            <a:ln w="25400">
              <a:solidFill>
                <a:schemeClr val="tx1"/>
              </a:solidFill>
              <a:miter lim="800000"/>
              <a:headEnd/>
              <a:tailEnd/>
            </a:ln>
          </p:spPr>
          <p:txBody>
            <a:bodyPr wrap="none" anchor="ctr"/>
            <a:lstStyle/>
            <a:p>
              <a:pPr algn="ctr" eaLnBrk="1" hangingPunct="1">
                <a:defRPr/>
              </a:pPr>
              <a:r>
                <a:rPr lang="en-US" sz="1600">
                  <a:solidFill>
                    <a:schemeClr val="bg2"/>
                  </a:solidFill>
                  <a:latin typeface="Arial" charset="0"/>
                  <a:cs typeface="Arial" charset="0"/>
                </a:rPr>
                <a:t>Bit-file</a:t>
              </a:r>
              <a:endParaRPr lang="ru-RU" sz="1600">
                <a:solidFill>
                  <a:schemeClr val="bg2"/>
                </a:solidFill>
                <a:latin typeface="Arial" charset="0"/>
                <a:cs typeface="Arial" charset="0"/>
              </a:endParaRPr>
            </a:p>
          </p:txBody>
        </p:sp>
        <p:sp>
          <p:nvSpPr>
            <p:cNvPr id="102409" name="Rectangle 10">
              <a:extLst>
                <a:ext uri="{FF2B5EF4-FFF2-40B4-BE49-F238E27FC236}">
                  <a16:creationId xmlns:a16="http://schemas.microsoft.com/office/drawing/2014/main" id="{B68DCFA1-95A4-4BC7-A569-6A0B9E5BC1D2}"/>
                </a:ext>
              </a:extLst>
            </p:cNvPr>
            <p:cNvSpPr>
              <a:spLocks noChangeArrowheads="1"/>
            </p:cNvSpPr>
            <p:nvPr/>
          </p:nvSpPr>
          <p:spPr bwMode="auto">
            <a:xfrm>
              <a:off x="2917" y="2532"/>
              <a:ext cx="1042" cy="363"/>
            </a:xfrm>
            <a:prstGeom prst="rect">
              <a:avLst/>
            </a:prstGeom>
            <a:grpFill/>
            <a:ln w="25400">
              <a:solidFill>
                <a:schemeClr val="tx1"/>
              </a:solidFill>
              <a:miter lim="800000"/>
              <a:headEnd/>
              <a:tailEnd/>
            </a:ln>
          </p:spPr>
          <p:txBody>
            <a:bodyPr wrap="none" anchor="ctr"/>
            <a:lstStyle/>
            <a:p>
              <a:pPr algn="ctr" eaLnBrk="1" hangingPunct="1">
                <a:defRPr/>
              </a:pPr>
              <a:r>
                <a:rPr lang="en-US" sz="1600">
                  <a:solidFill>
                    <a:schemeClr val="bg2"/>
                  </a:solidFill>
                  <a:latin typeface="Arial" charset="0"/>
                  <a:cs typeface="Arial" charset="0"/>
                </a:rPr>
                <a:t>Simulation</a:t>
              </a:r>
              <a:endParaRPr lang="ru-RU" sz="1600">
                <a:solidFill>
                  <a:schemeClr val="bg2"/>
                </a:solidFill>
                <a:latin typeface="Arial" charset="0"/>
                <a:cs typeface="Arial" charset="0"/>
              </a:endParaRPr>
            </a:p>
          </p:txBody>
        </p:sp>
        <p:sp>
          <p:nvSpPr>
            <p:cNvPr id="102410" name="Rectangle 19">
              <a:extLst>
                <a:ext uri="{FF2B5EF4-FFF2-40B4-BE49-F238E27FC236}">
                  <a16:creationId xmlns:a16="http://schemas.microsoft.com/office/drawing/2014/main" id="{546D9148-C6DB-49AA-9FE7-D6ECF17ABE70}"/>
                </a:ext>
              </a:extLst>
            </p:cNvPr>
            <p:cNvSpPr>
              <a:spLocks noChangeArrowheads="1"/>
            </p:cNvSpPr>
            <p:nvPr/>
          </p:nvSpPr>
          <p:spPr bwMode="auto">
            <a:xfrm>
              <a:off x="1412" y="3710"/>
              <a:ext cx="1045" cy="363"/>
            </a:xfrm>
            <a:prstGeom prst="rect">
              <a:avLst/>
            </a:prstGeom>
            <a:grpFill/>
            <a:ln w="25400">
              <a:solidFill>
                <a:schemeClr val="tx1"/>
              </a:solidFill>
              <a:miter lim="800000"/>
              <a:headEnd/>
              <a:tailEnd/>
            </a:ln>
          </p:spPr>
          <p:txBody>
            <a:bodyPr wrap="none" anchor="ctr"/>
            <a:lstStyle/>
            <a:p>
              <a:pPr algn="ctr" eaLnBrk="1" hangingPunct="1">
                <a:defRPr/>
              </a:pPr>
              <a:r>
                <a:rPr lang="en-US" sz="1600">
                  <a:solidFill>
                    <a:schemeClr val="bg2"/>
                  </a:solidFill>
                  <a:latin typeface="Arial" charset="0"/>
                  <a:cs typeface="Arial" charset="0"/>
                </a:rPr>
                <a:t>FPGA</a:t>
              </a:r>
              <a:endParaRPr lang="ru-RU" sz="1600">
                <a:solidFill>
                  <a:schemeClr val="bg2"/>
                </a:solidFill>
                <a:latin typeface="Arial" charset="0"/>
                <a:cs typeface="Arial" charset="0"/>
              </a:endParaRPr>
            </a:p>
          </p:txBody>
        </p:sp>
        <p:sp>
          <p:nvSpPr>
            <p:cNvPr id="102411" name="Rectangle 20">
              <a:extLst>
                <a:ext uri="{FF2B5EF4-FFF2-40B4-BE49-F238E27FC236}">
                  <a16:creationId xmlns:a16="http://schemas.microsoft.com/office/drawing/2014/main" id="{B89DE289-B5A5-4C03-9363-C602CB60F115}"/>
                </a:ext>
              </a:extLst>
            </p:cNvPr>
            <p:cNvSpPr>
              <a:spLocks noChangeArrowheads="1"/>
            </p:cNvSpPr>
            <p:nvPr/>
          </p:nvSpPr>
          <p:spPr bwMode="auto">
            <a:xfrm>
              <a:off x="2882" y="1386"/>
              <a:ext cx="1042" cy="363"/>
            </a:xfrm>
            <a:prstGeom prst="rect">
              <a:avLst/>
            </a:prstGeom>
            <a:grpFill/>
            <a:ln w="25400">
              <a:solidFill>
                <a:schemeClr val="tx1"/>
              </a:solidFill>
              <a:miter lim="800000"/>
              <a:headEnd/>
              <a:tailEnd/>
            </a:ln>
          </p:spPr>
          <p:txBody>
            <a:bodyPr wrap="none" anchor="ctr"/>
            <a:lstStyle/>
            <a:p>
              <a:pPr algn="ctr" eaLnBrk="1" hangingPunct="1">
                <a:defRPr/>
              </a:pPr>
              <a:r>
                <a:rPr lang="en-US" sz="1600">
                  <a:solidFill>
                    <a:schemeClr val="bg2"/>
                  </a:solidFill>
                  <a:latin typeface="Arial" charset="0"/>
                  <a:cs typeface="Arial" charset="0"/>
                </a:rPr>
                <a:t>Simulation</a:t>
              </a:r>
              <a:endParaRPr lang="ru-RU" sz="1600">
                <a:solidFill>
                  <a:schemeClr val="bg2"/>
                </a:solidFill>
                <a:latin typeface="Arial" charset="0"/>
                <a:cs typeface="Arial" charset="0"/>
              </a:endParaRPr>
            </a:p>
          </p:txBody>
        </p:sp>
        <p:sp>
          <p:nvSpPr>
            <p:cNvPr id="105484" name="Line 21">
              <a:extLst>
                <a:ext uri="{FF2B5EF4-FFF2-40B4-BE49-F238E27FC236}">
                  <a16:creationId xmlns:a16="http://schemas.microsoft.com/office/drawing/2014/main" id="{5A8CE014-5CCE-4408-8DB7-873D54966994}"/>
                </a:ext>
              </a:extLst>
            </p:cNvPr>
            <p:cNvSpPr>
              <a:spLocks noChangeShapeType="1"/>
            </p:cNvSpPr>
            <p:nvPr/>
          </p:nvSpPr>
          <p:spPr bwMode="auto">
            <a:xfrm>
              <a:off x="2426" y="1570"/>
              <a:ext cx="454" cy="0"/>
            </a:xfrm>
            <a:prstGeom prst="line">
              <a:avLst/>
            </a:prstGeom>
            <a:grpFill/>
            <a:ln w="25400">
              <a:solidFill>
                <a:schemeClr val="tx1"/>
              </a:solidFill>
              <a:round/>
              <a:headEnd type="triangle" w="med" len="med"/>
              <a:tailEnd type="triangle" w="med" len="med"/>
            </a:ln>
          </p:spPr>
          <p:txBody>
            <a:bodyPr/>
            <a:lstStyle/>
            <a:p>
              <a:pPr eaLnBrk="1" hangingPunct="1">
                <a:defRPr/>
              </a:pPr>
              <a:endParaRPr lang="en-GB">
                <a:solidFill>
                  <a:schemeClr val="bg2"/>
                </a:solidFill>
                <a:latin typeface="Arial" charset="0"/>
                <a:cs typeface="Arial" charset="0"/>
              </a:endParaRPr>
            </a:p>
          </p:txBody>
        </p:sp>
        <p:sp>
          <p:nvSpPr>
            <p:cNvPr id="105485" name="Line 23">
              <a:extLst>
                <a:ext uri="{FF2B5EF4-FFF2-40B4-BE49-F238E27FC236}">
                  <a16:creationId xmlns:a16="http://schemas.microsoft.com/office/drawing/2014/main" id="{B8769B36-DC9F-434F-9544-70ACF0A13CF0}"/>
                </a:ext>
              </a:extLst>
            </p:cNvPr>
            <p:cNvSpPr>
              <a:spLocks noChangeShapeType="1"/>
            </p:cNvSpPr>
            <p:nvPr/>
          </p:nvSpPr>
          <p:spPr bwMode="auto">
            <a:xfrm>
              <a:off x="1917" y="1185"/>
              <a:ext cx="0" cy="204"/>
            </a:xfrm>
            <a:prstGeom prst="line">
              <a:avLst/>
            </a:prstGeom>
            <a:grpFill/>
            <a:ln w="25400">
              <a:solidFill>
                <a:schemeClr val="tx1"/>
              </a:solidFill>
              <a:round/>
              <a:headEnd/>
              <a:tailEnd type="triangle" w="med" len="med"/>
            </a:ln>
          </p:spPr>
          <p:txBody>
            <a:bodyPr/>
            <a:lstStyle/>
            <a:p>
              <a:pPr eaLnBrk="1" hangingPunct="1">
                <a:defRPr/>
              </a:pPr>
              <a:endParaRPr lang="en-GB">
                <a:solidFill>
                  <a:schemeClr val="bg2"/>
                </a:solidFill>
                <a:latin typeface="Arial" charset="0"/>
                <a:cs typeface="Arial" charset="0"/>
              </a:endParaRPr>
            </a:p>
          </p:txBody>
        </p:sp>
        <p:sp>
          <p:nvSpPr>
            <p:cNvPr id="105486" name="Line 25">
              <a:extLst>
                <a:ext uri="{FF2B5EF4-FFF2-40B4-BE49-F238E27FC236}">
                  <a16:creationId xmlns:a16="http://schemas.microsoft.com/office/drawing/2014/main" id="{57DEAEC2-C1C4-4249-85D8-5A1029DA2A15}"/>
                </a:ext>
              </a:extLst>
            </p:cNvPr>
            <p:cNvSpPr>
              <a:spLocks noChangeShapeType="1"/>
            </p:cNvSpPr>
            <p:nvPr/>
          </p:nvSpPr>
          <p:spPr bwMode="auto">
            <a:xfrm>
              <a:off x="1926" y="1752"/>
              <a:ext cx="0" cy="204"/>
            </a:xfrm>
            <a:prstGeom prst="line">
              <a:avLst/>
            </a:prstGeom>
            <a:grpFill/>
            <a:ln w="25400">
              <a:solidFill>
                <a:schemeClr val="tx1"/>
              </a:solidFill>
              <a:round/>
              <a:headEnd/>
              <a:tailEnd type="triangle" w="med" len="med"/>
            </a:ln>
          </p:spPr>
          <p:txBody>
            <a:bodyPr/>
            <a:lstStyle/>
            <a:p>
              <a:pPr eaLnBrk="1" hangingPunct="1">
                <a:defRPr/>
              </a:pPr>
              <a:endParaRPr lang="en-GB">
                <a:solidFill>
                  <a:schemeClr val="bg2"/>
                </a:solidFill>
                <a:latin typeface="Arial" charset="0"/>
                <a:cs typeface="Arial" charset="0"/>
              </a:endParaRPr>
            </a:p>
          </p:txBody>
        </p:sp>
        <p:sp>
          <p:nvSpPr>
            <p:cNvPr id="105487" name="Line 26">
              <a:extLst>
                <a:ext uri="{FF2B5EF4-FFF2-40B4-BE49-F238E27FC236}">
                  <a16:creationId xmlns:a16="http://schemas.microsoft.com/office/drawing/2014/main" id="{030FE69B-4BEB-4025-9171-2C2DCDB5066E}"/>
                </a:ext>
              </a:extLst>
            </p:cNvPr>
            <p:cNvSpPr>
              <a:spLocks noChangeShapeType="1"/>
            </p:cNvSpPr>
            <p:nvPr/>
          </p:nvSpPr>
          <p:spPr bwMode="auto">
            <a:xfrm>
              <a:off x="1944" y="2337"/>
              <a:ext cx="0" cy="204"/>
            </a:xfrm>
            <a:prstGeom prst="line">
              <a:avLst/>
            </a:prstGeom>
            <a:grpFill/>
            <a:ln w="25400">
              <a:solidFill>
                <a:schemeClr val="tx1"/>
              </a:solidFill>
              <a:round/>
              <a:headEnd/>
              <a:tailEnd type="triangle" w="med" len="med"/>
            </a:ln>
          </p:spPr>
          <p:txBody>
            <a:bodyPr/>
            <a:lstStyle/>
            <a:p>
              <a:pPr eaLnBrk="1" hangingPunct="1">
                <a:defRPr/>
              </a:pPr>
              <a:endParaRPr lang="en-GB">
                <a:solidFill>
                  <a:schemeClr val="bg2"/>
                </a:solidFill>
                <a:latin typeface="Arial" charset="0"/>
                <a:cs typeface="Arial" charset="0"/>
              </a:endParaRPr>
            </a:p>
          </p:txBody>
        </p:sp>
        <p:sp>
          <p:nvSpPr>
            <p:cNvPr id="105488" name="Line 27">
              <a:extLst>
                <a:ext uri="{FF2B5EF4-FFF2-40B4-BE49-F238E27FC236}">
                  <a16:creationId xmlns:a16="http://schemas.microsoft.com/office/drawing/2014/main" id="{4DD19AA9-50B6-4765-916A-CCF85AB1EA8D}"/>
                </a:ext>
              </a:extLst>
            </p:cNvPr>
            <p:cNvSpPr>
              <a:spLocks noChangeShapeType="1"/>
            </p:cNvSpPr>
            <p:nvPr/>
          </p:nvSpPr>
          <p:spPr bwMode="auto">
            <a:xfrm>
              <a:off x="2453" y="2704"/>
              <a:ext cx="454" cy="0"/>
            </a:xfrm>
            <a:prstGeom prst="line">
              <a:avLst/>
            </a:prstGeom>
            <a:grpFill/>
            <a:ln w="25400">
              <a:solidFill>
                <a:schemeClr val="tx1"/>
              </a:solidFill>
              <a:round/>
              <a:headEnd/>
              <a:tailEnd type="triangle" w="med" len="med"/>
            </a:ln>
          </p:spPr>
          <p:txBody>
            <a:bodyPr/>
            <a:lstStyle/>
            <a:p>
              <a:pPr eaLnBrk="1" hangingPunct="1">
                <a:defRPr/>
              </a:pPr>
              <a:endParaRPr lang="en-GB">
                <a:solidFill>
                  <a:schemeClr val="bg2"/>
                </a:solidFill>
                <a:latin typeface="Arial" charset="0"/>
                <a:cs typeface="Arial" charset="0"/>
              </a:endParaRPr>
            </a:p>
          </p:txBody>
        </p:sp>
        <p:sp>
          <p:nvSpPr>
            <p:cNvPr id="105489" name="Line 28">
              <a:extLst>
                <a:ext uri="{FF2B5EF4-FFF2-40B4-BE49-F238E27FC236}">
                  <a16:creationId xmlns:a16="http://schemas.microsoft.com/office/drawing/2014/main" id="{9FD26D1C-CB63-4B1B-95AE-D2D94C474C77}"/>
                </a:ext>
              </a:extLst>
            </p:cNvPr>
            <p:cNvSpPr>
              <a:spLocks noChangeShapeType="1"/>
            </p:cNvSpPr>
            <p:nvPr/>
          </p:nvSpPr>
          <p:spPr bwMode="auto">
            <a:xfrm flipH="1" flipV="1">
              <a:off x="2453" y="1633"/>
              <a:ext cx="971" cy="890"/>
            </a:xfrm>
            <a:prstGeom prst="line">
              <a:avLst/>
            </a:prstGeom>
            <a:grpFill/>
            <a:ln w="25400">
              <a:solidFill>
                <a:schemeClr val="tx1"/>
              </a:solidFill>
              <a:round/>
              <a:headEnd/>
              <a:tailEnd type="triangle" w="med" len="med"/>
            </a:ln>
          </p:spPr>
          <p:txBody>
            <a:bodyPr/>
            <a:lstStyle/>
            <a:p>
              <a:pPr eaLnBrk="1" hangingPunct="1">
                <a:defRPr/>
              </a:pPr>
              <a:endParaRPr lang="en-GB">
                <a:solidFill>
                  <a:schemeClr val="bg2"/>
                </a:solidFill>
                <a:latin typeface="Arial" charset="0"/>
                <a:cs typeface="Arial" charset="0"/>
              </a:endParaRPr>
            </a:p>
          </p:txBody>
        </p:sp>
        <p:sp>
          <p:nvSpPr>
            <p:cNvPr id="105490" name="Line 29">
              <a:extLst>
                <a:ext uri="{FF2B5EF4-FFF2-40B4-BE49-F238E27FC236}">
                  <a16:creationId xmlns:a16="http://schemas.microsoft.com/office/drawing/2014/main" id="{1B5889BA-458C-49B5-99C3-DBF816C3140E}"/>
                </a:ext>
              </a:extLst>
            </p:cNvPr>
            <p:cNvSpPr>
              <a:spLocks noChangeShapeType="1"/>
            </p:cNvSpPr>
            <p:nvPr/>
          </p:nvSpPr>
          <p:spPr bwMode="auto">
            <a:xfrm flipH="1" flipV="1">
              <a:off x="2426" y="2115"/>
              <a:ext cx="953" cy="408"/>
            </a:xfrm>
            <a:prstGeom prst="line">
              <a:avLst/>
            </a:prstGeom>
            <a:grpFill/>
            <a:ln w="25400">
              <a:solidFill>
                <a:schemeClr val="tx1"/>
              </a:solidFill>
              <a:prstDash val="dash"/>
              <a:round/>
              <a:headEnd/>
              <a:tailEnd type="triangle" w="med" len="med"/>
            </a:ln>
          </p:spPr>
          <p:txBody>
            <a:bodyPr/>
            <a:lstStyle/>
            <a:p>
              <a:pPr eaLnBrk="1" hangingPunct="1">
                <a:defRPr/>
              </a:pPr>
              <a:endParaRPr lang="en-GB">
                <a:solidFill>
                  <a:schemeClr val="bg2"/>
                </a:solidFill>
                <a:latin typeface="Arial" charset="0"/>
                <a:cs typeface="Arial" charset="0"/>
              </a:endParaRPr>
            </a:p>
          </p:txBody>
        </p:sp>
        <p:sp>
          <p:nvSpPr>
            <p:cNvPr id="105491" name="Line 30">
              <a:extLst>
                <a:ext uri="{FF2B5EF4-FFF2-40B4-BE49-F238E27FC236}">
                  <a16:creationId xmlns:a16="http://schemas.microsoft.com/office/drawing/2014/main" id="{AB7FEE6A-7F38-45A7-B1E6-DF8F19DEA2CB}"/>
                </a:ext>
              </a:extLst>
            </p:cNvPr>
            <p:cNvSpPr>
              <a:spLocks noChangeShapeType="1"/>
            </p:cNvSpPr>
            <p:nvPr/>
          </p:nvSpPr>
          <p:spPr bwMode="auto">
            <a:xfrm>
              <a:off x="1944" y="2922"/>
              <a:ext cx="0" cy="204"/>
            </a:xfrm>
            <a:prstGeom prst="line">
              <a:avLst/>
            </a:prstGeom>
            <a:grpFill/>
            <a:ln w="25400">
              <a:solidFill>
                <a:schemeClr val="tx1"/>
              </a:solidFill>
              <a:round/>
              <a:headEnd/>
              <a:tailEnd type="triangle" w="med" len="med"/>
            </a:ln>
          </p:spPr>
          <p:txBody>
            <a:bodyPr/>
            <a:lstStyle/>
            <a:p>
              <a:pPr eaLnBrk="1" hangingPunct="1">
                <a:defRPr/>
              </a:pPr>
              <a:endParaRPr lang="en-GB">
                <a:solidFill>
                  <a:schemeClr val="bg2"/>
                </a:solidFill>
                <a:latin typeface="Arial" charset="0"/>
                <a:cs typeface="Arial" charset="0"/>
              </a:endParaRPr>
            </a:p>
          </p:txBody>
        </p:sp>
        <p:sp>
          <p:nvSpPr>
            <p:cNvPr id="105492" name="Line 31">
              <a:extLst>
                <a:ext uri="{FF2B5EF4-FFF2-40B4-BE49-F238E27FC236}">
                  <a16:creationId xmlns:a16="http://schemas.microsoft.com/office/drawing/2014/main" id="{9BDA089F-9F0D-441D-BAD0-F666F2DA1BB3}"/>
                </a:ext>
              </a:extLst>
            </p:cNvPr>
            <p:cNvSpPr>
              <a:spLocks noChangeShapeType="1"/>
            </p:cNvSpPr>
            <p:nvPr/>
          </p:nvSpPr>
          <p:spPr bwMode="auto">
            <a:xfrm>
              <a:off x="1943" y="3498"/>
              <a:ext cx="0" cy="204"/>
            </a:xfrm>
            <a:prstGeom prst="line">
              <a:avLst/>
            </a:prstGeom>
            <a:grpFill/>
            <a:ln w="25400">
              <a:solidFill>
                <a:schemeClr val="tx1"/>
              </a:solidFill>
              <a:round/>
              <a:headEnd/>
              <a:tailEnd type="triangle" w="med" len="med"/>
            </a:ln>
          </p:spPr>
          <p:txBody>
            <a:bodyPr/>
            <a:lstStyle/>
            <a:p>
              <a:pPr eaLnBrk="1" hangingPunct="1">
                <a:defRPr/>
              </a:pPr>
              <a:endParaRPr lang="en-GB">
                <a:solidFill>
                  <a:schemeClr val="bg2"/>
                </a:solidFill>
                <a:latin typeface="Arial" charset="0"/>
                <a:cs typeface="Arial" charset="0"/>
              </a:endParaRPr>
            </a:p>
          </p:txBody>
        </p:sp>
      </p:gr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itle 1">
            <a:extLst>
              <a:ext uri="{FF2B5EF4-FFF2-40B4-BE49-F238E27FC236}">
                <a16:creationId xmlns:a16="http://schemas.microsoft.com/office/drawing/2014/main" id="{42BE1C26-DA2D-CA5E-7F2A-ED1E74DBC187}"/>
              </a:ext>
            </a:extLst>
          </p:cNvPr>
          <p:cNvSpPr>
            <a:spLocks noGrp="1" noChangeArrowheads="1"/>
          </p:cNvSpPr>
          <p:nvPr>
            <p:ph type="title"/>
          </p:nvPr>
        </p:nvSpPr>
        <p:spPr>
          <a:xfrm>
            <a:off x="0" y="183401"/>
            <a:ext cx="11612880" cy="704088"/>
          </a:xfrm>
        </p:spPr>
        <p:txBody>
          <a:bodyPr/>
          <a:lstStyle/>
          <a:p>
            <a:r>
              <a:rPr lang="en-US" altLang="en-US"/>
              <a:t>FPGA  Design Flow</a:t>
            </a:r>
            <a:endParaRPr lang="en-GB" altLang="en-US"/>
          </a:p>
        </p:txBody>
      </p:sp>
      <p:grpSp>
        <p:nvGrpSpPr>
          <p:cNvPr id="149507" name="Group 36">
            <a:extLst>
              <a:ext uri="{FF2B5EF4-FFF2-40B4-BE49-F238E27FC236}">
                <a16:creationId xmlns:a16="http://schemas.microsoft.com/office/drawing/2014/main" id="{D551022F-C7B9-D850-07DD-3DB12DA8858C}"/>
              </a:ext>
            </a:extLst>
          </p:cNvPr>
          <p:cNvGrpSpPr>
            <a:grpSpLocks/>
          </p:cNvGrpSpPr>
          <p:nvPr/>
        </p:nvGrpSpPr>
        <p:grpSpPr bwMode="auto">
          <a:xfrm>
            <a:off x="3022600" y="1257301"/>
            <a:ext cx="5340350" cy="4454525"/>
            <a:chOff x="1498600" y="927100"/>
            <a:chExt cx="5340272" cy="4455196"/>
          </a:xfrm>
        </p:grpSpPr>
        <p:sp>
          <p:nvSpPr>
            <p:cNvPr id="1027" name="Rectangle 3">
              <a:extLst>
                <a:ext uri="{FF2B5EF4-FFF2-40B4-BE49-F238E27FC236}">
                  <a16:creationId xmlns:a16="http://schemas.microsoft.com/office/drawing/2014/main" id="{7EFCA70D-901C-4868-A2D6-14EC38213221}"/>
                </a:ext>
              </a:extLst>
            </p:cNvPr>
            <p:cNvSpPr>
              <a:spLocks noChangeArrowheads="1"/>
            </p:cNvSpPr>
            <p:nvPr/>
          </p:nvSpPr>
          <p:spPr bwMode="auto">
            <a:xfrm>
              <a:off x="2946379" y="973145"/>
              <a:ext cx="2035145" cy="374706"/>
            </a:xfrm>
            <a:prstGeom prst="rect">
              <a:avLst/>
            </a:prstGeom>
            <a:solidFill>
              <a:schemeClr val="accent1">
                <a:lumMod val="40000"/>
                <a:lumOff val="60000"/>
              </a:schemeClr>
            </a:solidFill>
            <a:ln w="28575">
              <a:solidFill>
                <a:srgbClr val="000000"/>
              </a:solidFill>
              <a:miter lim="800000"/>
              <a:headEnd/>
              <a:tailEnd/>
            </a:ln>
          </p:spPr>
          <p:txBody>
            <a:bodyPr/>
            <a:lstStyle/>
            <a:p>
              <a:pPr algn="ctr">
                <a:spcAft>
                  <a:spcPts val="1000"/>
                </a:spcAft>
                <a:defRPr/>
              </a:pPr>
              <a:r>
                <a:rPr lang="en-US" sz="1400">
                  <a:latin typeface="+mj-lt"/>
                </a:rPr>
                <a:t>Project  Creation</a:t>
              </a:r>
            </a:p>
          </p:txBody>
        </p:sp>
        <p:cxnSp>
          <p:nvCxnSpPr>
            <p:cNvPr id="149509" name="AutoShape 4">
              <a:extLst>
                <a:ext uri="{FF2B5EF4-FFF2-40B4-BE49-F238E27FC236}">
                  <a16:creationId xmlns:a16="http://schemas.microsoft.com/office/drawing/2014/main" id="{8BB1639A-3641-5957-F29E-2538F483CE01}"/>
                </a:ext>
              </a:extLst>
            </p:cNvPr>
            <p:cNvCxnSpPr>
              <a:cxnSpLocks noChangeShapeType="1"/>
            </p:cNvCxnSpPr>
            <p:nvPr/>
          </p:nvCxnSpPr>
          <p:spPr bwMode="auto">
            <a:xfrm flipH="1">
              <a:off x="3959872" y="1347953"/>
              <a:ext cx="0" cy="27432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29" name="Rectangle 5">
              <a:extLst>
                <a:ext uri="{FF2B5EF4-FFF2-40B4-BE49-F238E27FC236}">
                  <a16:creationId xmlns:a16="http://schemas.microsoft.com/office/drawing/2014/main" id="{8573CCB0-18FC-4045-82D7-50A7654E1147}"/>
                </a:ext>
              </a:extLst>
            </p:cNvPr>
            <p:cNvSpPr>
              <a:spLocks noChangeArrowheads="1"/>
            </p:cNvSpPr>
            <p:nvPr/>
          </p:nvSpPr>
          <p:spPr bwMode="auto">
            <a:xfrm>
              <a:off x="2933679" y="1609828"/>
              <a:ext cx="2070070" cy="520778"/>
            </a:xfrm>
            <a:prstGeom prst="rect">
              <a:avLst/>
            </a:prstGeom>
            <a:solidFill>
              <a:schemeClr val="accent1">
                <a:lumMod val="40000"/>
                <a:lumOff val="60000"/>
              </a:schemeClr>
            </a:solidFill>
            <a:ln w="28575">
              <a:solidFill>
                <a:srgbClr val="000000"/>
              </a:solidFill>
              <a:miter lim="800000"/>
              <a:headEnd/>
              <a:tailEnd/>
            </a:ln>
          </p:spPr>
          <p:txBody>
            <a:bodyPr/>
            <a:lstStyle/>
            <a:p>
              <a:pPr algn="ctr">
                <a:defRPr/>
              </a:pPr>
              <a:r>
                <a:rPr lang="en-US" sz="1400" dirty="0">
                  <a:latin typeface="+mj-lt"/>
                </a:rPr>
                <a:t>Translate Design</a:t>
              </a:r>
            </a:p>
            <a:p>
              <a:pPr algn="ctr">
                <a:defRPr/>
              </a:pPr>
              <a:r>
                <a:rPr lang="en-US" sz="1400" dirty="0">
                  <a:latin typeface="+mj-lt"/>
                </a:rPr>
                <a:t>Files</a:t>
              </a:r>
            </a:p>
          </p:txBody>
        </p:sp>
        <p:cxnSp>
          <p:nvCxnSpPr>
            <p:cNvPr id="149511" name="AutoShape 6">
              <a:extLst>
                <a:ext uri="{FF2B5EF4-FFF2-40B4-BE49-F238E27FC236}">
                  <a16:creationId xmlns:a16="http://schemas.microsoft.com/office/drawing/2014/main" id="{D900439C-8028-29AA-CB84-7C399CDC3487}"/>
                </a:ext>
              </a:extLst>
            </p:cNvPr>
            <p:cNvCxnSpPr>
              <a:cxnSpLocks noChangeShapeType="1"/>
            </p:cNvCxnSpPr>
            <p:nvPr/>
          </p:nvCxnSpPr>
          <p:spPr bwMode="auto">
            <a:xfrm flipH="1">
              <a:off x="3959872" y="2150431"/>
              <a:ext cx="0" cy="29260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31" name="Rectangle 7">
              <a:extLst>
                <a:ext uri="{FF2B5EF4-FFF2-40B4-BE49-F238E27FC236}">
                  <a16:creationId xmlns:a16="http://schemas.microsoft.com/office/drawing/2014/main" id="{8C00099C-B9A7-4662-9E5B-697422C6E19B}"/>
                </a:ext>
              </a:extLst>
            </p:cNvPr>
            <p:cNvSpPr>
              <a:spLocks noChangeArrowheads="1"/>
            </p:cNvSpPr>
            <p:nvPr/>
          </p:nvSpPr>
          <p:spPr bwMode="auto">
            <a:xfrm>
              <a:off x="2933679" y="2457681"/>
              <a:ext cx="2084358" cy="596990"/>
            </a:xfrm>
            <a:prstGeom prst="rect">
              <a:avLst/>
            </a:prstGeom>
            <a:solidFill>
              <a:schemeClr val="accent1">
                <a:lumMod val="40000"/>
                <a:lumOff val="60000"/>
              </a:schemeClr>
            </a:solidFill>
            <a:ln w="28575">
              <a:solidFill>
                <a:srgbClr val="000000"/>
              </a:solidFill>
              <a:miter lim="800000"/>
              <a:headEnd/>
              <a:tailEnd/>
            </a:ln>
          </p:spPr>
          <p:txBody>
            <a:bodyPr/>
            <a:lstStyle/>
            <a:p>
              <a:pPr algn="ctr">
                <a:defRPr/>
              </a:pPr>
              <a:r>
                <a:rPr lang="en-US" sz="1400" dirty="0">
                  <a:latin typeface="+mj-lt"/>
                </a:rPr>
                <a:t>Map Design Elements</a:t>
              </a:r>
            </a:p>
            <a:p>
              <a:pPr algn="ctr">
                <a:defRPr/>
              </a:pPr>
              <a:r>
                <a:rPr lang="en-US" sz="1400" dirty="0">
                  <a:latin typeface="+mj-lt"/>
                </a:rPr>
                <a:t>To Device Resources</a:t>
              </a:r>
            </a:p>
          </p:txBody>
        </p:sp>
        <p:cxnSp>
          <p:nvCxnSpPr>
            <p:cNvPr id="149513" name="AutoShape 8">
              <a:extLst>
                <a:ext uri="{FF2B5EF4-FFF2-40B4-BE49-F238E27FC236}">
                  <a16:creationId xmlns:a16="http://schemas.microsoft.com/office/drawing/2014/main" id="{C1A842D7-65AD-A478-B810-004B549E131A}"/>
                </a:ext>
              </a:extLst>
            </p:cNvPr>
            <p:cNvCxnSpPr>
              <a:cxnSpLocks noChangeShapeType="1"/>
            </p:cNvCxnSpPr>
            <p:nvPr/>
          </p:nvCxnSpPr>
          <p:spPr bwMode="auto">
            <a:xfrm flipH="1">
              <a:off x="3985513" y="3059636"/>
              <a:ext cx="0" cy="24688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33" name="Rectangle 9">
              <a:extLst>
                <a:ext uri="{FF2B5EF4-FFF2-40B4-BE49-F238E27FC236}">
                  <a16:creationId xmlns:a16="http://schemas.microsoft.com/office/drawing/2014/main" id="{C6D376DF-A9BD-446B-A903-72040B94DF24}"/>
                </a:ext>
              </a:extLst>
            </p:cNvPr>
            <p:cNvSpPr>
              <a:spLocks noChangeArrowheads="1"/>
            </p:cNvSpPr>
            <p:nvPr/>
          </p:nvSpPr>
          <p:spPr bwMode="auto">
            <a:xfrm>
              <a:off x="2946379" y="3318235"/>
              <a:ext cx="2084358" cy="516016"/>
            </a:xfrm>
            <a:prstGeom prst="rect">
              <a:avLst/>
            </a:prstGeom>
            <a:solidFill>
              <a:schemeClr val="accent1">
                <a:lumMod val="40000"/>
                <a:lumOff val="60000"/>
              </a:schemeClr>
            </a:solidFill>
            <a:ln w="28575">
              <a:solidFill>
                <a:srgbClr val="000000"/>
              </a:solidFill>
              <a:miter lim="800000"/>
              <a:headEnd/>
              <a:tailEnd/>
            </a:ln>
          </p:spPr>
          <p:txBody>
            <a:bodyPr/>
            <a:lstStyle/>
            <a:p>
              <a:pPr algn="ctr">
                <a:spcAft>
                  <a:spcPts val="1000"/>
                </a:spcAft>
                <a:defRPr/>
              </a:pPr>
              <a:r>
                <a:rPr lang="en-US" sz="1400" dirty="0">
                  <a:latin typeface="+mj-lt"/>
                </a:rPr>
                <a:t>Place and Route</a:t>
              </a:r>
              <a:br>
                <a:rPr lang="en-US" sz="1400" dirty="0">
                  <a:latin typeface="+mj-lt"/>
                </a:rPr>
              </a:br>
              <a:r>
                <a:rPr lang="en-US" sz="1400" dirty="0">
                  <a:latin typeface="+mj-lt"/>
                </a:rPr>
                <a:t>Design Resources</a:t>
              </a:r>
            </a:p>
          </p:txBody>
        </p:sp>
        <p:cxnSp>
          <p:nvCxnSpPr>
            <p:cNvPr id="149515" name="AutoShape 10">
              <a:extLst>
                <a:ext uri="{FF2B5EF4-FFF2-40B4-BE49-F238E27FC236}">
                  <a16:creationId xmlns:a16="http://schemas.microsoft.com/office/drawing/2014/main" id="{F5BC539F-8AA0-2306-9F57-7249C2B07F03}"/>
                </a:ext>
              </a:extLst>
            </p:cNvPr>
            <p:cNvCxnSpPr>
              <a:cxnSpLocks noChangeShapeType="1"/>
            </p:cNvCxnSpPr>
            <p:nvPr/>
          </p:nvCxnSpPr>
          <p:spPr bwMode="auto">
            <a:xfrm flipH="1">
              <a:off x="3985513" y="3846745"/>
              <a:ext cx="0" cy="24872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35" name="Rectangle 11">
              <a:extLst>
                <a:ext uri="{FF2B5EF4-FFF2-40B4-BE49-F238E27FC236}">
                  <a16:creationId xmlns:a16="http://schemas.microsoft.com/office/drawing/2014/main" id="{928EAEC0-1650-416F-9A95-BF27D5A89D7C}"/>
                </a:ext>
              </a:extLst>
            </p:cNvPr>
            <p:cNvSpPr>
              <a:spLocks noChangeArrowheads="1"/>
            </p:cNvSpPr>
            <p:nvPr/>
          </p:nvSpPr>
          <p:spPr bwMode="auto">
            <a:xfrm>
              <a:off x="2946379" y="4099403"/>
              <a:ext cx="2084358" cy="484261"/>
            </a:xfrm>
            <a:prstGeom prst="rect">
              <a:avLst/>
            </a:prstGeom>
            <a:solidFill>
              <a:schemeClr val="accent1">
                <a:lumMod val="40000"/>
                <a:lumOff val="60000"/>
              </a:schemeClr>
            </a:solidFill>
            <a:ln w="28575">
              <a:solidFill>
                <a:srgbClr val="000000"/>
              </a:solidFill>
              <a:miter lim="800000"/>
              <a:headEnd/>
              <a:tailEnd/>
            </a:ln>
          </p:spPr>
          <p:txBody>
            <a:bodyPr/>
            <a:lstStyle/>
            <a:p>
              <a:pPr algn="ctr">
                <a:spcAft>
                  <a:spcPts val="1000"/>
                </a:spcAft>
                <a:defRPr/>
              </a:pPr>
              <a:r>
                <a:rPr lang="en-US" sz="1400">
                  <a:latin typeface="+mj-lt"/>
                </a:rPr>
                <a:t>Perform Timing</a:t>
              </a:r>
              <a:br>
                <a:rPr lang="en-US" sz="1400">
                  <a:latin typeface="+mj-lt"/>
                </a:rPr>
              </a:br>
              <a:r>
                <a:rPr lang="en-US" sz="1400">
                  <a:latin typeface="+mj-lt"/>
                </a:rPr>
                <a:t>Analysis</a:t>
              </a:r>
            </a:p>
          </p:txBody>
        </p:sp>
        <p:cxnSp>
          <p:nvCxnSpPr>
            <p:cNvPr id="149517" name="AutoShape 12">
              <a:extLst>
                <a:ext uri="{FF2B5EF4-FFF2-40B4-BE49-F238E27FC236}">
                  <a16:creationId xmlns:a16="http://schemas.microsoft.com/office/drawing/2014/main" id="{3A5BCDCD-FBA3-FDA3-5FC0-5686922C9510}"/>
                </a:ext>
              </a:extLst>
            </p:cNvPr>
            <p:cNvCxnSpPr>
              <a:cxnSpLocks noChangeShapeType="1"/>
            </p:cNvCxnSpPr>
            <p:nvPr/>
          </p:nvCxnSpPr>
          <p:spPr bwMode="auto">
            <a:xfrm flipH="1">
              <a:off x="3992844" y="4595187"/>
              <a:ext cx="0" cy="27432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37" name="Rectangle 13">
              <a:extLst>
                <a:ext uri="{FF2B5EF4-FFF2-40B4-BE49-F238E27FC236}">
                  <a16:creationId xmlns:a16="http://schemas.microsoft.com/office/drawing/2014/main" id="{FCC8AF12-B1D6-4A41-B4E5-EACB8EBE4D35}"/>
                </a:ext>
              </a:extLst>
            </p:cNvPr>
            <p:cNvSpPr>
              <a:spLocks noChangeArrowheads="1"/>
            </p:cNvSpPr>
            <p:nvPr/>
          </p:nvSpPr>
          <p:spPr bwMode="auto">
            <a:xfrm>
              <a:off x="2949554" y="4864693"/>
              <a:ext cx="2084358" cy="501726"/>
            </a:xfrm>
            <a:prstGeom prst="rect">
              <a:avLst/>
            </a:prstGeom>
            <a:solidFill>
              <a:schemeClr val="accent1">
                <a:lumMod val="40000"/>
                <a:lumOff val="60000"/>
              </a:schemeClr>
            </a:solidFill>
            <a:ln w="28575">
              <a:solidFill>
                <a:srgbClr val="000000"/>
              </a:solidFill>
              <a:miter lim="800000"/>
              <a:headEnd/>
              <a:tailEnd/>
            </a:ln>
          </p:spPr>
          <p:txBody>
            <a:bodyPr/>
            <a:lstStyle/>
            <a:p>
              <a:pPr algn="ctr">
                <a:spcAft>
                  <a:spcPts val="1000"/>
                </a:spcAft>
                <a:defRPr/>
              </a:pPr>
              <a:r>
                <a:rPr lang="en-US" sz="1400">
                  <a:latin typeface="+mj-lt"/>
                </a:rPr>
                <a:t>Generate Programming File</a:t>
              </a:r>
            </a:p>
          </p:txBody>
        </p:sp>
        <p:sp>
          <p:nvSpPr>
            <p:cNvPr id="1038" name="Text Box 14">
              <a:extLst>
                <a:ext uri="{FF2B5EF4-FFF2-40B4-BE49-F238E27FC236}">
                  <a16:creationId xmlns:a16="http://schemas.microsoft.com/office/drawing/2014/main" id="{731D5102-0E93-493E-B7D3-5FC13CC31AA4}"/>
                </a:ext>
              </a:extLst>
            </p:cNvPr>
            <p:cNvSpPr txBox="1">
              <a:spLocks noChangeArrowheads="1"/>
            </p:cNvSpPr>
            <p:nvPr/>
          </p:nvSpPr>
          <p:spPr bwMode="auto">
            <a:xfrm>
              <a:off x="1676397" y="989022"/>
              <a:ext cx="1396980" cy="585875"/>
            </a:xfrm>
            <a:prstGeom prst="rect">
              <a:avLst/>
            </a:prstGeom>
            <a:noFill/>
            <a:ln w="9525">
              <a:noFill/>
              <a:miter lim="800000"/>
              <a:headEnd/>
              <a:tailEnd/>
            </a:ln>
          </p:spPr>
          <p:txBody>
            <a:bodyPr/>
            <a:lstStyle/>
            <a:p>
              <a:pPr>
                <a:spcAft>
                  <a:spcPts val="1000"/>
                </a:spcAft>
                <a:defRPr/>
              </a:pPr>
              <a:r>
                <a:rPr lang="en-US" sz="1400" dirty="0">
                  <a:latin typeface="+mj-lt"/>
                </a:rPr>
                <a:t>Xilinx  ISE Design Suite</a:t>
              </a:r>
            </a:p>
            <a:p>
              <a:pPr>
                <a:spcAft>
                  <a:spcPts val="1000"/>
                </a:spcAft>
                <a:defRPr/>
              </a:pPr>
              <a:endParaRPr lang="en-US" sz="1400" dirty="0">
                <a:latin typeface="+mj-lt"/>
              </a:endParaRPr>
            </a:p>
            <a:p>
              <a:pPr>
                <a:spcAft>
                  <a:spcPts val="1000"/>
                </a:spcAft>
                <a:defRPr/>
              </a:pPr>
              <a:endParaRPr lang="en-US" sz="1400" dirty="0">
                <a:latin typeface="+mj-lt"/>
              </a:endParaRPr>
            </a:p>
            <a:p>
              <a:pPr>
                <a:spcAft>
                  <a:spcPts val="1000"/>
                </a:spcAft>
                <a:defRPr/>
              </a:pPr>
              <a:endParaRPr lang="en-US" sz="1400" dirty="0">
                <a:latin typeface="+mj-lt"/>
              </a:endParaRPr>
            </a:p>
            <a:p>
              <a:pPr eaLnBrk="1" hangingPunct="1">
                <a:defRPr/>
              </a:pPr>
              <a:endParaRPr lang="en-US" sz="1400" dirty="0">
                <a:latin typeface="+mj-lt"/>
              </a:endParaRPr>
            </a:p>
          </p:txBody>
        </p:sp>
        <p:sp>
          <p:nvSpPr>
            <p:cNvPr id="1039" name="Text Box 15">
              <a:extLst>
                <a:ext uri="{FF2B5EF4-FFF2-40B4-BE49-F238E27FC236}">
                  <a16:creationId xmlns:a16="http://schemas.microsoft.com/office/drawing/2014/main" id="{6B854DE5-E43C-40D4-9CD7-0434FBE735FA}"/>
                </a:ext>
              </a:extLst>
            </p:cNvPr>
            <p:cNvSpPr txBox="1">
              <a:spLocks noChangeArrowheads="1"/>
            </p:cNvSpPr>
            <p:nvPr/>
          </p:nvSpPr>
          <p:spPr bwMode="auto">
            <a:xfrm>
              <a:off x="1498600" y="1649522"/>
              <a:ext cx="1217595" cy="420750"/>
            </a:xfrm>
            <a:prstGeom prst="rect">
              <a:avLst/>
            </a:prstGeom>
            <a:noFill/>
            <a:ln w="9525">
              <a:noFill/>
              <a:miter lim="800000"/>
              <a:headEnd/>
              <a:tailEnd/>
            </a:ln>
          </p:spPr>
          <p:txBody>
            <a:bodyPr/>
            <a:lstStyle/>
            <a:p>
              <a:pPr>
                <a:spcAft>
                  <a:spcPts val="1000"/>
                </a:spcAft>
                <a:defRPr/>
              </a:pPr>
              <a:r>
                <a:rPr lang="en-US" sz="1400" dirty="0">
                  <a:latin typeface="+mj-lt"/>
                </a:rPr>
                <a:t>NGDBUILD</a:t>
              </a:r>
            </a:p>
          </p:txBody>
        </p:sp>
        <p:cxnSp>
          <p:nvCxnSpPr>
            <p:cNvPr id="149521" name="AutoShape 16">
              <a:extLst>
                <a:ext uri="{FF2B5EF4-FFF2-40B4-BE49-F238E27FC236}">
                  <a16:creationId xmlns:a16="http://schemas.microsoft.com/office/drawing/2014/main" id="{03398ADA-B169-7A6F-6BA0-204BC88969E6}"/>
                </a:ext>
              </a:extLst>
            </p:cNvPr>
            <p:cNvCxnSpPr>
              <a:cxnSpLocks noChangeShapeType="1"/>
            </p:cNvCxnSpPr>
            <p:nvPr/>
          </p:nvCxnSpPr>
          <p:spPr bwMode="auto">
            <a:xfrm>
              <a:off x="2523990" y="1800475"/>
              <a:ext cx="38803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41" name="Text Box 17">
              <a:extLst>
                <a:ext uri="{FF2B5EF4-FFF2-40B4-BE49-F238E27FC236}">
                  <a16:creationId xmlns:a16="http://schemas.microsoft.com/office/drawing/2014/main" id="{6C200DD9-DB8F-48B0-AE77-0550D95CCEFB}"/>
                </a:ext>
              </a:extLst>
            </p:cNvPr>
            <p:cNvSpPr txBox="1">
              <a:spLocks noChangeArrowheads="1"/>
            </p:cNvSpPr>
            <p:nvPr/>
          </p:nvSpPr>
          <p:spPr bwMode="auto">
            <a:xfrm>
              <a:off x="5351407" y="1592363"/>
              <a:ext cx="1441429" cy="420750"/>
            </a:xfrm>
            <a:prstGeom prst="rect">
              <a:avLst/>
            </a:prstGeom>
            <a:noFill/>
            <a:ln w="9525">
              <a:noFill/>
              <a:miter lim="800000"/>
              <a:headEnd/>
              <a:tailEnd/>
            </a:ln>
          </p:spPr>
          <p:txBody>
            <a:bodyPr/>
            <a:lstStyle/>
            <a:p>
              <a:pPr>
                <a:spcAft>
                  <a:spcPts val="1000"/>
                </a:spcAft>
                <a:defRPr/>
              </a:pPr>
              <a:r>
                <a:rPr lang="en-US" sz="1400" dirty="0" err="1">
                  <a:latin typeface="+mj-lt"/>
                </a:rPr>
                <a:t>Quartus_map</a:t>
              </a:r>
              <a:endParaRPr lang="en-US" sz="1400" dirty="0">
                <a:latin typeface="+mj-lt"/>
              </a:endParaRPr>
            </a:p>
          </p:txBody>
        </p:sp>
        <p:cxnSp>
          <p:nvCxnSpPr>
            <p:cNvPr id="149523" name="AutoShape 18">
              <a:extLst>
                <a:ext uri="{FF2B5EF4-FFF2-40B4-BE49-F238E27FC236}">
                  <a16:creationId xmlns:a16="http://schemas.microsoft.com/office/drawing/2014/main" id="{1B4FDF49-127A-A0A9-BB03-D63910F38499}"/>
                </a:ext>
              </a:extLst>
            </p:cNvPr>
            <p:cNvCxnSpPr>
              <a:cxnSpLocks noChangeShapeType="1"/>
            </p:cNvCxnSpPr>
            <p:nvPr/>
          </p:nvCxnSpPr>
          <p:spPr bwMode="auto">
            <a:xfrm flipH="1" flipV="1">
              <a:off x="5007724" y="1789101"/>
              <a:ext cx="38803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9524" name="AutoShape 19">
              <a:extLst>
                <a:ext uri="{FF2B5EF4-FFF2-40B4-BE49-F238E27FC236}">
                  <a16:creationId xmlns:a16="http://schemas.microsoft.com/office/drawing/2014/main" id="{F7305FAB-FAA8-1B07-696E-1F6436350095}"/>
                </a:ext>
              </a:extLst>
            </p:cNvPr>
            <p:cNvCxnSpPr>
              <a:cxnSpLocks noChangeShapeType="1"/>
            </p:cNvCxnSpPr>
            <p:nvPr/>
          </p:nvCxnSpPr>
          <p:spPr bwMode="auto">
            <a:xfrm flipH="1">
              <a:off x="5254730" y="1800475"/>
              <a:ext cx="0" cy="45720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49525" name="AutoShape 20">
              <a:extLst>
                <a:ext uri="{FF2B5EF4-FFF2-40B4-BE49-F238E27FC236}">
                  <a16:creationId xmlns:a16="http://schemas.microsoft.com/office/drawing/2014/main" id="{229A7D3A-8B37-0498-CBC9-47943552A337}"/>
                </a:ext>
              </a:extLst>
            </p:cNvPr>
            <p:cNvCxnSpPr>
              <a:cxnSpLocks noChangeShapeType="1"/>
            </p:cNvCxnSpPr>
            <p:nvPr/>
          </p:nvCxnSpPr>
          <p:spPr bwMode="auto">
            <a:xfrm flipH="1">
              <a:off x="3985513" y="2278206"/>
              <a:ext cx="1269218"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45" name="Text Box 21">
              <a:extLst>
                <a:ext uri="{FF2B5EF4-FFF2-40B4-BE49-F238E27FC236}">
                  <a16:creationId xmlns:a16="http://schemas.microsoft.com/office/drawing/2014/main" id="{E6E24401-CA44-4311-8996-BC04098D2BF5}"/>
                </a:ext>
              </a:extLst>
            </p:cNvPr>
            <p:cNvSpPr txBox="1">
              <a:spLocks noChangeArrowheads="1"/>
            </p:cNvSpPr>
            <p:nvPr/>
          </p:nvSpPr>
          <p:spPr bwMode="auto">
            <a:xfrm>
              <a:off x="1920869" y="2621218"/>
              <a:ext cx="700078" cy="420750"/>
            </a:xfrm>
            <a:prstGeom prst="rect">
              <a:avLst/>
            </a:prstGeom>
            <a:noFill/>
            <a:ln w="9525">
              <a:noFill/>
              <a:miter lim="800000"/>
              <a:headEnd/>
              <a:tailEnd/>
            </a:ln>
          </p:spPr>
          <p:txBody>
            <a:bodyPr/>
            <a:lstStyle/>
            <a:p>
              <a:pPr>
                <a:spcAft>
                  <a:spcPts val="1000"/>
                </a:spcAft>
                <a:defRPr/>
              </a:pPr>
              <a:r>
                <a:rPr lang="en-US" sz="1400" dirty="0">
                  <a:latin typeface="+mj-lt"/>
                </a:rPr>
                <a:t>MAP</a:t>
              </a:r>
            </a:p>
          </p:txBody>
        </p:sp>
        <p:cxnSp>
          <p:nvCxnSpPr>
            <p:cNvPr id="149527" name="AutoShape 22">
              <a:extLst>
                <a:ext uri="{FF2B5EF4-FFF2-40B4-BE49-F238E27FC236}">
                  <a16:creationId xmlns:a16="http://schemas.microsoft.com/office/drawing/2014/main" id="{02CE3A62-0B16-9816-052F-63B77F480D72}"/>
                </a:ext>
              </a:extLst>
            </p:cNvPr>
            <p:cNvCxnSpPr>
              <a:cxnSpLocks noChangeShapeType="1"/>
            </p:cNvCxnSpPr>
            <p:nvPr/>
          </p:nvCxnSpPr>
          <p:spPr bwMode="auto">
            <a:xfrm>
              <a:off x="2546212" y="2729773"/>
              <a:ext cx="38803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47" name="Text Box 23">
              <a:extLst>
                <a:ext uri="{FF2B5EF4-FFF2-40B4-BE49-F238E27FC236}">
                  <a16:creationId xmlns:a16="http://schemas.microsoft.com/office/drawing/2014/main" id="{95B554C5-9F54-4458-91D7-370D7E91AF96}"/>
                </a:ext>
              </a:extLst>
            </p:cNvPr>
            <p:cNvSpPr txBox="1">
              <a:spLocks noChangeArrowheads="1"/>
            </p:cNvSpPr>
            <p:nvPr/>
          </p:nvSpPr>
          <p:spPr bwMode="auto">
            <a:xfrm>
              <a:off x="2024055" y="3424614"/>
              <a:ext cx="755639" cy="420750"/>
            </a:xfrm>
            <a:prstGeom prst="rect">
              <a:avLst/>
            </a:prstGeom>
            <a:noFill/>
            <a:ln w="9525">
              <a:noFill/>
              <a:miter lim="800000"/>
              <a:headEnd/>
              <a:tailEnd/>
            </a:ln>
          </p:spPr>
          <p:txBody>
            <a:bodyPr/>
            <a:lstStyle/>
            <a:p>
              <a:pPr>
                <a:spcAft>
                  <a:spcPts val="1000"/>
                </a:spcAft>
                <a:defRPr/>
              </a:pPr>
              <a:r>
                <a:rPr lang="en-US" sz="1400" dirty="0">
                  <a:latin typeface="+mj-lt"/>
                </a:rPr>
                <a:t>PAR</a:t>
              </a:r>
            </a:p>
          </p:txBody>
        </p:sp>
        <p:cxnSp>
          <p:nvCxnSpPr>
            <p:cNvPr id="149529" name="AutoShape 24">
              <a:extLst>
                <a:ext uri="{FF2B5EF4-FFF2-40B4-BE49-F238E27FC236}">
                  <a16:creationId xmlns:a16="http://schemas.microsoft.com/office/drawing/2014/main" id="{572B007B-A13E-7C6F-3BB7-C89185FDBD45}"/>
                </a:ext>
              </a:extLst>
            </p:cNvPr>
            <p:cNvCxnSpPr>
              <a:cxnSpLocks noChangeShapeType="1"/>
            </p:cNvCxnSpPr>
            <p:nvPr/>
          </p:nvCxnSpPr>
          <p:spPr bwMode="auto">
            <a:xfrm>
              <a:off x="2559032" y="3584550"/>
              <a:ext cx="38803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49" name="Text Box 25">
              <a:extLst>
                <a:ext uri="{FF2B5EF4-FFF2-40B4-BE49-F238E27FC236}">
                  <a16:creationId xmlns:a16="http://schemas.microsoft.com/office/drawing/2014/main" id="{82FC624A-4DDF-4E72-8D47-740B209D233F}"/>
                </a:ext>
              </a:extLst>
            </p:cNvPr>
            <p:cNvSpPr txBox="1">
              <a:spLocks noChangeArrowheads="1"/>
            </p:cNvSpPr>
            <p:nvPr/>
          </p:nvSpPr>
          <p:spPr bwMode="auto">
            <a:xfrm>
              <a:off x="5397443" y="3399210"/>
              <a:ext cx="1222357" cy="420750"/>
            </a:xfrm>
            <a:prstGeom prst="rect">
              <a:avLst/>
            </a:prstGeom>
            <a:noFill/>
            <a:ln w="9525">
              <a:noFill/>
              <a:miter lim="800000"/>
              <a:headEnd/>
              <a:tailEnd/>
            </a:ln>
          </p:spPr>
          <p:txBody>
            <a:bodyPr/>
            <a:lstStyle/>
            <a:p>
              <a:pPr>
                <a:spcAft>
                  <a:spcPts val="1000"/>
                </a:spcAft>
                <a:defRPr/>
              </a:pPr>
              <a:r>
                <a:rPr lang="en-US" sz="1400" dirty="0" err="1">
                  <a:latin typeface="+mj-lt"/>
                </a:rPr>
                <a:t>Quartus_fit</a:t>
              </a:r>
              <a:endParaRPr lang="en-US" sz="1400" dirty="0">
                <a:latin typeface="+mj-lt"/>
              </a:endParaRPr>
            </a:p>
          </p:txBody>
        </p:sp>
        <p:cxnSp>
          <p:nvCxnSpPr>
            <p:cNvPr id="149531" name="AutoShape 26">
              <a:extLst>
                <a:ext uri="{FF2B5EF4-FFF2-40B4-BE49-F238E27FC236}">
                  <a16:creationId xmlns:a16="http://schemas.microsoft.com/office/drawing/2014/main" id="{10A875EC-97CF-697A-40E5-B3A8904FB590}"/>
                </a:ext>
              </a:extLst>
            </p:cNvPr>
            <p:cNvCxnSpPr>
              <a:cxnSpLocks noChangeShapeType="1"/>
            </p:cNvCxnSpPr>
            <p:nvPr/>
          </p:nvCxnSpPr>
          <p:spPr bwMode="auto">
            <a:xfrm flipH="1" flipV="1">
              <a:off x="5033365" y="3571850"/>
              <a:ext cx="38803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9532" name="AutoShape 27">
              <a:extLst>
                <a:ext uri="{FF2B5EF4-FFF2-40B4-BE49-F238E27FC236}">
                  <a16:creationId xmlns:a16="http://schemas.microsoft.com/office/drawing/2014/main" id="{AABE5C3A-CC66-8367-3CC8-1A8CB94D3E5C}"/>
                </a:ext>
              </a:extLst>
            </p:cNvPr>
            <p:cNvCxnSpPr>
              <a:cxnSpLocks noChangeShapeType="1"/>
            </p:cNvCxnSpPr>
            <p:nvPr/>
          </p:nvCxnSpPr>
          <p:spPr bwMode="auto">
            <a:xfrm flipH="1" flipV="1">
              <a:off x="5033365" y="4285607"/>
              <a:ext cx="38803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52" name="Text Box 28">
              <a:extLst>
                <a:ext uri="{FF2B5EF4-FFF2-40B4-BE49-F238E27FC236}">
                  <a16:creationId xmlns:a16="http://schemas.microsoft.com/office/drawing/2014/main" id="{A21A1618-2C87-48DF-AD53-D237E822A904}"/>
                </a:ext>
              </a:extLst>
            </p:cNvPr>
            <p:cNvSpPr txBox="1">
              <a:spLocks noChangeArrowheads="1"/>
            </p:cNvSpPr>
            <p:nvPr/>
          </p:nvSpPr>
          <p:spPr bwMode="auto">
            <a:xfrm>
              <a:off x="5403793" y="4100991"/>
              <a:ext cx="1222357" cy="420750"/>
            </a:xfrm>
            <a:prstGeom prst="rect">
              <a:avLst/>
            </a:prstGeom>
            <a:noFill/>
            <a:ln w="9525">
              <a:noFill/>
              <a:miter lim="800000"/>
              <a:headEnd/>
              <a:tailEnd/>
            </a:ln>
          </p:spPr>
          <p:txBody>
            <a:bodyPr/>
            <a:lstStyle/>
            <a:p>
              <a:pPr>
                <a:spcAft>
                  <a:spcPts val="1000"/>
                </a:spcAft>
                <a:defRPr/>
              </a:pPr>
              <a:r>
                <a:rPr lang="en-US" sz="1400" dirty="0" err="1">
                  <a:latin typeface="+mj-lt"/>
                </a:rPr>
                <a:t>Quartus_tan</a:t>
              </a:r>
              <a:endParaRPr lang="en-US" sz="1400" dirty="0">
                <a:latin typeface="+mj-lt"/>
              </a:endParaRPr>
            </a:p>
          </p:txBody>
        </p:sp>
        <p:sp>
          <p:nvSpPr>
            <p:cNvPr id="1053" name="Text Box 29">
              <a:extLst>
                <a:ext uri="{FF2B5EF4-FFF2-40B4-BE49-F238E27FC236}">
                  <a16:creationId xmlns:a16="http://schemas.microsoft.com/office/drawing/2014/main" id="{F058B154-EA1E-4512-8986-3E89F9728D82}"/>
                </a:ext>
              </a:extLst>
            </p:cNvPr>
            <p:cNvSpPr txBox="1">
              <a:spLocks noChangeArrowheads="1"/>
            </p:cNvSpPr>
            <p:nvPr/>
          </p:nvSpPr>
          <p:spPr bwMode="auto">
            <a:xfrm>
              <a:off x="5359344" y="4902799"/>
              <a:ext cx="1479528" cy="420751"/>
            </a:xfrm>
            <a:prstGeom prst="rect">
              <a:avLst/>
            </a:prstGeom>
            <a:noFill/>
            <a:ln w="9525">
              <a:noFill/>
              <a:miter lim="800000"/>
              <a:headEnd/>
              <a:tailEnd/>
            </a:ln>
          </p:spPr>
          <p:txBody>
            <a:bodyPr/>
            <a:lstStyle/>
            <a:p>
              <a:pPr>
                <a:spcAft>
                  <a:spcPts val="1000"/>
                </a:spcAft>
                <a:defRPr/>
              </a:pPr>
              <a:r>
                <a:rPr lang="en-US" sz="1400" dirty="0" err="1">
                  <a:latin typeface="+mj-lt"/>
                </a:rPr>
                <a:t>Quartus_ams</a:t>
              </a:r>
              <a:endParaRPr lang="en-US" sz="1400" dirty="0">
                <a:latin typeface="+mj-lt"/>
              </a:endParaRPr>
            </a:p>
          </p:txBody>
        </p:sp>
        <p:cxnSp>
          <p:nvCxnSpPr>
            <p:cNvPr id="149535" name="AutoShape 30">
              <a:extLst>
                <a:ext uri="{FF2B5EF4-FFF2-40B4-BE49-F238E27FC236}">
                  <a16:creationId xmlns:a16="http://schemas.microsoft.com/office/drawing/2014/main" id="{92F22E53-E736-241D-5402-2E86E0D09640}"/>
                </a:ext>
              </a:extLst>
            </p:cNvPr>
            <p:cNvCxnSpPr>
              <a:cxnSpLocks noChangeShapeType="1"/>
            </p:cNvCxnSpPr>
            <p:nvPr/>
          </p:nvCxnSpPr>
          <p:spPr bwMode="auto">
            <a:xfrm flipH="1" flipV="1">
              <a:off x="5020304" y="5095476"/>
              <a:ext cx="38803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9536" name="AutoShape 31">
              <a:extLst>
                <a:ext uri="{FF2B5EF4-FFF2-40B4-BE49-F238E27FC236}">
                  <a16:creationId xmlns:a16="http://schemas.microsoft.com/office/drawing/2014/main" id="{D8F2F5D6-AAE8-3EB9-2AB4-149B8F469AD0}"/>
                </a:ext>
              </a:extLst>
            </p:cNvPr>
            <p:cNvCxnSpPr>
              <a:cxnSpLocks noChangeShapeType="1"/>
            </p:cNvCxnSpPr>
            <p:nvPr/>
          </p:nvCxnSpPr>
          <p:spPr bwMode="auto">
            <a:xfrm>
              <a:off x="2559032" y="4368800"/>
              <a:ext cx="38803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56" name="Text Box 32">
              <a:extLst>
                <a:ext uri="{FF2B5EF4-FFF2-40B4-BE49-F238E27FC236}">
                  <a16:creationId xmlns:a16="http://schemas.microsoft.com/office/drawing/2014/main" id="{61100130-84AE-4222-AD49-EE8223EB1F6E}"/>
                </a:ext>
              </a:extLst>
            </p:cNvPr>
            <p:cNvSpPr txBox="1">
              <a:spLocks noChangeArrowheads="1"/>
            </p:cNvSpPr>
            <p:nvPr/>
          </p:nvSpPr>
          <p:spPr bwMode="auto">
            <a:xfrm>
              <a:off x="1838320" y="4113693"/>
              <a:ext cx="755639" cy="420750"/>
            </a:xfrm>
            <a:prstGeom prst="rect">
              <a:avLst/>
            </a:prstGeom>
            <a:noFill/>
            <a:ln w="9525">
              <a:noFill/>
              <a:miter lim="800000"/>
              <a:headEnd/>
              <a:tailEnd/>
            </a:ln>
          </p:spPr>
          <p:txBody>
            <a:bodyPr/>
            <a:lstStyle/>
            <a:p>
              <a:pPr>
                <a:spcAft>
                  <a:spcPts val="1000"/>
                </a:spcAft>
                <a:defRPr/>
              </a:pPr>
              <a:r>
                <a:rPr lang="en-US" sz="1400" dirty="0">
                  <a:latin typeface="+mj-lt"/>
                </a:rPr>
                <a:t>TRCE</a:t>
              </a:r>
            </a:p>
          </p:txBody>
        </p:sp>
        <p:sp>
          <p:nvSpPr>
            <p:cNvPr id="1057" name="Text Box 33">
              <a:extLst>
                <a:ext uri="{FF2B5EF4-FFF2-40B4-BE49-F238E27FC236}">
                  <a16:creationId xmlns:a16="http://schemas.microsoft.com/office/drawing/2014/main" id="{339DDD27-9353-478B-AEC1-88249E7F10A0}"/>
                </a:ext>
              </a:extLst>
            </p:cNvPr>
            <p:cNvSpPr txBox="1">
              <a:spLocks noChangeArrowheads="1"/>
            </p:cNvSpPr>
            <p:nvPr/>
          </p:nvSpPr>
          <p:spPr bwMode="auto">
            <a:xfrm>
              <a:off x="1787521" y="4961546"/>
              <a:ext cx="1019160" cy="420750"/>
            </a:xfrm>
            <a:prstGeom prst="rect">
              <a:avLst/>
            </a:prstGeom>
            <a:noFill/>
            <a:ln w="9525">
              <a:noFill/>
              <a:miter lim="800000"/>
              <a:headEnd/>
              <a:tailEnd/>
            </a:ln>
          </p:spPr>
          <p:txBody>
            <a:bodyPr/>
            <a:lstStyle/>
            <a:p>
              <a:pPr>
                <a:spcAft>
                  <a:spcPts val="1000"/>
                </a:spcAft>
                <a:defRPr/>
              </a:pPr>
              <a:r>
                <a:rPr lang="en-US" sz="1400" dirty="0">
                  <a:latin typeface="+mj-lt"/>
                </a:rPr>
                <a:t>BITGEN</a:t>
              </a:r>
            </a:p>
          </p:txBody>
        </p:sp>
        <p:cxnSp>
          <p:nvCxnSpPr>
            <p:cNvPr id="149539" name="AutoShape 34">
              <a:extLst>
                <a:ext uri="{FF2B5EF4-FFF2-40B4-BE49-F238E27FC236}">
                  <a16:creationId xmlns:a16="http://schemas.microsoft.com/office/drawing/2014/main" id="{5324099D-693C-5582-4E62-5D300EA7F279}"/>
                </a:ext>
              </a:extLst>
            </p:cNvPr>
            <p:cNvCxnSpPr>
              <a:cxnSpLocks noChangeShapeType="1"/>
            </p:cNvCxnSpPr>
            <p:nvPr/>
          </p:nvCxnSpPr>
          <p:spPr bwMode="auto">
            <a:xfrm>
              <a:off x="2569047" y="5108367"/>
              <a:ext cx="38803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59" name="Text Box 35">
              <a:extLst>
                <a:ext uri="{FF2B5EF4-FFF2-40B4-BE49-F238E27FC236}">
                  <a16:creationId xmlns:a16="http://schemas.microsoft.com/office/drawing/2014/main" id="{B1E93DF1-D0A9-43CE-A045-5A68341E1FC1}"/>
                </a:ext>
              </a:extLst>
            </p:cNvPr>
            <p:cNvSpPr txBox="1">
              <a:spLocks noChangeArrowheads="1"/>
            </p:cNvSpPr>
            <p:nvPr/>
          </p:nvSpPr>
          <p:spPr bwMode="auto">
            <a:xfrm>
              <a:off x="5176784" y="927100"/>
              <a:ext cx="973123" cy="571586"/>
            </a:xfrm>
            <a:prstGeom prst="rect">
              <a:avLst/>
            </a:prstGeom>
            <a:noFill/>
            <a:ln w="9525">
              <a:noFill/>
              <a:miter lim="800000"/>
              <a:headEnd/>
              <a:tailEnd/>
            </a:ln>
          </p:spPr>
          <p:txBody>
            <a:bodyPr/>
            <a:lstStyle/>
            <a:p>
              <a:pPr>
                <a:spcAft>
                  <a:spcPts val="1000"/>
                </a:spcAft>
                <a:defRPr/>
              </a:pPr>
              <a:r>
                <a:rPr lang="en-US" sz="1400" dirty="0" err="1">
                  <a:latin typeface="+mj-lt"/>
                </a:rPr>
                <a:t>Altera</a:t>
              </a:r>
              <a:br>
                <a:rPr lang="en-US" sz="1400" dirty="0">
                  <a:latin typeface="+mj-lt"/>
                </a:rPr>
              </a:br>
              <a:r>
                <a:rPr lang="en-US" sz="1400" dirty="0" err="1">
                  <a:latin typeface="+mj-lt"/>
                </a:rPr>
                <a:t>Quartus</a:t>
              </a:r>
              <a:endParaRPr lang="en-US" sz="1400" dirty="0">
                <a:latin typeface="+mj-lt"/>
              </a:endParaRPr>
            </a:p>
          </p:txBody>
        </p:sp>
      </p:gr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4">
            <a:extLst>
              <a:ext uri="{FF2B5EF4-FFF2-40B4-BE49-F238E27FC236}">
                <a16:creationId xmlns:a16="http://schemas.microsoft.com/office/drawing/2014/main" id="{035472E7-F141-AB02-54F7-6A722C0F0705}"/>
              </a:ext>
            </a:extLst>
          </p:cNvPr>
          <p:cNvSpPr>
            <a:spLocks noGrp="1" noChangeArrowheads="1"/>
          </p:cNvSpPr>
          <p:nvPr>
            <p:ph type="title"/>
          </p:nvPr>
        </p:nvSpPr>
        <p:spPr/>
        <p:txBody>
          <a:bodyPr/>
          <a:lstStyle/>
          <a:p>
            <a:r>
              <a:rPr lang="ru-RU" altLang="en-US"/>
              <a:t>FPGA </a:t>
            </a:r>
            <a:r>
              <a:rPr lang="en-US" altLang="en-US"/>
              <a:t>A</a:t>
            </a:r>
            <a:r>
              <a:rPr lang="ru-RU" altLang="en-US"/>
              <a:t>pplications </a:t>
            </a:r>
          </a:p>
        </p:txBody>
      </p:sp>
      <p:sp>
        <p:nvSpPr>
          <p:cNvPr id="150531" name="Content Placeholder 4">
            <a:extLst>
              <a:ext uri="{FF2B5EF4-FFF2-40B4-BE49-F238E27FC236}">
                <a16:creationId xmlns:a16="http://schemas.microsoft.com/office/drawing/2014/main" id="{76A12AEC-D366-DFE3-8062-22A6858B9E99}"/>
              </a:ext>
            </a:extLst>
          </p:cNvPr>
          <p:cNvSpPr>
            <a:spLocks noGrp="1" noChangeArrowheads="1"/>
          </p:cNvSpPr>
          <p:nvPr>
            <p:ph type="body" sz="quarter" idx="10"/>
          </p:nvPr>
        </p:nvSpPr>
        <p:spPr/>
        <p:txBody>
          <a:bodyPr/>
          <a:lstStyle/>
          <a:p>
            <a:r>
              <a:rPr lang="ru-RU" altLang="en-US"/>
              <a:t>Construction of reconfigurable systems </a:t>
            </a:r>
            <a:endParaRPr lang="en-US" altLang="en-US"/>
          </a:p>
          <a:p>
            <a:r>
              <a:rPr lang="en-US" altLang="en-US"/>
              <a:t>F</a:t>
            </a:r>
            <a:r>
              <a:rPr lang="ru-RU" altLang="en-US"/>
              <a:t>inal product in the manufacture of small production lots </a:t>
            </a:r>
            <a:endParaRPr lang="en-US" altLang="en-US"/>
          </a:p>
          <a:p>
            <a:r>
              <a:rPr lang="ru-RU" altLang="en-US"/>
              <a:t>Debugging of prototypes in the design (</a:t>
            </a:r>
            <a:r>
              <a:rPr lang="en-US" altLang="en-US"/>
              <a:t>p</a:t>
            </a:r>
            <a:r>
              <a:rPr lang="ru-RU" altLang="en-US"/>
              <a:t>rototyping) </a:t>
            </a:r>
            <a:endParaRPr lang="en-US" altLang="en-US"/>
          </a:p>
          <a:p>
            <a:r>
              <a:rPr lang="en-US" altLang="en-US"/>
              <a:t>Embedded Systems</a:t>
            </a:r>
          </a:p>
          <a:p>
            <a:r>
              <a:rPr lang="en-US" altLang="en-US"/>
              <a:t>Glue Logic (interface between module and components)</a:t>
            </a:r>
          </a:p>
          <a:p>
            <a:r>
              <a:rPr lang="en-US" altLang="en-US"/>
              <a:t>Hardware Accelerators/Coprocessors</a:t>
            </a:r>
            <a:br>
              <a:rPr lang="en-US" altLang="en-US"/>
            </a:br>
            <a:r>
              <a:rPr lang="en-GB" altLang="en-US"/>
              <a:t> FPGA-based hardware is used for several applications, including computer architecture simulator acceleration, emulation boards, hardware test/verification, among others.</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803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2DC2BB-B596-4C3A-A9DC-0B51540F8820}">
  <ds:schemaRefs>
    <ds:schemaRef ds:uri="9d6f540b-f5ab-4529-997d-b1c359473666"/>
    <ds:schemaRef ds:uri="c4e338ac-e2c9-4a09-90bc-aa78cddd6f1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B5A6964-B842-4343-98F0-22A6DEF09411}">
  <ds:schemaRefs>
    <ds:schemaRef ds:uri="http://schemas.microsoft.com/sharepoint/v3/contenttype/forms"/>
  </ds:schemaRefs>
</ds:datastoreItem>
</file>

<file path=customXml/itemProps3.xml><?xml version="1.0" encoding="utf-8"?>
<ds:datastoreItem xmlns:ds="http://schemas.openxmlformats.org/officeDocument/2006/customXml" ds:itemID="{911BE162-346D-48E0-9B29-CB08309D4C2E}">
  <ds:schemaRefs>
    <ds:schemaRef ds:uri="9d6f540b-f5ab-4529-997d-b1c359473666"/>
    <ds:schemaRef ds:uri="c4e338ac-e2c9-4a09-90bc-aa78cddd6f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
  <TotalTime>653</TotalTime>
  <Words>9055</Words>
  <Application>Microsoft Office PowerPoint</Application>
  <PresentationFormat>Widescreen</PresentationFormat>
  <Paragraphs>2707</Paragraphs>
  <Slides>140</Slides>
  <Notes>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140</vt:i4>
      </vt:variant>
    </vt:vector>
  </HeadingPairs>
  <TitlesOfParts>
    <vt:vector size="151" baseType="lpstr">
      <vt:lpstr>.Lucida Grande UI Regular</vt:lpstr>
      <vt:lpstr>Arial</vt:lpstr>
      <vt:lpstr>Calibri</vt:lpstr>
      <vt:lpstr>Calibri Light</vt:lpstr>
      <vt:lpstr>Myriad Pro</vt:lpstr>
      <vt:lpstr>System Font Regular</vt:lpstr>
      <vt:lpstr>Times New Roman</vt:lpstr>
      <vt:lpstr>Times NR Cyr MT</vt:lpstr>
      <vt:lpstr>Wingdings</vt:lpstr>
      <vt:lpstr>2_Synopsys_2019</vt:lpstr>
      <vt:lpstr>Custom Design</vt:lpstr>
      <vt:lpstr>Logic Design</vt:lpstr>
      <vt:lpstr>Course Overview</vt:lpstr>
      <vt:lpstr>Memory Devices</vt:lpstr>
      <vt:lpstr>Programmable Logic Devices</vt:lpstr>
      <vt:lpstr>Three  Types of Simple PLD</vt:lpstr>
      <vt:lpstr>Simple PLD (PLA) </vt:lpstr>
      <vt:lpstr>Types of Programmable Links</vt:lpstr>
      <vt:lpstr>Anti-fuse</vt:lpstr>
      <vt:lpstr>Simple  PLD: PLA</vt:lpstr>
      <vt:lpstr>PLA</vt:lpstr>
      <vt:lpstr>Programmable AND Logic</vt:lpstr>
      <vt:lpstr>Programmable OR Logic</vt:lpstr>
      <vt:lpstr>Fragment  of PLA </vt:lpstr>
      <vt:lpstr>PLA Programmed with a Set of Four Logic Functions </vt:lpstr>
      <vt:lpstr>Logic Symbols</vt:lpstr>
      <vt:lpstr>PLA 16×8 with 48 Terms</vt:lpstr>
      <vt:lpstr>Full Adder Implementation</vt:lpstr>
      <vt:lpstr>PLA  Programming Table</vt:lpstr>
      <vt:lpstr>FSM Implementation by PLA</vt:lpstr>
      <vt:lpstr>Programming of Output Polarity (EEPROM)</vt:lpstr>
      <vt:lpstr>Flip-Flops Programming</vt:lpstr>
      <vt:lpstr>Programmable Arrays Logic (PAL)</vt:lpstr>
      <vt:lpstr>Example</vt:lpstr>
      <vt:lpstr>PAL 16L8 </vt:lpstr>
      <vt:lpstr>PAL 16L8 (2)</vt:lpstr>
      <vt:lpstr>Registred  PAL16R8</vt:lpstr>
      <vt:lpstr>Versatile PAL – PAL16V8. Macrocell Structure</vt:lpstr>
      <vt:lpstr>Generic Array Logic (GAL Device)</vt:lpstr>
      <vt:lpstr>PLD GAL16V8, GAL22V10</vt:lpstr>
      <vt:lpstr>Macrocell Structure</vt:lpstr>
      <vt:lpstr>Output Logic Macrocell of GAL 16V8</vt:lpstr>
      <vt:lpstr>D Latch Implementation (Complex Mode)</vt:lpstr>
      <vt:lpstr>Registered Mode</vt:lpstr>
      <vt:lpstr>CPLD</vt:lpstr>
      <vt:lpstr>CPLD</vt:lpstr>
      <vt:lpstr>Interconnection Wires</vt:lpstr>
      <vt:lpstr>Section CPLD</vt:lpstr>
      <vt:lpstr>FPGA  </vt:lpstr>
      <vt:lpstr>FPGA (2)</vt:lpstr>
      <vt:lpstr>SRAM-based PLD</vt:lpstr>
      <vt:lpstr>SRAM Cell</vt:lpstr>
      <vt:lpstr>Transmission  Gate as  SRAM Cell Controlling </vt:lpstr>
      <vt:lpstr>Flash  Switch</vt:lpstr>
      <vt:lpstr>FPGA (2)</vt:lpstr>
      <vt:lpstr>XILINX 4000 Series (Example) </vt:lpstr>
      <vt:lpstr>Boolean Functions Implementation</vt:lpstr>
      <vt:lpstr>Example</vt:lpstr>
      <vt:lpstr>Example. Implementation Function of Five Variables</vt:lpstr>
      <vt:lpstr>Implementation of Two Functions</vt:lpstr>
      <vt:lpstr>One Possible Implementation of a 3-LUT</vt:lpstr>
      <vt:lpstr>Programmable Multiplexers</vt:lpstr>
      <vt:lpstr>CLB</vt:lpstr>
      <vt:lpstr>CLB</vt:lpstr>
      <vt:lpstr>XILINX  FPGA (XC4000)</vt:lpstr>
      <vt:lpstr>Example</vt:lpstr>
      <vt:lpstr>IOB</vt:lpstr>
      <vt:lpstr>IOB</vt:lpstr>
      <vt:lpstr>Programmable Interconnect </vt:lpstr>
      <vt:lpstr>Programmable Interconnect (2)</vt:lpstr>
      <vt:lpstr>Programmable Interconnect (XC4000)</vt:lpstr>
      <vt:lpstr>Two-bit Down Counter Implementation</vt:lpstr>
      <vt:lpstr>Two-bit Down Counter Implementation</vt:lpstr>
      <vt:lpstr>Functions Implementation Using MUXs (3-LUT Block)</vt:lpstr>
      <vt:lpstr>Example: Majority Function Implementation y = ac+ab+bc</vt:lpstr>
      <vt:lpstr>Actel FPGAs</vt:lpstr>
      <vt:lpstr>Actel (MicroSemi) ACT1 module</vt:lpstr>
      <vt:lpstr>Actel (MicroSemi) ACT2 module</vt:lpstr>
      <vt:lpstr>ACT3</vt:lpstr>
      <vt:lpstr>Shannon Expansion Theorem</vt:lpstr>
      <vt:lpstr>Programming Technologies</vt:lpstr>
      <vt:lpstr>Programming Technologies</vt:lpstr>
      <vt:lpstr>Programming Technologies</vt:lpstr>
      <vt:lpstr>Programming Technologies</vt:lpstr>
      <vt:lpstr>Comparison of Programming Technologies</vt:lpstr>
      <vt:lpstr>Commercial FPGAs</vt:lpstr>
      <vt:lpstr>Modern XILINX FPGA</vt:lpstr>
      <vt:lpstr>FPGA Resources</vt:lpstr>
      <vt:lpstr>Virtex-7 CLB</vt:lpstr>
      <vt:lpstr>Row and Column Relationship  between CLBs and Slices</vt:lpstr>
      <vt:lpstr>SLICEM</vt:lpstr>
      <vt:lpstr>Logic Resources in One CLB</vt:lpstr>
      <vt:lpstr>Look-up  Table (LUT)</vt:lpstr>
      <vt:lpstr>Distributed RAM</vt:lpstr>
      <vt:lpstr>ROM -Memory</vt:lpstr>
      <vt:lpstr>Block Diagram of a Dual-Port Distributed Memory</vt:lpstr>
      <vt:lpstr>Dual-Port RAM in Verilog (64x16)</vt:lpstr>
      <vt:lpstr>RAM 641S </vt:lpstr>
      <vt:lpstr>RAM 1281S </vt:lpstr>
      <vt:lpstr>Dual-Port RAM 64x1</vt:lpstr>
      <vt:lpstr>Simple Dual Port RAM 32X1D</vt:lpstr>
      <vt:lpstr>Simple Dual Port RAM 326 SDP</vt:lpstr>
      <vt:lpstr>Quad Port RAM</vt:lpstr>
      <vt:lpstr>Shift Operations</vt:lpstr>
      <vt:lpstr>Shift Register</vt:lpstr>
      <vt:lpstr>32-bit  Shift  Register (Configuration)</vt:lpstr>
      <vt:lpstr>32-bit Shift Register </vt:lpstr>
      <vt:lpstr>128-bit Shift Register</vt:lpstr>
      <vt:lpstr>Four MUX 4:1 </vt:lpstr>
      <vt:lpstr>MUX 16:1 (One Slice)</vt:lpstr>
      <vt:lpstr>Hard-blocks located in FPGA </vt:lpstr>
      <vt:lpstr>Look-up-Tables</vt:lpstr>
      <vt:lpstr>Embedded RAM (Block RAM)</vt:lpstr>
      <vt:lpstr>Block RAM in Virtex-7 (One port)</vt:lpstr>
      <vt:lpstr>Outputs</vt:lpstr>
      <vt:lpstr>Read-Write  Port Modes</vt:lpstr>
      <vt:lpstr>Write_First Mode</vt:lpstr>
      <vt:lpstr>Read_First Mode</vt:lpstr>
      <vt:lpstr>No_Change Mode</vt:lpstr>
      <vt:lpstr>Single-Port Block RAM Read-First Mode Verilog Coding Example</vt:lpstr>
      <vt:lpstr>Single-Port Block RAM Write-First Mode Verilog Coding Example </vt:lpstr>
      <vt:lpstr>Single-Port Block RAM No-Change Mode Verilog Coding Example </vt:lpstr>
      <vt:lpstr>True Dual-Port Block-RAM</vt:lpstr>
      <vt:lpstr>Conflict Avoidance </vt:lpstr>
      <vt:lpstr>Conflict Avoidance (2) </vt:lpstr>
      <vt:lpstr>One Block RAM Becomes Two Independent Single-Port RAMs</vt:lpstr>
      <vt:lpstr>Block RAM Applications</vt:lpstr>
      <vt:lpstr>7 Series FPGAs FIFO Architecture</vt:lpstr>
      <vt:lpstr>Fast Complex State Machines and Microsequencers</vt:lpstr>
      <vt:lpstr>Fast Complex State Machines and Microsequencers</vt:lpstr>
      <vt:lpstr>Fast, Long Counters Using RAM</vt:lpstr>
      <vt:lpstr>20-bit Binary Up Counter</vt:lpstr>
      <vt:lpstr>20-bit Binary Up Counter</vt:lpstr>
      <vt:lpstr>Next-State Logic for Binary Up Counter</vt:lpstr>
      <vt:lpstr>Next-State Logic for Binary Up/Down Counter</vt:lpstr>
      <vt:lpstr>Carry Look-Ahead Logic </vt:lpstr>
      <vt:lpstr>Carry Logic</vt:lpstr>
      <vt:lpstr>Adder in FPGA</vt:lpstr>
      <vt:lpstr>Digital Signal Processing </vt:lpstr>
      <vt:lpstr>Digital Signal Processing (2)</vt:lpstr>
      <vt:lpstr>Multiply and Accumulate</vt:lpstr>
      <vt:lpstr>MAC in Verilog</vt:lpstr>
      <vt:lpstr>FPGA Configuration Memory</vt:lpstr>
      <vt:lpstr>Connection of Configuration Cells</vt:lpstr>
      <vt:lpstr>SRAM-Based FPGA</vt:lpstr>
      <vt:lpstr>ASICs  and  FPGAs </vt:lpstr>
      <vt:lpstr>Configuration Modes</vt:lpstr>
      <vt:lpstr>Design Flow</vt:lpstr>
      <vt:lpstr>FPGA  Design Flow</vt:lpstr>
      <vt:lpstr>FPGA Applications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Margarit Meroyan</cp:lastModifiedBy>
  <cp:revision>3</cp:revision>
  <dcterms:created xsi:type="dcterms:W3CDTF">2020-07-20T16:18:49Z</dcterms:created>
  <dcterms:modified xsi:type="dcterms:W3CDTF">2023-12-27T10:57:05Z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